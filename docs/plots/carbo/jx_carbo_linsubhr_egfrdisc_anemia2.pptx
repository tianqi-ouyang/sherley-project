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23713"/>
            </a:xfrm>
            <a:custGeom>
              <a:avLst/>
              <a:pathLst>
                <a:path w="7090630" h="3223713">
                  <a:moveTo>
                    <a:pt x="2189502" y="0"/>
                  </a:moveTo>
                  <a:lnTo>
                    <a:pt x="2220298" y="56946"/>
                  </a:lnTo>
                  <a:lnTo>
                    <a:pt x="2291920" y="184458"/>
                  </a:lnTo>
                  <a:lnTo>
                    <a:pt x="2363543" y="307225"/>
                  </a:lnTo>
                  <a:lnTo>
                    <a:pt x="2435165" y="425424"/>
                  </a:lnTo>
                  <a:lnTo>
                    <a:pt x="2506788" y="539225"/>
                  </a:lnTo>
                  <a:lnTo>
                    <a:pt x="2578410" y="648791"/>
                  </a:lnTo>
                  <a:lnTo>
                    <a:pt x="2650033" y="754280"/>
                  </a:lnTo>
                  <a:lnTo>
                    <a:pt x="2721655" y="855844"/>
                  </a:lnTo>
                  <a:lnTo>
                    <a:pt x="2793278" y="953629"/>
                  </a:lnTo>
                  <a:lnTo>
                    <a:pt x="2864901" y="1047775"/>
                  </a:lnTo>
                  <a:lnTo>
                    <a:pt x="2936523" y="1138418"/>
                  </a:lnTo>
                  <a:lnTo>
                    <a:pt x="3008146" y="1225688"/>
                  </a:lnTo>
                  <a:lnTo>
                    <a:pt x="3079768" y="1309711"/>
                  </a:lnTo>
                  <a:lnTo>
                    <a:pt x="3151391" y="1390607"/>
                  </a:lnTo>
                  <a:lnTo>
                    <a:pt x="3223013" y="1468493"/>
                  </a:lnTo>
                  <a:lnTo>
                    <a:pt x="3294636" y="1543481"/>
                  </a:lnTo>
                  <a:lnTo>
                    <a:pt x="3366258" y="1615679"/>
                  </a:lnTo>
                  <a:lnTo>
                    <a:pt x="3437881" y="1685190"/>
                  </a:lnTo>
                  <a:lnTo>
                    <a:pt x="3509503" y="1752115"/>
                  </a:lnTo>
                  <a:lnTo>
                    <a:pt x="3581126" y="1816549"/>
                  </a:lnTo>
                  <a:lnTo>
                    <a:pt x="3652748" y="1878586"/>
                  </a:lnTo>
                  <a:lnTo>
                    <a:pt x="3724371" y="1938314"/>
                  </a:lnTo>
                  <a:lnTo>
                    <a:pt x="3795993" y="1995820"/>
                  </a:lnTo>
                  <a:lnTo>
                    <a:pt x="3867616" y="2051186"/>
                  </a:lnTo>
                  <a:lnTo>
                    <a:pt x="3939238" y="2104492"/>
                  </a:lnTo>
                  <a:lnTo>
                    <a:pt x="4010861" y="2155814"/>
                  </a:lnTo>
                  <a:lnTo>
                    <a:pt x="4082483" y="2205227"/>
                  </a:lnTo>
                  <a:lnTo>
                    <a:pt x="4154106" y="2252801"/>
                  </a:lnTo>
                  <a:lnTo>
                    <a:pt x="4225729" y="2298604"/>
                  </a:lnTo>
                  <a:lnTo>
                    <a:pt x="4297351" y="2342704"/>
                  </a:lnTo>
                  <a:lnTo>
                    <a:pt x="4368974" y="2385162"/>
                  </a:lnTo>
                  <a:lnTo>
                    <a:pt x="4440596" y="2426041"/>
                  </a:lnTo>
                  <a:lnTo>
                    <a:pt x="4512219" y="2465398"/>
                  </a:lnTo>
                  <a:lnTo>
                    <a:pt x="4583841" y="2503291"/>
                  </a:lnTo>
                  <a:lnTo>
                    <a:pt x="4655464" y="2539774"/>
                  </a:lnTo>
                  <a:lnTo>
                    <a:pt x="4727086" y="2574899"/>
                  </a:lnTo>
                  <a:lnTo>
                    <a:pt x="4798709" y="2608718"/>
                  </a:lnTo>
                  <a:lnTo>
                    <a:pt x="4870331" y="2641278"/>
                  </a:lnTo>
                  <a:lnTo>
                    <a:pt x="4941954" y="2652918"/>
                  </a:lnTo>
                  <a:lnTo>
                    <a:pt x="5013576" y="2650597"/>
                  </a:lnTo>
                  <a:lnTo>
                    <a:pt x="5085199" y="2648271"/>
                  </a:lnTo>
                  <a:lnTo>
                    <a:pt x="5156821" y="2645937"/>
                  </a:lnTo>
                  <a:lnTo>
                    <a:pt x="5228444" y="2643598"/>
                  </a:lnTo>
                  <a:lnTo>
                    <a:pt x="5300066" y="2641252"/>
                  </a:lnTo>
                  <a:lnTo>
                    <a:pt x="5371689" y="2638899"/>
                  </a:lnTo>
                  <a:lnTo>
                    <a:pt x="5443311" y="2636539"/>
                  </a:lnTo>
                  <a:lnTo>
                    <a:pt x="5514934" y="2634173"/>
                  </a:lnTo>
                  <a:lnTo>
                    <a:pt x="5586557" y="2631801"/>
                  </a:lnTo>
                  <a:lnTo>
                    <a:pt x="5658179" y="2629422"/>
                  </a:lnTo>
                  <a:lnTo>
                    <a:pt x="5729802" y="2627036"/>
                  </a:lnTo>
                  <a:lnTo>
                    <a:pt x="5801424" y="2624643"/>
                  </a:lnTo>
                  <a:lnTo>
                    <a:pt x="5873047" y="2622244"/>
                  </a:lnTo>
                  <a:lnTo>
                    <a:pt x="5944669" y="2619838"/>
                  </a:lnTo>
                  <a:lnTo>
                    <a:pt x="6016292" y="2617426"/>
                  </a:lnTo>
                  <a:lnTo>
                    <a:pt x="6087914" y="2615006"/>
                  </a:lnTo>
                  <a:lnTo>
                    <a:pt x="6159537" y="2612580"/>
                  </a:lnTo>
                  <a:lnTo>
                    <a:pt x="6231159" y="2610147"/>
                  </a:lnTo>
                  <a:lnTo>
                    <a:pt x="6302782" y="2607708"/>
                  </a:lnTo>
                  <a:lnTo>
                    <a:pt x="6374404" y="2605261"/>
                  </a:lnTo>
                  <a:lnTo>
                    <a:pt x="6446027" y="2602808"/>
                  </a:lnTo>
                  <a:lnTo>
                    <a:pt x="6517649" y="2600348"/>
                  </a:lnTo>
                  <a:lnTo>
                    <a:pt x="6589272" y="2597881"/>
                  </a:lnTo>
                  <a:lnTo>
                    <a:pt x="6660894" y="2595407"/>
                  </a:lnTo>
                  <a:lnTo>
                    <a:pt x="6732517" y="2592926"/>
                  </a:lnTo>
                  <a:lnTo>
                    <a:pt x="6804139" y="2590438"/>
                  </a:lnTo>
                  <a:lnTo>
                    <a:pt x="6875762" y="2587944"/>
                  </a:lnTo>
                  <a:lnTo>
                    <a:pt x="6947385" y="2585442"/>
                  </a:lnTo>
                  <a:lnTo>
                    <a:pt x="7019007" y="2582933"/>
                  </a:lnTo>
                  <a:lnTo>
                    <a:pt x="7090630" y="2580418"/>
                  </a:lnTo>
                  <a:lnTo>
                    <a:pt x="7090630" y="3223713"/>
                  </a:lnTo>
                  <a:lnTo>
                    <a:pt x="7019007" y="3213663"/>
                  </a:lnTo>
                  <a:lnTo>
                    <a:pt x="6947385" y="3203224"/>
                  </a:lnTo>
                  <a:lnTo>
                    <a:pt x="6875762" y="3192383"/>
                  </a:lnTo>
                  <a:lnTo>
                    <a:pt x="6804139" y="3181122"/>
                  </a:lnTo>
                  <a:lnTo>
                    <a:pt x="6732517" y="3169426"/>
                  </a:lnTo>
                  <a:lnTo>
                    <a:pt x="6660894" y="3157278"/>
                  </a:lnTo>
                  <a:lnTo>
                    <a:pt x="6589272" y="3144661"/>
                  </a:lnTo>
                  <a:lnTo>
                    <a:pt x="6517649" y="3131556"/>
                  </a:lnTo>
                  <a:lnTo>
                    <a:pt x="6446027" y="3117944"/>
                  </a:lnTo>
                  <a:lnTo>
                    <a:pt x="6374404" y="3103806"/>
                  </a:lnTo>
                  <a:lnTo>
                    <a:pt x="6302782" y="3089122"/>
                  </a:lnTo>
                  <a:lnTo>
                    <a:pt x="6231159" y="3073871"/>
                  </a:lnTo>
                  <a:lnTo>
                    <a:pt x="6159537" y="3058030"/>
                  </a:lnTo>
                  <a:lnTo>
                    <a:pt x="6087914" y="3041577"/>
                  </a:lnTo>
                  <a:lnTo>
                    <a:pt x="6016292" y="3024488"/>
                  </a:lnTo>
                  <a:lnTo>
                    <a:pt x="5944669" y="3006738"/>
                  </a:lnTo>
                  <a:lnTo>
                    <a:pt x="5873047" y="2988302"/>
                  </a:lnTo>
                  <a:lnTo>
                    <a:pt x="5801424" y="2969154"/>
                  </a:lnTo>
                  <a:lnTo>
                    <a:pt x="5729802" y="2949266"/>
                  </a:lnTo>
                  <a:lnTo>
                    <a:pt x="5658179" y="2928609"/>
                  </a:lnTo>
                  <a:lnTo>
                    <a:pt x="5586557" y="2907154"/>
                  </a:lnTo>
                  <a:lnTo>
                    <a:pt x="5514934" y="2884870"/>
                  </a:lnTo>
                  <a:lnTo>
                    <a:pt x="5443311" y="2861725"/>
                  </a:lnTo>
                  <a:lnTo>
                    <a:pt x="5371689" y="2837684"/>
                  </a:lnTo>
                  <a:lnTo>
                    <a:pt x="5300066" y="2812715"/>
                  </a:lnTo>
                  <a:lnTo>
                    <a:pt x="5228444" y="2786781"/>
                  </a:lnTo>
                  <a:lnTo>
                    <a:pt x="5156821" y="2759844"/>
                  </a:lnTo>
                  <a:lnTo>
                    <a:pt x="5085199" y="2731867"/>
                  </a:lnTo>
                  <a:lnTo>
                    <a:pt x="5013576" y="2702808"/>
                  </a:lnTo>
                  <a:lnTo>
                    <a:pt x="4941954" y="2672626"/>
                  </a:lnTo>
                  <a:lnTo>
                    <a:pt x="4870331" y="2655231"/>
                  </a:lnTo>
                  <a:lnTo>
                    <a:pt x="4798709" y="2657539"/>
                  </a:lnTo>
                  <a:lnTo>
                    <a:pt x="4727086" y="2659840"/>
                  </a:lnTo>
                  <a:lnTo>
                    <a:pt x="4655464" y="2662134"/>
                  </a:lnTo>
                  <a:lnTo>
                    <a:pt x="4583841" y="2664422"/>
                  </a:lnTo>
                  <a:lnTo>
                    <a:pt x="4512219" y="2666704"/>
                  </a:lnTo>
                  <a:lnTo>
                    <a:pt x="4440596" y="2668979"/>
                  </a:lnTo>
                  <a:lnTo>
                    <a:pt x="4368974" y="2671248"/>
                  </a:lnTo>
                  <a:lnTo>
                    <a:pt x="4297351" y="2673511"/>
                  </a:lnTo>
                  <a:lnTo>
                    <a:pt x="4225729" y="2675767"/>
                  </a:lnTo>
                  <a:lnTo>
                    <a:pt x="4154106" y="2678017"/>
                  </a:lnTo>
                  <a:lnTo>
                    <a:pt x="4082483" y="2680261"/>
                  </a:lnTo>
                  <a:lnTo>
                    <a:pt x="4010861" y="2682499"/>
                  </a:lnTo>
                  <a:lnTo>
                    <a:pt x="3939238" y="2684730"/>
                  </a:lnTo>
                  <a:lnTo>
                    <a:pt x="3867616" y="2686955"/>
                  </a:lnTo>
                  <a:lnTo>
                    <a:pt x="3795993" y="2689174"/>
                  </a:lnTo>
                  <a:lnTo>
                    <a:pt x="3724371" y="2691387"/>
                  </a:lnTo>
                  <a:lnTo>
                    <a:pt x="3652748" y="2693594"/>
                  </a:lnTo>
                  <a:lnTo>
                    <a:pt x="3581126" y="2695794"/>
                  </a:lnTo>
                  <a:lnTo>
                    <a:pt x="3509503" y="2697989"/>
                  </a:lnTo>
                  <a:lnTo>
                    <a:pt x="3437881" y="2700177"/>
                  </a:lnTo>
                  <a:lnTo>
                    <a:pt x="3366258" y="2702359"/>
                  </a:lnTo>
                  <a:lnTo>
                    <a:pt x="3294636" y="2704535"/>
                  </a:lnTo>
                  <a:lnTo>
                    <a:pt x="3223013" y="2706705"/>
                  </a:lnTo>
                  <a:lnTo>
                    <a:pt x="3151391" y="2708869"/>
                  </a:lnTo>
                  <a:lnTo>
                    <a:pt x="3079768" y="2711027"/>
                  </a:lnTo>
                  <a:lnTo>
                    <a:pt x="3008146" y="2713179"/>
                  </a:lnTo>
                  <a:lnTo>
                    <a:pt x="2936523" y="2715325"/>
                  </a:lnTo>
                  <a:lnTo>
                    <a:pt x="2864901" y="2717465"/>
                  </a:lnTo>
                  <a:lnTo>
                    <a:pt x="2793278" y="2719599"/>
                  </a:lnTo>
                  <a:lnTo>
                    <a:pt x="2721655" y="2721727"/>
                  </a:lnTo>
                  <a:lnTo>
                    <a:pt x="2650033" y="2723849"/>
                  </a:lnTo>
                  <a:lnTo>
                    <a:pt x="2578410" y="2725965"/>
                  </a:lnTo>
                  <a:lnTo>
                    <a:pt x="2506788" y="2728075"/>
                  </a:lnTo>
                  <a:lnTo>
                    <a:pt x="2435165" y="2730180"/>
                  </a:lnTo>
                  <a:lnTo>
                    <a:pt x="2363543" y="2732278"/>
                  </a:lnTo>
                  <a:lnTo>
                    <a:pt x="2291920" y="2734371"/>
                  </a:lnTo>
                  <a:lnTo>
                    <a:pt x="2220298" y="2736458"/>
                  </a:lnTo>
                  <a:lnTo>
                    <a:pt x="2148675" y="2738539"/>
                  </a:lnTo>
                  <a:lnTo>
                    <a:pt x="2077053" y="2740614"/>
                  </a:lnTo>
                  <a:lnTo>
                    <a:pt x="2005430" y="2742684"/>
                  </a:lnTo>
                  <a:lnTo>
                    <a:pt x="1933808" y="2744748"/>
                  </a:lnTo>
                  <a:lnTo>
                    <a:pt x="1862185" y="2746806"/>
                  </a:lnTo>
                  <a:lnTo>
                    <a:pt x="1790563" y="2748858"/>
                  </a:lnTo>
                  <a:lnTo>
                    <a:pt x="1718940" y="2750905"/>
                  </a:lnTo>
                  <a:lnTo>
                    <a:pt x="1647318" y="2752946"/>
                  </a:lnTo>
                  <a:lnTo>
                    <a:pt x="1575695" y="2754981"/>
                  </a:lnTo>
                  <a:lnTo>
                    <a:pt x="1504073" y="2757010"/>
                  </a:lnTo>
                  <a:lnTo>
                    <a:pt x="1432450" y="2759034"/>
                  </a:lnTo>
                  <a:lnTo>
                    <a:pt x="1360827" y="2761052"/>
                  </a:lnTo>
                  <a:lnTo>
                    <a:pt x="1289205" y="2763065"/>
                  </a:lnTo>
                  <a:lnTo>
                    <a:pt x="1217582" y="2765072"/>
                  </a:lnTo>
                  <a:lnTo>
                    <a:pt x="1145960" y="2767073"/>
                  </a:lnTo>
                  <a:lnTo>
                    <a:pt x="1074337" y="2769069"/>
                  </a:lnTo>
                  <a:lnTo>
                    <a:pt x="1002715" y="2771059"/>
                  </a:lnTo>
                  <a:lnTo>
                    <a:pt x="931092" y="2773044"/>
                  </a:lnTo>
                  <a:lnTo>
                    <a:pt x="859470" y="2775023"/>
                  </a:lnTo>
                  <a:lnTo>
                    <a:pt x="787847" y="2776997"/>
                  </a:lnTo>
                  <a:lnTo>
                    <a:pt x="716225" y="2778965"/>
                  </a:lnTo>
                  <a:lnTo>
                    <a:pt x="644602" y="2780928"/>
                  </a:lnTo>
                  <a:lnTo>
                    <a:pt x="572980" y="2782885"/>
                  </a:lnTo>
                  <a:lnTo>
                    <a:pt x="501357" y="2784837"/>
                  </a:lnTo>
                  <a:lnTo>
                    <a:pt x="429735" y="2786784"/>
                  </a:lnTo>
                  <a:lnTo>
                    <a:pt x="358112" y="2788724"/>
                  </a:lnTo>
                  <a:lnTo>
                    <a:pt x="286490" y="2790660"/>
                  </a:lnTo>
                  <a:lnTo>
                    <a:pt x="214867" y="2792590"/>
                  </a:lnTo>
                  <a:lnTo>
                    <a:pt x="143245" y="2794515"/>
                  </a:lnTo>
                  <a:lnTo>
                    <a:pt x="71622" y="2796434"/>
                  </a:lnTo>
                  <a:lnTo>
                    <a:pt x="0" y="2798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1551" y="2073503"/>
              <a:ext cx="4901127" cy="2652918"/>
            </a:xfrm>
            <a:custGeom>
              <a:avLst/>
              <a:pathLst>
                <a:path w="4901127" h="2652918">
                  <a:moveTo>
                    <a:pt x="0" y="0"/>
                  </a:moveTo>
                  <a:lnTo>
                    <a:pt x="30796" y="56946"/>
                  </a:lnTo>
                  <a:lnTo>
                    <a:pt x="102418" y="184458"/>
                  </a:lnTo>
                  <a:lnTo>
                    <a:pt x="174041" y="307225"/>
                  </a:lnTo>
                  <a:lnTo>
                    <a:pt x="245663" y="425424"/>
                  </a:lnTo>
                  <a:lnTo>
                    <a:pt x="317286" y="539225"/>
                  </a:lnTo>
                  <a:lnTo>
                    <a:pt x="388908" y="648791"/>
                  </a:lnTo>
                  <a:lnTo>
                    <a:pt x="460531" y="754280"/>
                  </a:lnTo>
                  <a:lnTo>
                    <a:pt x="532153" y="855844"/>
                  </a:lnTo>
                  <a:lnTo>
                    <a:pt x="603776" y="953629"/>
                  </a:lnTo>
                  <a:lnTo>
                    <a:pt x="675398" y="1047775"/>
                  </a:lnTo>
                  <a:lnTo>
                    <a:pt x="747021" y="1138418"/>
                  </a:lnTo>
                  <a:lnTo>
                    <a:pt x="818643" y="1225688"/>
                  </a:lnTo>
                  <a:lnTo>
                    <a:pt x="890266" y="1309711"/>
                  </a:lnTo>
                  <a:lnTo>
                    <a:pt x="961888" y="1390607"/>
                  </a:lnTo>
                  <a:lnTo>
                    <a:pt x="1033511" y="1468493"/>
                  </a:lnTo>
                  <a:lnTo>
                    <a:pt x="1105133" y="1543481"/>
                  </a:lnTo>
                  <a:lnTo>
                    <a:pt x="1176756" y="1615679"/>
                  </a:lnTo>
                  <a:lnTo>
                    <a:pt x="1248379" y="1685190"/>
                  </a:lnTo>
                  <a:lnTo>
                    <a:pt x="1320001" y="1752115"/>
                  </a:lnTo>
                  <a:lnTo>
                    <a:pt x="1391624" y="1816549"/>
                  </a:lnTo>
                  <a:lnTo>
                    <a:pt x="1463246" y="1878586"/>
                  </a:lnTo>
                  <a:lnTo>
                    <a:pt x="1534869" y="1938314"/>
                  </a:lnTo>
                  <a:lnTo>
                    <a:pt x="1606491" y="1995820"/>
                  </a:lnTo>
                  <a:lnTo>
                    <a:pt x="1678114" y="2051186"/>
                  </a:lnTo>
                  <a:lnTo>
                    <a:pt x="1749736" y="2104492"/>
                  </a:lnTo>
                  <a:lnTo>
                    <a:pt x="1821359" y="2155814"/>
                  </a:lnTo>
                  <a:lnTo>
                    <a:pt x="1892981" y="2205227"/>
                  </a:lnTo>
                  <a:lnTo>
                    <a:pt x="1964604" y="2252801"/>
                  </a:lnTo>
                  <a:lnTo>
                    <a:pt x="2036226" y="2298604"/>
                  </a:lnTo>
                  <a:lnTo>
                    <a:pt x="2107849" y="2342704"/>
                  </a:lnTo>
                  <a:lnTo>
                    <a:pt x="2179471" y="2385162"/>
                  </a:lnTo>
                  <a:lnTo>
                    <a:pt x="2251094" y="2426041"/>
                  </a:lnTo>
                  <a:lnTo>
                    <a:pt x="2322716" y="2465398"/>
                  </a:lnTo>
                  <a:lnTo>
                    <a:pt x="2394339" y="2503291"/>
                  </a:lnTo>
                  <a:lnTo>
                    <a:pt x="2465961" y="2539774"/>
                  </a:lnTo>
                  <a:lnTo>
                    <a:pt x="2537584" y="2574899"/>
                  </a:lnTo>
                  <a:lnTo>
                    <a:pt x="2609207" y="2608718"/>
                  </a:lnTo>
                  <a:lnTo>
                    <a:pt x="2680829" y="2641278"/>
                  </a:lnTo>
                  <a:lnTo>
                    <a:pt x="2752452" y="2652918"/>
                  </a:lnTo>
                  <a:lnTo>
                    <a:pt x="2824074" y="2650597"/>
                  </a:lnTo>
                  <a:lnTo>
                    <a:pt x="2895697" y="2648271"/>
                  </a:lnTo>
                  <a:lnTo>
                    <a:pt x="2967319" y="2645937"/>
                  </a:lnTo>
                  <a:lnTo>
                    <a:pt x="3038942" y="2643598"/>
                  </a:lnTo>
                  <a:lnTo>
                    <a:pt x="3110564" y="2641252"/>
                  </a:lnTo>
                  <a:lnTo>
                    <a:pt x="3182187" y="2638899"/>
                  </a:lnTo>
                  <a:lnTo>
                    <a:pt x="3253809" y="2636539"/>
                  </a:lnTo>
                  <a:lnTo>
                    <a:pt x="3325432" y="2634173"/>
                  </a:lnTo>
                  <a:lnTo>
                    <a:pt x="3397054" y="2631801"/>
                  </a:lnTo>
                  <a:lnTo>
                    <a:pt x="3468677" y="2629422"/>
                  </a:lnTo>
                  <a:lnTo>
                    <a:pt x="3540299" y="2627036"/>
                  </a:lnTo>
                  <a:lnTo>
                    <a:pt x="3611922" y="2624643"/>
                  </a:lnTo>
                  <a:lnTo>
                    <a:pt x="3683544" y="2622244"/>
                  </a:lnTo>
                  <a:lnTo>
                    <a:pt x="3755167" y="2619838"/>
                  </a:lnTo>
                  <a:lnTo>
                    <a:pt x="3826789" y="2617426"/>
                  </a:lnTo>
                  <a:lnTo>
                    <a:pt x="3898412" y="2615006"/>
                  </a:lnTo>
                  <a:lnTo>
                    <a:pt x="3970035" y="2612580"/>
                  </a:lnTo>
                  <a:lnTo>
                    <a:pt x="4041657" y="2610147"/>
                  </a:lnTo>
                  <a:lnTo>
                    <a:pt x="4113280" y="2607708"/>
                  </a:lnTo>
                  <a:lnTo>
                    <a:pt x="4184902" y="2605261"/>
                  </a:lnTo>
                  <a:lnTo>
                    <a:pt x="4256525" y="2602808"/>
                  </a:lnTo>
                  <a:lnTo>
                    <a:pt x="4328147" y="2600348"/>
                  </a:lnTo>
                  <a:lnTo>
                    <a:pt x="4399770" y="2597881"/>
                  </a:lnTo>
                  <a:lnTo>
                    <a:pt x="4471392" y="2595407"/>
                  </a:lnTo>
                  <a:lnTo>
                    <a:pt x="4543015" y="2592926"/>
                  </a:lnTo>
                  <a:lnTo>
                    <a:pt x="4614637" y="2590438"/>
                  </a:lnTo>
                  <a:lnTo>
                    <a:pt x="4686260" y="2587944"/>
                  </a:lnTo>
                  <a:lnTo>
                    <a:pt x="4757882" y="2585442"/>
                  </a:lnTo>
                  <a:lnTo>
                    <a:pt x="4829505" y="2582933"/>
                  </a:lnTo>
                  <a:lnTo>
                    <a:pt x="4901127" y="25804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34"/>
              <a:ext cx="7090630" cy="568481"/>
            </a:xfrm>
            <a:custGeom>
              <a:avLst/>
              <a:pathLst>
                <a:path w="7090630" h="568481">
                  <a:moveTo>
                    <a:pt x="7090630" y="568481"/>
                  </a:moveTo>
                  <a:lnTo>
                    <a:pt x="7019007" y="558431"/>
                  </a:lnTo>
                  <a:lnTo>
                    <a:pt x="6947385" y="547993"/>
                  </a:lnTo>
                  <a:lnTo>
                    <a:pt x="6875762" y="537151"/>
                  </a:lnTo>
                  <a:lnTo>
                    <a:pt x="6804139" y="525890"/>
                  </a:lnTo>
                  <a:lnTo>
                    <a:pt x="6732517" y="514194"/>
                  </a:lnTo>
                  <a:lnTo>
                    <a:pt x="6660894" y="502046"/>
                  </a:lnTo>
                  <a:lnTo>
                    <a:pt x="6589272" y="489429"/>
                  </a:lnTo>
                  <a:lnTo>
                    <a:pt x="6517649" y="476324"/>
                  </a:lnTo>
                  <a:lnTo>
                    <a:pt x="6446027" y="462712"/>
                  </a:lnTo>
                  <a:lnTo>
                    <a:pt x="6374404" y="448575"/>
                  </a:lnTo>
                  <a:lnTo>
                    <a:pt x="6302782" y="433891"/>
                  </a:lnTo>
                  <a:lnTo>
                    <a:pt x="6231159" y="418639"/>
                  </a:lnTo>
                  <a:lnTo>
                    <a:pt x="6159537" y="402798"/>
                  </a:lnTo>
                  <a:lnTo>
                    <a:pt x="6087914" y="386345"/>
                  </a:lnTo>
                  <a:lnTo>
                    <a:pt x="6016292" y="369256"/>
                  </a:lnTo>
                  <a:lnTo>
                    <a:pt x="5944669" y="351506"/>
                  </a:lnTo>
                  <a:lnTo>
                    <a:pt x="5873047" y="333071"/>
                  </a:lnTo>
                  <a:lnTo>
                    <a:pt x="5801424" y="313923"/>
                  </a:lnTo>
                  <a:lnTo>
                    <a:pt x="5729802" y="294034"/>
                  </a:lnTo>
                  <a:lnTo>
                    <a:pt x="5658179" y="273378"/>
                  </a:lnTo>
                  <a:lnTo>
                    <a:pt x="5586557" y="251923"/>
                  </a:lnTo>
                  <a:lnTo>
                    <a:pt x="5514934" y="229638"/>
                  </a:lnTo>
                  <a:lnTo>
                    <a:pt x="5443311" y="206493"/>
                  </a:lnTo>
                  <a:lnTo>
                    <a:pt x="5371689" y="182453"/>
                  </a:lnTo>
                  <a:lnTo>
                    <a:pt x="5300066" y="157483"/>
                  </a:lnTo>
                  <a:lnTo>
                    <a:pt x="5228444" y="131549"/>
                  </a:lnTo>
                  <a:lnTo>
                    <a:pt x="5156821" y="104613"/>
                  </a:lnTo>
                  <a:lnTo>
                    <a:pt x="5085199" y="76635"/>
                  </a:lnTo>
                  <a:lnTo>
                    <a:pt x="5013576" y="47576"/>
                  </a:lnTo>
                  <a:lnTo>
                    <a:pt x="4941954" y="17394"/>
                  </a:lnTo>
                  <a:lnTo>
                    <a:pt x="4870331" y="0"/>
                  </a:lnTo>
                  <a:lnTo>
                    <a:pt x="4798709" y="2307"/>
                  </a:lnTo>
                  <a:lnTo>
                    <a:pt x="4727086" y="4608"/>
                  </a:lnTo>
                  <a:lnTo>
                    <a:pt x="4655464" y="6902"/>
                  </a:lnTo>
                  <a:lnTo>
                    <a:pt x="4583841" y="9190"/>
                  </a:lnTo>
                  <a:lnTo>
                    <a:pt x="4512219" y="11472"/>
                  </a:lnTo>
                  <a:lnTo>
                    <a:pt x="4440596" y="13747"/>
                  </a:lnTo>
                  <a:lnTo>
                    <a:pt x="4368974" y="16016"/>
                  </a:lnTo>
                  <a:lnTo>
                    <a:pt x="4297351" y="18279"/>
                  </a:lnTo>
                  <a:lnTo>
                    <a:pt x="4225729" y="20535"/>
                  </a:lnTo>
                  <a:lnTo>
                    <a:pt x="4154106" y="22786"/>
                  </a:lnTo>
                  <a:lnTo>
                    <a:pt x="4082483" y="25029"/>
                  </a:lnTo>
                  <a:lnTo>
                    <a:pt x="4010861" y="27267"/>
                  </a:lnTo>
                  <a:lnTo>
                    <a:pt x="3939238" y="29498"/>
                  </a:lnTo>
                  <a:lnTo>
                    <a:pt x="3867616" y="31724"/>
                  </a:lnTo>
                  <a:lnTo>
                    <a:pt x="3795993" y="33943"/>
                  </a:lnTo>
                  <a:lnTo>
                    <a:pt x="3724371" y="36155"/>
                  </a:lnTo>
                  <a:lnTo>
                    <a:pt x="3652748" y="38362"/>
                  </a:lnTo>
                  <a:lnTo>
                    <a:pt x="3581126" y="40562"/>
                  </a:lnTo>
                  <a:lnTo>
                    <a:pt x="3509503" y="42757"/>
                  </a:lnTo>
                  <a:lnTo>
                    <a:pt x="3437881" y="44945"/>
                  </a:lnTo>
                  <a:lnTo>
                    <a:pt x="3366258" y="47127"/>
                  </a:lnTo>
                  <a:lnTo>
                    <a:pt x="3294636" y="49303"/>
                  </a:lnTo>
                  <a:lnTo>
                    <a:pt x="3223013" y="51473"/>
                  </a:lnTo>
                  <a:lnTo>
                    <a:pt x="3151391" y="53637"/>
                  </a:lnTo>
                  <a:lnTo>
                    <a:pt x="3079768" y="55795"/>
                  </a:lnTo>
                  <a:lnTo>
                    <a:pt x="3008146" y="57947"/>
                  </a:lnTo>
                  <a:lnTo>
                    <a:pt x="2936523" y="60093"/>
                  </a:lnTo>
                  <a:lnTo>
                    <a:pt x="2864901" y="62233"/>
                  </a:lnTo>
                  <a:lnTo>
                    <a:pt x="2793278" y="64367"/>
                  </a:lnTo>
                  <a:lnTo>
                    <a:pt x="2721655" y="66495"/>
                  </a:lnTo>
                  <a:lnTo>
                    <a:pt x="2650033" y="68617"/>
                  </a:lnTo>
                  <a:lnTo>
                    <a:pt x="2578410" y="70733"/>
                  </a:lnTo>
                  <a:lnTo>
                    <a:pt x="2506788" y="72844"/>
                  </a:lnTo>
                  <a:lnTo>
                    <a:pt x="2435165" y="74948"/>
                  </a:lnTo>
                  <a:lnTo>
                    <a:pt x="2363543" y="77047"/>
                  </a:lnTo>
                  <a:lnTo>
                    <a:pt x="2291920" y="79139"/>
                  </a:lnTo>
                  <a:lnTo>
                    <a:pt x="2220298" y="81226"/>
                  </a:lnTo>
                  <a:lnTo>
                    <a:pt x="2148675" y="83307"/>
                  </a:lnTo>
                  <a:lnTo>
                    <a:pt x="2077053" y="85383"/>
                  </a:lnTo>
                  <a:lnTo>
                    <a:pt x="2005430" y="87452"/>
                  </a:lnTo>
                  <a:lnTo>
                    <a:pt x="1933808" y="89516"/>
                  </a:lnTo>
                  <a:lnTo>
                    <a:pt x="1862185" y="91574"/>
                  </a:lnTo>
                  <a:lnTo>
                    <a:pt x="1790563" y="93626"/>
                  </a:lnTo>
                  <a:lnTo>
                    <a:pt x="1718940" y="95673"/>
                  </a:lnTo>
                  <a:lnTo>
                    <a:pt x="1647318" y="97714"/>
                  </a:lnTo>
                  <a:lnTo>
                    <a:pt x="1575695" y="99749"/>
                  </a:lnTo>
                  <a:lnTo>
                    <a:pt x="1504073" y="101778"/>
                  </a:lnTo>
                  <a:lnTo>
                    <a:pt x="1432450" y="103802"/>
                  </a:lnTo>
                  <a:lnTo>
                    <a:pt x="1360827" y="105820"/>
                  </a:lnTo>
                  <a:lnTo>
                    <a:pt x="1289205" y="107833"/>
                  </a:lnTo>
                  <a:lnTo>
                    <a:pt x="1217582" y="109840"/>
                  </a:lnTo>
                  <a:lnTo>
                    <a:pt x="1145960" y="111842"/>
                  </a:lnTo>
                  <a:lnTo>
                    <a:pt x="1074337" y="113837"/>
                  </a:lnTo>
                  <a:lnTo>
                    <a:pt x="1002715" y="115828"/>
                  </a:lnTo>
                  <a:lnTo>
                    <a:pt x="931092" y="117812"/>
                  </a:lnTo>
                  <a:lnTo>
                    <a:pt x="859470" y="119792"/>
                  </a:lnTo>
                  <a:lnTo>
                    <a:pt x="787847" y="121765"/>
                  </a:lnTo>
                  <a:lnTo>
                    <a:pt x="716225" y="123734"/>
                  </a:lnTo>
                  <a:lnTo>
                    <a:pt x="644602" y="125696"/>
                  </a:lnTo>
                  <a:lnTo>
                    <a:pt x="572980" y="127653"/>
                  </a:lnTo>
                  <a:lnTo>
                    <a:pt x="501357" y="129605"/>
                  </a:lnTo>
                  <a:lnTo>
                    <a:pt x="429735" y="131552"/>
                  </a:lnTo>
                  <a:lnTo>
                    <a:pt x="358112" y="133493"/>
                  </a:lnTo>
                  <a:lnTo>
                    <a:pt x="286490" y="135428"/>
                  </a:lnTo>
                  <a:lnTo>
                    <a:pt x="214867" y="137358"/>
                  </a:lnTo>
                  <a:lnTo>
                    <a:pt x="143245" y="139283"/>
                  </a:lnTo>
                  <a:lnTo>
                    <a:pt x="71622" y="141203"/>
                  </a:lnTo>
                  <a:lnTo>
                    <a:pt x="0" y="143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98719"/>
              <a:ext cx="7090630" cy="2273869"/>
            </a:xfrm>
            <a:custGeom>
              <a:avLst/>
              <a:pathLst>
                <a:path w="7090630" h="2273869">
                  <a:moveTo>
                    <a:pt x="0" y="0"/>
                  </a:moveTo>
                  <a:lnTo>
                    <a:pt x="71622" y="48032"/>
                  </a:lnTo>
                  <a:lnTo>
                    <a:pt x="143245" y="95228"/>
                  </a:lnTo>
                  <a:lnTo>
                    <a:pt x="214867" y="141602"/>
                  </a:lnTo>
                  <a:lnTo>
                    <a:pt x="286490" y="187169"/>
                  </a:lnTo>
                  <a:lnTo>
                    <a:pt x="358112" y="231942"/>
                  </a:lnTo>
                  <a:lnTo>
                    <a:pt x="429735" y="275936"/>
                  </a:lnTo>
                  <a:lnTo>
                    <a:pt x="501357" y="319164"/>
                  </a:lnTo>
                  <a:lnTo>
                    <a:pt x="572980" y="361639"/>
                  </a:lnTo>
                  <a:lnTo>
                    <a:pt x="644602" y="403374"/>
                  </a:lnTo>
                  <a:lnTo>
                    <a:pt x="716225" y="444383"/>
                  </a:lnTo>
                  <a:lnTo>
                    <a:pt x="787847" y="484678"/>
                  </a:lnTo>
                  <a:lnTo>
                    <a:pt x="859470" y="524271"/>
                  </a:lnTo>
                  <a:lnTo>
                    <a:pt x="931092" y="563175"/>
                  </a:lnTo>
                  <a:lnTo>
                    <a:pt x="1002715" y="601401"/>
                  </a:lnTo>
                  <a:lnTo>
                    <a:pt x="1074337" y="638961"/>
                  </a:lnTo>
                  <a:lnTo>
                    <a:pt x="1145960" y="675868"/>
                  </a:lnTo>
                  <a:lnTo>
                    <a:pt x="1217582" y="712132"/>
                  </a:lnTo>
                  <a:lnTo>
                    <a:pt x="1289205" y="747765"/>
                  </a:lnTo>
                  <a:lnTo>
                    <a:pt x="1360827" y="782777"/>
                  </a:lnTo>
                  <a:lnTo>
                    <a:pt x="1432450" y="817179"/>
                  </a:lnTo>
                  <a:lnTo>
                    <a:pt x="1504073" y="850983"/>
                  </a:lnTo>
                  <a:lnTo>
                    <a:pt x="1575695" y="884197"/>
                  </a:lnTo>
                  <a:lnTo>
                    <a:pt x="1647318" y="916834"/>
                  </a:lnTo>
                  <a:lnTo>
                    <a:pt x="1718940" y="948902"/>
                  </a:lnTo>
                  <a:lnTo>
                    <a:pt x="1790563" y="980412"/>
                  </a:lnTo>
                  <a:lnTo>
                    <a:pt x="1862185" y="1011373"/>
                  </a:lnTo>
                  <a:lnTo>
                    <a:pt x="1933808" y="1041795"/>
                  </a:lnTo>
                  <a:lnTo>
                    <a:pt x="2005430" y="1071687"/>
                  </a:lnTo>
                  <a:lnTo>
                    <a:pt x="2077053" y="1101059"/>
                  </a:lnTo>
                  <a:lnTo>
                    <a:pt x="2148675" y="1129920"/>
                  </a:lnTo>
                  <a:lnTo>
                    <a:pt x="2220298" y="1158278"/>
                  </a:lnTo>
                  <a:lnTo>
                    <a:pt x="2291920" y="1186142"/>
                  </a:lnTo>
                  <a:lnTo>
                    <a:pt x="2363543" y="1213521"/>
                  </a:lnTo>
                  <a:lnTo>
                    <a:pt x="2435165" y="1240423"/>
                  </a:lnTo>
                  <a:lnTo>
                    <a:pt x="2506788" y="1266857"/>
                  </a:lnTo>
                  <a:lnTo>
                    <a:pt x="2578410" y="1292830"/>
                  </a:lnTo>
                  <a:lnTo>
                    <a:pt x="2650033" y="1318351"/>
                  </a:lnTo>
                  <a:lnTo>
                    <a:pt x="2721655" y="1343428"/>
                  </a:lnTo>
                  <a:lnTo>
                    <a:pt x="2793278" y="1368068"/>
                  </a:lnTo>
                  <a:lnTo>
                    <a:pt x="2864901" y="1392280"/>
                  </a:lnTo>
                  <a:lnTo>
                    <a:pt x="2936523" y="1416069"/>
                  </a:lnTo>
                  <a:lnTo>
                    <a:pt x="3008146" y="1439445"/>
                  </a:lnTo>
                  <a:lnTo>
                    <a:pt x="3079768" y="1462413"/>
                  </a:lnTo>
                  <a:lnTo>
                    <a:pt x="3151391" y="1484981"/>
                  </a:lnTo>
                  <a:lnTo>
                    <a:pt x="3223013" y="1507157"/>
                  </a:lnTo>
                  <a:lnTo>
                    <a:pt x="3294636" y="1528946"/>
                  </a:lnTo>
                  <a:lnTo>
                    <a:pt x="3366258" y="1550356"/>
                  </a:lnTo>
                  <a:lnTo>
                    <a:pt x="3437881" y="1571393"/>
                  </a:lnTo>
                  <a:lnTo>
                    <a:pt x="3509503" y="1592064"/>
                  </a:lnTo>
                  <a:lnTo>
                    <a:pt x="3581126" y="1612375"/>
                  </a:lnTo>
                  <a:lnTo>
                    <a:pt x="3652748" y="1632332"/>
                  </a:lnTo>
                  <a:lnTo>
                    <a:pt x="3724371" y="1651942"/>
                  </a:lnTo>
                  <a:lnTo>
                    <a:pt x="3795993" y="1671210"/>
                  </a:lnTo>
                  <a:lnTo>
                    <a:pt x="3867616" y="1690143"/>
                  </a:lnTo>
                  <a:lnTo>
                    <a:pt x="3939238" y="1708746"/>
                  </a:lnTo>
                  <a:lnTo>
                    <a:pt x="4010861" y="1727025"/>
                  </a:lnTo>
                  <a:lnTo>
                    <a:pt x="4082483" y="1744986"/>
                  </a:lnTo>
                  <a:lnTo>
                    <a:pt x="4154106" y="1762634"/>
                  </a:lnTo>
                  <a:lnTo>
                    <a:pt x="4225729" y="1779975"/>
                  </a:lnTo>
                  <a:lnTo>
                    <a:pt x="4297351" y="1797014"/>
                  </a:lnTo>
                  <a:lnTo>
                    <a:pt x="4368974" y="1813756"/>
                  </a:lnTo>
                  <a:lnTo>
                    <a:pt x="4440596" y="1830207"/>
                  </a:lnTo>
                  <a:lnTo>
                    <a:pt x="4512219" y="1846371"/>
                  </a:lnTo>
                  <a:lnTo>
                    <a:pt x="4583841" y="1862254"/>
                  </a:lnTo>
                  <a:lnTo>
                    <a:pt x="4655464" y="1877860"/>
                  </a:lnTo>
                  <a:lnTo>
                    <a:pt x="4727086" y="1893195"/>
                  </a:lnTo>
                  <a:lnTo>
                    <a:pt x="4798709" y="1908262"/>
                  </a:lnTo>
                  <a:lnTo>
                    <a:pt x="4870331" y="1923067"/>
                  </a:lnTo>
                  <a:lnTo>
                    <a:pt x="4941954" y="1937615"/>
                  </a:lnTo>
                  <a:lnTo>
                    <a:pt x="5013576" y="1951909"/>
                  </a:lnTo>
                  <a:lnTo>
                    <a:pt x="5085199" y="1965954"/>
                  </a:lnTo>
                  <a:lnTo>
                    <a:pt x="5156821" y="1979754"/>
                  </a:lnTo>
                  <a:lnTo>
                    <a:pt x="5228444" y="1993315"/>
                  </a:lnTo>
                  <a:lnTo>
                    <a:pt x="5300066" y="2006639"/>
                  </a:lnTo>
                  <a:lnTo>
                    <a:pt x="5371689" y="2019731"/>
                  </a:lnTo>
                  <a:lnTo>
                    <a:pt x="5443311" y="2032595"/>
                  </a:lnTo>
                  <a:lnTo>
                    <a:pt x="5514934" y="2045236"/>
                  </a:lnTo>
                  <a:lnTo>
                    <a:pt x="5586557" y="2057656"/>
                  </a:lnTo>
                  <a:lnTo>
                    <a:pt x="5658179" y="2069860"/>
                  </a:lnTo>
                  <a:lnTo>
                    <a:pt x="5729802" y="2081851"/>
                  </a:lnTo>
                  <a:lnTo>
                    <a:pt x="5801424" y="2093633"/>
                  </a:lnTo>
                  <a:lnTo>
                    <a:pt x="5873047" y="2105211"/>
                  </a:lnTo>
                  <a:lnTo>
                    <a:pt x="5944669" y="2116587"/>
                  </a:lnTo>
                  <a:lnTo>
                    <a:pt x="6016292" y="2127764"/>
                  </a:lnTo>
                  <a:lnTo>
                    <a:pt x="6087914" y="2138747"/>
                  </a:lnTo>
                  <a:lnTo>
                    <a:pt x="6159537" y="2149539"/>
                  </a:lnTo>
                  <a:lnTo>
                    <a:pt x="6231159" y="2160143"/>
                  </a:lnTo>
                  <a:lnTo>
                    <a:pt x="6302782" y="2170563"/>
                  </a:lnTo>
                  <a:lnTo>
                    <a:pt x="6374404" y="2180800"/>
                  </a:lnTo>
                  <a:lnTo>
                    <a:pt x="6446027" y="2190860"/>
                  </a:lnTo>
                  <a:lnTo>
                    <a:pt x="6517649" y="2200745"/>
                  </a:lnTo>
                  <a:lnTo>
                    <a:pt x="6589272" y="2210457"/>
                  </a:lnTo>
                  <a:lnTo>
                    <a:pt x="6660894" y="2220000"/>
                  </a:lnTo>
                  <a:lnTo>
                    <a:pt x="6732517" y="2229377"/>
                  </a:lnTo>
                  <a:lnTo>
                    <a:pt x="6804139" y="2238591"/>
                  </a:lnTo>
                  <a:lnTo>
                    <a:pt x="6875762" y="2247644"/>
                  </a:lnTo>
                  <a:lnTo>
                    <a:pt x="6947385" y="2256540"/>
                  </a:lnTo>
                  <a:lnTo>
                    <a:pt x="7019007" y="2265281"/>
                  </a:lnTo>
                  <a:lnTo>
                    <a:pt x="7090630" y="22738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(0.95-1.00)  |  per IQR (Δ = 18.2): 0.66 (0.41-1.07)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2026-05-22T10:32:39Z</dcterms:modified>
  <cp:category/>
</cp:coreProperties>
</file>