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4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9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6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5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49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40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5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5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3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6"/>
                  </a:lnTo>
                  <a:lnTo>
                    <a:pt x="1360827" y="2904227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8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4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1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4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9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8" y="1394920"/>
                  </a:lnTo>
                  <a:lnTo>
                    <a:pt x="1039560" y="1472476"/>
                  </a:lnTo>
                  <a:lnTo>
                    <a:pt x="1111183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6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6" y="2465864"/>
                  </a:lnTo>
                  <a:lnTo>
                    <a:pt x="2400388" y="2503656"/>
                  </a:lnTo>
                  <a:lnTo>
                    <a:pt x="2472011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4" y="2568309"/>
                  </a:lnTo>
                  <a:lnTo>
                    <a:pt x="3761216" y="2561641"/>
                  </a:lnTo>
                  <a:lnTo>
                    <a:pt x="3832839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5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5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9"/>
                  </a:lnTo>
                  <a:lnTo>
                    <a:pt x="3366258" y="116901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5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5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4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5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7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2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6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0"/>
                  </a:lnTo>
                  <a:lnTo>
                    <a:pt x="1289205" y="567951"/>
                  </a:lnTo>
                  <a:lnTo>
                    <a:pt x="1360827" y="595152"/>
                  </a:lnTo>
                  <a:lnTo>
                    <a:pt x="1432450" y="621941"/>
                  </a:lnTo>
                  <a:lnTo>
                    <a:pt x="1504073" y="648323"/>
                  </a:lnTo>
                  <a:lnTo>
                    <a:pt x="1575695" y="674306"/>
                  </a:lnTo>
                  <a:lnTo>
                    <a:pt x="1647318" y="699893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6"/>
                  </a:lnTo>
                  <a:lnTo>
                    <a:pt x="2578410" y="999262"/>
                  </a:lnTo>
                  <a:lnTo>
                    <a:pt x="2650033" y="1019919"/>
                  </a:lnTo>
                  <a:lnTo>
                    <a:pt x="2721655" y="1040263"/>
                  </a:lnTo>
                  <a:lnTo>
                    <a:pt x="2793278" y="1060298"/>
                  </a:lnTo>
                  <a:lnTo>
                    <a:pt x="2864901" y="1080029"/>
                  </a:lnTo>
                  <a:lnTo>
                    <a:pt x="2936523" y="1099461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5"/>
                  </a:lnTo>
                  <a:lnTo>
                    <a:pt x="3223013" y="1174284"/>
                  </a:lnTo>
                  <a:lnTo>
                    <a:pt x="3294636" y="1192286"/>
                  </a:lnTo>
                  <a:lnTo>
                    <a:pt x="3366258" y="1210014"/>
                  </a:lnTo>
                  <a:lnTo>
                    <a:pt x="3437881" y="1227474"/>
                  </a:lnTo>
                  <a:lnTo>
                    <a:pt x="3509503" y="1244668"/>
                  </a:lnTo>
                  <a:lnTo>
                    <a:pt x="3581126" y="1261602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7"/>
                  </a:lnTo>
                  <a:lnTo>
                    <a:pt x="3867616" y="1326806"/>
                  </a:lnTo>
                  <a:lnTo>
                    <a:pt x="3939238" y="1342494"/>
                  </a:lnTo>
                  <a:lnTo>
                    <a:pt x="4010861" y="1357943"/>
                  </a:lnTo>
                  <a:lnTo>
                    <a:pt x="4082483" y="1373158"/>
                  </a:lnTo>
                  <a:lnTo>
                    <a:pt x="4154106" y="1388142"/>
                  </a:lnTo>
                  <a:lnTo>
                    <a:pt x="4225729" y="1402899"/>
                  </a:lnTo>
                  <a:lnTo>
                    <a:pt x="4297351" y="1417432"/>
                  </a:lnTo>
                  <a:lnTo>
                    <a:pt x="4368974" y="1431744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6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4"/>
                  </a:lnTo>
                  <a:lnTo>
                    <a:pt x="5371689" y="1610749"/>
                  </a:lnTo>
                  <a:lnTo>
                    <a:pt x="5443311" y="1622128"/>
                  </a:lnTo>
                  <a:lnTo>
                    <a:pt x="5514934" y="1633335"/>
                  </a:lnTo>
                  <a:lnTo>
                    <a:pt x="5586557" y="1644371"/>
                  </a:lnTo>
                  <a:lnTo>
                    <a:pt x="5658179" y="1655240"/>
                  </a:lnTo>
                  <a:lnTo>
                    <a:pt x="5729802" y="1665944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1"/>
                  </a:lnTo>
                  <a:lnTo>
                    <a:pt x="6087914" y="1717077"/>
                  </a:lnTo>
                  <a:lnTo>
                    <a:pt x="6159537" y="1726843"/>
                  </a:lnTo>
                  <a:lnTo>
                    <a:pt x="6231159" y="1736461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7"/>
                  </a:lnTo>
                  <a:lnTo>
                    <a:pt x="6517649" y="1773494"/>
                  </a:lnTo>
                  <a:lnTo>
                    <a:pt x="6589272" y="1782404"/>
                  </a:lnTo>
                  <a:lnTo>
                    <a:pt x="6660894" y="1791179"/>
                  </a:lnTo>
                  <a:lnTo>
                    <a:pt x="6732517" y="1799820"/>
                  </a:lnTo>
                  <a:lnTo>
                    <a:pt x="6804139" y="1808331"/>
                  </a:lnTo>
                  <a:lnTo>
                    <a:pt x="6875762" y="1816712"/>
                  </a:lnTo>
                  <a:lnTo>
                    <a:pt x="6947385" y="1824966"/>
                  </a:lnTo>
                  <a:lnTo>
                    <a:pt x="7019007" y="1833095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2026-05-22T13:29:53Z</dcterms:modified>
  <cp:category/>
</cp:coreProperties>
</file>