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040"/>
            </a:xfrm>
            <a:custGeom>
              <a:avLst/>
              <a:pathLst>
                <a:path w="7090630" h="3223040">
                  <a:moveTo>
                    <a:pt x="2183453" y="0"/>
                  </a:moveTo>
                  <a:lnTo>
                    <a:pt x="2220298" y="67762"/>
                  </a:lnTo>
                  <a:lnTo>
                    <a:pt x="2291920" y="194594"/>
                  </a:lnTo>
                  <a:lnTo>
                    <a:pt x="2363543" y="316716"/>
                  </a:lnTo>
                  <a:lnTo>
                    <a:pt x="2435165" y="434304"/>
                  </a:lnTo>
                  <a:lnTo>
                    <a:pt x="2506788" y="547526"/>
                  </a:lnTo>
                  <a:lnTo>
                    <a:pt x="2578410" y="656545"/>
                  </a:lnTo>
                  <a:lnTo>
                    <a:pt x="2650033" y="761515"/>
                  </a:lnTo>
                  <a:lnTo>
                    <a:pt x="2721655" y="862589"/>
                  </a:lnTo>
                  <a:lnTo>
                    <a:pt x="2793278" y="959909"/>
                  </a:lnTo>
                  <a:lnTo>
                    <a:pt x="2864901" y="1053616"/>
                  </a:lnTo>
                  <a:lnTo>
                    <a:pt x="2936523" y="1143844"/>
                  </a:lnTo>
                  <a:lnTo>
                    <a:pt x="3008146" y="1230722"/>
                  </a:lnTo>
                  <a:lnTo>
                    <a:pt x="3079768" y="1314374"/>
                  </a:lnTo>
                  <a:lnTo>
                    <a:pt x="3151391" y="1394920"/>
                  </a:lnTo>
                  <a:lnTo>
                    <a:pt x="3223013" y="1472476"/>
                  </a:lnTo>
                  <a:lnTo>
                    <a:pt x="3294636" y="1547152"/>
                  </a:lnTo>
                  <a:lnTo>
                    <a:pt x="3366258" y="1619056"/>
                  </a:lnTo>
                  <a:lnTo>
                    <a:pt x="3437881" y="1688289"/>
                  </a:lnTo>
                  <a:lnTo>
                    <a:pt x="3509503" y="1754953"/>
                  </a:lnTo>
                  <a:lnTo>
                    <a:pt x="3581126" y="1819141"/>
                  </a:lnTo>
                  <a:lnTo>
                    <a:pt x="3652748" y="1880946"/>
                  </a:lnTo>
                  <a:lnTo>
                    <a:pt x="3724371" y="1940456"/>
                  </a:lnTo>
                  <a:lnTo>
                    <a:pt x="3795993" y="1997756"/>
                  </a:lnTo>
                  <a:lnTo>
                    <a:pt x="3867616" y="2052929"/>
                  </a:lnTo>
                  <a:lnTo>
                    <a:pt x="3939238" y="2106054"/>
                  </a:lnTo>
                  <a:lnTo>
                    <a:pt x="4010861" y="2157206"/>
                  </a:lnTo>
                  <a:lnTo>
                    <a:pt x="4082483" y="2206459"/>
                  </a:lnTo>
                  <a:lnTo>
                    <a:pt x="4154106" y="2253883"/>
                  </a:lnTo>
                  <a:lnTo>
                    <a:pt x="4225729" y="2299546"/>
                  </a:lnTo>
                  <a:lnTo>
                    <a:pt x="4297351" y="2343514"/>
                  </a:lnTo>
                  <a:lnTo>
                    <a:pt x="4368974" y="2385850"/>
                  </a:lnTo>
                  <a:lnTo>
                    <a:pt x="4440596" y="2426613"/>
                  </a:lnTo>
                  <a:lnTo>
                    <a:pt x="4512219" y="2465864"/>
                  </a:lnTo>
                  <a:lnTo>
                    <a:pt x="4583841" y="2503656"/>
                  </a:lnTo>
                  <a:lnTo>
                    <a:pt x="4655464" y="2540046"/>
                  </a:lnTo>
                  <a:lnTo>
                    <a:pt x="4727086" y="2575084"/>
                  </a:lnTo>
                  <a:lnTo>
                    <a:pt x="4798709" y="2608822"/>
                  </a:lnTo>
                  <a:lnTo>
                    <a:pt x="4870331" y="2641307"/>
                  </a:lnTo>
                  <a:lnTo>
                    <a:pt x="4941954" y="2650725"/>
                  </a:lnTo>
                  <a:lnTo>
                    <a:pt x="5013576" y="2644658"/>
                  </a:lnTo>
                  <a:lnTo>
                    <a:pt x="5085199" y="2638546"/>
                  </a:lnTo>
                  <a:lnTo>
                    <a:pt x="5156821" y="2632390"/>
                  </a:lnTo>
                  <a:lnTo>
                    <a:pt x="5228444" y="2626189"/>
                  </a:lnTo>
                  <a:lnTo>
                    <a:pt x="5300066" y="2619943"/>
                  </a:lnTo>
                  <a:lnTo>
                    <a:pt x="5371689" y="2613652"/>
                  </a:lnTo>
                  <a:lnTo>
                    <a:pt x="5443311" y="2607314"/>
                  </a:lnTo>
                  <a:lnTo>
                    <a:pt x="5514934" y="2600931"/>
                  </a:lnTo>
                  <a:lnTo>
                    <a:pt x="5586557" y="2594501"/>
                  </a:lnTo>
                  <a:lnTo>
                    <a:pt x="5658179" y="2588024"/>
                  </a:lnTo>
                  <a:lnTo>
                    <a:pt x="5729802" y="2581500"/>
                  </a:lnTo>
                  <a:lnTo>
                    <a:pt x="5801424" y="2574928"/>
                  </a:lnTo>
                  <a:lnTo>
                    <a:pt x="5873047" y="2568309"/>
                  </a:lnTo>
                  <a:lnTo>
                    <a:pt x="5944669" y="2561641"/>
                  </a:lnTo>
                  <a:lnTo>
                    <a:pt x="6016292" y="2554925"/>
                  </a:lnTo>
                  <a:lnTo>
                    <a:pt x="6087914" y="2548160"/>
                  </a:lnTo>
                  <a:lnTo>
                    <a:pt x="6159537" y="2541345"/>
                  </a:lnTo>
                  <a:lnTo>
                    <a:pt x="6231159" y="2534481"/>
                  </a:lnTo>
                  <a:lnTo>
                    <a:pt x="6302782" y="2527567"/>
                  </a:lnTo>
                  <a:lnTo>
                    <a:pt x="6374404" y="2520603"/>
                  </a:lnTo>
                  <a:lnTo>
                    <a:pt x="6446027" y="2513588"/>
                  </a:lnTo>
                  <a:lnTo>
                    <a:pt x="6517649" y="2506521"/>
                  </a:lnTo>
                  <a:lnTo>
                    <a:pt x="6589272" y="2499404"/>
                  </a:lnTo>
                  <a:lnTo>
                    <a:pt x="6660894" y="2492234"/>
                  </a:lnTo>
                  <a:lnTo>
                    <a:pt x="6732517" y="2485012"/>
                  </a:lnTo>
                  <a:lnTo>
                    <a:pt x="6804139" y="2477738"/>
                  </a:lnTo>
                  <a:lnTo>
                    <a:pt x="6875762" y="2470411"/>
                  </a:lnTo>
                  <a:lnTo>
                    <a:pt x="6947385" y="2463030"/>
                  </a:lnTo>
                  <a:lnTo>
                    <a:pt x="7019007" y="2455595"/>
                  </a:lnTo>
                  <a:lnTo>
                    <a:pt x="7090630" y="2448107"/>
                  </a:lnTo>
                  <a:lnTo>
                    <a:pt x="7090630" y="3223040"/>
                  </a:lnTo>
                  <a:lnTo>
                    <a:pt x="7019007" y="3212987"/>
                  </a:lnTo>
                  <a:lnTo>
                    <a:pt x="6947385" y="3202546"/>
                  </a:lnTo>
                  <a:lnTo>
                    <a:pt x="6875762" y="3191703"/>
                  </a:lnTo>
                  <a:lnTo>
                    <a:pt x="6804139" y="3180441"/>
                  </a:lnTo>
                  <a:lnTo>
                    <a:pt x="6732517" y="3168746"/>
                  </a:lnTo>
                  <a:lnTo>
                    <a:pt x="6660894" y="3156599"/>
                  </a:lnTo>
                  <a:lnTo>
                    <a:pt x="6589272" y="3143984"/>
                  </a:lnTo>
                  <a:lnTo>
                    <a:pt x="6517649" y="3130883"/>
                  </a:lnTo>
                  <a:lnTo>
                    <a:pt x="6446027" y="3117276"/>
                  </a:lnTo>
                  <a:lnTo>
                    <a:pt x="6374404" y="3103145"/>
                  </a:lnTo>
                  <a:lnTo>
                    <a:pt x="6302782" y="3088469"/>
                  </a:lnTo>
                  <a:lnTo>
                    <a:pt x="6231159" y="3073226"/>
                  </a:lnTo>
                  <a:lnTo>
                    <a:pt x="6159537" y="3057397"/>
                  </a:lnTo>
                  <a:lnTo>
                    <a:pt x="6087914" y="3040956"/>
                  </a:lnTo>
                  <a:lnTo>
                    <a:pt x="6016292" y="3023882"/>
                  </a:lnTo>
                  <a:lnTo>
                    <a:pt x="5944669" y="3006149"/>
                  </a:lnTo>
                  <a:lnTo>
                    <a:pt x="5873047" y="2987733"/>
                  </a:lnTo>
                  <a:lnTo>
                    <a:pt x="5801424" y="2968607"/>
                  </a:lnTo>
                  <a:lnTo>
                    <a:pt x="5729802" y="2948743"/>
                  </a:lnTo>
                  <a:lnTo>
                    <a:pt x="5658179" y="2928112"/>
                  </a:lnTo>
                  <a:lnTo>
                    <a:pt x="5586557" y="2906687"/>
                  </a:lnTo>
                  <a:lnTo>
                    <a:pt x="5514934" y="2884435"/>
                  </a:lnTo>
                  <a:lnTo>
                    <a:pt x="5443311" y="2861325"/>
                  </a:lnTo>
                  <a:lnTo>
                    <a:pt x="5371689" y="2837325"/>
                  </a:lnTo>
                  <a:lnTo>
                    <a:pt x="5300066" y="2812398"/>
                  </a:lnTo>
                  <a:lnTo>
                    <a:pt x="5228444" y="2786511"/>
                  </a:lnTo>
                  <a:lnTo>
                    <a:pt x="5156821" y="2759625"/>
                  </a:lnTo>
                  <a:lnTo>
                    <a:pt x="5085199" y="2731702"/>
                  </a:lnTo>
                  <a:lnTo>
                    <a:pt x="5013576" y="2702703"/>
                  </a:lnTo>
                  <a:lnTo>
                    <a:pt x="4941954" y="2672586"/>
                  </a:lnTo>
                  <a:lnTo>
                    <a:pt x="4870331" y="2656749"/>
                  </a:lnTo>
                  <a:lnTo>
                    <a:pt x="4798709" y="2662729"/>
                  </a:lnTo>
                  <a:lnTo>
                    <a:pt x="4727086" y="2668665"/>
                  </a:lnTo>
                  <a:lnTo>
                    <a:pt x="4655464" y="2674559"/>
                  </a:lnTo>
                  <a:lnTo>
                    <a:pt x="4583841" y="2680410"/>
                  </a:lnTo>
                  <a:lnTo>
                    <a:pt x="4512219" y="2686219"/>
                  </a:lnTo>
                  <a:lnTo>
                    <a:pt x="4440596" y="2691986"/>
                  </a:lnTo>
                  <a:lnTo>
                    <a:pt x="4368974" y="2697711"/>
                  </a:lnTo>
                  <a:lnTo>
                    <a:pt x="4297351" y="2703395"/>
                  </a:lnTo>
                  <a:lnTo>
                    <a:pt x="4225729" y="2709038"/>
                  </a:lnTo>
                  <a:lnTo>
                    <a:pt x="4154106" y="2714640"/>
                  </a:lnTo>
                  <a:lnTo>
                    <a:pt x="4082483" y="2720201"/>
                  </a:lnTo>
                  <a:lnTo>
                    <a:pt x="4010861" y="2725722"/>
                  </a:lnTo>
                  <a:lnTo>
                    <a:pt x="3939238" y="2731203"/>
                  </a:lnTo>
                  <a:lnTo>
                    <a:pt x="3867616" y="2736645"/>
                  </a:lnTo>
                  <a:lnTo>
                    <a:pt x="3795993" y="2742047"/>
                  </a:lnTo>
                  <a:lnTo>
                    <a:pt x="3724371" y="2747410"/>
                  </a:lnTo>
                  <a:lnTo>
                    <a:pt x="3652748" y="2752735"/>
                  </a:lnTo>
                  <a:lnTo>
                    <a:pt x="3581126" y="2758020"/>
                  </a:lnTo>
                  <a:lnTo>
                    <a:pt x="3509503" y="2763268"/>
                  </a:lnTo>
                  <a:lnTo>
                    <a:pt x="3437881" y="2768478"/>
                  </a:lnTo>
                  <a:lnTo>
                    <a:pt x="3366258" y="2773650"/>
                  </a:lnTo>
                  <a:lnTo>
                    <a:pt x="3294636" y="2778785"/>
                  </a:lnTo>
                  <a:lnTo>
                    <a:pt x="3223013" y="2783882"/>
                  </a:lnTo>
                  <a:lnTo>
                    <a:pt x="3151391" y="2788943"/>
                  </a:lnTo>
                  <a:lnTo>
                    <a:pt x="3079768" y="2793967"/>
                  </a:lnTo>
                  <a:lnTo>
                    <a:pt x="3008146" y="2798954"/>
                  </a:lnTo>
                  <a:lnTo>
                    <a:pt x="2936523" y="2803906"/>
                  </a:lnTo>
                  <a:lnTo>
                    <a:pt x="2864901" y="2808822"/>
                  </a:lnTo>
                  <a:lnTo>
                    <a:pt x="2793278" y="2813702"/>
                  </a:lnTo>
                  <a:lnTo>
                    <a:pt x="2721655" y="2818547"/>
                  </a:lnTo>
                  <a:lnTo>
                    <a:pt x="2650033" y="2823357"/>
                  </a:lnTo>
                  <a:lnTo>
                    <a:pt x="2578410" y="2828133"/>
                  </a:lnTo>
                  <a:lnTo>
                    <a:pt x="2506788" y="2832873"/>
                  </a:lnTo>
                  <a:lnTo>
                    <a:pt x="2435165" y="2837580"/>
                  </a:lnTo>
                  <a:lnTo>
                    <a:pt x="2363543" y="2842252"/>
                  </a:lnTo>
                  <a:lnTo>
                    <a:pt x="2291920" y="2846891"/>
                  </a:lnTo>
                  <a:lnTo>
                    <a:pt x="2220298" y="2851496"/>
                  </a:lnTo>
                  <a:lnTo>
                    <a:pt x="2148675" y="2856067"/>
                  </a:lnTo>
                  <a:lnTo>
                    <a:pt x="2077053" y="2860606"/>
                  </a:lnTo>
                  <a:lnTo>
                    <a:pt x="2005430" y="2865112"/>
                  </a:lnTo>
                  <a:lnTo>
                    <a:pt x="1933808" y="2869585"/>
                  </a:lnTo>
                  <a:lnTo>
                    <a:pt x="1862185" y="2874026"/>
                  </a:lnTo>
                  <a:lnTo>
                    <a:pt x="1790563" y="2878435"/>
                  </a:lnTo>
                  <a:lnTo>
                    <a:pt x="1718940" y="2882812"/>
                  </a:lnTo>
                  <a:lnTo>
                    <a:pt x="1647318" y="2887157"/>
                  </a:lnTo>
                  <a:lnTo>
                    <a:pt x="1575695" y="2891471"/>
                  </a:lnTo>
                  <a:lnTo>
                    <a:pt x="1504073" y="2895754"/>
                  </a:lnTo>
                  <a:lnTo>
                    <a:pt x="1432450" y="2900006"/>
                  </a:lnTo>
                  <a:lnTo>
                    <a:pt x="1360827" y="2904227"/>
                  </a:lnTo>
                  <a:lnTo>
                    <a:pt x="1289205" y="2908417"/>
                  </a:lnTo>
                  <a:lnTo>
                    <a:pt x="1217582" y="2912577"/>
                  </a:lnTo>
                  <a:lnTo>
                    <a:pt x="1145960" y="2916707"/>
                  </a:lnTo>
                  <a:lnTo>
                    <a:pt x="1074337" y="2920808"/>
                  </a:lnTo>
                  <a:lnTo>
                    <a:pt x="1002715" y="2924878"/>
                  </a:lnTo>
                  <a:lnTo>
                    <a:pt x="931092" y="2928919"/>
                  </a:lnTo>
                  <a:lnTo>
                    <a:pt x="859470" y="2932931"/>
                  </a:lnTo>
                  <a:lnTo>
                    <a:pt x="787847" y="2936914"/>
                  </a:lnTo>
                  <a:lnTo>
                    <a:pt x="716225" y="2940868"/>
                  </a:lnTo>
                  <a:lnTo>
                    <a:pt x="644602" y="2944794"/>
                  </a:lnTo>
                  <a:lnTo>
                    <a:pt x="572980" y="2948691"/>
                  </a:lnTo>
                  <a:lnTo>
                    <a:pt x="501357" y="2952560"/>
                  </a:lnTo>
                  <a:lnTo>
                    <a:pt x="429735" y="2956401"/>
                  </a:lnTo>
                  <a:lnTo>
                    <a:pt x="358112" y="2960214"/>
                  </a:lnTo>
                  <a:lnTo>
                    <a:pt x="286490" y="2963999"/>
                  </a:lnTo>
                  <a:lnTo>
                    <a:pt x="214867" y="2967758"/>
                  </a:lnTo>
                  <a:lnTo>
                    <a:pt x="143245" y="2971489"/>
                  </a:lnTo>
                  <a:lnTo>
                    <a:pt x="71622" y="2975193"/>
                  </a:lnTo>
                  <a:lnTo>
                    <a:pt x="0" y="297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5502" y="2073503"/>
              <a:ext cx="4907176" cy="2650725"/>
            </a:xfrm>
            <a:custGeom>
              <a:avLst/>
              <a:pathLst>
                <a:path w="4907176" h="2650725">
                  <a:moveTo>
                    <a:pt x="0" y="0"/>
                  </a:moveTo>
                  <a:lnTo>
                    <a:pt x="36845" y="67762"/>
                  </a:lnTo>
                  <a:lnTo>
                    <a:pt x="108467" y="194594"/>
                  </a:lnTo>
                  <a:lnTo>
                    <a:pt x="180090" y="316716"/>
                  </a:lnTo>
                  <a:lnTo>
                    <a:pt x="251712" y="434304"/>
                  </a:lnTo>
                  <a:lnTo>
                    <a:pt x="323335" y="547526"/>
                  </a:lnTo>
                  <a:lnTo>
                    <a:pt x="394957" y="656545"/>
                  </a:lnTo>
                  <a:lnTo>
                    <a:pt x="466580" y="761515"/>
                  </a:lnTo>
                  <a:lnTo>
                    <a:pt x="538202" y="862589"/>
                  </a:lnTo>
                  <a:lnTo>
                    <a:pt x="609825" y="959909"/>
                  </a:lnTo>
                  <a:lnTo>
                    <a:pt x="681447" y="1053616"/>
                  </a:lnTo>
                  <a:lnTo>
                    <a:pt x="753070" y="1143844"/>
                  </a:lnTo>
                  <a:lnTo>
                    <a:pt x="824692" y="1230722"/>
                  </a:lnTo>
                  <a:lnTo>
                    <a:pt x="896315" y="1314374"/>
                  </a:lnTo>
                  <a:lnTo>
                    <a:pt x="967938" y="1394920"/>
                  </a:lnTo>
                  <a:lnTo>
                    <a:pt x="1039560" y="1472476"/>
                  </a:lnTo>
                  <a:lnTo>
                    <a:pt x="1111183" y="1547152"/>
                  </a:lnTo>
                  <a:lnTo>
                    <a:pt x="1182805" y="1619056"/>
                  </a:lnTo>
                  <a:lnTo>
                    <a:pt x="1254428" y="1688289"/>
                  </a:lnTo>
                  <a:lnTo>
                    <a:pt x="1326050" y="1754953"/>
                  </a:lnTo>
                  <a:lnTo>
                    <a:pt x="1397673" y="1819141"/>
                  </a:lnTo>
                  <a:lnTo>
                    <a:pt x="1469295" y="1880946"/>
                  </a:lnTo>
                  <a:lnTo>
                    <a:pt x="1540918" y="1940456"/>
                  </a:lnTo>
                  <a:lnTo>
                    <a:pt x="1612540" y="1997756"/>
                  </a:lnTo>
                  <a:lnTo>
                    <a:pt x="1684163" y="2052929"/>
                  </a:lnTo>
                  <a:lnTo>
                    <a:pt x="1755785" y="2106054"/>
                  </a:lnTo>
                  <a:lnTo>
                    <a:pt x="1827408" y="2157206"/>
                  </a:lnTo>
                  <a:lnTo>
                    <a:pt x="1899030" y="2206459"/>
                  </a:lnTo>
                  <a:lnTo>
                    <a:pt x="1970653" y="2253883"/>
                  </a:lnTo>
                  <a:lnTo>
                    <a:pt x="2042275" y="2299546"/>
                  </a:lnTo>
                  <a:lnTo>
                    <a:pt x="2113898" y="2343514"/>
                  </a:lnTo>
                  <a:lnTo>
                    <a:pt x="2185520" y="2385850"/>
                  </a:lnTo>
                  <a:lnTo>
                    <a:pt x="2257143" y="2426613"/>
                  </a:lnTo>
                  <a:lnTo>
                    <a:pt x="2328766" y="2465864"/>
                  </a:lnTo>
                  <a:lnTo>
                    <a:pt x="2400388" y="2503656"/>
                  </a:lnTo>
                  <a:lnTo>
                    <a:pt x="2472011" y="2540046"/>
                  </a:lnTo>
                  <a:lnTo>
                    <a:pt x="2543633" y="2575084"/>
                  </a:lnTo>
                  <a:lnTo>
                    <a:pt x="2615256" y="2608822"/>
                  </a:lnTo>
                  <a:lnTo>
                    <a:pt x="2686878" y="2641307"/>
                  </a:lnTo>
                  <a:lnTo>
                    <a:pt x="2758501" y="2650725"/>
                  </a:lnTo>
                  <a:lnTo>
                    <a:pt x="2830123" y="2644658"/>
                  </a:lnTo>
                  <a:lnTo>
                    <a:pt x="2901746" y="2638546"/>
                  </a:lnTo>
                  <a:lnTo>
                    <a:pt x="2973368" y="2632390"/>
                  </a:lnTo>
                  <a:lnTo>
                    <a:pt x="3044991" y="2626189"/>
                  </a:lnTo>
                  <a:lnTo>
                    <a:pt x="3116613" y="2619943"/>
                  </a:lnTo>
                  <a:lnTo>
                    <a:pt x="3188236" y="2613652"/>
                  </a:lnTo>
                  <a:lnTo>
                    <a:pt x="3259858" y="2607314"/>
                  </a:lnTo>
                  <a:lnTo>
                    <a:pt x="3331481" y="2600931"/>
                  </a:lnTo>
                  <a:lnTo>
                    <a:pt x="3403103" y="2594501"/>
                  </a:lnTo>
                  <a:lnTo>
                    <a:pt x="3474726" y="2588024"/>
                  </a:lnTo>
                  <a:lnTo>
                    <a:pt x="3546348" y="2581500"/>
                  </a:lnTo>
                  <a:lnTo>
                    <a:pt x="3617971" y="2574928"/>
                  </a:lnTo>
                  <a:lnTo>
                    <a:pt x="3689594" y="2568309"/>
                  </a:lnTo>
                  <a:lnTo>
                    <a:pt x="3761216" y="2561641"/>
                  </a:lnTo>
                  <a:lnTo>
                    <a:pt x="3832839" y="2554925"/>
                  </a:lnTo>
                  <a:lnTo>
                    <a:pt x="3904461" y="2548160"/>
                  </a:lnTo>
                  <a:lnTo>
                    <a:pt x="3976084" y="2541345"/>
                  </a:lnTo>
                  <a:lnTo>
                    <a:pt x="4047706" y="2534481"/>
                  </a:lnTo>
                  <a:lnTo>
                    <a:pt x="4119329" y="2527567"/>
                  </a:lnTo>
                  <a:lnTo>
                    <a:pt x="4190951" y="2520603"/>
                  </a:lnTo>
                  <a:lnTo>
                    <a:pt x="4262574" y="2513588"/>
                  </a:lnTo>
                  <a:lnTo>
                    <a:pt x="4334196" y="2506521"/>
                  </a:lnTo>
                  <a:lnTo>
                    <a:pt x="4405819" y="2499404"/>
                  </a:lnTo>
                  <a:lnTo>
                    <a:pt x="4477441" y="2492234"/>
                  </a:lnTo>
                  <a:lnTo>
                    <a:pt x="4549064" y="2485012"/>
                  </a:lnTo>
                  <a:lnTo>
                    <a:pt x="4620686" y="2477738"/>
                  </a:lnTo>
                  <a:lnTo>
                    <a:pt x="4692309" y="2470411"/>
                  </a:lnTo>
                  <a:lnTo>
                    <a:pt x="4763931" y="2463030"/>
                  </a:lnTo>
                  <a:lnTo>
                    <a:pt x="4835554" y="2455595"/>
                  </a:lnTo>
                  <a:lnTo>
                    <a:pt x="4907176" y="2448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252"/>
              <a:ext cx="7090630" cy="566290"/>
            </a:xfrm>
            <a:custGeom>
              <a:avLst/>
              <a:pathLst>
                <a:path w="7090630" h="566290">
                  <a:moveTo>
                    <a:pt x="7090630" y="566290"/>
                  </a:moveTo>
                  <a:lnTo>
                    <a:pt x="7019007" y="556237"/>
                  </a:lnTo>
                  <a:lnTo>
                    <a:pt x="6947385" y="545797"/>
                  </a:lnTo>
                  <a:lnTo>
                    <a:pt x="6875762" y="534953"/>
                  </a:lnTo>
                  <a:lnTo>
                    <a:pt x="6804139" y="523692"/>
                  </a:lnTo>
                  <a:lnTo>
                    <a:pt x="6732517" y="511996"/>
                  </a:lnTo>
                  <a:lnTo>
                    <a:pt x="6660894" y="499850"/>
                  </a:lnTo>
                  <a:lnTo>
                    <a:pt x="6589272" y="487235"/>
                  </a:lnTo>
                  <a:lnTo>
                    <a:pt x="6517649" y="474133"/>
                  </a:lnTo>
                  <a:lnTo>
                    <a:pt x="6446027" y="460527"/>
                  </a:lnTo>
                  <a:lnTo>
                    <a:pt x="6374404" y="446395"/>
                  </a:lnTo>
                  <a:lnTo>
                    <a:pt x="6302782" y="431719"/>
                  </a:lnTo>
                  <a:lnTo>
                    <a:pt x="6231159" y="416477"/>
                  </a:lnTo>
                  <a:lnTo>
                    <a:pt x="6159537" y="400647"/>
                  </a:lnTo>
                  <a:lnTo>
                    <a:pt x="6087914" y="384207"/>
                  </a:lnTo>
                  <a:lnTo>
                    <a:pt x="6016292" y="367133"/>
                  </a:lnTo>
                  <a:lnTo>
                    <a:pt x="5944669" y="349400"/>
                  </a:lnTo>
                  <a:lnTo>
                    <a:pt x="5873047" y="330984"/>
                  </a:lnTo>
                  <a:lnTo>
                    <a:pt x="5801424" y="311857"/>
                  </a:lnTo>
                  <a:lnTo>
                    <a:pt x="5729802" y="291993"/>
                  </a:lnTo>
                  <a:lnTo>
                    <a:pt x="5658179" y="271363"/>
                  </a:lnTo>
                  <a:lnTo>
                    <a:pt x="5586557" y="249938"/>
                  </a:lnTo>
                  <a:lnTo>
                    <a:pt x="5514934" y="227686"/>
                  </a:lnTo>
                  <a:lnTo>
                    <a:pt x="5443311" y="204576"/>
                  </a:lnTo>
                  <a:lnTo>
                    <a:pt x="5371689" y="180575"/>
                  </a:lnTo>
                  <a:lnTo>
                    <a:pt x="5300066" y="155649"/>
                  </a:lnTo>
                  <a:lnTo>
                    <a:pt x="5228444" y="129761"/>
                  </a:lnTo>
                  <a:lnTo>
                    <a:pt x="5156821" y="102876"/>
                  </a:lnTo>
                  <a:lnTo>
                    <a:pt x="5085199" y="74953"/>
                  </a:lnTo>
                  <a:lnTo>
                    <a:pt x="5013576" y="45954"/>
                  </a:lnTo>
                  <a:lnTo>
                    <a:pt x="4941954" y="15836"/>
                  </a:lnTo>
                  <a:lnTo>
                    <a:pt x="4870331" y="0"/>
                  </a:lnTo>
                  <a:lnTo>
                    <a:pt x="4798709" y="5979"/>
                  </a:lnTo>
                  <a:lnTo>
                    <a:pt x="4727086" y="11916"/>
                  </a:lnTo>
                  <a:lnTo>
                    <a:pt x="4655464" y="17810"/>
                  </a:lnTo>
                  <a:lnTo>
                    <a:pt x="4583841" y="23661"/>
                  </a:lnTo>
                  <a:lnTo>
                    <a:pt x="4512219" y="29470"/>
                  </a:lnTo>
                  <a:lnTo>
                    <a:pt x="4440596" y="35237"/>
                  </a:lnTo>
                  <a:lnTo>
                    <a:pt x="4368974" y="40962"/>
                  </a:lnTo>
                  <a:lnTo>
                    <a:pt x="4297351" y="46646"/>
                  </a:lnTo>
                  <a:lnTo>
                    <a:pt x="4225729" y="52288"/>
                  </a:lnTo>
                  <a:lnTo>
                    <a:pt x="4154106" y="57890"/>
                  </a:lnTo>
                  <a:lnTo>
                    <a:pt x="4082483" y="63452"/>
                  </a:lnTo>
                  <a:lnTo>
                    <a:pt x="4010861" y="68973"/>
                  </a:lnTo>
                  <a:lnTo>
                    <a:pt x="3939238" y="74454"/>
                  </a:lnTo>
                  <a:lnTo>
                    <a:pt x="3867616" y="79895"/>
                  </a:lnTo>
                  <a:lnTo>
                    <a:pt x="3795993" y="85298"/>
                  </a:lnTo>
                  <a:lnTo>
                    <a:pt x="3724371" y="90661"/>
                  </a:lnTo>
                  <a:lnTo>
                    <a:pt x="3652748" y="95985"/>
                  </a:lnTo>
                  <a:lnTo>
                    <a:pt x="3581126" y="101271"/>
                  </a:lnTo>
                  <a:lnTo>
                    <a:pt x="3509503" y="106519"/>
                  </a:lnTo>
                  <a:lnTo>
                    <a:pt x="3437881" y="111729"/>
                  </a:lnTo>
                  <a:lnTo>
                    <a:pt x="3366258" y="116901"/>
                  </a:lnTo>
                  <a:lnTo>
                    <a:pt x="3294636" y="122035"/>
                  </a:lnTo>
                  <a:lnTo>
                    <a:pt x="3223013" y="127133"/>
                  </a:lnTo>
                  <a:lnTo>
                    <a:pt x="3151391" y="132193"/>
                  </a:lnTo>
                  <a:lnTo>
                    <a:pt x="3079768" y="137217"/>
                  </a:lnTo>
                  <a:lnTo>
                    <a:pt x="3008146" y="142205"/>
                  </a:lnTo>
                  <a:lnTo>
                    <a:pt x="2936523" y="147157"/>
                  </a:lnTo>
                  <a:lnTo>
                    <a:pt x="2864901" y="152073"/>
                  </a:lnTo>
                  <a:lnTo>
                    <a:pt x="2793278" y="156953"/>
                  </a:lnTo>
                  <a:lnTo>
                    <a:pt x="2721655" y="161798"/>
                  </a:lnTo>
                  <a:lnTo>
                    <a:pt x="2650033" y="166608"/>
                  </a:lnTo>
                  <a:lnTo>
                    <a:pt x="2578410" y="171383"/>
                  </a:lnTo>
                  <a:lnTo>
                    <a:pt x="2506788" y="176124"/>
                  </a:lnTo>
                  <a:lnTo>
                    <a:pt x="2435165" y="180830"/>
                  </a:lnTo>
                  <a:lnTo>
                    <a:pt x="2363543" y="185503"/>
                  </a:lnTo>
                  <a:lnTo>
                    <a:pt x="2291920" y="190141"/>
                  </a:lnTo>
                  <a:lnTo>
                    <a:pt x="2220298" y="194746"/>
                  </a:lnTo>
                  <a:lnTo>
                    <a:pt x="2148675" y="199318"/>
                  </a:lnTo>
                  <a:lnTo>
                    <a:pt x="2077053" y="203857"/>
                  </a:lnTo>
                  <a:lnTo>
                    <a:pt x="2005430" y="208363"/>
                  </a:lnTo>
                  <a:lnTo>
                    <a:pt x="1933808" y="212836"/>
                  </a:lnTo>
                  <a:lnTo>
                    <a:pt x="1862185" y="217277"/>
                  </a:lnTo>
                  <a:lnTo>
                    <a:pt x="1790563" y="221686"/>
                  </a:lnTo>
                  <a:lnTo>
                    <a:pt x="1718940" y="226063"/>
                  </a:lnTo>
                  <a:lnTo>
                    <a:pt x="1647318" y="230408"/>
                  </a:lnTo>
                  <a:lnTo>
                    <a:pt x="1575695" y="234722"/>
                  </a:lnTo>
                  <a:lnTo>
                    <a:pt x="1504073" y="239005"/>
                  </a:lnTo>
                  <a:lnTo>
                    <a:pt x="1432450" y="243256"/>
                  </a:lnTo>
                  <a:lnTo>
                    <a:pt x="1360827" y="247477"/>
                  </a:lnTo>
                  <a:lnTo>
                    <a:pt x="1289205" y="251668"/>
                  </a:lnTo>
                  <a:lnTo>
                    <a:pt x="1217582" y="255828"/>
                  </a:lnTo>
                  <a:lnTo>
                    <a:pt x="1145960" y="259958"/>
                  </a:lnTo>
                  <a:lnTo>
                    <a:pt x="1074337" y="264058"/>
                  </a:lnTo>
                  <a:lnTo>
                    <a:pt x="1002715" y="268129"/>
                  </a:lnTo>
                  <a:lnTo>
                    <a:pt x="931092" y="272170"/>
                  </a:lnTo>
                  <a:lnTo>
                    <a:pt x="859470" y="276182"/>
                  </a:lnTo>
                  <a:lnTo>
                    <a:pt x="787847" y="280165"/>
                  </a:lnTo>
                  <a:lnTo>
                    <a:pt x="716225" y="284119"/>
                  </a:lnTo>
                  <a:lnTo>
                    <a:pt x="644602" y="288044"/>
                  </a:lnTo>
                  <a:lnTo>
                    <a:pt x="572980" y="291941"/>
                  </a:lnTo>
                  <a:lnTo>
                    <a:pt x="501357" y="295810"/>
                  </a:lnTo>
                  <a:lnTo>
                    <a:pt x="429735" y="299651"/>
                  </a:lnTo>
                  <a:lnTo>
                    <a:pt x="358112" y="303465"/>
                  </a:lnTo>
                  <a:lnTo>
                    <a:pt x="286490" y="307250"/>
                  </a:lnTo>
                  <a:lnTo>
                    <a:pt x="214867" y="311008"/>
                  </a:lnTo>
                  <a:lnTo>
                    <a:pt x="143245" y="314739"/>
                  </a:lnTo>
                  <a:lnTo>
                    <a:pt x="71622" y="318444"/>
                  </a:lnTo>
                  <a:lnTo>
                    <a:pt x="0" y="32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96535"/>
              <a:ext cx="7090630" cy="1841101"/>
            </a:xfrm>
            <a:custGeom>
              <a:avLst/>
              <a:pathLst>
                <a:path w="7090630" h="1841101">
                  <a:moveTo>
                    <a:pt x="0" y="0"/>
                  </a:moveTo>
                  <a:lnTo>
                    <a:pt x="71622" y="35819"/>
                  </a:lnTo>
                  <a:lnTo>
                    <a:pt x="143245" y="71094"/>
                  </a:lnTo>
                  <a:lnTo>
                    <a:pt x="214867" y="105834"/>
                  </a:lnTo>
                  <a:lnTo>
                    <a:pt x="286490" y="140047"/>
                  </a:lnTo>
                  <a:lnTo>
                    <a:pt x="358112" y="173742"/>
                  </a:lnTo>
                  <a:lnTo>
                    <a:pt x="429735" y="206924"/>
                  </a:lnTo>
                  <a:lnTo>
                    <a:pt x="501357" y="239604"/>
                  </a:lnTo>
                  <a:lnTo>
                    <a:pt x="572980" y="271787"/>
                  </a:lnTo>
                  <a:lnTo>
                    <a:pt x="644602" y="303482"/>
                  </a:lnTo>
                  <a:lnTo>
                    <a:pt x="716225" y="334697"/>
                  </a:lnTo>
                  <a:lnTo>
                    <a:pt x="787847" y="365437"/>
                  </a:lnTo>
                  <a:lnTo>
                    <a:pt x="859470" y="395712"/>
                  </a:lnTo>
                  <a:lnTo>
                    <a:pt x="931092" y="425526"/>
                  </a:lnTo>
                  <a:lnTo>
                    <a:pt x="1002715" y="454889"/>
                  </a:lnTo>
                  <a:lnTo>
                    <a:pt x="1074337" y="483806"/>
                  </a:lnTo>
                  <a:lnTo>
                    <a:pt x="1145960" y="512284"/>
                  </a:lnTo>
                  <a:lnTo>
                    <a:pt x="1217582" y="540330"/>
                  </a:lnTo>
                  <a:lnTo>
                    <a:pt x="1289205" y="567951"/>
                  </a:lnTo>
                  <a:lnTo>
                    <a:pt x="1360827" y="595152"/>
                  </a:lnTo>
                  <a:lnTo>
                    <a:pt x="1432450" y="621941"/>
                  </a:lnTo>
                  <a:lnTo>
                    <a:pt x="1504073" y="648323"/>
                  </a:lnTo>
                  <a:lnTo>
                    <a:pt x="1575695" y="674306"/>
                  </a:lnTo>
                  <a:lnTo>
                    <a:pt x="1647318" y="699893"/>
                  </a:lnTo>
                  <a:lnTo>
                    <a:pt x="1718940" y="725093"/>
                  </a:lnTo>
                  <a:lnTo>
                    <a:pt x="1790563" y="749910"/>
                  </a:lnTo>
                  <a:lnTo>
                    <a:pt x="1862185" y="774351"/>
                  </a:lnTo>
                  <a:lnTo>
                    <a:pt x="1933808" y="798421"/>
                  </a:lnTo>
                  <a:lnTo>
                    <a:pt x="2005430" y="822125"/>
                  </a:lnTo>
                  <a:lnTo>
                    <a:pt x="2077053" y="845470"/>
                  </a:lnTo>
                  <a:lnTo>
                    <a:pt x="2148675" y="868461"/>
                  </a:lnTo>
                  <a:lnTo>
                    <a:pt x="2220298" y="891103"/>
                  </a:lnTo>
                  <a:lnTo>
                    <a:pt x="2291920" y="913401"/>
                  </a:lnTo>
                  <a:lnTo>
                    <a:pt x="2363543" y="935361"/>
                  </a:lnTo>
                  <a:lnTo>
                    <a:pt x="2435165" y="956988"/>
                  </a:lnTo>
                  <a:lnTo>
                    <a:pt x="2506788" y="978286"/>
                  </a:lnTo>
                  <a:lnTo>
                    <a:pt x="2578410" y="999262"/>
                  </a:lnTo>
                  <a:lnTo>
                    <a:pt x="2650033" y="1019919"/>
                  </a:lnTo>
                  <a:lnTo>
                    <a:pt x="2721655" y="1040263"/>
                  </a:lnTo>
                  <a:lnTo>
                    <a:pt x="2793278" y="1060298"/>
                  </a:lnTo>
                  <a:lnTo>
                    <a:pt x="2864901" y="1080029"/>
                  </a:lnTo>
                  <a:lnTo>
                    <a:pt x="2936523" y="1099461"/>
                  </a:lnTo>
                  <a:lnTo>
                    <a:pt x="3008146" y="1118598"/>
                  </a:lnTo>
                  <a:lnTo>
                    <a:pt x="3079768" y="1137445"/>
                  </a:lnTo>
                  <a:lnTo>
                    <a:pt x="3151391" y="1156005"/>
                  </a:lnTo>
                  <a:lnTo>
                    <a:pt x="3223013" y="1174284"/>
                  </a:lnTo>
                  <a:lnTo>
                    <a:pt x="3294636" y="1192286"/>
                  </a:lnTo>
                  <a:lnTo>
                    <a:pt x="3366258" y="1210014"/>
                  </a:lnTo>
                  <a:lnTo>
                    <a:pt x="3437881" y="1227474"/>
                  </a:lnTo>
                  <a:lnTo>
                    <a:pt x="3509503" y="1244668"/>
                  </a:lnTo>
                  <a:lnTo>
                    <a:pt x="3581126" y="1261602"/>
                  </a:lnTo>
                  <a:lnTo>
                    <a:pt x="3652748" y="1278279"/>
                  </a:lnTo>
                  <a:lnTo>
                    <a:pt x="3724371" y="1294703"/>
                  </a:lnTo>
                  <a:lnTo>
                    <a:pt x="3795993" y="1310877"/>
                  </a:lnTo>
                  <a:lnTo>
                    <a:pt x="3867616" y="1326806"/>
                  </a:lnTo>
                  <a:lnTo>
                    <a:pt x="3939238" y="1342494"/>
                  </a:lnTo>
                  <a:lnTo>
                    <a:pt x="4010861" y="1357943"/>
                  </a:lnTo>
                  <a:lnTo>
                    <a:pt x="4082483" y="1373158"/>
                  </a:lnTo>
                  <a:lnTo>
                    <a:pt x="4154106" y="1388142"/>
                  </a:lnTo>
                  <a:lnTo>
                    <a:pt x="4225729" y="1402899"/>
                  </a:lnTo>
                  <a:lnTo>
                    <a:pt x="4297351" y="1417432"/>
                  </a:lnTo>
                  <a:lnTo>
                    <a:pt x="4368974" y="1431744"/>
                  </a:lnTo>
                  <a:lnTo>
                    <a:pt x="4440596" y="1445840"/>
                  </a:lnTo>
                  <a:lnTo>
                    <a:pt x="4512219" y="1459721"/>
                  </a:lnTo>
                  <a:lnTo>
                    <a:pt x="4583841" y="1473392"/>
                  </a:lnTo>
                  <a:lnTo>
                    <a:pt x="4655464" y="1486855"/>
                  </a:lnTo>
                  <a:lnTo>
                    <a:pt x="4727086" y="1500114"/>
                  </a:lnTo>
                  <a:lnTo>
                    <a:pt x="4798709" y="1513172"/>
                  </a:lnTo>
                  <a:lnTo>
                    <a:pt x="4870331" y="1526032"/>
                  </a:lnTo>
                  <a:lnTo>
                    <a:pt x="4941954" y="1538696"/>
                  </a:lnTo>
                  <a:lnTo>
                    <a:pt x="5013576" y="1551169"/>
                  </a:lnTo>
                  <a:lnTo>
                    <a:pt x="5085199" y="1563452"/>
                  </a:lnTo>
                  <a:lnTo>
                    <a:pt x="5156821" y="1575549"/>
                  </a:lnTo>
                  <a:lnTo>
                    <a:pt x="5228444" y="1587462"/>
                  </a:lnTo>
                  <a:lnTo>
                    <a:pt x="5300066" y="1599194"/>
                  </a:lnTo>
                  <a:lnTo>
                    <a:pt x="5371689" y="1610749"/>
                  </a:lnTo>
                  <a:lnTo>
                    <a:pt x="5443311" y="1622128"/>
                  </a:lnTo>
                  <a:lnTo>
                    <a:pt x="5514934" y="1633335"/>
                  </a:lnTo>
                  <a:lnTo>
                    <a:pt x="5586557" y="1644371"/>
                  </a:lnTo>
                  <a:lnTo>
                    <a:pt x="5658179" y="1655240"/>
                  </a:lnTo>
                  <a:lnTo>
                    <a:pt x="5729802" y="1665944"/>
                  </a:lnTo>
                  <a:lnTo>
                    <a:pt x="5801424" y="1676486"/>
                  </a:lnTo>
                  <a:lnTo>
                    <a:pt x="5873047" y="1686868"/>
                  </a:lnTo>
                  <a:lnTo>
                    <a:pt x="5944669" y="1697092"/>
                  </a:lnTo>
                  <a:lnTo>
                    <a:pt x="6016292" y="1707161"/>
                  </a:lnTo>
                  <a:lnTo>
                    <a:pt x="6087914" y="1717077"/>
                  </a:lnTo>
                  <a:lnTo>
                    <a:pt x="6159537" y="1726843"/>
                  </a:lnTo>
                  <a:lnTo>
                    <a:pt x="6231159" y="1736461"/>
                  </a:lnTo>
                  <a:lnTo>
                    <a:pt x="6302782" y="1745933"/>
                  </a:lnTo>
                  <a:lnTo>
                    <a:pt x="6374404" y="1755261"/>
                  </a:lnTo>
                  <a:lnTo>
                    <a:pt x="6446027" y="1764447"/>
                  </a:lnTo>
                  <a:lnTo>
                    <a:pt x="6517649" y="1773494"/>
                  </a:lnTo>
                  <a:lnTo>
                    <a:pt x="6589272" y="1782404"/>
                  </a:lnTo>
                  <a:lnTo>
                    <a:pt x="6660894" y="1791179"/>
                  </a:lnTo>
                  <a:lnTo>
                    <a:pt x="6732517" y="1799820"/>
                  </a:lnTo>
                  <a:lnTo>
                    <a:pt x="6804139" y="1808331"/>
                  </a:lnTo>
                  <a:lnTo>
                    <a:pt x="6875762" y="1816712"/>
                  </a:lnTo>
                  <a:lnTo>
                    <a:pt x="6947385" y="1824966"/>
                  </a:lnTo>
                  <a:lnTo>
                    <a:pt x="7019007" y="1833095"/>
                  </a:lnTo>
                  <a:lnTo>
                    <a:pt x="7090630" y="18411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2026-05-22T10:22:44Z</dcterms:modified>
  <cp:category/>
</cp:coreProperties>
</file>