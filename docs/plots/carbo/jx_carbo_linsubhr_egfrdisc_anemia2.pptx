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240563"/>
            </a:xfrm>
            <a:custGeom>
              <a:avLst/>
              <a:pathLst>
                <a:path w="7090630" h="3240563">
                  <a:moveTo>
                    <a:pt x="2337504" y="0"/>
                  </a:moveTo>
                  <a:lnTo>
                    <a:pt x="2363543" y="51074"/>
                  </a:lnTo>
                  <a:lnTo>
                    <a:pt x="2435165" y="186034"/>
                  </a:lnTo>
                  <a:lnTo>
                    <a:pt x="2506788" y="315689"/>
                  </a:lnTo>
                  <a:lnTo>
                    <a:pt x="2578410" y="440246"/>
                  </a:lnTo>
                  <a:lnTo>
                    <a:pt x="2650033" y="559906"/>
                  </a:lnTo>
                  <a:lnTo>
                    <a:pt x="2721655" y="674861"/>
                  </a:lnTo>
                  <a:lnTo>
                    <a:pt x="2793278" y="785296"/>
                  </a:lnTo>
                  <a:lnTo>
                    <a:pt x="2864901" y="891390"/>
                  </a:lnTo>
                  <a:lnTo>
                    <a:pt x="2936523" y="993312"/>
                  </a:lnTo>
                  <a:lnTo>
                    <a:pt x="3008146" y="1091227"/>
                  </a:lnTo>
                  <a:lnTo>
                    <a:pt x="3079768" y="1185293"/>
                  </a:lnTo>
                  <a:lnTo>
                    <a:pt x="3151391" y="1275660"/>
                  </a:lnTo>
                  <a:lnTo>
                    <a:pt x="3223013" y="1362474"/>
                  </a:lnTo>
                  <a:lnTo>
                    <a:pt x="3294636" y="1445875"/>
                  </a:lnTo>
                  <a:lnTo>
                    <a:pt x="3366258" y="1525997"/>
                  </a:lnTo>
                  <a:lnTo>
                    <a:pt x="3437881" y="1602969"/>
                  </a:lnTo>
                  <a:lnTo>
                    <a:pt x="3509503" y="1676915"/>
                  </a:lnTo>
                  <a:lnTo>
                    <a:pt x="3581126" y="1747953"/>
                  </a:lnTo>
                  <a:lnTo>
                    <a:pt x="3652748" y="1816198"/>
                  </a:lnTo>
                  <a:lnTo>
                    <a:pt x="3724371" y="1881760"/>
                  </a:lnTo>
                  <a:lnTo>
                    <a:pt x="3795993" y="1944745"/>
                  </a:lnTo>
                  <a:lnTo>
                    <a:pt x="3867616" y="2005253"/>
                  </a:lnTo>
                  <a:lnTo>
                    <a:pt x="3939238" y="2063382"/>
                  </a:lnTo>
                  <a:lnTo>
                    <a:pt x="4010861" y="2119226"/>
                  </a:lnTo>
                  <a:lnTo>
                    <a:pt x="4082483" y="2172874"/>
                  </a:lnTo>
                  <a:lnTo>
                    <a:pt x="4154106" y="2224413"/>
                  </a:lnTo>
                  <a:lnTo>
                    <a:pt x="4225729" y="2273926"/>
                  </a:lnTo>
                  <a:lnTo>
                    <a:pt x="4297351" y="2321492"/>
                  </a:lnTo>
                  <a:lnTo>
                    <a:pt x="4368974" y="2367187"/>
                  </a:lnTo>
                  <a:lnTo>
                    <a:pt x="4440596" y="2411087"/>
                  </a:lnTo>
                  <a:lnTo>
                    <a:pt x="4512219" y="2453260"/>
                  </a:lnTo>
                  <a:lnTo>
                    <a:pt x="4583841" y="2493775"/>
                  </a:lnTo>
                  <a:lnTo>
                    <a:pt x="4655464" y="2532697"/>
                  </a:lnTo>
                  <a:lnTo>
                    <a:pt x="4727086" y="2570089"/>
                  </a:lnTo>
                  <a:lnTo>
                    <a:pt x="4798709" y="2606011"/>
                  </a:lnTo>
                  <a:lnTo>
                    <a:pt x="4870331" y="2640520"/>
                  </a:lnTo>
                  <a:lnTo>
                    <a:pt x="4941954" y="2654372"/>
                  </a:lnTo>
                  <a:lnTo>
                    <a:pt x="5013576" y="2654524"/>
                  </a:lnTo>
                  <a:lnTo>
                    <a:pt x="5085199" y="2654675"/>
                  </a:lnTo>
                  <a:lnTo>
                    <a:pt x="5156821" y="2654826"/>
                  </a:lnTo>
                  <a:lnTo>
                    <a:pt x="5228444" y="2654978"/>
                  </a:lnTo>
                  <a:lnTo>
                    <a:pt x="5300066" y="2655129"/>
                  </a:lnTo>
                  <a:lnTo>
                    <a:pt x="5371689" y="2655280"/>
                  </a:lnTo>
                  <a:lnTo>
                    <a:pt x="5443311" y="2655432"/>
                  </a:lnTo>
                  <a:lnTo>
                    <a:pt x="5514934" y="2655583"/>
                  </a:lnTo>
                  <a:lnTo>
                    <a:pt x="5586557" y="2655734"/>
                  </a:lnTo>
                  <a:lnTo>
                    <a:pt x="5658179" y="2655885"/>
                  </a:lnTo>
                  <a:lnTo>
                    <a:pt x="5729802" y="2656037"/>
                  </a:lnTo>
                  <a:lnTo>
                    <a:pt x="5801424" y="2656188"/>
                  </a:lnTo>
                  <a:lnTo>
                    <a:pt x="5873047" y="2656339"/>
                  </a:lnTo>
                  <a:lnTo>
                    <a:pt x="5944669" y="2656490"/>
                  </a:lnTo>
                  <a:lnTo>
                    <a:pt x="6016292" y="2656641"/>
                  </a:lnTo>
                  <a:lnTo>
                    <a:pt x="6087914" y="2656792"/>
                  </a:lnTo>
                  <a:lnTo>
                    <a:pt x="6159537" y="2656943"/>
                  </a:lnTo>
                  <a:lnTo>
                    <a:pt x="6231159" y="2657094"/>
                  </a:lnTo>
                  <a:lnTo>
                    <a:pt x="6302782" y="2657245"/>
                  </a:lnTo>
                  <a:lnTo>
                    <a:pt x="6374404" y="2657396"/>
                  </a:lnTo>
                  <a:lnTo>
                    <a:pt x="6446027" y="2657547"/>
                  </a:lnTo>
                  <a:lnTo>
                    <a:pt x="6517649" y="2657698"/>
                  </a:lnTo>
                  <a:lnTo>
                    <a:pt x="6589272" y="2657848"/>
                  </a:lnTo>
                  <a:lnTo>
                    <a:pt x="6660894" y="2657999"/>
                  </a:lnTo>
                  <a:lnTo>
                    <a:pt x="6732517" y="2658150"/>
                  </a:lnTo>
                  <a:lnTo>
                    <a:pt x="6804139" y="2658301"/>
                  </a:lnTo>
                  <a:lnTo>
                    <a:pt x="6875762" y="2658451"/>
                  </a:lnTo>
                  <a:lnTo>
                    <a:pt x="6947385" y="2658602"/>
                  </a:lnTo>
                  <a:lnTo>
                    <a:pt x="7019007" y="2658753"/>
                  </a:lnTo>
                  <a:lnTo>
                    <a:pt x="7090630" y="2658903"/>
                  </a:lnTo>
                  <a:lnTo>
                    <a:pt x="7090630" y="3240563"/>
                  </a:lnTo>
                  <a:lnTo>
                    <a:pt x="7019007" y="3230610"/>
                  </a:lnTo>
                  <a:lnTo>
                    <a:pt x="6947385" y="3220251"/>
                  </a:lnTo>
                  <a:lnTo>
                    <a:pt x="6875762" y="3209467"/>
                  </a:lnTo>
                  <a:lnTo>
                    <a:pt x="6804139" y="3198242"/>
                  </a:lnTo>
                  <a:lnTo>
                    <a:pt x="6732517" y="3186557"/>
                  </a:lnTo>
                  <a:lnTo>
                    <a:pt x="6660894" y="3174395"/>
                  </a:lnTo>
                  <a:lnTo>
                    <a:pt x="6589272" y="3161734"/>
                  </a:lnTo>
                  <a:lnTo>
                    <a:pt x="6517649" y="3148556"/>
                  </a:lnTo>
                  <a:lnTo>
                    <a:pt x="6446027" y="3134838"/>
                  </a:lnTo>
                  <a:lnTo>
                    <a:pt x="6374404" y="3120559"/>
                  </a:lnTo>
                  <a:lnTo>
                    <a:pt x="6302782" y="3105695"/>
                  </a:lnTo>
                  <a:lnTo>
                    <a:pt x="6231159" y="3090223"/>
                  </a:lnTo>
                  <a:lnTo>
                    <a:pt x="6159537" y="3074118"/>
                  </a:lnTo>
                  <a:lnTo>
                    <a:pt x="6087914" y="3057354"/>
                  </a:lnTo>
                  <a:lnTo>
                    <a:pt x="6016292" y="3039903"/>
                  </a:lnTo>
                  <a:lnTo>
                    <a:pt x="5944669" y="3021739"/>
                  </a:lnTo>
                  <a:lnTo>
                    <a:pt x="5873047" y="3002831"/>
                  </a:lnTo>
                  <a:lnTo>
                    <a:pt x="5801424" y="2983149"/>
                  </a:lnTo>
                  <a:lnTo>
                    <a:pt x="5729802" y="2962662"/>
                  </a:lnTo>
                  <a:lnTo>
                    <a:pt x="5658179" y="2941336"/>
                  </a:lnTo>
                  <a:lnTo>
                    <a:pt x="5586557" y="2919138"/>
                  </a:lnTo>
                  <a:lnTo>
                    <a:pt x="5514934" y="2896031"/>
                  </a:lnTo>
                  <a:lnTo>
                    <a:pt x="5443311" y="2871979"/>
                  </a:lnTo>
                  <a:lnTo>
                    <a:pt x="5371689" y="2846942"/>
                  </a:lnTo>
                  <a:lnTo>
                    <a:pt x="5300066" y="2820880"/>
                  </a:lnTo>
                  <a:lnTo>
                    <a:pt x="5228444" y="2793752"/>
                  </a:lnTo>
                  <a:lnTo>
                    <a:pt x="5156821" y="2765513"/>
                  </a:lnTo>
                  <a:lnTo>
                    <a:pt x="5085199" y="2736119"/>
                  </a:lnTo>
                  <a:lnTo>
                    <a:pt x="5013576" y="2705522"/>
                  </a:lnTo>
                  <a:lnTo>
                    <a:pt x="4941954" y="2673673"/>
                  </a:lnTo>
                  <a:lnTo>
                    <a:pt x="4870331" y="2654221"/>
                  </a:lnTo>
                  <a:lnTo>
                    <a:pt x="4798709" y="2654069"/>
                  </a:lnTo>
                  <a:lnTo>
                    <a:pt x="4727086" y="2653918"/>
                  </a:lnTo>
                  <a:lnTo>
                    <a:pt x="4655464" y="2653766"/>
                  </a:lnTo>
                  <a:lnTo>
                    <a:pt x="4583841" y="2653615"/>
                  </a:lnTo>
                  <a:lnTo>
                    <a:pt x="4512219" y="2653463"/>
                  </a:lnTo>
                  <a:lnTo>
                    <a:pt x="4440596" y="2653311"/>
                  </a:lnTo>
                  <a:lnTo>
                    <a:pt x="4368974" y="2653160"/>
                  </a:lnTo>
                  <a:lnTo>
                    <a:pt x="4297351" y="2653008"/>
                  </a:lnTo>
                  <a:lnTo>
                    <a:pt x="4225729" y="2652856"/>
                  </a:lnTo>
                  <a:lnTo>
                    <a:pt x="4154106" y="2652704"/>
                  </a:lnTo>
                  <a:lnTo>
                    <a:pt x="4082483" y="2652553"/>
                  </a:lnTo>
                  <a:lnTo>
                    <a:pt x="4010861" y="2652401"/>
                  </a:lnTo>
                  <a:lnTo>
                    <a:pt x="3939238" y="2652249"/>
                  </a:lnTo>
                  <a:lnTo>
                    <a:pt x="3867616" y="2652097"/>
                  </a:lnTo>
                  <a:lnTo>
                    <a:pt x="3795993" y="2651945"/>
                  </a:lnTo>
                  <a:lnTo>
                    <a:pt x="3724371" y="2651793"/>
                  </a:lnTo>
                  <a:lnTo>
                    <a:pt x="3652748" y="2651642"/>
                  </a:lnTo>
                  <a:lnTo>
                    <a:pt x="3581126" y="2651490"/>
                  </a:lnTo>
                  <a:lnTo>
                    <a:pt x="3509503" y="2651338"/>
                  </a:lnTo>
                  <a:lnTo>
                    <a:pt x="3437881" y="2651186"/>
                  </a:lnTo>
                  <a:lnTo>
                    <a:pt x="3366258" y="2651033"/>
                  </a:lnTo>
                  <a:lnTo>
                    <a:pt x="3294636" y="2650881"/>
                  </a:lnTo>
                  <a:lnTo>
                    <a:pt x="3223013" y="2650729"/>
                  </a:lnTo>
                  <a:lnTo>
                    <a:pt x="3151391" y="2650577"/>
                  </a:lnTo>
                  <a:lnTo>
                    <a:pt x="3079768" y="2650425"/>
                  </a:lnTo>
                  <a:lnTo>
                    <a:pt x="3008146" y="2650273"/>
                  </a:lnTo>
                  <a:lnTo>
                    <a:pt x="2936523" y="2650121"/>
                  </a:lnTo>
                  <a:lnTo>
                    <a:pt x="2864901" y="2649968"/>
                  </a:lnTo>
                  <a:lnTo>
                    <a:pt x="2793278" y="2649816"/>
                  </a:lnTo>
                  <a:lnTo>
                    <a:pt x="2721655" y="2649664"/>
                  </a:lnTo>
                  <a:lnTo>
                    <a:pt x="2650033" y="2649511"/>
                  </a:lnTo>
                  <a:lnTo>
                    <a:pt x="2578410" y="2649359"/>
                  </a:lnTo>
                  <a:lnTo>
                    <a:pt x="2506788" y="2649207"/>
                  </a:lnTo>
                  <a:lnTo>
                    <a:pt x="2435165" y="2649054"/>
                  </a:lnTo>
                  <a:lnTo>
                    <a:pt x="2363543" y="2648902"/>
                  </a:lnTo>
                  <a:lnTo>
                    <a:pt x="2291920" y="2648749"/>
                  </a:lnTo>
                  <a:lnTo>
                    <a:pt x="2220298" y="2648597"/>
                  </a:lnTo>
                  <a:lnTo>
                    <a:pt x="2148675" y="2648444"/>
                  </a:lnTo>
                  <a:lnTo>
                    <a:pt x="2077053" y="2648292"/>
                  </a:lnTo>
                  <a:lnTo>
                    <a:pt x="2005430" y="2648139"/>
                  </a:lnTo>
                  <a:lnTo>
                    <a:pt x="1933808" y="2647987"/>
                  </a:lnTo>
                  <a:lnTo>
                    <a:pt x="1862185" y="2647834"/>
                  </a:lnTo>
                  <a:lnTo>
                    <a:pt x="1790563" y="2647681"/>
                  </a:lnTo>
                  <a:lnTo>
                    <a:pt x="1718940" y="2647529"/>
                  </a:lnTo>
                  <a:lnTo>
                    <a:pt x="1647318" y="2647376"/>
                  </a:lnTo>
                  <a:lnTo>
                    <a:pt x="1575695" y="2647223"/>
                  </a:lnTo>
                  <a:lnTo>
                    <a:pt x="1504073" y="2647070"/>
                  </a:lnTo>
                  <a:lnTo>
                    <a:pt x="1432450" y="2646918"/>
                  </a:lnTo>
                  <a:lnTo>
                    <a:pt x="1360827" y="2646765"/>
                  </a:lnTo>
                  <a:lnTo>
                    <a:pt x="1289205" y="2646612"/>
                  </a:lnTo>
                  <a:lnTo>
                    <a:pt x="1217582" y="2646459"/>
                  </a:lnTo>
                  <a:lnTo>
                    <a:pt x="1145960" y="2646306"/>
                  </a:lnTo>
                  <a:lnTo>
                    <a:pt x="1074337" y="2646153"/>
                  </a:lnTo>
                  <a:lnTo>
                    <a:pt x="1002715" y="2646000"/>
                  </a:lnTo>
                  <a:lnTo>
                    <a:pt x="931092" y="2645847"/>
                  </a:lnTo>
                  <a:lnTo>
                    <a:pt x="859470" y="2645694"/>
                  </a:lnTo>
                  <a:lnTo>
                    <a:pt x="787847" y="2645541"/>
                  </a:lnTo>
                  <a:lnTo>
                    <a:pt x="716225" y="2645388"/>
                  </a:lnTo>
                  <a:lnTo>
                    <a:pt x="644602" y="2645235"/>
                  </a:lnTo>
                  <a:lnTo>
                    <a:pt x="572980" y="2645082"/>
                  </a:lnTo>
                  <a:lnTo>
                    <a:pt x="501357" y="2644929"/>
                  </a:lnTo>
                  <a:lnTo>
                    <a:pt x="429735" y="2644775"/>
                  </a:lnTo>
                  <a:lnTo>
                    <a:pt x="358112" y="2644622"/>
                  </a:lnTo>
                  <a:lnTo>
                    <a:pt x="286490" y="2644469"/>
                  </a:lnTo>
                  <a:lnTo>
                    <a:pt x="214867" y="2644316"/>
                  </a:lnTo>
                  <a:lnTo>
                    <a:pt x="143245" y="2644162"/>
                  </a:lnTo>
                  <a:lnTo>
                    <a:pt x="71622" y="2644009"/>
                  </a:lnTo>
                  <a:lnTo>
                    <a:pt x="0" y="264385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509553" y="2073503"/>
              <a:ext cx="4753125" cy="2658903"/>
            </a:xfrm>
            <a:custGeom>
              <a:avLst/>
              <a:pathLst>
                <a:path w="4753125" h="2658903">
                  <a:moveTo>
                    <a:pt x="0" y="0"/>
                  </a:moveTo>
                  <a:lnTo>
                    <a:pt x="26038" y="51074"/>
                  </a:lnTo>
                  <a:lnTo>
                    <a:pt x="97661" y="186034"/>
                  </a:lnTo>
                  <a:lnTo>
                    <a:pt x="169283" y="315689"/>
                  </a:lnTo>
                  <a:lnTo>
                    <a:pt x="240906" y="440246"/>
                  </a:lnTo>
                  <a:lnTo>
                    <a:pt x="312529" y="559906"/>
                  </a:lnTo>
                  <a:lnTo>
                    <a:pt x="384151" y="674861"/>
                  </a:lnTo>
                  <a:lnTo>
                    <a:pt x="455774" y="785296"/>
                  </a:lnTo>
                  <a:lnTo>
                    <a:pt x="527396" y="891390"/>
                  </a:lnTo>
                  <a:lnTo>
                    <a:pt x="599019" y="993312"/>
                  </a:lnTo>
                  <a:lnTo>
                    <a:pt x="670641" y="1091227"/>
                  </a:lnTo>
                  <a:lnTo>
                    <a:pt x="742264" y="1185293"/>
                  </a:lnTo>
                  <a:lnTo>
                    <a:pt x="813886" y="1275660"/>
                  </a:lnTo>
                  <a:lnTo>
                    <a:pt x="885509" y="1362474"/>
                  </a:lnTo>
                  <a:lnTo>
                    <a:pt x="957131" y="1445875"/>
                  </a:lnTo>
                  <a:lnTo>
                    <a:pt x="1028754" y="1525997"/>
                  </a:lnTo>
                  <a:lnTo>
                    <a:pt x="1100376" y="1602969"/>
                  </a:lnTo>
                  <a:lnTo>
                    <a:pt x="1171999" y="1676915"/>
                  </a:lnTo>
                  <a:lnTo>
                    <a:pt x="1243621" y="1747953"/>
                  </a:lnTo>
                  <a:lnTo>
                    <a:pt x="1315244" y="1816198"/>
                  </a:lnTo>
                  <a:lnTo>
                    <a:pt x="1386866" y="1881760"/>
                  </a:lnTo>
                  <a:lnTo>
                    <a:pt x="1458489" y="1944745"/>
                  </a:lnTo>
                  <a:lnTo>
                    <a:pt x="1530111" y="2005253"/>
                  </a:lnTo>
                  <a:lnTo>
                    <a:pt x="1601734" y="2063382"/>
                  </a:lnTo>
                  <a:lnTo>
                    <a:pt x="1673357" y="2119226"/>
                  </a:lnTo>
                  <a:lnTo>
                    <a:pt x="1744979" y="2172874"/>
                  </a:lnTo>
                  <a:lnTo>
                    <a:pt x="1816602" y="2224413"/>
                  </a:lnTo>
                  <a:lnTo>
                    <a:pt x="1888224" y="2273926"/>
                  </a:lnTo>
                  <a:lnTo>
                    <a:pt x="1959847" y="2321492"/>
                  </a:lnTo>
                  <a:lnTo>
                    <a:pt x="2031469" y="2367187"/>
                  </a:lnTo>
                  <a:lnTo>
                    <a:pt x="2103092" y="2411087"/>
                  </a:lnTo>
                  <a:lnTo>
                    <a:pt x="2174714" y="2453260"/>
                  </a:lnTo>
                  <a:lnTo>
                    <a:pt x="2246337" y="2493775"/>
                  </a:lnTo>
                  <a:lnTo>
                    <a:pt x="2317959" y="2532697"/>
                  </a:lnTo>
                  <a:lnTo>
                    <a:pt x="2389582" y="2570089"/>
                  </a:lnTo>
                  <a:lnTo>
                    <a:pt x="2461204" y="2606011"/>
                  </a:lnTo>
                  <a:lnTo>
                    <a:pt x="2532827" y="2640520"/>
                  </a:lnTo>
                  <a:lnTo>
                    <a:pt x="2604449" y="2654372"/>
                  </a:lnTo>
                  <a:lnTo>
                    <a:pt x="2676072" y="2654524"/>
                  </a:lnTo>
                  <a:lnTo>
                    <a:pt x="2747694" y="2654675"/>
                  </a:lnTo>
                  <a:lnTo>
                    <a:pt x="2819317" y="2654826"/>
                  </a:lnTo>
                  <a:lnTo>
                    <a:pt x="2890939" y="2654978"/>
                  </a:lnTo>
                  <a:lnTo>
                    <a:pt x="2962562" y="2655129"/>
                  </a:lnTo>
                  <a:lnTo>
                    <a:pt x="3034185" y="2655280"/>
                  </a:lnTo>
                  <a:lnTo>
                    <a:pt x="3105807" y="2655432"/>
                  </a:lnTo>
                  <a:lnTo>
                    <a:pt x="3177430" y="2655583"/>
                  </a:lnTo>
                  <a:lnTo>
                    <a:pt x="3249052" y="2655734"/>
                  </a:lnTo>
                  <a:lnTo>
                    <a:pt x="3320675" y="2655885"/>
                  </a:lnTo>
                  <a:lnTo>
                    <a:pt x="3392297" y="2656037"/>
                  </a:lnTo>
                  <a:lnTo>
                    <a:pt x="3463920" y="2656188"/>
                  </a:lnTo>
                  <a:lnTo>
                    <a:pt x="3535542" y="2656339"/>
                  </a:lnTo>
                  <a:lnTo>
                    <a:pt x="3607165" y="2656490"/>
                  </a:lnTo>
                  <a:lnTo>
                    <a:pt x="3678787" y="2656641"/>
                  </a:lnTo>
                  <a:lnTo>
                    <a:pt x="3750410" y="2656792"/>
                  </a:lnTo>
                  <a:lnTo>
                    <a:pt x="3822032" y="2656943"/>
                  </a:lnTo>
                  <a:lnTo>
                    <a:pt x="3893655" y="2657094"/>
                  </a:lnTo>
                  <a:lnTo>
                    <a:pt x="3965277" y="2657245"/>
                  </a:lnTo>
                  <a:lnTo>
                    <a:pt x="4036900" y="2657396"/>
                  </a:lnTo>
                  <a:lnTo>
                    <a:pt x="4108522" y="2657547"/>
                  </a:lnTo>
                  <a:lnTo>
                    <a:pt x="4180145" y="2657698"/>
                  </a:lnTo>
                  <a:lnTo>
                    <a:pt x="4251767" y="2657848"/>
                  </a:lnTo>
                  <a:lnTo>
                    <a:pt x="4323390" y="2657999"/>
                  </a:lnTo>
                  <a:lnTo>
                    <a:pt x="4395013" y="2658150"/>
                  </a:lnTo>
                  <a:lnTo>
                    <a:pt x="4466635" y="2658301"/>
                  </a:lnTo>
                  <a:lnTo>
                    <a:pt x="4538258" y="2658451"/>
                  </a:lnTo>
                  <a:lnTo>
                    <a:pt x="4609880" y="2658602"/>
                  </a:lnTo>
                  <a:lnTo>
                    <a:pt x="4681503" y="2658753"/>
                  </a:lnTo>
                  <a:lnTo>
                    <a:pt x="4753125" y="2658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17359"/>
              <a:ext cx="7090630" cy="596707"/>
            </a:xfrm>
            <a:custGeom>
              <a:avLst/>
              <a:pathLst>
                <a:path w="7090630" h="596707">
                  <a:moveTo>
                    <a:pt x="7090630" y="596707"/>
                  </a:moveTo>
                  <a:lnTo>
                    <a:pt x="7019007" y="586754"/>
                  </a:lnTo>
                  <a:lnTo>
                    <a:pt x="6947385" y="576395"/>
                  </a:lnTo>
                  <a:lnTo>
                    <a:pt x="6875762" y="565611"/>
                  </a:lnTo>
                  <a:lnTo>
                    <a:pt x="6804139" y="554386"/>
                  </a:lnTo>
                  <a:lnTo>
                    <a:pt x="6732517" y="542701"/>
                  </a:lnTo>
                  <a:lnTo>
                    <a:pt x="6660894" y="530539"/>
                  </a:lnTo>
                  <a:lnTo>
                    <a:pt x="6589272" y="517878"/>
                  </a:lnTo>
                  <a:lnTo>
                    <a:pt x="6517649" y="504700"/>
                  </a:lnTo>
                  <a:lnTo>
                    <a:pt x="6446027" y="490982"/>
                  </a:lnTo>
                  <a:lnTo>
                    <a:pt x="6374404" y="476703"/>
                  </a:lnTo>
                  <a:lnTo>
                    <a:pt x="6302782" y="461839"/>
                  </a:lnTo>
                  <a:lnTo>
                    <a:pt x="6231159" y="446367"/>
                  </a:lnTo>
                  <a:lnTo>
                    <a:pt x="6159537" y="430262"/>
                  </a:lnTo>
                  <a:lnTo>
                    <a:pt x="6087914" y="413498"/>
                  </a:lnTo>
                  <a:lnTo>
                    <a:pt x="6016292" y="396047"/>
                  </a:lnTo>
                  <a:lnTo>
                    <a:pt x="5944669" y="377883"/>
                  </a:lnTo>
                  <a:lnTo>
                    <a:pt x="5873047" y="358975"/>
                  </a:lnTo>
                  <a:lnTo>
                    <a:pt x="5801424" y="339293"/>
                  </a:lnTo>
                  <a:lnTo>
                    <a:pt x="5729802" y="318806"/>
                  </a:lnTo>
                  <a:lnTo>
                    <a:pt x="5658179" y="297480"/>
                  </a:lnTo>
                  <a:lnTo>
                    <a:pt x="5586557" y="275282"/>
                  </a:lnTo>
                  <a:lnTo>
                    <a:pt x="5514934" y="252175"/>
                  </a:lnTo>
                  <a:lnTo>
                    <a:pt x="5443311" y="228122"/>
                  </a:lnTo>
                  <a:lnTo>
                    <a:pt x="5371689" y="203085"/>
                  </a:lnTo>
                  <a:lnTo>
                    <a:pt x="5300066" y="177024"/>
                  </a:lnTo>
                  <a:lnTo>
                    <a:pt x="5228444" y="149896"/>
                  </a:lnTo>
                  <a:lnTo>
                    <a:pt x="5156821" y="121657"/>
                  </a:lnTo>
                  <a:lnTo>
                    <a:pt x="5085199" y="92263"/>
                  </a:lnTo>
                  <a:lnTo>
                    <a:pt x="5013576" y="61666"/>
                  </a:lnTo>
                  <a:lnTo>
                    <a:pt x="4941954" y="29817"/>
                  </a:lnTo>
                  <a:lnTo>
                    <a:pt x="4870331" y="10365"/>
                  </a:lnTo>
                  <a:lnTo>
                    <a:pt x="4798709" y="10213"/>
                  </a:lnTo>
                  <a:lnTo>
                    <a:pt x="4727086" y="10062"/>
                  </a:lnTo>
                  <a:lnTo>
                    <a:pt x="4655464" y="9910"/>
                  </a:lnTo>
                  <a:lnTo>
                    <a:pt x="4583841" y="9758"/>
                  </a:lnTo>
                  <a:lnTo>
                    <a:pt x="4512219" y="9607"/>
                  </a:lnTo>
                  <a:lnTo>
                    <a:pt x="4440596" y="9455"/>
                  </a:lnTo>
                  <a:lnTo>
                    <a:pt x="4368974" y="9304"/>
                  </a:lnTo>
                  <a:lnTo>
                    <a:pt x="4297351" y="9152"/>
                  </a:lnTo>
                  <a:lnTo>
                    <a:pt x="4225729" y="9000"/>
                  </a:lnTo>
                  <a:lnTo>
                    <a:pt x="4154106" y="8848"/>
                  </a:lnTo>
                  <a:lnTo>
                    <a:pt x="4082483" y="8697"/>
                  </a:lnTo>
                  <a:lnTo>
                    <a:pt x="4010861" y="8545"/>
                  </a:lnTo>
                  <a:lnTo>
                    <a:pt x="3939238" y="8393"/>
                  </a:lnTo>
                  <a:lnTo>
                    <a:pt x="3867616" y="8241"/>
                  </a:lnTo>
                  <a:lnTo>
                    <a:pt x="3795993" y="8089"/>
                  </a:lnTo>
                  <a:lnTo>
                    <a:pt x="3724371" y="7937"/>
                  </a:lnTo>
                  <a:lnTo>
                    <a:pt x="3652748" y="7785"/>
                  </a:lnTo>
                  <a:lnTo>
                    <a:pt x="3581126" y="7633"/>
                  </a:lnTo>
                  <a:lnTo>
                    <a:pt x="3509503" y="7481"/>
                  </a:lnTo>
                  <a:lnTo>
                    <a:pt x="3437881" y="7329"/>
                  </a:lnTo>
                  <a:lnTo>
                    <a:pt x="3366258" y="7177"/>
                  </a:lnTo>
                  <a:lnTo>
                    <a:pt x="3294636" y="7025"/>
                  </a:lnTo>
                  <a:lnTo>
                    <a:pt x="3223013" y="6873"/>
                  </a:lnTo>
                  <a:lnTo>
                    <a:pt x="3151391" y="6721"/>
                  </a:lnTo>
                  <a:lnTo>
                    <a:pt x="3079768" y="6569"/>
                  </a:lnTo>
                  <a:lnTo>
                    <a:pt x="3008146" y="6417"/>
                  </a:lnTo>
                  <a:lnTo>
                    <a:pt x="2936523" y="6264"/>
                  </a:lnTo>
                  <a:lnTo>
                    <a:pt x="2864901" y="6112"/>
                  </a:lnTo>
                  <a:lnTo>
                    <a:pt x="2793278" y="5960"/>
                  </a:lnTo>
                  <a:lnTo>
                    <a:pt x="2721655" y="5808"/>
                  </a:lnTo>
                  <a:lnTo>
                    <a:pt x="2650033" y="5655"/>
                  </a:lnTo>
                  <a:lnTo>
                    <a:pt x="2578410" y="5503"/>
                  </a:lnTo>
                  <a:lnTo>
                    <a:pt x="2506788" y="5351"/>
                  </a:lnTo>
                  <a:lnTo>
                    <a:pt x="2435165" y="5198"/>
                  </a:lnTo>
                  <a:lnTo>
                    <a:pt x="2363543" y="5046"/>
                  </a:lnTo>
                  <a:lnTo>
                    <a:pt x="2291920" y="4893"/>
                  </a:lnTo>
                  <a:lnTo>
                    <a:pt x="2220298" y="4741"/>
                  </a:lnTo>
                  <a:lnTo>
                    <a:pt x="2148675" y="4588"/>
                  </a:lnTo>
                  <a:lnTo>
                    <a:pt x="2077053" y="4436"/>
                  </a:lnTo>
                  <a:lnTo>
                    <a:pt x="2005430" y="4283"/>
                  </a:lnTo>
                  <a:lnTo>
                    <a:pt x="1933808" y="4130"/>
                  </a:lnTo>
                  <a:lnTo>
                    <a:pt x="1862185" y="3978"/>
                  </a:lnTo>
                  <a:lnTo>
                    <a:pt x="1790563" y="3825"/>
                  </a:lnTo>
                  <a:lnTo>
                    <a:pt x="1718940" y="3672"/>
                  </a:lnTo>
                  <a:lnTo>
                    <a:pt x="1647318" y="3520"/>
                  </a:lnTo>
                  <a:lnTo>
                    <a:pt x="1575695" y="3367"/>
                  </a:lnTo>
                  <a:lnTo>
                    <a:pt x="1504073" y="3214"/>
                  </a:lnTo>
                  <a:lnTo>
                    <a:pt x="1432450" y="3061"/>
                  </a:lnTo>
                  <a:lnTo>
                    <a:pt x="1360827" y="2909"/>
                  </a:lnTo>
                  <a:lnTo>
                    <a:pt x="1289205" y="2756"/>
                  </a:lnTo>
                  <a:lnTo>
                    <a:pt x="1217582" y="2603"/>
                  </a:lnTo>
                  <a:lnTo>
                    <a:pt x="1145960" y="2450"/>
                  </a:lnTo>
                  <a:lnTo>
                    <a:pt x="1074337" y="2297"/>
                  </a:lnTo>
                  <a:lnTo>
                    <a:pt x="1002715" y="2144"/>
                  </a:lnTo>
                  <a:lnTo>
                    <a:pt x="931092" y="1991"/>
                  </a:lnTo>
                  <a:lnTo>
                    <a:pt x="859470" y="1838"/>
                  </a:lnTo>
                  <a:lnTo>
                    <a:pt x="787847" y="1685"/>
                  </a:lnTo>
                  <a:lnTo>
                    <a:pt x="716225" y="1532"/>
                  </a:lnTo>
                  <a:lnTo>
                    <a:pt x="644602" y="1379"/>
                  </a:lnTo>
                  <a:lnTo>
                    <a:pt x="572980" y="1226"/>
                  </a:lnTo>
                  <a:lnTo>
                    <a:pt x="501357" y="1072"/>
                  </a:lnTo>
                  <a:lnTo>
                    <a:pt x="429735" y="919"/>
                  </a:lnTo>
                  <a:lnTo>
                    <a:pt x="358112" y="766"/>
                  </a:lnTo>
                  <a:lnTo>
                    <a:pt x="286490" y="613"/>
                  </a:lnTo>
                  <a:lnTo>
                    <a:pt x="214867" y="460"/>
                  </a:lnTo>
                  <a:lnTo>
                    <a:pt x="143245" y="306"/>
                  </a:lnTo>
                  <a:lnTo>
                    <a:pt x="71622" y="1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266066"/>
              <a:ext cx="7090630" cy="2843312"/>
            </a:xfrm>
            <a:custGeom>
              <a:avLst/>
              <a:pathLst>
                <a:path w="7090630" h="2843312">
                  <a:moveTo>
                    <a:pt x="0" y="0"/>
                  </a:moveTo>
                  <a:lnTo>
                    <a:pt x="71622" y="65642"/>
                  </a:lnTo>
                  <a:lnTo>
                    <a:pt x="143245" y="129975"/>
                  </a:lnTo>
                  <a:lnTo>
                    <a:pt x="214867" y="193025"/>
                  </a:lnTo>
                  <a:lnTo>
                    <a:pt x="286490" y="254817"/>
                  </a:lnTo>
                  <a:lnTo>
                    <a:pt x="358112" y="315377"/>
                  </a:lnTo>
                  <a:lnTo>
                    <a:pt x="429735" y="374729"/>
                  </a:lnTo>
                  <a:lnTo>
                    <a:pt x="501357" y="432897"/>
                  </a:lnTo>
                  <a:lnTo>
                    <a:pt x="572980" y="489905"/>
                  </a:lnTo>
                  <a:lnTo>
                    <a:pt x="644602" y="545776"/>
                  </a:lnTo>
                  <a:lnTo>
                    <a:pt x="716225" y="600533"/>
                  </a:lnTo>
                  <a:lnTo>
                    <a:pt x="787847" y="654198"/>
                  </a:lnTo>
                  <a:lnTo>
                    <a:pt x="859470" y="706792"/>
                  </a:lnTo>
                  <a:lnTo>
                    <a:pt x="931092" y="758337"/>
                  </a:lnTo>
                  <a:lnTo>
                    <a:pt x="1002715" y="808855"/>
                  </a:lnTo>
                  <a:lnTo>
                    <a:pt x="1074337" y="858364"/>
                  </a:lnTo>
                  <a:lnTo>
                    <a:pt x="1145960" y="906886"/>
                  </a:lnTo>
                  <a:lnTo>
                    <a:pt x="1217582" y="954441"/>
                  </a:lnTo>
                  <a:lnTo>
                    <a:pt x="1289205" y="1001047"/>
                  </a:lnTo>
                  <a:lnTo>
                    <a:pt x="1360827" y="1046723"/>
                  </a:lnTo>
                  <a:lnTo>
                    <a:pt x="1432450" y="1091489"/>
                  </a:lnTo>
                  <a:lnTo>
                    <a:pt x="1504073" y="1135361"/>
                  </a:lnTo>
                  <a:lnTo>
                    <a:pt x="1575695" y="1178359"/>
                  </a:lnTo>
                  <a:lnTo>
                    <a:pt x="1647318" y="1220499"/>
                  </a:lnTo>
                  <a:lnTo>
                    <a:pt x="1718940" y="1261798"/>
                  </a:lnTo>
                  <a:lnTo>
                    <a:pt x="1790563" y="1302274"/>
                  </a:lnTo>
                  <a:lnTo>
                    <a:pt x="1862185" y="1341943"/>
                  </a:lnTo>
                  <a:lnTo>
                    <a:pt x="1933808" y="1380820"/>
                  </a:lnTo>
                  <a:lnTo>
                    <a:pt x="2005430" y="1418922"/>
                  </a:lnTo>
                  <a:lnTo>
                    <a:pt x="2077053" y="1456264"/>
                  </a:lnTo>
                  <a:lnTo>
                    <a:pt x="2148675" y="1492861"/>
                  </a:lnTo>
                  <a:lnTo>
                    <a:pt x="2220298" y="1528728"/>
                  </a:lnTo>
                  <a:lnTo>
                    <a:pt x="2291920" y="1563880"/>
                  </a:lnTo>
                  <a:lnTo>
                    <a:pt x="2363543" y="1598331"/>
                  </a:lnTo>
                  <a:lnTo>
                    <a:pt x="2435165" y="1632095"/>
                  </a:lnTo>
                  <a:lnTo>
                    <a:pt x="2506788" y="1665185"/>
                  </a:lnTo>
                  <a:lnTo>
                    <a:pt x="2578410" y="1697615"/>
                  </a:lnTo>
                  <a:lnTo>
                    <a:pt x="2650033" y="1729399"/>
                  </a:lnTo>
                  <a:lnTo>
                    <a:pt x="2721655" y="1760549"/>
                  </a:lnTo>
                  <a:lnTo>
                    <a:pt x="2793278" y="1791077"/>
                  </a:lnTo>
                  <a:lnTo>
                    <a:pt x="2864901" y="1820996"/>
                  </a:lnTo>
                  <a:lnTo>
                    <a:pt x="2936523" y="1850319"/>
                  </a:lnTo>
                  <a:lnTo>
                    <a:pt x="3008146" y="1879057"/>
                  </a:lnTo>
                  <a:lnTo>
                    <a:pt x="3079768" y="1907221"/>
                  </a:lnTo>
                  <a:lnTo>
                    <a:pt x="3151391" y="1934824"/>
                  </a:lnTo>
                  <a:lnTo>
                    <a:pt x="3223013" y="1961877"/>
                  </a:lnTo>
                  <a:lnTo>
                    <a:pt x="3294636" y="1988390"/>
                  </a:lnTo>
                  <a:lnTo>
                    <a:pt x="3366258" y="2014374"/>
                  </a:lnTo>
                  <a:lnTo>
                    <a:pt x="3437881" y="2039839"/>
                  </a:lnTo>
                  <a:lnTo>
                    <a:pt x="3509503" y="2064797"/>
                  </a:lnTo>
                  <a:lnTo>
                    <a:pt x="3581126" y="2089257"/>
                  </a:lnTo>
                  <a:lnTo>
                    <a:pt x="3652748" y="2113230"/>
                  </a:lnTo>
                  <a:lnTo>
                    <a:pt x="3724371" y="2136724"/>
                  </a:lnTo>
                  <a:lnTo>
                    <a:pt x="3795993" y="2159749"/>
                  </a:lnTo>
                  <a:lnTo>
                    <a:pt x="3867616" y="2182316"/>
                  </a:lnTo>
                  <a:lnTo>
                    <a:pt x="3939238" y="2204432"/>
                  </a:lnTo>
                  <a:lnTo>
                    <a:pt x="4010861" y="2226107"/>
                  </a:lnTo>
                  <a:lnTo>
                    <a:pt x="4082483" y="2247350"/>
                  </a:lnTo>
                  <a:lnTo>
                    <a:pt x="4154106" y="2268169"/>
                  </a:lnTo>
                  <a:lnTo>
                    <a:pt x="4225729" y="2288573"/>
                  </a:lnTo>
                  <a:lnTo>
                    <a:pt x="4297351" y="2308570"/>
                  </a:lnTo>
                  <a:lnTo>
                    <a:pt x="4368974" y="2328168"/>
                  </a:lnTo>
                  <a:lnTo>
                    <a:pt x="4440596" y="2347375"/>
                  </a:lnTo>
                  <a:lnTo>
                    <a:pt x="4512219" y="2366199"/>
                  </a:lnTo>
                  <a:lnTo>
                    <a:pt x="4583841" y="2384648"/>
                  </a:lnTo>
                  <a:lnTo>
                    <a:pt x="4655464" y="2402728"/>
                  </a:lnTo>
                  <a:lnTo>
                    <a:pt x="4727086" y="2420449"/>
                  </a:lnTo>
                  <a:lnTo>
                    <a:pt x="4798709" y="2437815"/>
                  </a:lnTo>
                  <a:lnTo>
                    <a:pt x="4870331" y="2454836"/>
                  </a:lnTo>
                  <a:lnTo>
                    <a:pt x="4941954" y="2471516"/>
                  </a:lnTo>
                  <a:lnTo>
                    <a:pt x="5013576" y="2487864"/>
                  </a:lnTo>
                  <a:lnTo>
                    <a:pt x="5085199" y="2503887"/>
                  </a:lnTo>
                  <a:lnTo>
                    <a:pt x="5156821" y="2519589"/>
                  </a:lnTo>
                  <a:lnTo>
                    <a:pt x="5228444" y="2534978"/>
                  </a:lnTo>
                  <a:lnTo>
                    <a:pt x="5300066" y="2550061"/>
                  </a:lnTo>
                  <a:lnTo>
                    <a:pt x="5371689" y="2564842"/>
                  </a:lnTo>
                  <a:lnTo>
                    <a:pt x="5443311" y="2579329"/>
                  </a:lnTo>
                  <a:lnTo>
                    <a:pt x="5514934" y="2593527"/>
                  </a:lnTo>
                  <a:lnTo>
                    <a:pt x="5586557" y="2607442"/>
                  </a:lnTo>
                  <a:lnTo>
                    <a:pt x="5658179" y="2621079"/>
                  </a:lnTo>
                  <a:lnTo>
                    <a:pt x="5729802" y="2634444"/>
                  </a:lnTo>
                  <a:lnTo>
                    <a:pt x="5801424" y="2647543"/>
                  </a:lnTo>
                  <a:lnTo>
                    <a:pt x="5873047" y="2660380"/>
                  </a:lnTo>
                  <a:lnTo>
                    <a:pt x="5944669" y="2672961"/>
                  </a:lnTo>
                  <a:lnTo>
                    <a:pt x="6016292" y="2685291"/>
                  </a:lnTo>
                  <a:lnTo>
                    <a:pt x="6087914" y="2697376"/>
                  </a:lnTo>
                  <a:lnTo>
                    <a:pt x="6159537" y="2709219"/>
                  </a:lnTo>
                  <a:lnTo>
                    <a:pt x="6231159" y="2720826"/>
                  </a:lnTo>
                  <a:lnTo>
                    <a:pt x="6302782" y="2732202"/>
                  </a:lnTo>
                  <a:lnTo>
                    <a:pt x="6374404" y="2743351"/>
                  </a:lnTo>
                  <a:lnTo>
                    <a:pt x="6446027" y="2754277"/>
                  </a:lnTo>
                  <a:lnTo>
                    <a:pt x="6517649" y="2764986"/>
                  </a:lnTo>
                  <a:lnTo>
                    <a:pt x="6589272" y="2775481"/>
                  </a:lnTo>
                  <a:lnTo>
                    <a:pt x="6660894" y="2785766"/>
                  </a:lnTo>
                  <a:lnTo>
                    <a:pt x="6732517" y="2795847"/>
                  </a:lnTo>
                  <a:lnTo>
                    <a:pt x="6804139" y="2805726"/>
                  </a:lnTo>
                  <a:lnTo>
                    <a:pt x="6875762" y="2815409"/>
                  </a:lnTo>
                  <a:lnTo>
                    <a:pt x="6947385" y="2824898"/>
                  </a:lnTo>
                  <a:lnTo>
                    <a:pt x="7019007" y="2834198"/>
                  </a:lnTo>
                  <a:lnTo>
                    <a:pt x="7090630" y="28433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0.97 (0.95-1.00)  |  per IQR (Δ = 18.2): 0.62 (0.39-1.00)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2026-05-22T09:54:29Z</dcterms:modified>
  <cp:category/>
</cp:coreProperties>
</file>