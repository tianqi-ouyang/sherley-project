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75963"/>
            </a:xfrm>
            <a:custGeom>
              <a:avLst/>
              <a:pathLst>
                <a:path w="7090630" h="3475963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3"/>
                  </a:lnTo>
                  <a:lnTo>
                    <a:pt x="4512219" y="1785590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8"/>
                  </a:lnTo>
                  <a:lnTo>
                    <a:pt x="4870331" y="1401392"/>
                  </a:lnTo>
                  <a:lnTo>
                    <a:pt x="4941954" y="1315543"/>
                  </a:lnTo>
                  <a:lnTo>
                    <a:pt x="5013576" y="1226420"/>
                  </a:lnTo>
                  <a:lnTo>
                    <a:pt x="5085199" y="1133898"/>
                  </a:lnTo>
                  <a:lnTo>
                    <a:pt x="5156821" y="1037848"/>
                  </a:lnTo>
                  <a:lnTo>
                    <a:pt x="5228444" y="938135"/>
                  </a:lnTo>
                  <a:lnTo>
                    <a:pt x="5300066" y="834620"/>
                  </a:lnTo>
                  <a:lnTo>
                    <a:pt x="5371689" y="727157"/>
                  </a:lnTo>
                  <a:lnTo>
                    <a:pt x="5443311" y="615596"/>
                  </a:lnTo>
                  <a:lnTo>
                    <a:pt x="5514934" y="499781"/>
                  </a:lnTo>
                  <a:lnTo>
                    <a:pt x="5586557" y="379550"/>
                  </a:lnTo>
                  <a:lnTo>
                    <a:pt x="5658179" y="254733"/>
                  </a:lnTo>
                  <a:lnTo>
                    <a:pt x="5729802" y="125157"/>
                  </a:lnTo>
                  <a:lnTo>
                    <a:pt x="5796440" y="0"/>
                  </a:lnTo>
                  <a:lnTo>
                    <a:pt x="7090630" y="0"/>
                  </a:lnTo>
                  <a:lnTo>
                    <a:pt x="7090630" y="2578766"/>
                  </a:lnTo>
                  <a:lnTo>
                    <a:pt x="7019007" y="2582773"/>
                  </a:lnTo>
                  <a:lnTo>
                    <a:pt x="6947385" y="2586766"/>
                  </a:lnTo>
                  <a:lnTo>
                    <a:pt x="6875762" y="2590743"/>
                  </a:lnTo>
                  <a:lnTo>
                    <a:pt x="6804139" y="2594706"/>
                  </a:lnTo>
                  <a:lnTo>
                    <a:pt x="6732517" y="2598654"/>
                  </a:lnTo>
                  <a:lnTo>
                    <a:pt x="6660894" y="2602587"/>
                  </a:lnTo>
                  <a:lnTo>
                    <a:pt x="6589272" y="2606505"/>
                  </a:lnTo>
                  <a:lnTo>
                    <a:pt x="6517649" y="2610409"/>
                  </a:lnTo>
                  <a:lnTo>
                    <a:pt x="6446027" y="2614298"/>
                  </a:lnTo>
                  <a:lnTo>
                    <a:pt x="6374404" y="2618173"/>
                  </a:lnTo>
                  <a:lnTo>
                    <a:pt x="6302782" y="2622033"/>
                  </a:lnTo>
                  <a:lnTo>
                    <a:pt x="6231159" y="2625879"/>
                  </a:lnTo>
                  <a:lnTo>
                    <a:pt x="6159537" y="2629710"/>
                  </a:lnTo>
                  <a:lnTo>
                    <a:pt x="6087914" y="2633528"/>
                  </a:lnTo>
                  <a:lnTo>
                    <a:pt x="6016292" y="2637331"/>
                  </a:lnTo>
                  <a:lnTo>
                    <a:pt x="5944669" y="2641119"/>
                  </a:lnTo>
                  <a:lnTo>
                    <a:pt x="5873047" y="2644894"/>
                  </a:lnTo>
                  <a:lnTo>
                    <a:pt x="5801424" y="2648654"/>
                  </a:lnTo>
                  <a:lnTo>
                    <a:pt x="5729802" y="2652401"/>
                  </a:lnTo>
                  <a:lnTo>
                    <a:pt x="5658179" y="2656133"/>
                  </a:lnTo>
                  <a:lnTo>
                    <a:pt x="5586557" y="2659852"/>
                  </a:lnTo>
                  <a:lnTo>
                    <a:pt x="5514934" y="2663557"/>
                  </a:lnTo>
                  <a:lnTo>
                    <a:pt x="5443311" y="2667248"/>
                  </a:lnTo>
                  <a:lnTo>
                    <a:pt x="5371689" y="2670925"/>
                  </a:lnTo>
                  <a:lnTo>
                    <a:pt x="5300066" y="2674588"/>
                  </a:lnTo>
                  <a:lnTo>
                    <a:pt x="5228444" y="2678238"/>
                  </a:lnTo>
                  <a:lnTo>
                    <a:pt x="5156821" y="2681874"/>
                  </a:lnTo>
                  <a:lnTo>
                    <a:pt x="5085199" y="2685496"/>
                  </a:lnTo>
                  <a:lnTo>
                    <a:pt x="5013576" y="2689105"/>
                  </a:lnTo>
                  <a:lnTo>
                    <a:pt x="4941954" y="2692701"/>
                  </a:lnTo>
                  <a:lnTo>
                    <a:pt x="4870331" y="2696283"/>
                  </a:lnTo>
                  <a:lnTo>
                    <a:pt x="4798709" y="2699852"/>
                  </a:lnTo>
                  <a:lnTo>
                    <a:pt x="4727086" y="2703407"/>
                  </a:lnTo>
                  <a:lnTo>
                    <a:pt x="4655464" y="2706950"/>
                  </a:lnTo>
                  <a:lnTo>
                    <a:pt x="4583841" y="2710478"/>
                  </a:lnTo>
                  <a:lnTo>
                    <a:pt x="4512219" y="2713994"/>
                  </a:lnTo>
                  <a:lnTo>
                    <a:pt x="4440596" y="2717497"/>
                  </a:lnTo>
                  <a:lnTo>
                    <a:pt x="4368974" y="2720987"/>
                  </a:lnTo>
                  <a:lnTo>
                    <a:pt x="4297351" y="2724463"/>
                  </a:lnTo>
                  <a:lnTo>
                    <a:pt x="4225729" y="2727927"/>
                  </a:lnTo>
                  <a:lnTo>
                    <a:pt x="4154106" y="2731377"/>
                  </a:lnTo>
                  <a:lnTo>
                    <a:pt x="4082483" y="2734815"/>
                  </a:lnTo>
                  <a:lnTo>
                    <a:pt x="4010861" y="2738240"/>
                  </a:lnTo>
                  <a:lnTo>
                    <a:pt x="3939238" y="2741652"/>
                  </a:lnTo>
                  <a:lnTo>
                    <a:pt x="3867616" y="2745052"/>
                  </a:lnTo>
                  <a:lnTo>
                    <a:pt x="3795993" y="2748439"/>
                  </a:lnTo>
                  <a:lnTo>
                    <a:pt x="3724371" y="2751813"/>
                  </a:lnTo>
                  <a:lnTo>
                    <a:pt x="3652748" y="2755174"/>
                  </a:lnTo>
                  <a:lnTo>
                    <a:pt x="3581126" y="2758523"/>
                  </a:lnTo>
                  <a:lnTo>
                    <a:pt x="3509503" y="2761860"/>
                  </a:lnTo>
                  <a:lnTo>
                    <a:pt x="3437881" y="2765184"/>
                  </a:lnTo>
                  <a:lnTo>
                    <a:pt x="3366258" y="2768495"/>
                  </a:lnTo>
                  <a:lnTo>
                    <a:pt x="3294636" y="2771795"/>
                  </a:lnTo>
                  <a:lnTo>
                    <a:pt x="3223013" y="2775082"/>
                  </a:lnTo>
                  <a:lnTo>
                    <a:pt x="3151391" y="2778356"/>
                  </a:lnTo>
                  <a:lnTo>
                    <a:pt x="3079768" y="2781619"/>
                  </a:lnTo>
                  <a:lnTo>
                    <a:pt x="3008146" y="2801830"/>
                  </a:lnTo>
                  <a:lnTo>
                    <a:pt x="2936523" y="2833084"/>
                  </a:lnTo>
                  <a:lnTo>
                    <a:pt x="2864901" y="2863189"/>
                  </a:lnTo>
                  <a:lnTo>
                    <a:pt x="2793278" y="2892188"/>
                  </a:lnTo>
                  <a:lnTo>
                    <a:pt x="2721655" y="2920122"/>
                  </a:lnTo>
                  <a:lnTo>
                    <a:pt x="2650033" y="2947030"/>
                  </a:lnTo>
                  <a:lnTo>
                    <a:pt x="2578410" y="2972949"/>
                  </a:lnTo>
                  <a:lnTo>
                    <a:pt x="2506788" y="2997917"/>
                  </a:lnTo>
                  <a:lnTo>
                    <a:pt x="2435165" y="3021967"/>
                  </a:lnTo>
                  <a:lnTo>
                    <a:pt x="2363543" y="3045134"/>
                  </a:lnTo>
                  <a:lnTo>
                    <a:pt x="2291920" y="3067450"/>
                  </a:lnTo>
                  <a:lnTo>
                    <a:pt x="2220298" y="3088946"/>
                  </a:lnTo>
                  <a:lnTo>
                    <a:pt x="2148675" y="3109652"/>
                  </a:lnTo>
                  <a:lnTo>
                    <a:pt x="2077053" y="3129598"/>
                  </a:lnTo>
                  <a:lnTo>
                    <a:pt x="2005430" y="3148811"/>
                  </a:lnTo>
                  <a:lnTo>
                    <a:pt x="1933808" y="3167319"/>
                  </a:lnTo>
                  <a:lnTo>
                    <a:pt x="1862185" y="3185146"/>
                  </a:lnTo>
                  <a:lnTo>
                    <a:pt x="1790563" y="3202319"/>
                  </a:lnTo>
                  <a:lnTo>
                    <a:pt x="1718940" y="3218861"/>
                  </a:lnTo>
                  <a:lnTo>
                    <a:pt x="1647318" y="3234795"/>
                  </a:lnTo>
                  <a:lnTo>
                    <a:pt x="1575695" y="3250144"/>
                  </a:lnTo>
                  <a:lnTo>
                    <a:pt x="1504073" y="3264929"/>
                  </a:lnTo>
                  <a:lnTo>
                    <a:pt x="1432450" y="3279171"/>
                  </a:lnTo>
                  <a:lnTo>
                    <a:pt x="1360827" y="3292890"/>
                  </a:lnTo>
                  <a:lnTo>
                    <a:pt x="1289205" y="3306105"/>
                  </a:lnTo>
                  <a:lnTo>
                    <a:pt x="1217582" y="3318835"/>
                  </a:lnTo>
                  <a:lnTo>
                    <a:pt x="1145960" y="3331096"/>
                  </a:lnTo>
                  <a:lnTo>
                    <a:pt x="1074337" y="3342908"/>
                  </a:lnTo>
                  <a:lnTo>
                    <a:pt x="1002715" y="3354286"/>
                  </a:lnTo>
                  <a:lnTo>
                    <a:pt x="931092" y="3365245"/>
                  </a:lnTo>
                  <a:lnTo>
                    <a:pt x="859470" y="3375802"/>
                  </a:lnTo>
                  <a:lnTo>
                    <a:pt x="787847" y="3385972"/>
                  </a:lnTo>
                  <a:lnTo>
                    <a:pt x="716225" y="3395767"/>
                  </a:lnTo>
                  <a:lnTo>
                    <a:pt x="644602" y="3405203"/>
                  </a:lnTo>
                  <a:lnTo>
                    <a:pt x="572980" y="3414292"/>
                  </a:lnTo>
                  <a:lnTo>
                    <a:pt x="501357" y="3423048"/>
                  </a:lnTo>
                  <a:lnTo>
                    <a:pt x="429735" y="3431482"/>
                  </a:lnTo>
                  <a:lnTo>
                    <a:pt x="358112" y="3439606"/>
                  </a:lnTo>
                  <a:lnTo>
                    <a:pt x="286490" y="3447431"/>
                  </a:lnTo>
                  <a:lnTo>
                    <a:pt x="214867" y="3454969"/>
                  </a:lnTo>
                  <a:lnTo>
                    <a:pt x="143245" y="3462231"/>
                  </a:lnTo>
                  <a:lnTo>
                    <a:pt x="71622" y="3469225"/>
                  </a:lnTo>
                  <a:lnTo>
                    <a:pt x="0" y="34759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796440" cy="2910969"/>
            </a:xfrm>
            <a:custGeom>
              <a:avLst/>
              <a:pathLst>
                <a:path w="5796440" h="2910969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3"/>
                  </a:lnTo>
                  <a:lnTo>
                    <a:pt x="4512219" y="1785590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8"/>
                  </a:lnTo>
                  <a:lnTo>
                    <a:pt x="4870331" y="1401392"/>
                  </a:lnTo>
                  <a:lnTo>
                    <a:pt x="4941954" y="1315543"/>
                  </a:lnTo>
                  <a:lnTo>
                    <a:pt x="5013576" y="1226420"/>
                  </a:lnTo>
                  <a:lnTo>
                    <a:pt x="5085199" y="1133898"/>
                  </a:lnTo>
                  <a:lnTo>
                    <a:pt x="5156821" y="1037848"/>
                  </a:lnTo>
                  <a:lnTo>
                    <a:pt x="5228444" y="938135"/>
                  </a:lnTo>
                  <a:lnTo>
                    <a:pt x="5300066" y="834620"/>
                  </a:lnTo>
                  <a:lnTo>
                    <a:pt x="5371689" y="727157"/>
                  </a:lnTo>
                  <a:lnTo>
                    <a:pt x="5443311" y="615596"/>
                  </a:lnTo>
                  <a:lnTo>
                    <a:pt x="5514934" y="499781"/>
                  </a:lnTo>
                  <a:lnTo>
                    <a:pt x="5586557" y="379550"/>
                  </a:lnTo>
                  <a:lnTo>
                    <a:pt x="5658179" y="254733"/>
                  </a:lnTo>
                  <a:lnTo>
                    <a:pt x="5729802" y="125157"/>
                  </a:lnTo>
                  <a:lnTo>
                    <a:pt x="57964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75330"/>
              <a:ext cx="7090630" cy="897196"/>
            </a:xfrm>
            <a:custGeom>
              <a:avLst/>
              <a:pathLst>
                <a:path w="7090630" h="897196">
                  <a:moveTo>
                    <a:pt x="7090630" y="0"/>
                  </a:moveTo>
                  <a:lnTo>
                    <a:pt x="7019007" y="4007"/>
                  </a:lnTo>
                  <a:lnTo>
                    <a:pt x="6947385" y="7999"/>
                  </a:lnTo>
                  <a:lnTo>
                    <a:pt x="6875762" y="11977"/>
                  </a:lnTo>
                  <a:lnTo>
                    <a:pt x="6804139" y="15939"/>
                  </a:lnTo>
                  <a:lnTo>
                    <a:pt x="6732517" y="19887"/>
                  </a:lnTo>
                  <a:lnTo>
                    <a:pt x="6660894" y="23820"/>
                  </a:lnTo>
                  <a:lnTo>
                    <a:pt x="6589272" y="27738"/>
                  </a:lnTo>
                  <a:lnTo>
                    <a:pt x="6517649" y="31642"/>
                  </a:lnTo>
                  <a:lnTo>
                    <a:pt x="6446027" y="35531"/>
                  </a:lnTo>
                  <a:lnTo>
                    <a:pt x="6374404" y="39406"/>
                  </a:lnTo>
                  <a:lnTo>
                    <a:pt x="6302782" y="43266"/>
                  </a:lnTo>
                  <a:lnTo>
                    <a:pt x="6231159" y="47112"/>
                  </a:lnTo>
                  <a:lnTo>
                    <a:pt x="6159537" y="50944"/>
                  </a:lnTo>
                  <a:lnTo>
                    <a:pt x="6087914" y="54761"/>
                  </a:lnTo>
                  <a:lnTo>
                    <a:pt x="6016292" y="58564"/>
                  </a:lnTo>
                  <a:lnTo>
                    <a:pt x="5944669" y="62353"/>
                  </a:lnTo>
                  <a:lnTo>
                    <a:pt x="5873047" y="66127"/>
                  </a:lnTo>
                  <a:lnTo>
                    <a:pt x="5801424" y="69888"/>
                  </a:lnTo>
                  <a:lnTo>
                    <a:pt x="5729802" y="73634"/>
                  </a:lnTo>
                  <a:lnTo>
                    <a:pt x="5658179" y="77367"/>
                  </a:lnTo>
                  <a:lnTo>
                    <a:pt x="5586557" y="81085"/>
                  </a:lnTo>
                  <a:lnTo>
                    <a:pt x="5514934" y="84790"/>
                  </a:lnTo>
                  <a:lnTo>
                    <a:pt x="5443311" y="88481"/>
                  </a:lnTo>
                  <a:lnTo>
                    <a:pt x="5371689" y="92158"/>
                  </a:lnTo>
                  <a:lnTo>
                    <a:pt x="5300066" y="95821"/>
                  </a:lnTo>
                  <a:lnTo>
                    <a:pt x="5228444" y="99471"/>
                  </a:lnTo>
                  <a:lnTo>
                    <a:pt x="5156821" y="103107"/>
                  </a:lnTo>
                  <a:lnTo>
                    <a:pt x="5085199" y="106730"/>
                  </a:lnTo>
                  <a:lnTo>
                    <a:pt x="5013576" y="110339"/>
                  </a:lnTo>
                  <a:lnTo>
                    <a:pt x="4941954" y="113934"/>
                  </a:lnTo>
                  <a:lnTo>
                    <a:pt x="4870331" y="117516"/>
                  </a:lnTo>
                  <a:lnTo>
                    <a:pt x="4798709" y="121085"/>
                  </a:lnTo>
                  <a:lnTo>
                    <a:pt x="4727086" y="124641"/>
                  </a:lnTo>
                  <a:lnTo>
                    <a:pt x="4655464" y="128183"/>
                  </a:lnTo>
                  <a:lnTo>
                    <a:pt x="4583841" y="131712"/>
                  </a:lnTo>
                  <a:lnTo>
                    <a:pt x="4512219" y="135228"/>
                  </a:lnTo>
                  <a:lnTo>
                    <a:pt x="4440596" y="138730"/>
                  </a:lnTo>
                  <a:lnTo>
                    <a:pt x="4368974" y="142220"/>
                  </a:lnTo>
                  <a:lnTo>
                    <a:pt x="4297351" y="145696"/>
                  </a:lnTo>
                  <a:lnTo>
                    <a:pt x="4225729" y="149160"/>
                  </a:lnTo>
                  <a:lnTo>
                    <a:pt x="4154106" y="152611"/>
                  </a:lnTo>
                  <a:lnTo>
                    <a:pt x="4082483" y="156048"/>
                  </a:lnTo>
                  <a:lnTo>
                    <a:pt x="4010861" y="159473"/>
                  </a:lnTo>
                  <a:lnTo>
                    <a:pt x="3939238" y="162886"/>
                  </a:lnTo>
                  <a:lnTo>
                    <a:pt x="3867616" y="166285"/>
                  </a:lnTo>
                  <a:lnTo>
                    <a:pt x="3795993" y="169672"/>
                  </a:lnTo>
                  <a:lnTo>
                    <a:pt x="3724371" y="173046"/>
                  </a:lnTo>
                  <a:lnTo>
                    <a:pt x="3652748" y="176408"/>
                  </a:lnTo>
                  <a:lnTo>
                    <a:pt x="3581126" y="179757"/>
                  </a:lnTo>
                  <a:lnTo>
                    <a:pt x="3509503" y="183093"/>
                  </a:lnTo>
                  <a:lnTo>
                    <a:pt x="3437881" y="186417"/>
                  </a:lnTo>
                  <a:lnTo>
                    <a:pt x="3366258" y="189729"/>
                  </a:lnTo>
                  <a:lnTo>
                    <a:pt x="3294636" y="193028"/>
                  </a:lnTo>
                  <a:lnTo>
                    <a:pt x="3223013" y="196315"/>
                  </a:lnTo>
                  <a:lnTo>
                    <a:pt x="3151391" y="199590"/>
                  </a:lnTo>
                  <a:lnTo>
                    <a:pt x="3079768" y="202852"/>
                  </a:lnTo>
                  <a:lnTo>
                    <a:pt x="3008146" y="223064"/>
                  </a:lnTo>
                  <a:lnTo>
                    <a:pt x="2936523" y="254317"/>
                  </a:lnTo>
                  <a:lnTo>
                    <a:pt x="2864901" y="284422"/>
                  </a:lnTo>
                  <a:lnTo>
                    <a:pt x="2793278" y="313421"/>
                  </a:lnTo>
                  <a:lnTo>
                    <a:pt x="2721655" y="341355"/>
                  </a:lnTo>
                  <a:lnTo>
                    <a:pt x="2650033" y="368263"/>
                  </a:lnTo>
                  <a:lnTo>
                    <a:pt x="2578410" y="394183"/>
                  </a:lnTo>
                  <a:lnTo>
                    <a:pt x="2506788" y="419150"/>
                  </a:lnTo>
                  <a:lnTo>
                    <a:pt x="2435165" y="443200"/>
                  </a:lnTo>
                  <a:lnTo>
                    <a:pt x="2363543" y="466367"/>
                  </a:lnTo>
                  <a:lnTo>
                    <a:pt x="2291920" y="488683"/>
                  </a:lnTo>
                  <a:lnTo>
                    <a:pt x="2220298" y="510179"/>
                  </a:lnTo>
                  <a:lnTo>
                    <a:pt x="2148675" y="530886"/>
                  </a:lnTo>
                  <a:lnTo>
                    <a:pt x="2077053" y="550831"/>
                  </a:lnTo>
                  <a:lnTo>
                    <a:pt x="2005430" y="570045"/>
                  </a:lnTo>
                  <a:lnTo>
                    <a:pt x="1933808" y="588552"/>
                  </a:lnTo>
                  <a:lnTo>
                    <a:pt x="1862185" y="606380"/>
                  </a:lnTo>
                  <a:lnTo>
                    <a:pt x="1790563" y="623552"/>
                  </a:lnTo>
                  <a:lnTo>
                    <a:pt x="1718940" y="640094"/>
                  </a:lnTo>
                  <a:lnTo>
                    <a:pt x="1647318" y="656028"/>
                  </a:lnTo>
                  <a:lnTo>
                    <a:pt x="1575695" y="671377"/>
                  </a:lnTo>
                  <a:lnTo>
                    <a:pt x="1504073" y="686163"/>
                  </a:lnTo>
                  <a:lnTo>
                    <a:pt x="1432450" y="700405"/>
                  </a:lnTo>
                  <a:lnTo>
                    <a:pt x="1360827" y="714123"/>
                  </a:lnTo>
                  <a:lnTo>
                    <a:pt x="1289205" y="727338"/>
                  </a:lnTo>
                  <a:lnTo>
                    <a:pt x="1217582" y="740068"/>
                  </a:lnTo>
                  <a:lnTo>
                    <a:pt x="1145960" y="752330"/>
                  </a:lnTo>
                  <a:lnTo>
                    <a:pt x="1074337" y="764141"/>
                  </a:lnTo>
                  <a:lnTo>
                    <a:pt x="1002715" y="775519"/>
                  </a:lnTo>
                  <a:lnTo>
                    <a:pt x="931092" y="786478"/>
                  </a:lnTo>
                  <a:lnTo>
                    <a:pt x="859470" y="797036"/>
                  </a:lnTo>
                  <a:lnTo>
                    <a:pt x="787847" y="807205"/>
                  </a:lnTo>
                  <a:lnTo>
                    <a:pt x="716225" y="817001"/>
                  </a:lnTo>
                  <a:lnTo>
                    <a:pt x="644602" y="826437"/>
                  </a:lnTo>
                  <a:lnTo>
                    <a:pt x="572980" y="835526"/>
                  </a:lnTo>
                  <a:lnTo>
                    <a:pt x="501357" y="844281"/>
                  </a:lnTo>
                  <a:lnTo>
                    <a:pt x="429735" y="852715"/>
                  </a:lnTo>
                  <a:lnTo>
                    <a:pt x="358112" y="860839"/>
                  </a:lnTo>
                  <a:lnTo>
                    <a:pt x="286490" y="868665"/>
                  </a:lnTo>
                  <a:lnTo>
                    <a:pt x="214867" y="876203"/>
                  </a:lnTo>
                  <a:lnTo>
                    <a:pt x="143245" y="883464"/>
                  </a:lnTo>
                  <a:lnTo>
                    <a:pt x="71622" y="890458"/>
                  </a:lnTo>
                  <a:lnTo>
                    <a:pt x="0" y="897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771939"/>
              <a:ext cx="7090630" cy="2415274"/>
            </a:xfrm>
            <a:custGeom>
              <a:avLst/>
              <a:pathLst>
                <a:path w="7090630" h="2415274">
                  <a:moveTo>
                    <a:pt x="0" y="2415274"/>
                  </a:moveTo>
                  <a:lnTo>
                    <a:pt x="71622" y="2407746"/>
                  </a:lnTo>
                  <a:lnTo>
                    <a:pt x="143245" y="2400062"/>
                  </a:lnTo>
                  <a:lnTo>
                    <a:pt x="214867" y="2392218"/>
                  </a:lnTo>
                  <a:lnTo>
                    <a:pt x="286490" y="2384211"/>
                  </a:lnTo>
                  <a:lnTo>
                    <a:pt x="358112" y="2376037"/>
                  </a:lnTo>
                  <a:lnTo>
                    <a:pt x="429735" y="2367693"/>
                  </a:lnTo>
                  <a:lnTo>
                    <a:pt x="501357" y="2359176"/>
                  </a:lnTo>
                  <a:lnTo>
                    <a:pt x="572980" y="2350482"/>
                  </a:lnTo>
                  <a:lnTo>
                    <a:pt x="644602" y="2341607"/>
                  </a:lnTo>
                  <a:lnTo>
                    <a:pt x="716225" y="2332547"/>
                  </a:lnTo>
                  <a:lnTo>
                    <a:pt x="787847" y="2323299"/>
                  </a:lnTo>
                  <a:lnTo>
                    <a:pt x="859470" y="2313859"/>
                  </a:lnTo>
                  <a:lnTo>
                    <a:pt x="931092" y="2304223"/>
                  </a:lnTo>
                  <a:lnTo>
                    <a:pt x="1002715" y="2294386"/>
                  </a:lnTo>
                  <a:lnTo>
                    <a:pt x="1074337" y="2284344"/>
                  </a:lnTo>
                  <a:lnTo>
                    <a:pt x="1145960" y="2274094"/>
                  </a:lnTo>
                  <a:lnTo>
                    <a:pt x="1217582" y="2263630"/>
                  </a:lnTo>
                  <a:lnTo>
                    <a:pt x="1289205" y="2252949"/>
                  </a:lnTo>
                  <a:lnTo>
                    <a:pt x="1360827" y="2242046"/>
                  </a:lnTo>
                  <a:lnTo>
                    <a:pt x="1432450" y="2230916"/>
                  </a:lnTo>
                  <a:lnTo>
                    <a:pt x="1504073" y="2219554"/>
                  </a:lnTo>
                  <a:lnTo>
                    <a:pt x="1575695" y="2207957"/>
                  </a:lnTo>
                  <a:lnTo>
                    <a:pt x="1647318" y="2196118"/>
                  </a:lnTo>
                  <a:lnTo>
                    <a:pt x="1718940" y="2184033"/>
                  </a:lnTo>
                  <a:lnTo>
                    <a:pt x="1790563" y="2171697"/>
                  </a:lnTo>
                  <a:lnTo>
                    <a:pt x="1862185" y="2159104"/>
                  </a:lnTo>
                  <a:lnTo>
                    <a:pt x="1933808" y="2146249"/>
                  </a:lnTo>
                  <a:lnTo>
                    <a:pt x="2005430" y="2133127"/>
                  </a:lnTo>
                  <a:lnTo>
                    <a:pt x="2077053" y="2119732"/>
                  </a:lnTo>
                  <a:lnTo>
                    <a:pt x="2148675" y="2106058"/>
                  </a:lnTo>
                  <a:lnTo>
                    <a:pt x="2220298" y="2092101"/>
                  </a:lnTo>
                  <a:lnTo>
                    <a:pt x="2291920" y="2077853"/>
                  </a:lnTo>
                  <a:lnTo>
                    <a:pt x="2363543" y="2063308"/>
                  </a:lnTo>
                  <a:lnTo>
                    <a:pt x="2435165" y="2048461"/>
                  </a:lnTo>
                  <a:lnTo>
                    <a:pt x="2506788" y="2033306"/>
                  </a:lnTo>
                  <a:lnTo>
                    <a:pt x="2578410" y="2017835"/>
                  </a:lnTo>
                  <a:lnTo>
                    <a:pt x="2650033" y="2002043"/>
                  </a:lnTo>
                  <a:lnTo>
                    <a:pt x="2721655" y="1985922"/>
                  </a:lnTo>
                  <a:lnTo>
                    <a:pt x="2793278" y="1969466"/>
                  </a:lnTo>
                  <a:lnTo>
                    <a:pt x="2864901" y="1952668"/>
                  </a:lnTo>
                  <a:lnTo>
                    <a:pt x="2936523" y="1935520"/>
                  </a:lnTo>
                  <a:lnTo>
                    <a:pt x="3008146" y="1918016"/>
                  </a:lnTo>
                  <a:lnTo>
                    <a:pt x="3079768" y="1900148"/>
                  </a:lnTo>
                  <a:lnTo>
                    <a:pt x="3151391" y="1881908"/>
                  </a:lnTo>
                  <a:lnTo>
                    <a:pt x="3223013" y="1863289"/>
                  </a:lnTo>
                  <a:lnTo>
                    <a:pt x="3294636" y="1844283"/>
                  </a:lnTo>
                  <a:lnTo>
                    <a:pt x="3366258" y="1824881"/>
                  </a:lnTo>
                  <a:lnTo>
                    <a:pt x="3437881" y="1805076"/>
                  </a:lnTo>
                  <a:lnTo>
                    <a:pt x="3509503" y="1784860"/>
                  </a:lnTo>
                  <a:lnTo>
                    <a:pt x="3581126" y="1764222"/>
                  </a:lnTo>
                  <a:lnTo>
                    <a:pt x="3652748" y="1743156"/>
                  </a:lnTo>
                  <a:lnTo>
                    <a:pt x="3724371" y="1721652"/>
                  </a:lnTo>
                  <a:lnTo>
                    <a:pt x="3795993" y="1699700"/>
                  </a:lnTo>
                  <a:lnTo>
                    <a:pt x="3867616" y="1677292"/>
                  </a:lnTo>
                  <a:lnTo>
                    <a:pt x="3939238" y="1654418"/>
                  </a:lnTo>
                  <a:lnTo>
                    <a:pt x="4010861" y="1631068"/>
                  </a:lnTo>
                  <a:lnTo>
                    <a:pt x="4082483" y="1607233"/>
                  </a:lnTo>
                  <a:lnTo>
                    <a:pt x="4154106" y="1582902"/>
                  </a:lnTo>
                  <a:lnTo>
                    <a:pt x="4225729" y="1558065"/>
                  </a:lnTo>
                  <a:lnTo>
                    <a:pt x="4297351" y="1532712"/>
                  </a:lnTo>
                  <a:lnTo>
                    <a:pt x="4368974" y="1506831"/>
                  </a:lnTo>
                  <a:lnTo>
                    <a:pt x="4440596" y="1480413"/>
                  </a:lnTo>
                  <a:lnTo>
                    <a:pt x="4512219" y="1453444"/>
                  </a:lnTo>
                  <a:lnTo>
                    <a:pt x="4583841" y="1425915"/>
                  </a:lnTo>
                  <a:lnTo>
                    <a:pt x="4655464" y="1397814"/>
                  </a:lnTo>
                  <a:lnTo>
                    <a:pt x="4727086" y="1369128"/>
                  </a:lnTo>
                  <a:lnTo>
                    <a:pt x="4798709" y="1339846"/>
                  </a:lnTo>
                  <a:lnTo>
                    <a:pt x="4870331" y="1309955"/>
                  </a:lnTo>
                  <a:lnTo>
                    <a:pt x="4941954" y="1279442"/>
                  </a:lnTo>
                  <a:lnTo>
                    <a:pt x="5013576" y="1248295"/>
                  </a:lnTo>
                  <a:lnTo>
                    <a:pt x="5085199" y="1216499"/>
                  </a:lnTo>
                  <a:lnTo>
                    <a:pt x="5156821" y="1184043"/>
                  </a:lnTo>
                  <a:lnTo>
                    <a:pt x="5228444" y="1150912"/>
                  </a:lnTo>
                  <a:lnTo>
                    <a:pt x="5300066" y="1117092"/>
                  </a:lnTo>
                  <a:lnTo>
                    <a:pt x="5371689" y="1082569"/>
                  </a:lnTo>
                  <a:lnTo>
                    <a:pt x="5443311" y="1047327"/>
                  </a:lnTo>
                  <a:lnTo>
                    <a:pt x="5514934" y="1011353"/>
                  </a:lnTo>
                  <a:lnTo>
                    <a:pt x="5586557" y="974631"/>
                  </a:lnTo>
                  <a:lnTo>
                    <a:pt x="5658179" y="937145"/>
                  </a:lnTo>
                  <a:lnTo>
                    <a:pt x="5729802" y="898879"/>
                  </a:lnTo>
                  <a:lnTo>
                    <a:pt x="5801424" y="859818"/>
                  </a:lnTo>
                  <a:lnTo>
                    <a:pt x="5873047" y="819945"/>
                  </a:lnTo>
                  <a:lnTo>
                    <a:pt x="5944669" y="779242"/>
                  </a:lnTo>
                  <a:lnTo>
                    <a:pt x="6016292" y="737693"/>
                  </a:lnTo>
                  <a:lnTo>
                    <a:pt x="6087914" y="695280"/>
                  </a:lnTo>
                  <a:lnTo>
                    <a:pt x="6159537" y="651985"/>
                  </a:lnTo>
                  <a:lnTo>
                    <a:pt x="6231159" y="607790"/>
                  </a:lnTo>
                  <a:lnTo>
                    <a:pt x="6302782" y="562675"/>
                  </a:lnTo>
                  <a:lnTo>
                    <a:pt x="6374404" y="516623"/>
                  </a:lnTo>
                  <a:lnTo>
                    <a:pt x="6446027" y="469613"/>
                  </a:lnTo>
                  <a:lnTo>
                    <a:pt x="6517649" y="421625"/>
                  </a:lnTo>
                  <a:lnTo>
                    <a:pt x="6589272" y="372639"/>
                  </a:lnTo>
                  <a:lnTo>
                    <a:pt x="6660894" y="322635"/>
                  </a:lnTo>
                  <a:lnTo>
                    <a:pt x="6732517" y="271591"/>
                  </a:lnTo>
                  <a:lnTo>
                    <a:pt x="6804139" y="219485"/>
                  </a:lnTo>
                  <a:lnTo>
                    <a:pt x="6875762" y="166296"/>
                  </a:lnTo>
                  <a:lnTo>
                    <a:pt x="6947385" y="112001"/>
                  </a:lnTo>
                  <a:lnTo>
                    <a:pt x="7019007" y="565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2026-05-26T11:33:15Z</dcterms:modified>
  <cp:category/>
</cp:coreProperties>
</file>