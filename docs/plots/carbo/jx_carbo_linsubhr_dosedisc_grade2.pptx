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366598"/>
            </a:xfrm>
            <a:custGeom>
              <a:avLst/>
              <a:pathLst>
                <a:path w="7090630" h="3366598">
                  <a:moveTo>
                    <a:pt x="0" y="2445105"/>
                  </a:moveTo>
                  <a:lnTo>
                    <a:pt x="71622" y="2454376"/>
                  </a:lnTo>
                  <a:lnTo>
                    <a:pt x="143245" y="2463576"/>
                  </a:lnTo>
                  <a:lnTo>
                    <a:pt x="214867" y="2472705"/>
                  </a:lnTo>
                  <a:lnTo>
                    <a:pt x="286490" y="2481764"/>
                  </a:lnTo>
                  <a:lnTo>
                    <a:pt x="358112" y="2490754"/>
                  </a:lnTo>
                  <a:lnTo>
                    <a:pt x="429735" y="2499674"/>
                  </a:lnTo>
                  <a:lnTo>
                    <a:pt x="501357" y="2508526"/>
                  </a:lnTo>
                  <a:lnTo>
                    <a:pt x="572980" y="2517310"/>
                  </a:lnTo>
                  <a:lnTo>
                    <a:pt x="644602" y="2526027"/>
                  </a:lnTo>
                  <a:lnTo>
                    <a:pt x="716225" y="2534676"/>
                  </a:lnTo>
                  <a:lnTo>
                    <a:pt x="787847" y="2543259"/>
                  </a:lnTo>
                  <a:lnTo>
                    <a:pt x="859470" y="2551777"/>
                  </a:lnTo>
                  <a:lnTo>
                    <a:pt x="931092" y="2560229"/>
                  </a:lnTo>
                  <a:lnTo>
                    <a:pt x="1002715" y="2568616"/>
                  </a:lnTo>
                  <a:lnTo>
                    <a:pt x="1074337" y="2576938"/>
                  </a:lnTo>
                  <a:lnTo>
                    <a:pt x="1145960" y="2585197"/>
                  </a:lnTo>
                  <a:lnTo>
                    <a:pt x="1217582" y="2593393"/>
                  </a:lnTo>
                  <a:lnTo>
                    <a:pt x="1289205" y="2601525"/>
                  </a:lnTo>
                  <a:lnTo>
                    <a:pt x="1360827" y="2609595"/>
                  </a:lnTo>
                  <a:lnTo>
                    <a:pt x="1432450" y="2617603"/>
                  </a:lnTo>
                  <a:lnTo>
                    <a:pt x="1504073" y="2625550"/>
                  </a:lnTo>
                  <a:lnTo>
                    <a:pt x="1575695" y="2633435"/>
                  </a:lnTo>
                  <a:lnTo>
                    <a:pt x="1647318" y="2641260"/>
                  </a:lnTo>
                  <a:lnTo>
                    <a:pt x="1718940" y="2649025"/>
                  </a:lnTo>
                  <a:lnTo>
                    <a:pt x="1790563" y="2656730"/>
                  </a:lnTo>
                  <a:lnTo>
                    <a:pt x="1862185" y="2664377"/>
                  </a:lnTo>
                  <a:lnTo>
                    <a:pt x="1933808" y="2671964"/>
                  </a:lnTo>
                  <a:lnTo>
                    <a:pt x="2005430" y="2679493"/>
                  </a:lnTo>
                  <a:lnTo>
                    <a:pt x="2077053" y="2686965"/>
                  </a:lnTo>
                  <a:lnTo>
                    <a:pt x="2148675" y="2694379"/>
                  </a:lnTo>
                  <a:lnTo>
                    <a:pt x="2220298" y="2701736"/>
                  </a:lnTo>
                  <a:lnTo>
                    <a:pt x="2291920" y="2709036"/>
                  </a:lnTo>
                  <a:lnTo>
                    <a:pt x="2363543" y="2716281"/>
                  </a:lnTo>
                  <a:lnTo>
                    <a:pt x="2435165" y="2723470"/>
                  </a:lnTo>
                  <a:lnTo>
                    <a:pt x="2506788" y="2730604"/>
                  </a:lnTo>
                  <a:lnTo>
                    <a:pt x="2578410" y="2737683"/>
                  </a:lnTo>
                  <a:lnTo>
                    <a:pt x="2650033" y="2744707"/>
                  </a:lnTo>
                  <a:lnTo>
                    <a:pt x="2721655" y="2751678"/>
                  </a:lnTo>
                  <a:lnTo>
                    <a:pt x="2793278" y="2758595"/>
                  </a:lnTo>
                  <a:lnTo>
                    <a:pt x="2864901" y="2765459"/>
                  </a:lnTo>
                  <a:lnTo>
                    <a:pt x="2936523" y="2772271"/>
                  </a:lnTo>
                  <a:lnTo>
                    <a:pt x="3008146" y="2779030"/>
                  </a:lnTo>
                  <a:lnTo>
                    <a:pt x="3079768" y="2773513"/>
                  </a:lnTo>
                  <a:lnTo>
                    <a:pt x="3151391" y="2750256"/>
                  </a:lnTo>
                  <a:lnTo>
                    <a:pt x="3223013" y="2726383"/>
                  </a:lnTo>
                  <a:lnTo>
                    <a:pt x="3294636" y="2701879"/>
                  </a:lnTo>
                  <a:lnTo>
                    <a:pt x="3366258" y="2676726"/>
                  </a:lnTo>
                  <a:lnTo>
                    <a:pt x="3437881" y="2650908"/>
                  </a:lnTo>
                  <a:lnTo>
                    <a:pt x="3509503" y="2624407"/>
                  </a:lnTo>
                  <a:lnTo>
                    <a:pt x="3581126" y="2597205"/>
                  </a:lnTo>
                  <a:lnTo>
                    <a:pt x="3652748" y="2569283"/>
                  </a:lnTo>
                  <a:lnTo>
                    <a:pt x="3724371" y="2540623"/>
                  </a:lnTo>
                  <a:lnTo>
                    <a:pt x="3795993" y="2511204"/>
                  </a:lnTo>
                  <a:lnTo>
                    <a:pt x="3867616" y="2481008"/>
                  </a:lnTo>
                  <a:lnTo>
                    <a:pt x="3939238" y="2450012"/>
                  </a:lnTo>
                  <a:lnTo>
                    <a:pt x="4010861" y="2418196"/>
                  </a:lnTo>
                  <a:lnTo>
                    <a:pt x="4082483" y="2385539"/>
                  </a:lnTo>
                  <a:lnTo>
                    <a:pt x="4154106" y="2352017"/>
                  </a:lnTo>
                  <a:lnTo>
                    <a:pt x="4225729" y="2317609"/>
                  </a:lnTo>
                  <a:lnTo>
                    <a:pt x="4297351" y="2282291"/>
                  </a:lnTo>
                  <a:lnTo>
                    <a:pt x="4368974" y="2246038"/>
                  </a:lnTo>
                  <a:lnTo>
                    <a:pt x="4440596" y="2208826"/>
                  </a:lnTo>
                  <a:lnTo>
                    <a:pt x="4512219" y="2170630"/>
                  </a:lnTo>
                  <a:lnTo>
                    <a:pt x="4583841" y="2131423"/>
                  </a:lnTo>
                  <a:lnTo>
                    <a:pt x="4655464" y="2091179"/>
                  </a:lnTo>
                  <a:lnTo>
                    <a:pt x="4727086" y="2049870"/>
                  </a:lnTo>
                  <a:lnTo>
                    <a:pt x="4798709" y="2007469"/>
                  </a:lnTo>
                  <a:lnTo>
                    <a:pt x="4870331" y="1963946"/>
                  </a:lnTo>
                  <a:lnTo>
                    <a:pt x="4941954" y="1919271"/>
                  </a:lnTo>
                  <a:lnTo>
                    <a:pt x="5013576" y="1873414"/>
                  </a:lnTo>
                  <a:lnTo>
                    <a:pt x="5085199" y="1826345"/>
                  </a:lnTo>
                  <a:lnTo>
                    <a:pt x="5156821" y="1778030"/>
                  </a:lnTo>
                  <a:lnTo>
                    <a:pt x="5228444" y="1728437"/>
                  </a:lnTo>
                  <a:lnTo>
                    <a:pt x="5300066" y="1677532"/>
                  </a:lnTo>
                  <a:lnTo>
                    <a:pt x="5371689" y="1625280"/>
                  </a:lnTo>
                  <a:lnTo>
                    <a:pt x="5443311" y="1571646"/>
                  </a:lnTo>
                  <a:lnTo>
                    <a:pt x="5514934" y="1516593"/>
                  </a:lnTo>
                  <a:lnTo>
                    <a:pt x="5586557" y="1460084"/>
                  </a:lnTo>
                  <a:lnTo>
                    <a:pt x="5658179" y="1402079"/>
                  </a:lnTo>
                  <a:lnTo>
                    <a:pt x="5729802" y="1342541"/>
                  </a:lnTo>
                  <a:lnTo>
                    <a:pt x="5801424" y="1281427"/>
                  </a:lnTo>
                  <a:lnTo>
                    <a:pt x="5873047" y="1218696"/>
                  </a:lnTo>
                  <a:lnTo>
                    <a:pt x="5944669" y="1154306"/>
                  </a:lnTo>
                  <a:lnTo>
                    <a:pt x="6016292" y="1088212"/>
                  </a:lnTo>
                  <a:lnTo>
                    <a:pt x="6087914" y="1020370"/>
                  </a:lnTo>
                  <a:lnTo>
                    <a:pt x="6159537" y="950733"/>
                  </a:lnTo>
                  <a:lnTo>
                    <a:pt x="6231159" y="879253"/>
                  </a:lnTo>
                  <a:lnTo>
                    <a:pt x="6302782" y="805883"/>
                  </a:lnTo>
                  <a:lnTo>
                    <a:pt x="6374404" y="730572"/>
                  </a:lnTo>
                  <a:lnTo>
                    <a:pt x="6446027" y="653268"/>
                  </a:lnTo>
                  <a:lnTo>
                    <a:pt x="6517649" y="573919"/>
                  </a:lnTo>
                  <a:lnTo>
                    <a:pt x="6589272" y="492471"/>
                  </a:lnTo>
                  <a:lnTo>
                    <a:pt x="6660894" y="408869"/>
                  </a:lnTo>
                  <a:lnTo>
                    <a:pt x="6732517" y="323055"/>
                  </a:lnTo>
                  <a:lnTo>
                    <a:pt x="6804139" y="234970"/>
                  </a:lnTo>
                  <a:lnTo>
                    <a:pt x="6875762" y="144555"/>
                  </a:lnTo>
                  <a:lnTo>
                    <a:pt x="6947385" y="51748"/>
                  </a:lnTo>
                  <a:lnTo>
                    <a:pt x="6986292" y="0"/>
                  </a:lnTo>
                  <a:lnTo>
                    <a:pt x="7090630" y="0"/>
                  </a:lnTo>
                  <a:lnTo>
                    <a:pt x="7090630" y="3089615"/>
                  </a:lnTo>
                  <a:lnTo>
                    <a:pt x="7019007" y="3085259"/>
                  </a:lnTo>
                  <a:lnTo>
                    <a:pt x="6947385" y="3080869"/>
                  </a:lnTo>
                  <a:lnTo>
                    <a:pt x="6875762" y="3076445"/>
                  </a:lnTo>
                  <a:lnTo>
                    <a:pt x="6804139" y="3071987"/>
                  </a:lnTo>
                  <a:lnTo>
                    <a:pt x="6732517" y="3067495"/>
                  </a:lnTo>
                  <a:lnTo>
                    <a:pt x="6660894" y="3062967"/>
                  </a:lnTo>
                  <a:lnTo>
                    <a:pt x="6589272" y="3058405"/>
                  </a:lnTo>
                  <a:lnTo>
                    <a:pt x="6517649" y="3053808"/>
                  </a:lnTo>
                  <a:lnTo>
                    <a:pt x="6446027" y="3049174"/>
                  </a:lnTo>
                  <a:lnTo>
                    <a:pt x="6374404" y="3044505"/>
                  </a:lnTo>
                  <a:lnTo>
                    <a:pt x="6302782" y="3039800"/>
                  </a:lnTo>
                  <a:lnTo>
                    <a:pt x="6231159" y="3035059"/>
                  </a:lnTo>
                  <a:lnTo>
                    <a:pt x="6159537" y="3030281"/>
                  </a:lnTo>
                  <a:lnTo>
                    <a:pt x="6087914" y="3025465"/>
                  </a:lnTo>
                  <a:lnTo>
                    <a:pt x="6016292" y="3020613"/>
                  </a:lnTo>
                  <a:lnTo>
                    <a:pt x="5944669" y="3015723"/>
                  </a:lnTo>
                  <a:lnTo>
                    <a:pt x="5873047" y="3010795"/>
                  </a:lnTo>
                  <a:lnTo>
                    <a:pt x="5801424" y="3005829"/>
                  </a:lnTo>
                  <a:lnTo>
                    <a:pt x="5729802" y="3000825"/>
                  </a:lnTo>
                  <a:lnTo>
                    <a:pt x="5658179" y="2995782"/>
                  </a:lnTo>
                  <a:lnTo>
                    <a:pt x="5586557" y="2990700"/>
                  </a:lnTo>
                  <a:lnTo>
                    <a:pt x="5514934" y="2985578"/>
                  </a:lnTo>
                  <a:lnTo>
                    <a:pt x="5443311" y="2980417"/>
                  </a:lnTo>
                  <a:lnTo>
                    <a:pt x="5371689" y="2975216"/>
                  </a:lnTo>
                  <a:lnTo>
                    <a:pt x="5300066" y="2969975"/>
                  </a:lnTo>
                  <a:lnTo>
                    <a:pt x="5228444" y="2964693"/>
                  </a:lnTo>
                  <a:lnTo>
                    <a:pt x="5156821" y="2959371"/>
                  </a:lnTo>
                  <a:lnTo>
                    <a:pt x="5085199" y="2954007"/>
                  </a:lnTo>
                  <a:lnTo>
                    <a:pt x="5013576" y="2948602"/>
                  </a:lnTo>
                  <a:lnTo>
                    <a:pt x="4941954" y="2943154"/>
                  </a:lnTo>
                  <a:lnTo>
                    <a:pt x="4870331" y="2937665"/>
                  </a:lnTo>
                  <a:lnTo>
                    <a:pt x="4798709" y="2932133"/>
                  </a:lnTo>
                  <a:lnTo>
                    <a:pt x="4727086" y="2926559"/>
                  </a:lnTo>
                  <a:lnTo>
                    <a:pt x="4655464" y="2920941"/>
                  </a:lnTo>
                  <a:lnTo>
                    <a:pt x="4583841" y="2915280"/>
                  </a:lnTo>
                  <a:lnTo>
                    <a:pt x="4512219" y="2909575"/>
                  </a:lnTo>
                  <a:lnTo>
                    <a:pt x="4440596" y="2903826"/>
                  </a:lnTo>
                  <a:lnTo>
                    <a:pt x="4368974" y="2898033"/>
                  </a:lnTo>
                  <a:lnTo>
                    <a:pt x="4297351" y="2892194"/>
                  </a:lnTo>
                  <a:lnTo>
                    <a:pt x="4225729" y="2886311"/>
                  </a:lnTo>
                  <a:lnTo>
                    <a:pt x="4154106" y="2880382"/>
                  </a:lnTo>
                  <a:lnTo>
                    <a:pt x="4082483" y="2874407"/>
                  </a:lnTo>
                  <a:lnTo>
                    <a:pt x="4010861" y="2868385"/>
                  </a:lnTo>
                  <a:lnTo>
                    <a:pt x="3939238" y="2862318"/>
                  </a:lnTo>
                  <a:lnTo>
                    <a:pt x="3867616" y="2856203"/>
                  </a:lnTo>
                  <a:lnTo>
                    <a:pt x="3795993" y="2850041"/>
                  </a:lnTo>
                  <a:lnTo>
                    <a:pt x="3724371" y="2843831"/>
                  </a:lnTo>
                  <a:lnTo>
                    <a:pt x="3652748" y="2837574"/>
                  </a:lnTo>
                  <a:lnTo>
                    <a:pt x="3581126" y="2831267"/>
                  </a:lnTo>
                  <a:lnTo>
                    <a:pt x="3509503" y="2824912"/>
                  </a:lnTo>
                  <a:lnTo>
                    <a:pt x="3437881" y="2818508"/>
                  </a:lnTo>
                  <a:lnTo>
                    <a:pt x="3366258" y="2812055"/>
                  </a:lnTo>
                  <a:lnTo>
                    <a:pt x="3294636" y="2805551"/>
                  </a:lnTo>
                  <a:lnTo>
                    <a:pt x="3223013" y="2798997"/>
                  </a:lnTo>
                  <a:lnTo>
                    <a:pt x="3151391" y="2792393"/>
                  </a:lnTo>
                  <a:lnTo>
                    <a:pt x="3079768" y="2785737"/>
                  </a:lnTo>
                  <a:lnTo>
                    <a:pt x="3008146" y="2796171"/>
                  </a:lnTo>
                  <a:lnTo>
                    <a:pt x="2936523" y="2818245"/>
                  </a:lnTo>
                  <a:lnTo>
                    <a:pt x="2864901" y="2839750"/>
                  </a:lnTo>
                  <a:lnTo>
                    <a:pt x="2793278" y="2860701"/>
                  </a:lnTo>
                  <a:lnTo>
                    <a:pt x="2721655" y="2881112"/>
                  </a:lnTo>
                  <a:lnTo>
                    <a:pt x="2650033" y="2900997"/>
                  </a:lnTo>
                  <a:lnTo>
                    <a:pt x="2578410" y="2920369"/>
                  </a:lnTo>
                  <a:lnTo>
                    <a:pt x="2506788" y="2939243"/>
                  </a:lnTo>
                  <a:lnTo>
                    <a:pt x="2435165" y="2957629"/>
                  </a:lnTo>
                  <a:lnTo>
                    <a:pt x="2363543" y="2975542"/>
                  </a:lnTo>
                  <a:lnTo>
                    <a:pt x="2291920" y="2992993"/>
                  </a:lnTo>
                  <a:lnTo>
                    <a:pt x="2220298" y="3009994"/>
                  </a:lnTo>
                  <a:lnTo>
                    <a:pt x="2148675" y="3026558"/>
                  </a:lnTo>
                  <a:lnTo>
                    <a:pt x="2077053" y="3042694"/>
                  </a:lnTo>
                  <a:lnTo>
                    <a:pt x="2005430" y="3058414"/>
                  </a:lnTo>
                  <a:lnTo>
                    <a:pt x="1933808" y="3073729"/>
                  </a:lnTo>
                  <a:lnTo>
                    <a:pt x="1862185" y="3088650"/>
                  </a:lnTo>
                  <a:lnTo>
                    <a:pt x="1790563" y="3103186"/>
                  </a:lnTo>
                  <a:lnTo>
                    <a:pt x="1718940" y="3117347"/>
                  </a:lnTo>
                  <a:lnTo>
                    <a:pt x="1647318" y="3131143"/>
                  </a:lnTo>
                  <a:lnTo>
                    <a:pt x="1575695" y="3144584"/>
                  </a:lnTo>
                  <a:lnTo>
                    <a:pt x="1504073" y="3157679"/>
                  </a:lnTo>
                  <a:lnTo>
                    <a:pt x="1432450" y="3170435"/>
                  </a:lnTo>
                  <a:lnTo>
                    <a:pt x="1360827" y="3182863"/>
                  </a:lnTo>
                  <a:lnTo>
                    <a:pt x="1289205" y="3194971"/>
                  </a:lnTo>
                  <a:lnTo>
                    <a:pt x="1217582" y="3206767"/>
                  </a:lnTo>
                  <a:lnTo>
                    <a:pt x="1145960" y="3218259"/>
                  </a:lnTo>
                  <a:lnTo>
                    <a:pt x="1074337" y="3229454"/>
                  </a:lnTo>
                  <a:lnTo>
                    <a:pt x="1002715" y="3240361"/>
                  </a:lnTo>
                  <a:lnTo>
                    <a:pt x="931092" y="3250987"/>
                  </a:lnTo>
                  <a:lnTo>
                    <a:pt x="859470" y="3261339"/>
                  </a:lnTo>
                  <a:lnTo>
                    <a:pt x="787847" y="3271424"/>
                  </a:lnTo>
                  <a:lnTo>
                    <a:pt x="716225" y="3281249"/>
                  </a:lnTo>
                  <a:lnTo>
                    <a:pt x="644602" y="3290821"/>
                  </a:lnTo>
                  <a:lnTo>
                    <a:pt x="572980" y="3300147"/>
                  </a:lnTo>
                  <a:lnTo>
                    <a:pt x="501357" y="3309232"/>
                  </a:lnTo>
                  <a:lnTo>
                    <a:pt x="429735" y="3318083"/>
                  </a:lnTo>
                  <a:lnTo>
                    <a:pt x="358112" y="3326705"/>
                  </a:lnTo>
                  <a:lnTo>
                    <a:pt x="286490" y="3335106"/>
                  </a:lnTo>
                  <a:lnTo>
                    <a:pt x="214867" y="3343290"/>
                  </a:lnTo>
                  <a:lnTo>
                    <a:pt x="143245" y="3351263"/>
                  </a:lnTo>
                  <a:lnTo>
                    <a:pt x="71622" y="3359030"/>
                  </a:lnTo>
                  <a:lnTo>
                    <a:pt x="0" y="33665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986292" cy="2779030"/>
            </a:xfrm>
            <a:custGeom>
              <a:avLst/>
              <a:pathLst>
                <a:path w="6986292" h="2779030">
                  <a:moveTo>
                    <a:pt x="0" y="2445105"/>
                  </a:moveTo>
                  <a:lnTo>
                    <a:pt x="71622" y="2454376"/>
                  </a:lnTo>
                  <a:lnTo>
                    <a:pt x="143245" y="2463576"/>
                  </a:lnTo>
                  <a:lnTo>
                    <a:pt x="214867" y="2472705"/>
                  </a:lnTo>
                  <a:lnTo>
                    <a:pt x="286490" y="2481764"/>
                  </a:lnTo>
                  <a:lnTo>
                    <a:pt x="358112" y="2490754"/>
                  </a:lnTo>
                  <a:lnTo>
                    <a:pt x="429735" y="2499674"/>
                  </a:lnTo>
                  <a:lnTo>
                    <a:pt x="501357" y="2508526"/>
                  </a:lnTo>
                  <a:lnTo>
                    <a:pt x="572980" y="2517310"/>
                  </a:lnTo>
                  <a:lnTo>
                    <a:pt x="644602" y="2526027"/>
                  </a:lnTo>
                  <a:lnTo>
                    <a:pt x="716225" y="2534676"/>
                  </a:lnTo>
                  <a:lnTo>
                    <a:pt x="787847" y="2543259"/>
                  </a:lnTo>
                  <a:lnTo>
                    <a:pt x="859470" y="2551777"/>
                  </a:lnTo>
                  <a:lnTo>
                    <a:pt x="931092" y="2560229"/>
                  </a:lnTo>
                  <a:lnTo>
                    <a:pt x="1002715" y="2568616"/>
                  </a:lnTo>
                  <a:lnTo>
                    <a:pt x="1074337" y="2576938"/>
                  </a:lnTo>
                  <a:lnTo>
                    <a:pt x="1145960" y="2585197"/>
                  </a:lnTo>
                  <a:lnTo>
                    <a:pt x="1217582" y="2593393"/>
                  </a:lnTo>
                  <a:lnTo>
                    <a:pt x="1289205" y="2601525"/>
                  </a:lnTo>
                  <a:lnTo>
                    <a:pt x="1360827" y="2609595"/>
                  </a:lnTo>
                  <a:lnTo>
                    <a:pt x="1432450" y="2617603"/>
                  </a:lnTo>
                  <a:lnTo>
                    <a:pt x="1504073" y="2625550"/>
                  </a:lnTo>
                  <a:lnTo>
                    <a:pt x="1575695" y="2633435"/>
                  </a:lnTo>
                  <a:lnTo>
                    <a:pt x="1647318" y="2641260"/>
                  </a:lnTo>
                  <a:lnTo>
                    <a:pt x="1718940" y="2649025"/>
                  </a:lnTo>
                  <a:lnTo>
                    <a:pt x="1790563" y="2656730"/>
                  </a:lnTo>
                  <a:lnTo>
                    <a:pt x="1862185" y="2664377"/>
                  </a:lnTo>
                  <a:lnTo>
                    <a:pt x="1933808" y="2671964"/>
                  </a:lnTo>
                  <a:lnTo>
                    <a:pt x="2005430" y="2679493"/>
                  </a:lnTo>
                  <a:lnTo>
                    <a:pt x="2077053" y="2686965"/>
                  </a:lnTo>
                  <a:lnTo>
                    <a:pt x="2148675" y="2694379"/>
                  </a:lnTo>
                  <a:lnTo>
                    <a:pt x="2220298" y="2701736"/>
                  </a:lnTo>
                  <a:lnTo>
                    <a:pt x="2291920" y="2709036"/>
                  </a:lnTo>
                  <a:lnTo>
                    <a:pt x="2363543" y="2716281"/>
                  </a:lnTo>
                  <a:lnTo>
                    <a:pt x="2435165" y="2723470"/>
                  </a:lnTo>
                  <a:lnTo>
                    <a:pt x="2506788" y="2730604"/>
                  </a:lnTo>
                  <a:lnTo>
                    <a:pt x="2578410" y="2737683"/>
                  </a:lnTo>
                  <a:lnTo>
                    <a:pt x="2650033" y="2744707"/>
                  </a:lnTo>
                  <a:lnTo>
                    <a:pt x="2721655" y="2751678"/>
                  </a:lnTo>
                  <a:lnTo>
                    <a:pt x="2793278" y="2758595"/>
                  </a:lnTo>
                  <a:lnTo>
                    <a:pt x="2864901" y="2765459"/>
                  </a:lnTo>
                  <a:lnTo>
                    <a:pt x="2936523" y="2772271"/>
                  </a:lnTo>
                  <a:lnTo>
                    <a:pt x="3008146" y="2779030"/>
                  </a:lnTo>
                  <a:lnTo>
                    <a:pt x="3079768" y="2773513"/>
                  </a:lnTo>
                  <a:lnTo>
                    <a:pt x="3151391" y="2750256"/>
                  </a:lnTo>
                  <a:lnTo>
                    <a:pt x="3223013" y="2726383"/>
                  </a:lnTo>
                  <a:lnTo>
                    <a:pt x="3294636" y="2701879"/>
                  </a:lnTo>
                  <a:lnTo>
                    <a:pt x="3366258" y="2676726"/>
                  </a:lnTo>
                  <a:lnTo>
                    <a:pt x="3437881" y="2650908"/>
                  </a:lnTo>
                  <a:lnTo>
                    <a:pt x="3509503" y="2624407"/>
                  </a:lnTo>
                  <a:lnTo>
                    <a:pt x="3581126" y="2597205"/>
                  </a:lnTo>
                  <a:lnTo>
                    <a:pt x="3652748" y="2569283"/>
                  </a:lnTo>
                  <a:lnTo>
                    <a:pt x="3724371" y="2540623"/>
                  </a:lnTo>
                  <a:lnTo>
                    <a:pt x="3795993" y="2511204"/>
                  </a:lnTo>
                  <a:lnTo>
                    <a:pt x="3867616" y="2481008"/>
                  </a:lnTo>
                  <a:lnTo>
                    <a:pt x="3939238" y="2450012"/>
                  </a:lnTo>
                  <a:lnTo>
                    <a:pt x="4010861" y="2418196"/>
                  </a:lnTo>
                  <a:lnTo>
                    <a:pt x="4082483" y="2385539"/>
                  </a:lnTo>
                  <a:lnTo>
                    <a:pt x="4154106" y="2352017"/>
                  </a:lnTo>
                  <a:lnTo>
                    <a:pt x="4225729" y="2317609"/>
                  </a:lnTo>
                  <a:lnTo>
                    <a:pt x="4297351" y="2282291"/>
                  </a:lnTo>
                  <a:lnTo>
                    <a:pt x="4368974" y="2246038"/>
                  </a:lnTo>
                  <a:lnTo>
                    <a:pt x="4440596" y="2208826"/>
                  </a:lnTo>
                  <a:lnTo>
                    <a:pt x="4512219" y="2170630"/>
                  </a:lnTo>
                  <a:lnTo>
                    <a:pt x="4583841" y="2131423"/>
                  </a:lnTo>
                  <a:lnTo>
                    <a:pt x="4655464" y="2091179"/>
                  </a:lnTo>
                  <a:lnTo>
                    <a:pt x="4727086" y="2049870"/>
                  </a:lnTo>
                  <a:lnTo>
                    <a:pt x="4798709" y="2007469"/>
                  </a:lnTo>
                  <a:lnTo>
                    <a:pt x="4870331" y="1963946"/>
                  </a:lnTo>
                  <a:lnTo>
                    <a:pt x="4941954" y="1919271"/>
                  </a:lnTo>
                  <a:lnTo>
                    <a:pt x="5013576" y="1873414"/>
                  </a:lnTo>
                  <a:lnTo>
                    <a:pt x="5085199" y="1826345"/>
                  </a:lnTo>
                  <a:lnTo>
                    <a:pt x="5156821" y="1778030"/>
                  </a:lnTo>
                  <a:lnTo>
                    <a:pt x="5228444" y="1728437"/>
                  </a:lnTo>
                  <a:lnTo>
                    <a:pt x="5300066" y="1677532"/>
                  </a:lnTo>
                  <a:lnTo>
                    <a:pt x="5371689" y="1625280"/>
                  </a:lnTo>
                  <a:lnTo>
                    <a:pt x="5443311" y="1571646"/>
                  </a:lnTo>
                  <a:lnTo>
                    <a:pt x="5514934" y="1516593"/>
                  </a:lnTo>
                  <a:lnTo>
                    <a:pt x="5586557" y="1460084"/>
                  </a:lnTo>
                  <a:lnTo>
                    <a:pt x="5658179" y="1402079"/>
                  </a:lnTo>
                  <a:lnTo>
                    <a:pt x="5729802" y="1342541"/>
                  </a:lnTo>
                  <a:lnTo>
                    <a:pt x="5801424" y="1281427"/>
                  </a:lnTo>
                  <a:lnTo>
                    <a:pt x="5873047" y="1218696"/>
                  </a:lnTo>
                  <a:lnTo>
                    <a:pt x="5944669" y="1154306"/>
                  </a:lnTo>
                  <a:lnTo>
                    <a:pt x="6016292" y="1088212"/>
                  </a:lnTo>
                  <a:lnTo>
                    <a:pt x="6087914" y="1020370"/>
                  </a:lnTo>
                  <a:lnTo>
                    <a:pt x="6159537" y="950733"/>
                  </a:lnTo>
                  <a:lnTo>
                    <a:pt x="6231159" y="879253"/>
                  </a:lnTo>
                  <a:lnTo>
                    <a:pt x="6302782" y="805883"/>
                  </a:lnTo>
                  <a:lnTo>
                    <a:pt x="6374404" y="730572"/>
                  </a:lnTo>
                  <a:lnTo>
                    <a:pt x="6446027" y="653268"/>
                  </a:lnTo>
                  <a:lnTo>
                    <a:pt x="6517649" y="573919"/>
                  </a:lnTo>
                  <a:lnTo>
                    <a:pt x="6589272" y="492471"/>
                  </a:lnTo>
                  <a:lnTo>
                    <a:pt x="6660894" y="408869"/>
                  </a:lnTo>
                  <a:lnTo>
                    <a:pt x="6732517" y="323055"/>
                  </a:lnTo>
                  <a:lnTo>
                    <a:pt x="6804139" y="234970"/>
                  </a:lnTo>
                  <a:lnTo>
                    <a:pt x="6875762" y="144555"/>
                  </a:lnTo>
                  <a:lnTo>
                    <a:pt x="6947385" y="51748"/>
                  </a:lnTo>
                  <a:lnTo>
                    <a:pt x="6986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2300"/>
              <a:ext cx="7090630" cy="580860"/>
            </a:xfrm>
            <a:custGeom>
              <a:avLst/>
              <a:pathLst>
                <a:path w="7090630" h="580860">
                  <a:moveTo>
                    <a:pt x="7090630" y="303878"/>
                  </a:moveTo>
                  <a:lnTo>
                    <a:pt x="7019007" y="299521"/>
                  </a:lnTo>
                  <a:lnTo>
                    <a:pt x="6947385" y="295132"/>
                  </a:lnTo>
                  <a:lnTo>
                    <a:pt x="6875762" y="290708"/>
                  </a:lnTo>
                  <a:lnTo>
                    <a:pt x="6804139" y="286250"/>
                  </a:lnTo>
                  <a:lnTo>
                    <a:pt x="6732517" y="281757"/>
                  </a:lnTo>
                  <a:lnTo>
                    <a:pt x="6660894" y="277230"/>
                  </a:lnTo>
                  <a:lnTo>
                    <a:pt x="6589272" y="272668"/>
                  </a:lnTo>
                  <a:lnTo>
                    <a:pt x="6517649" y="268070"/>
                  </a:lnTo>
                  <a:lnTo>
                    <a:pt x="6446027" y="263437"/>
                  </a:lnTo>
                  <a:lnTo>
                    <a:pt x="6374404" y="258768"/>
                  </a:lnTo>
                  <a:lnTo>
                    <a:pt x="6302782" y="254063"/>
                  </a:lnTo>
                  <a:lnTo>
                    <a:pt x="6231159" y="249321"/>
                  </a:lnTo>
                  <a:lnTo>
                    <a:pt x="6159537" y="244543"/>
                  </a:lnTo>
                  <a:lnTo>
                    <a:pt x="6087914" y="239728"/>
                  </a:lnTo>
                  <a:lnTo>
                    <a:pt x="6016292" y="234876"/>
                  </a:lnTo>
                  <a:lnTo>
                    <a:pt x="5944669" y="229986"/>
                  </a:lnTo>
                  <a:lnTo>
                    <a:pt x="5873047" y="225058"/>
                  </a:lnTo>
                  <a:lnTo>
                    <a:pt x="5801424" y="220092"/>
                  </a:lnTo>
                  <a:lnTo>
                    <a:pt x="5729802" y="215087"/>
                  </a:lnTo>
                  <a:lnTo>
                    <a:pt x="5658179" y="210044"/>
                  </a:lnTo>
                  <a:lnTo>
                    <a:pt x="5586557" y="204962"/>
                  </a:lnTo>
                  <a:lnTo>
                    <a:pt x="5514934" y="199841"/>
                  </a:lnTo>
                  <a:lnTo>
                    <a:pt x="5443311" y="194680"/>
                  </a:lnTo>
                  <a:lnTo>
                    <a:pt x="5371689" y="189479"/>
                  </a:lnTo>
                  <a:lnTo>
                    <a:pt x="5300066" y="184238"/>
                  </a:lnTo>
                  <a:lnTo>
                    <a:pt x="5228444" y="178956"/>
                  </a:lnTo>
                  <a:lnTo>
                    <a:pt x="5156821" y="173633"/>
                  </a:lnTo>
                  <a:lnTo>
                    <a:pt x="5085199" y="168269"/>
                  </a:lnTo>
                  <a:lnTo>
                    <a:pt x="5013576" y="162864"/>
                  </a:lnTo>
                  <a:lnTo>
                    <a:pt x="4941954" y="157417"/>
                  </a:lnTo>
                  <a:lnTo>
                    <a:pt x="4870331" y="151928"/>
                  </a:lnTo>
                  <a:lnTo>
                    <a:pt x="4798709" y="146396"/>
                  </a:lnTo>
                  <a:lnTo>
                    <a:pt x="4727086" y="140821"/>
                  </a:lnTo>
                  <a:lnTo>
                    <a:pt x="4655464" y="135204"/>
                  </a:lnTo>
                  <a:lnTo>
                    <a:pt x="4583841" y="129543"/>
                  </a:lnTo>
                  <a:lnTo>
                    <a:pt x="4512219" y="123838"/>
                  </a:lnTo>
                  <a:lnTo>
                    <a:pt x="4440596" y="118089"/>
                  </a:lnTo>
                  <a:lnTo>
                    <a:pt x="4368974" y="112295"/>
                  </a:lnTo>
                  <a:lnTo>
                    <a:pt x="4297351" y="106457"/>
                  </a:lnTo>
                  <a:lnTo>
                    <a:pt x="4225729" y="100573"/>
                  </a:lnTo>
                  <a:lnTo>
                    <a:pt x="4154106" y="94644"/>
                  </a:lnTo>
                  <a:lnTo>
                    <a:pt x="4082483" y="88669"/>
                  </a:lnTo>
                  <a:lnTo>
                    <a:pt x="4010861" y="82648"/>
                  </a:lnTo>
                  <a:lnTo>
                    <a:pt x="3939238" y="76580"/>
                  </a:lnTo>
                  <a:lnTo>
                    <a:pt x="3867616" y="70466"/>
                  </a:lnTo>
                  <a:lnTo>
                    <a:pt x="3795993" y="64304"/>
                  </a:lnTo>
                  <a:lnTo>
                    <a:pt x="3724371" y="58094"/>
                  </a:lnTo>
                  <a:lnTo>
                    <a:pt x="3652748" y="51836"/>
                  </a:lnTo>
                  <a:lnTo>
                    <a:pt x="3581126" y="45530"/>
                  </a:lnTo>
                  <a:lnTo>
                    <a:pt x="3509503" y="39175"/>
                  </a:lnTo>
                  <a:lnTo>
                    <a:pt x="3437881" y="32771"/>
                  </a:lnTo>
                  <a:lnTo>
                    <a:pt x="3366258" y="26317"/>
                  </a:lnTo>
                  <a:lnTo>
                    <a:pt x="3294636" y="19814"/>
                  </a:lnTo>
                  <a:lnTo>
                    <a:pt x="3223013" y="13260"/>
                  </a:lnTo>
                  <a:lnTo>
                    <a:pt x="3151391" y="6655"/>
                  </a:lnTo>
                  <a:lnTo>
                    <a:pt x="3079768" y="0"/>
                  </a:lnTo>
                  <a:lnTo>
                    <a:pt x="3008146" y="10434"/>
                  </a:lnTo>
                  <a:lnTo>
                    <a:pt x="2936523" y="32508"/>
                  </a:lnTo>
                  <a:lnTo>
                    <a:pt x="2864901" y="54013"/>
                  </a:lnTo>
                  <a:lnTo>
                    <a:pt x="2793278" y="74964"/>
                  </a:lnTo>
                  <a:lnTo>
                    <a:pt x="2721655" y="95375"/>
                  </a:lnTo>
                  <a:lnTo>
                    <a:pt x="2650033" y="115260"/>
                  </a:lnTo>
                  <a:lnTo>
                    <a:pt x="2578410" y="134632"/>
                  </a:lnTo>
                  <a:lnTo>
                    <a:pt x="2506788" y="153505"/>
                  </a:lnTo>
                  <a:lnTo>
                    <a:pt x="2435165" y="171892"/>
                  </a:lnTo>
                  <a:lnTo>
                    <a:pt x="2363543" y="189805"/>
                  </a:lnTo>
                  <a:lnTo>
                    <a:pt x="2291920" y="207256"/>
                  </a:lnTo>
                  <a:lnTo>
                    <a:pt x="2220298" y="224257"/>
                  </a:lnTo>
                  <a:lnTo>
                    <a:pt x="2148675" y="240820"/>
                  </a:lnTo>
                  <a:lnTo>
                    <a:pt x="2077053" y="256956"/>
                  </a:lnTo>
                  <a:lnTo>
                    <a:pt x="2005430" y="272677"/>
                  </a:lnTo>
                  <a:lnTo>
                    <a:pt x="1933808" y="287992"/>
                  </a:lnTo>
                  <a:lnTo>
                    <a:pt x="1862185" y="302912"/>
                  </a:lnTo>
                  <a:lnTo>
                    <a:pt x="1790563" y="317448"/>
                  </a:lnTo>
                  <a:lnTo>
                    <a:pt x="1718940" y="331610"/>
                  </a:lnTo>
                  <a:lnTo>
                    <a:pt x="1647318" y="345406"/>
                  </a:lnTo>
                  <a:lnTo>
                    <a:pt x="1575695" y="358847"/>
                  </a:lnTo>
                  <a:lnTo>
                    <a:pt x="1504073" y="371941"/>
                  </a:lnTo>
                  <a:lnTo>
                    <a:pt x="1432450" y="384698"/>
                  </a:lnTo>
                  <a:lnTo>
                    <a:pt x="1360827" y="397126"/>
                  </a:lnTo>
                  <a:lnTo>
                    <a:pt x="1289205" y="409234"/>
                  </a:lnTo>
                  <a:lnTo>
                    <a:pt x="1217582" y="421029"/>
                  </a:lnTo>
                  <a:lnTo>
                    <a:pt x="1145960" y="432521"/>
                  </a:lnTo>
                  <a:lnTo>
                    <a:pt x="1074337" y="443717"/>
                  </a:lnTo>
                  <a:lnTo>
                    <a:pt x="1002715" y="454624"/>
                  </a:lnTo>
                  <a:lnTo>
                    <a:pt x="931092" y="465249"/>
                  </a:lnTo>
                  <a:lnTo>
                    <a:pt x="859470" y="475601"/>
                  </a:lnTo>
                  <a:lnTo>
                    <a:pt x="787847" y="485687"/>
                  </a:lnTo>
                  <a:lnTo>
                    <a:pt x="716225" y="495512"/>
                  </a:lnTo>
                  <a:lnTo>
                    <a:pt x="644602" y="505084"/>
                  </a:lnTo>
                  <a:lnTo>
                    <a:pt x="572980" y="514409"/>
                  </a:lnTo>
                  <a:lnTo>
                    <a:pt x="501357" y="523494"/>
                  </a:lnTo>
                  <a:lnTo>
                    <a:pt x="429735" y="532345"/>
                  </a:lnTo>
                  <a:lnTo>
                    <a:pt x="358112" y="540968"/>
                  </a:lnTo>
                  <a:lnTo>
                    <a:pt x="286490" y="549368"/>
                  </a:lnTo>
                  <a:lnTo>
                    <a:pt x="214867" y="557552"/>
                  </a:lnTo>
                  <a:lnTo>
                    <a:pt x="143245" y="565525"/>
                  </a:lnTo>
                  <a:lnTo>
                    <a:pt x="71622" y="573293"/>
                  </a:lnTo>
                  <a:lnTo>
                    <a:pt x="0" y="580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087668"/>
              <a:ext cx="7090630" cy="873821"/>
            </a:xfrm>
            <a:custGeom>
              <a:avLst/>
              <a:pathLst>
                <a:path w="7090630" h="873821">
                  <a:moveTo>
                    <a:pt x="0" y="873821"/>
                  </a:moveTo>
                  <a:lnTo>
                    <a:pt x="71622" y="868388"/>
                  </a:lnTo>
                  <a:lnTo>
                    <a:pt x="143245" y="862905"/>
                  </a:lnTo>
                  <a:lnTo>
                    <a:pt x="214867" y="857371"/>
                  </a:lnTo>
                  <a:lnTo>
                    <a:pt x="286490" y="851786"/>
                  </a:lnTo>
                  <a:lnTo>
                    <a:pt x="358112" y="846149"/>
                  </a:lnTo>
                  <a:lnTo>
                    <a:pt x="429735" y="840460"/>
                  </a:lnTo>
                  <a:lnTo>
                    <a:pt x="501357" y="834718"/>
                  </a:lnTo>
                  <a:lnTo>
                    <a:pt x="572980" y="828924"/>
                  </a:lnTo>
                  <a:lnTo>
                    <a:pt x="644602" y="823075"/>
                  </a:lnTo>
                  <a:lnTo>
                    <a:pt x="716225" y="817173"/>
                  </a:lnTo>
                  <a:lnTo>
                    <a:pt x="787847" y="811216"/>
                  </a:lnTo>
                  <a:lnTo>
                    <a:pt x="859470" y="805204"/>
                  </a:lnTo>
                  <a:lnTo>
                    <a:pt x="931092" y="799137"/>
                  </a:lnTo>
                  <a:lnTo>
                    <a:pt x="1002715" y="793013"/>
                  </a:lnTo>
                  <a:lnTo>
                    <a:pt x="1074337" y="786833"/>
                  </a:lnTo>
                  <a:lnTo>
                    <a:pt x="1145960" y="780596"/>
                  </a:lnTo>
                  <a:lnTo>
                    <a:pt x="1217582" y="774301"/>
                  </a:lnTo>
                  <a:lnTo>
                    <a:pt x="1289205" y="767948"/>
                  </a:lnTo>
                  <a:lnTo>
                    <a:pt x="1360827" y="761536"/>
                  </a:lnTo>
                  <a:lnTo>
                    <a:pt x="1432450" y="755065"/>
                  </a:lnTo>
                  <a:lnTo>
                    <a:pt x="1504073" y="748534"/>
                  </a:lnTo>
                  <a:lnTo>
                    <a:pt x="1575695" y="741942"/>
                  </a:lnTo>
                  <a:lnTo>
                    <a:pt x="1647318" y="735290"/>
                  </a:lnTo>
                  <a:lnTo>
                    <a:pt x="1718940" y="728576"/>
                  </a:lnTo>
                  <a:lnTo>
                    <a:pt x="1790563" y="721800"/>
                  </a:lnTo>
                  <a:lnTo>
                    <a:pt x="1862185" y="714962"/>
                  </a:lnTo>
                  <a:lnTo>
                    <a:pt x="1933808" y="708060"/>
                  </a:lnTo>
                  <a:lnTo>
                    <a:pt x="2005430" y="701095"/>
                  </a:lnTo>
                  <a:lnTo>
                    <a:pt x="2077053" y="694065"/>
                  </a:lnTo>
                  <a:lnTo>
                    <a:pt x="2148675" y="686970"/>
                  </a:lnTo>
                  <a:lnTo>
                    <a:pt x="2220298" y="679809"/>
                  </a:lnTo>
                  <a:lnTo>
                    <a:pt x="2291920" y="672583"/>
                  </a:lnTo>
                  <a:lnTo>
                    <a:pt x="2363543" y="665289"/>
                  </a:lnTo>
                  <a:lnTo>
                    <a:pt x="2435165" y="657928"/>
                  </a:lnTo>
                  <a:lnTo>
                    <a:pt x="2506788" y="650499"/>
                  </a:lnTo>
                  <a:lnTo>
                    <a:pt x="2578410" y="643002"/>
                  </a:lnTo>
                  <a:lnTo>
                    <a:pt x="2650033" y="635435"/>
                  </a:lnTo>
                  <a:lnTo>
                    <a:pt x="2721655" y="627798"/>
                  </a:lnTo>
                  <a:lnTo>
                    <a:pt x="2793278" y="620090"/>
                  </a:lnTo>
                  <a:lnTo>
                    <a:pt x="2864901" y="612312"/>
                  </a:lnTo>
                  <a:lnTo>
                    <a:pt x="2936523" y="604461"/>
                  </a:lnTo>
                  <a:lnTo>
                    <a:pt x="3008146" y="596538"/>
                  </a:lnTo>
                  <a:lnTo>
                    <a:pt x="3079768" y="588541"/>
                  </a:lnTo>
                  <a:lnTo>
                    <a:pt x="3151391" y="580471"/>
                  </a:lnTo>
                  <a:lnTo>
                    <a:pt x="3223013" y="572326"/>
                  </a:lnTo>
                  <a:lnTo>
                    <a:pt x="3294636" y="564106"/>
                  </a:lnTo>
                  <a:lnTo>
                    <a:pt x="3366258" y="555809"/>
                  </a:lnTo>
                  <a:lnTo>
                    <a:pt x="3437881" y="547436"/>
                  </a:lnTo>
                  <a:lnTo>
                    <a:pt x="3509503" y="538986"/>
                  </a:lnTo>
                  <a:lnTo>
                    <a:pt x="3581126" y="530457"/>
                  </a:lnTo>
                  <a:lnTo>
                    <a:pt x="3652748" y="521850"/>
                  </a:lnTo>
                  <a:lnTo>
                    <a:pt x="3724371" y="513163"/>
                  </a:lnTo>
                  <a:lnTo>
                    <a:pt x="3795993" y="504396"/>
                  </a:lnTo>
                  <a:lnTo>
                    <a:pt x="3867616" y="495547"/>
                  </a:lnTo>
                  <a:lnTo>
                    <a:pt x="3939238" y="486617"/>
                  </a:lnTo>
                  <a:lnTo>
                    <a:pt x="4010861" y="477605"/>
                  </a:lnTo>
                  <a:lnTo>
                    <a:pt x="4082483" y="468509"/>
                  </a:lnTo>
                  <a:lnTo>
                    <a:pt x="4154106" y="459329"/>
                  </a:lnTo>
                  <a:lnTo>
                    <a:pt x="4225729" y="450064"/>
                  </a:lnTo>
                  <a:lnTo>
                    <a:pt x="4297351" y="440713"/>
                  </a:lnTo>
                  <a:lnTo>
                    <a:pt x="4368974" y="431276"/>
                  </a:lnTo>
                  <a:lnTo>
                    <a:pt x="4440596" y="421752"/>
                  </a:lnTo>
                  <a:lnTo>
                    <a:pt x="4512219" y="412140"/>
                  </a:lnTo>
                  <a:lnTo>
                    <a:pt x="4583841" y="402439"/>
                  </a:lnTo>
                  <a:lnTo>
                    <a:pt x="4655464" y="392648"/>
                  </a:lnTo>
                  <a:lnTo>
                    <a:pt x="4727086" y="382766"/>
                  </a:lnTo>
                  <a:lnTo>
                    <a:pt x="4798709" y="372794"/>
                  </a:lnTo>
                  <a:lnTo>
                    <a:pt x="4870331" y="362729"/>
                  </a:lnTo>
                  <a:lnTo>
                    <a:pt x="4941954" y="352571"/>
                  </a:lnTo>
                  <a:lnTo>
                    <a:pt x="5013576" y="342319"/>
                  </a:lnTo>
                  <a:lnTo>
                    <a:pt x="5085199" y="331972"/>
                  </a:lnTo>
                  <a:lnTo>
                    <a:pt x="5156821" y="321530"/>
                  </a:lnTo>
                  <a:lnTo>
                    <a:pt x="5228444" y="310991"/>
                  </a:lnTo>
                  <a:lnTo>
                    <a:pt x="5300066" y="300355"/>
                  </a:lnTo>
                  <a:lnTo>
                    <a:pt x="5371689" y="289621"/>
                  </a:lnTo>
                  <a:lnTo>
                    <a:pt x="5443311" y="278787"/>
                  </a:lnTo>
                  <a:lnTo>
                    <a:pt x="5514934" y="267853"/>
                  </a:lnTo>
                  <a:lnTo>
                    <a:pt x="5586557" y="256818"/>
                  </a:lnTo>
                  <a:lnTo>
                    <a:pt x="5658179" y="245681"/>
                  </a:lnTo>
                  <a:lnTo>
                    <a:pt x="5729802" y="234441"/>
                  </a:lnTo>
                  <a:lnTo>
                    <a:pt x="5801424" y="223097"/>
                  </a:lnTo>
                  <a:lnTo>
                    <a:pt x="5873047" y="211648"/>
                  </a:lnTo>
                  <a:lnTo>
                    <a:pt x="5944669" y="200094"/>
                  </a:lnTo>
                  <a:lnTo>
                    <a:pt x="6016292" y="188432"/>
                  </a:lnTo>
                  <a:lnTo>
                    <a:pt x="6087914" y="176663"/>
                  </a:lnTo>
                  <a:lnTo>
                    <a:pt x="6159537" y="164785"/>
                  </a:lnTo>
                  <a:lnTo>
                    <a:pt x="6231159" y="152797"/>
                  </a:lnTo>
                  <a:lnTo>
                    <a:pt x="6302782" y="140699"/>
                  </a:lnTo>
                  <a:lnTo>
                    <a:pt x="6374404" y="128488"/>
                  </a:lnTo>
                  <a:lnTo>
                    <a:pt x="6446027" y="116165"/>
                  </a:lnTo>
                  <a:lnTo>
                    <a:pt x="6517649" y="103727"/>
                  </a:lnTo>
                  <a:lnTo>
                    <a:pt x="6589272" y="91175"/>
                  </a:lnTo>
                  <a:lnTo>
                    <a:pt x="6660894" y="78507"/>
                  </a:lnTo>
                  <a:lnTo>
                    <a:pt x="6732517" y="65722"/>
                  </a:lnTo>
                  <a:lnTo>
                    <a:pt x="6804139" y="52818"/>
                  </a:lnTo>
                  <a:lnTo>
                    <a:pt x="6875762" y="39795"/>
                  </a:lnTo>
                  <a:lnTo>
                    <a:pt x="6947385" y="26652"/>
                  </a:lnTo>
                  <a:lnTo>
                    <a:pt x="7019007" y="1338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2026-05-26T13:56:40Z</dcterms:modified>
  <cp:category/>
</cp:coreProperties>
</file>