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87990"/>
            </a:xfrm>
            <a:custGeom>
              <a:avLst/>
              <a:pathLst>
                <a:path w="7090630" h="3487990">
                  <a:moveTo>
                    <a:pt x="0" y="2997136"/>
                  </a:moveTo>
                  <a:lnTo>
                    <a:pt x="71622" y="2992770"/>
                  </a:lnTo>
                  <a:lnTo>
                    <a:pt x="143245" y="2988374"/>
                  </a:lnTo>
                  <a:lnTo>
                    <a:pt x="214867" y="2983950"/>
                  </a:lnTo>
                  <a:lnTo>
                    <a:pt x="286490" y="2979496"/>
                  </a:lnTo>
                  <a:lnTo>
                    <a:pt x="358112" y="2975012"/>
                  </a:lnTo>
                  <a:lnTo>
                    <a:pt x="429735" y="2970499"/>
                  </a:lnTo>
                  <a:lnTo>
                    <a:pt x="501357" y="2965955"/>
                  </a:lnTo>
                  <a:lnTo>
                    <a:pt x="572980" y="2961381"/>
                  </a:lnTo>
                  <a:lnTo>
                    <a:pt x="644602" y="2956777"/>
                  </a:lnTo>
                  <a:lnTo>
                    <a:pt x="716225" y="2952142"/>
                  </a:lnTo>
                  <a:lnTo>
                    <a:pt x="787847" y="2947476"/>
                  </a:lnTo>
                  <a:lnTo>
                    <a:pt x="859470" y="2942779"/>
                  </a:lnTo>
                  <a:lnTo>
                    <a:pt x="931092" y="2938051"/>
                  </a:lnTo>
                  <a:lnTo>
                    <a:pt x="1002715" y="2933292"/>
                  </a:lnTo>
                  <a:lnTo>
                    <a:pt x="1074337" y="2928500"/>
                  </a:lnTo>
                  <a:lnTo>
                    <a:pt x="1145960" y="2923677"/>
                  </a:lnTo>
                  <a:lnTo>
                    <a:pt x="1217582" y="2918821"/>
                  </a:lnTo>
                  <a:lnTo>
                    <a:pt x="1289205" y="2913934"/>
                  </a:lnTo>
                  <a:lnTo>
                    <a:pt x="1360827" y="2909013"/>
                  </a:lnTo>
                  <a:lnTo>
                    <a:pt x="1432450" y="2904060"/>
                  </a:lnTo>
                  <a:lnTo>
                    <a:pt x="1504073" y="2899074"/>
                  </a:lnTo>
                  <a:lnTo>
                    <a:pt x="1575695" y="2894055"/>
                  </a:lnTo>
                  <a:lnTo>
                    <a:pt x="1647318" y="2889002"/>
                  </a:lnTo>
                  <a:lnTo>
                    <a:pt x="1718940" y="2883916"/>
                  </a:lnTo>
                  <a:lnTo>
                    <a:pt x="1790563" y="2878795"/>
                  </a:lnTo>
                  <a:lnTo>
                    <a:pt x="1862185" y="2873641"/>
                  </a:lnTo>
                  <a:lnTo>
                    <a:pt x="1933808" y="2868452"/>
                  </a:lnTo>
                  <a:lnTo>
                    <a:pt x="2005430" y="2863229"/>
                  </a:lnTo>
                  <a:lnTo>
                    <a:pt x="2077053" y="2857971"/>
                  </a:lnTo>
                  <a:lnTo>
                    <a:pt x="2148675" y="2852678"/>
                  </a:lnTo>
                  <a:lnTo>
                    <a:pt x="2220298" y="2847350"/>
                  </a:lnTo>
                  <a:lnTo>
                    <a:pt x="2291920" y="2841986"/>
                  </a:lnTo>
                  <a:lnTo>
                    <a:pt x="2363543" y="2836586"/>
                  </a:lnTo>
                  <a:lnTo>
                    <a:pt x="2435165" y="2831151"/>
                  </a:lnTo>
                  <a:lnTo>
                    <a:pt x="2506788" y="2825679"/>
                  </a:lnTo>
                  <a:lnTo>
                    <a:pt x="2578410" y="2820171"/>
                  </a:lnTo>
                  <a:lnTo>
                    <a:pt x="2650033" y="2814626"/>
                  </a:lnTo>
                  <a:lnTo>
                    <a:pt x="2721655" y="2809044"/>
                  </a:lnTo>
                  <a:lnTo>
                    <a:pt x="2793278" y="2803425"/>
                  </a:lnTo>
                  <a:lnTo>
                    <a:pt x="2864901" y="2797769"/>
                  </a:lnTo>
                  <a:lnTo>
                    <a:pt x="2936523" y="2792075"/>
                  </a:lnTo>
                  <a:lnTo>
                    <a:pt x="3008146" y="2786343"/>
                  </a:lnTo>
                  <a:lnTo>
                    <a:pt x="3079768" y="2768780"/>
                  </a:lnTo>
                  <a:lnTo>
                    <a:pt x="3151391" y="2733554"/>
                  </a:lnTo>
                  <a:lnTo>
                    <a:pt x="3223013" y="2696925"/>
                  </a:lnTo>
                  <a:lnTo>
                    <a:pt x="3294636" y="2658835"/>
                  </a:lnTo>
                  <a:lnTo>
                    <a:pt x="3366258" y="2619228"/>
                  </a:lnTo>
                  <a:lnTo>
                    <a:pt x="3437881" y="2578042"/>
                  </a:lnTo>
                  <a:lnTo>
                    <a:pt x="3509503" y="2535214"/>
                  </a:lnTo>
                  <a:lnTo>
                    <a:pt x="3581126" y="2490680"/>
                  </a:lnTo>
                  <a:lnTo>
                    <a:pt x="3652748" y="2444371"/>
                  </a:lnTo>
                  <a:lnTo>
                    <a:pt x="3724371" y="2396216"/>
                  </a:lnTo>
                  <a:lnTo>
                    <a:pt x="3795993" y="2346142"/>
                  </a:lnTo>
                  <a:lnTo>
                    <a:pt x="3867616" y="2294073"/>
                  </a:lnTo>
                  <a:lnTo>
                    <a:pt x="3939238" y="2239928"/>
                  </a:lnTo>
                  <a:lnTo>
                    <a:pt x="4010861" y="2183625"/>
                  </a:lnTo>
                  <a:lnTo>
                    <a:pt x="4082483" y="2125079"/>
                  </a:lnTo>
                  <a:lnTo>
                    <a:pt x="4154106" y="2064199"/>
                  </a:lnTo>
                  <a:lnTo>
                    <a:pt x="4225729" y="2000893"/>
                  </a:lnTo>
                  <a:lnTo>
                    <a:pt x="4297351" y="1935064"/>
                  </a:lnTo>
                  <a:lnTo>
                    <a:pt x="4368974" y="1866611"/>
                  </a:lnTo>
                  <a:lnTo>
                    <a:pt x="4440596" y="1795430"/>
                  </a:lnTo>
                  <a:lnTo>
                    <a:pt x="4512219" y="1721412"/>
                  </a:lnTo>
                  <a:lnTo>
                    <a:pt x="4583841" y="1644444"/>
                  </a:lnTo>
                  <a:lnTo>
                    <a:pt x="4655464" y="1564409"/>
                  </a:lnTo>
                  <a:lnTo>
                    <a:pt x="4727086" y="1481184"/>
                  </a:lnTo>
                  <a:lnTo>
                    <a:pt x="4798709" y="1394643"/>
                  </a:lnTo>
                  <a:lnTo>
                    <a:pt x="4870331" y="1304652"/>
                  </a:lnTo>
                  <a:lnTo>
                    <a:pt x="4941954" y="1211074"/>
                  </a:lnTo>
                  <a:lnTo>
                    <a:pt x="5013576" y="1113768"/>
                  </a:lnTo>
                  <a:lnTo>
                    <a:pt x="5085199" y="1012583"/>
                  </a:lnTo>
                  <a:lnTo>
                    <a:pt x="5156821" y="907365"/>
                  </a:lnTo>
                  <a:lnTo>
                    <a:pt x="5228444" y="797954"/>
                  </a:lnTo>
                  <a:lnTo>
                    <a:pt x="5300066" y="684183"/>
                  </a:lnTo>
                  <a:lnTo>
                    <a:pt x="5371689" y="565877"/>
                  </a:lnTo>
                  <a:lnTo>
                    <a:pt x="5443311" y="442857"/>
                  </a:lnTo>
                  <a:lnTo>
                    <a:pt x="5514934" y="314933"/>
                  </a:lnTo>
                  <a:lnTo>
                    <a:pt x="5586557" y="181911"/>
                  </a:lnTo>
                  <a:lnTo>
                    <a:pt x="5658179" y="43588"/>
                  </a:lnTo>
                  <a:lnTo>
                    <a:pt x="5679884" y="0"/>
                  </a:lnTo>
                  <a:lnTo>
                    <a:pt x="7090630" y="0"/>
                  </a:lnTo>
                  <a:lnTo>
                    <a:pt x="7090630" y="2387888"/>
                  </a:lnTo>
                  <a:lnTo>
                    <a:pt x="7019007" y="2396257"/>
                  </a:lnTo>
                  <a:lnTo>
                    <a:pt x="6947385" y="2404570"/>
                  </a:lnTo>
                  <a:lnTo>
                    <a:pt x="6875762" y="2412828"/>
                  </a:lnTo>
                  <a:lnTo>
                    <a:pt x="6804139" y="2421031"/>
                  </a:lnTo>
                  <a:lnTo>
                    <a:pt x="6732517" y="2429180"/>
                  </a:lnTo>
                  <a:lnTo>
                    <a:pt x="6660894" y="2437276"/>
                  </a:lnTo>
                  <a:lnTo>
                    <a:pt x="6589272" y="2445317"/>
                  </a:lnTo>
                  <a:lnTo>
                    <a:pt x="6517649" y="2453306"/>
                  </a:lnTo>
                  <a:lnTo>
                    <a:pt x="6446027" y="2461241"/>
                  </a:lnTo>
                  <a:lnTo>
                    <a:pt x="6374404" y="2469124"/>
                  </a:lnTo>
                  <a:lnTo>
                    <a:pt x="6302782" y="2476955"/>
                  </a:lnTo>
                  <a:lnTo>
                    <a:pt x="6231159" y="2484734"/>
                  </a:lnTo>
                  <a:lnTo>
                    <a:pt x="6159537" y="2492462"/>
                  </a:lnTo>
                  <a:lnTo>
                    <a:pt x="6087914" y="2500138"/>
                  </a:lnTo>
                  <a:lnTo>
                    <a:pt x="6016292" y="2507764"/>
                  </a:lnTo>
                  <a:lnTo>
                    <a:pt x="5944669" y="2515339"/>
                  </a:lnTo>
                  <a:lnTo>
                    <a:pt x="5873047" y="2522865"/>
                  </a:lnTo>
                  <a:lnTo>
                    <a:pt x="5801424" y="2530340"/>
                  </a:lnTo>
                  <a:lnTo>
                    <a:pt x="5729802" y="2537766"/>
                  </a:lnTo>
                  <a:lnTo>
                    <a:pt x="5658179" y="2545143"/>
                  </a:lnTo>
                  <a:lnTo>
                    <a:pt x="5586557" y="2552470"/>
                  </a:lnTo>
                  <a:lnTo>
                    <a:pt x="5514934" y="2559750"/>
                  </a:lnTo>
                  <a:lnTo>
                    <a:pt x="5443311" y="2566981"/>
                  </a:lnTo>
                  <a:lnTo>
                    <a:pt x="5371689" y="2574165"/>
                  </a:lnTo>
                  <a:lnTo>
                    <a:pt x="5300066" y="2581301"/>
                  </a:lnTo>
                  <a:lnTo>
                    <a:pt x="5228444" y="2588389"/>
                  </a:lnTo>
                  <a:lnTo>
                    <a:pt x="5156821" y="2595431"/>
                  </a:lnTo>
                  <a:lnTo>
                    <a:pt x="5085199" y="2602426"/>
                  </a:lnTo>
                  <a:lnTo>
                    <a:pt x="5013576" y="2609375"/>
                  </a:lnTo>
                  <a:lnTo>
                    <a:pt x="4941954" y="2616278"/>
                  </a:lnTo>
                  <a:lnTo>
                    <a:pt x="4870331" y="2623135"/>
                  </a:lnTo>
                  <a:lnTo>
                    <a:pt x="4798709" y="2629947"/>
                  </a:lnTo>
                  <a:lnTo>
                    <a:pt x="4727086" y="2636714"/>
                  </a:lnTo>
                  <a:lnTo>
                    <a:pt x="4655464" y="2643436"/>
                  </a:lnTo>
                  <a:lnTo>
                    <a:pt x="4583841" y="2650114"/>
                  </a:lnTo>
                  <a:lnTo>
                    <a:pt x="4512219" y="2656747"/>
                  </a:lnTo>
                  <a:lnTo>
                    <a:pt x="4440596" y="2663336"/>
                  </a:lnTo>
                  <a:lnTo>
                    <a:pt x="4368974" y="2669882"/>
                  </a:lnTo>
                  <a:lnTo>
                    <a:pt x="4297351" y="2676385"/>
                  </a:lnTo>
                  <a:lnTo>
                    <a:pt x="4225729" y="2682844"/>
                  </a:lnTo>
                  <a:lnTo>
                    <a:pt x="4154106" y="2689261"/>
                  </a:lnTo>
                  <a:lnTo>
                    <a:pt x="4082483" y="2695636"/>
                  </a:lnTo>
                  <a:lnTo>
                    <a:pt x="4010861" y="2701968"/>
                  </a:lnTo>
                  <a:lnTo>
                    <a:pt x="3939238" y="2708258"/>
                  </a:lnTo>
                  <a:lnTo>
                    <a:pt x="3867616" y="2714507"/>
                  </a:lnTo>
                  <a:lnTo>
                    <a:pt x="3795993" y="2720714"/>
                  </a:lnTo>
                  <a:lnTo>
                    <a:pt x="3724371" y="2726880"/>
                  </a:lnTo>
                  <a:lnTo>
                    <a:pt x="3652748" y="2733006"/>
                  </a:lnTo>
                  <a:lnTo>
                    <a:pt x="3581126" y="2739091"/>
                  </a:lnTo>
                  <a:lnTo>
                    <a:pt x="3509503" y="2745135"/>
                  </a:lnTo>
                  <a:lnTo>
                    <a:pt x="3437881" y="2751140"/>
                  </a:lnTo>
                  <a:lnTo>
                    <a:pt x="3366258" y="2757105"/>
                  </a:lnTo>
                  <a:lnTo>
                    <a:pt x="3294636" y="2763030"/>
                  </a:lnTo>
                  <a:lnTo>
                    <a:pt x="3223013" y="2768917"/>
                  </a:lnTo>
                  <a:lnTo>
                    <a:pt x="3151391" y="2774764"/>
                  </a:lnTo>
                  <a:lnTo>
                    <a:pt x="3079768" y="2780573"/>
                  </a:lnTo>
                  <a:lnTo>
                    <a:pt x="3008146" y="2802655"/>
                  </a:lnTo>
                  <a:lnTo>
                    <a:pt x="2936523" y="2835233"/>
                  </a:lnTo>
                  <a:lnTo>
                    <a:pt x="2864901" y="2866561"/>
                  </a:lnTo>
                  <a:lnTo>
                    <a:pt x="2793278" y="2896689"/>
                  </a:lnTo>
                  <a:lnTo>
                    <a:pt x="2721655" y="2925662"/>
                  </a:lnTo>
                  <a:lnTo>
                    <a:pt x="2650033" y="2953525"/>
                  </a:lnTo>
                  <a:lnTo>
                    <a:pt x="2578410" y="2980320"/>
                  </a:lnTo>
                  <a:lnTo>
                    <a:pt x="2506788" y="3006088"/>
                  </a:lnTo>
                  <a:lnTo>
                    <a:pt x="2435165" y="3030868"/>
                  </a:lnTo>
                  <a:lnTo>
                    <a:pt x="2363543" y="3054699"/>
                  </a:lnTo>
                  <a:lnTo>
                    <a:pt x="2291920" y="3077616"/>
                  </a:lnTo>
                  <a:lnTo>
                    <a:pt x="2220298" y="3099655"/>
                  </a:lnTo>
                  <a:lnTo>
                    <a:pt x="2148675" y="3120849"/>
                  </a:lnTo>
                  <a:lnTo>
                    <a:pt x="2077053" y="3141231"/>
                  </a:lnTo>
                  <a:lnTo>
                    <a:pt x="2005430" y="3160832"/>
                  </a:lnTo>
                  <a:lnTo>
                    <a:pt x="1933808" y="3179682"/>
                  </a:lnTo>
                  <a:lnTo>
                    <a:pt x="1862185" y="3197809"/>
                  </a:lnTo>
                  <a:lnTo>
                    <a:pt x="1790563" y="3215241"/>
                  </a:lnTo>
                  <a:lnTo>
                    <a:pt x="1718940" y="3232005"/>
                  </a:lnTo>
                  <a:lnTo>
                    <a:pt x="1647318" y="3248127"/>
                  </a:lnTo>
                  <a:lnTo>
                    <a:pt x="1575695" y="3263631"/>
                  </a:lnTo>
                  <a:lnTo>
                    <a:pt x="1504073" y="3278540"/>
                  </a:lnTo>
                  <a:lnTo>
                    <a:pt x="1432450" y="3292878"/>
                  </a:lnTo>
                  <a:lnTo>
                    <a:pt x="1360827" y="3306667"/>
                  </a:lnTo>
                  <a:lnTo>
                    <a:pt x="1289205" y="3319927"/>
                  </a:lnTo>
                  <a:lnTo>
                    <a:pt x="1217582" y="3332679"/>
                  </a:lnTo>
                  <a:lnTo>
                    <a:pt x="1145960" y="3344942"/>
                  </a:lnTo>
                  <a:lnTo>
                    <a:pt x="1074337" y="3356735"/>
                  </a:lnTo>
                  <a:lnTo>
                    <a:pt x="1002715" y="3368077"/>
                  </a:lnTo>
                  <a:lnTo>
                    <a:pt x="931092" y="3378983"/>
                  </a:lnTo>
                  <a:lnTo>
                    <a:pt x="859470" y="3389472"/>
                  </a:lnTo>
                  <a:lnTo>
                    <a:pt x="787847" y="3399558"/>
                  </a:lnTo>
                  <a:lnTo>
                    <a:pt x="716225" y="3409258"/>
                  </a:lnTo>
                  <a:lnTo>
                    <a:pt x="644602" y="3418586"/>
                  </a:lnTo>
                  <a:lnTo>
                    <a:pt x="572980" y="3427557"/>
                  </a:lnTo>
                  <a:lnTo>
                    <a:pt x="501357" y="3436184"/>
                  </a:lnTo>
                  <a:lnTo>
                    <a:pt x="429735" y="3444480"/>
                  </a:lnTo>
                  <a:lnTo>
                    <a:pt x="358112" y="3452458"/>
                  </a:lnTo>
                  <a:lnTo>
                    <a:pt x="286490" y="3460131"/>
                  </a:lnTo>
                  <a:lnTo>
                    <a:pt x="214867" y="3467509"/>
                  </a:lnTo>
                  <a:lnTo>
                    <a:pt x="143245" y="3474605"/>
                  </a:lnTo>
                  <a:lnTo>
                    <a:pt x="71622" y="3481428"/>
                  </a:lnTo>
                  <a:lnTo>
                    <a:pt x="0" y="34879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679884" cy="2997136"/>
            </a:xfrm>
            <a:custGeom>
              <a:avLst/>
              <a:pathLst>
                <a:path w="5679884" h="2997136">
                  <a:moveTo>
                    <a:pt x="0" y="2997136"/>
                  </a:moveTo>
                  <a:lnTo>
                    <a:pt x="71622" y="2992770"/>
                  </a:lnTo>
                  <a:lnTo>
                    <a:pt x="143245" y="2988374"/>
                  </a:lnTo>
                  <a:lnTo>
                    <a:pt x="214867" y="2983950"/>
                  </a:lnTo>
                  <a:lnTo>
                    <a:pt x="286490" y="2979496"/>
                  </a:lnTo>
                  <a:lnTo>
                    <a:pt x="358112" y="2975012"/>
                  </a:lnTo>
                  <a:lnTo>
                    <a:pt x="429735" y="2970499"/>
                  </a:lnTo>
                  <a:lnTo>
                    <a:pt x="501357" y="2965955"/>
                  </a:lnTo>
                  <a:lnTo>
                    <a:pt x="572980" y="2961381"/>
                  </a:lnTo>
                  <a:lnTo>
                    <a:pt x="644602" y="2956777"/>
                  </a:lnTo>
                  <a:lnTo>
                    <a:pt x="716225" y="2952142"/>
                  </a:lnTo>
                  <a:lnTo>
                    <a:pt x="787847" y="2947476"/>
                  </a:lnTo>
                  <a:lnTo>
                    <a:pt x="859470" y="2942779"/>
                  </a:lnTo>
                  <a:lnTo>
                    <a:pt x="931092" y="2938051"/>
                  </a:lnTo>
                  <a:lnTo>
                    <a:pt x="1002715" y="2933292"/>
                  </a:lnTo>
                  <a:lnTo>
                    <a:pt x="1074337" y="2928500"/>
                  </a:lnTo>
                  <a:lnTo>
                    <a:pt x="1145960" y="2923677"/>
                  </a:lnTo>
                  <a:lnTo>
                    <a:pt x="1217582" y="2918821"/>
                  </a:lnTo>
                  <a:lnTo>
                    <a:pt x="1289205" y="2913934"/>
                  </a:lnTo>
                  <a:lnTo>
                    <a:pt x="1360827" y="2909013"/>
                  </a:lnTo>
                  <a:lnTo>
                    <a:pt x="1432450" y="2904060"/>
                  </a:lnTo>
                  <a:lnTo>
                    <a:pt x="1504073" y="2899074"/>
                  </a:lnTo>
                  <a:lnTo>
                    <a:pt x="1575695" y="2894055"/>
                  </a:lnTo>
                  <a:lnTo>
                    <a:pt x="1647318" y="2889002"/>
                  </a:lnTo>
                  <a:lnTo>
                    <a:pt x="1718940" y="2883916"/>
                  </a:lnTo>
                  <a:lnTo>
                    <a:pt x="1790563" y="2878795"/>
                  </a:lnTo>
                  <a:lnTo>
                    <a:pt x="1862185" y="2873641"/>
                  </a:lnTo>
                  <a:lnTo>
                    <a:pt x="1933808" y="2868452"/>
                  </a:lnTo>
                  <a:lnTo>
                    <a:pt x="2005430" y="2863229"/>
                  </a:lnTo>
                  <a:lnTo>
                    <a:pt x="2077053" y="2857971"/>
                  </a:lnTo>
                  <a:lnTo>
                    <a:pt x="2148675" y="2852678"/>
                  </a:lnTo>
                  <a:lnTo>
                    <a:pt x="2220298" y="2847350"/>
                  </a:lnTo>
                  <a:lnTo>
                    <a:pt x="2291920" y="2841986"/>
                  </a:lnTo>
                  <a:lnTo>
                    <a:pt x="2363543" y="2836586"/>
                  </a:lnTo>
                  <a:lnTo>
                    <a:pt x="2435165" y="2831151"/>
                  </a:lnTo>
                  <a:lnTo>
                    <a:pt x="2506788" y="2825679"/>
                  </a:lnTo>
                  <a:lnTo>
                    <a:pt x="2578410" y="2820171"/>
                  </a:lnTo>
                  <a:lnTo>
                    <a:pt x="2650033" y="2814626"/>
                  </a:lnTo>
                  <a:lnTo>
                    <a:pt x="2721655" y="2809044"/>
                  </a:lnTo>
                  <a:lnTo>
                    <a:pt x="2793278" y="2803425"/>
                  </a:lnTo>
                  <a:lnTo>
                    <a:pt x="2864901" y="2797769"/>
                  </a:lnTo>
                  <a:lnTo>
                    <a:pt x="2936523" y="2792075"/>
                  </a:lnTo>
                  <a:lnTo>
                    <a:pt x="3008146" y="2786343"/>
                  </a:lnTo>
                  <a:lnTo>
                    <a:pt x="3079768" y="2768780"/>
                  </a:lnTo>
                  <a:lnTo>
                    <a:pt x="3151391" y="2733554"/>
                  </a:lnTo>
                  <a:lnTo>
                    <a:pt x="3223013" y="2696925"/>
                  </a:lnTo>
                  <a:lnTo>
                    <a:pt x="3294636" y="2658835"/>
                  </a:lnTo>
                  <a:lnTo>
                    <a:pt x="3366258" y="2619228"/>
                  </a:lnTo>
                  <a:lnTo>
                    <a:pt x="3437881" y="2578042"/>
                  </a:lnTo>
                  <a:lnTo>
                    <a:pt x="3509503" y="2535214"/>
                  </a:lnTo>
                  <a:lnTo>
                    <a:pt x="3581126" y="2490680"/>
                  </a:lnTo>
                  <a:lnTo>
                    <a:pt x="3652748" y="2444371"/>
                  </a:lnTo>
                  <a:lnTo>
                    <a:pt x="3724371" y="2396216"/>
                  </a:lnTo>
                  <a:lnTo>
                    <a:pt x="3795993" y="2346142"/>
                  </a:lnTo>
                  <a:lnTo>
                    <a:pt x="3867616" y="2294073"/>
                  </a:lnTo>
                  <a:lnTo>
                    <a:pt x="3939238" y="2239928"/>
                  </a:lnTo>
                  <a:lnTo>
                    <a:pt x="4010861" y="2183625"/>
                  </a:lnTo>
                  <a:lnTo>
                    <a:pt x="4082483" y="2125079"/>
                  </a:lnTo>
                  <a:lnTo>
                    <a:pt x="4154106" y="2064199"/>
                  </a:lnTo>
                  <a:lnTo>
                    <a:pt x="4225729" y="2000893"/>
                  </a:lnTo>
                  <a:lnTo>
                    <a:pt x="4297351" y="1935064"/>
                  </a:lnTo>
                  <a:lnTo>
                    <a:pt x="4368974" y="1866611"/>
                  </a:lnTo>
                  <a:lnTo>
                    <a:pt x="4440596" y="1795430"/>
                  </a:lnTo>
                  <a:lnTo>
                    <a:pt x="4512219" y="1721412"/>
                  </a:lnTo>
                  <a:lnTo>
                    <a:pt x="4583841" y="1644444"/>
                  </a:lnTo>
                  <a:lnTo>
                    <a:pt x="4655464" y="1564409"/>
                  </a:lnTo>
                  <a:lnTo>
                    <a:pt x="4727086" y="1481184"/>
                  </a:lnTo>
                  <a:lnTo>
                    <a:pt x="4798709" y="1394643"/>
                  </a:lnTo>
                  <a:lnTo>
                    <a:pt x="4870331" y="1304652"/>
                  </a:lnTo>
                  <a:lnTo>
                    <a:pt x="4941954" y="1211074"/>
                  </a:lnTo>
                  <a:lnTo>
                    <a:pt x="5013576" y="1113768"/>
                  </a:lnTo>
                  <a:lnTo>
                    <a:pt x="5085199" y="1012583"/>
                  </a:lnTo>
                  <a:lnTo>
                    <a:pt x="5156821" y="907365"/>
                  </a:lnTo>
                  <a:lnTo>
                    <a:pt x="5228444" y="797954"/>
                  </a:lnTo>
                  <a:lnTo>
                    <a:pt x="5300066" y="684183"/>
                  </a:lnTo>
                  <a:lnTo>
                    <a:pt x="5371689" y="565877"/>
                  </a:lnTo>
                  <a:lnTo>
                    <a:pt x="5443311" y="442857"/>
                  </a:lnTo>
                  <a:lnTo>
                    <a:pt x="5514934" y="314933"/>
                  </a:lnTo>
                  <a:lnTo>
                    <a:pt x="5586557" y="181911"/>
                  </a:lnTo>
                  <a:lnTo>
                    <a:pt x="5658179" y="43588"/>
                  </a:lnTo>
                  <a:lnTo>
                    <a:pt x="56798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284452"/>
              <a:ext cx="7090630" cy="1100102"/>
            </a:xfrm>
            <a:custGeom>
              <a:avLst/>
              <a:pathLst>
                <a:path w="7090630" h="1100102">
                  <a:moveTo>
                    <a:pt x="7090630" y="0"/>
                  </a:moveTo>
                  <a:lnTo>
                    <a:pt x="7019007" y="8368"/>
                  </a:lnTo>
                  <a:lnTo>
                    <a:pt x="6947385" y="16681"/>
                  </a:lnTo>
                  <a:lnTo>
                    <a:pt x="6875762" y="24939"/>
                  </a:lnTo>
                  <a:lnTo>
                    <a:pt x="6804139" y="33142"/>
                  </a:lnTo>
                  <a:lnTo>
                    <a:pt x="6732517" y="41292"/>
                  </a:lnTo>
                  <a:lnTo>
                    <a:pt x="6660894" y="49387"/>
                  </a:lnTo>
                  <a:lnTo>
                    <a:pt x="6589272" y="57428"/>
                  </a:lnTo>
                  <a:lnTo>
                    <a:pt x="6517649" y="65417"/>
                  </a:lnTo>
                  <a:lnTo>
                    <a:pt x="6446027" y="73352"/>
                  </a:lnTo>
                  <a:lnTo>
                    <a:pt x="6374404" y="81236"/>
                  </a:lnTo>
                  <a:lnTo>
                    <a:pt x="6302782" y="89066"/>
                  </a:lnTo>
                  <a:lnTo>
                    <a:pt x="6231159" y="96846"/>
                  </a:lnTo>
                  <a:lnTo>
                    <a:pt x="6159537" y="104573"/>
                  </a:lnTo>
                  <a:lnTo>
                    <a:pt x="6087914" y="112250"/>
                  </a:lnTo>
                  <a:lnTo>
                    <a:pt x="6016292" y="119875"/>
                  </a:lnTo>
                  <a:lnTo>
                    <a:pt x="5944669" y="127451"/>
                  </a:lnTo>
                  <a:lnTo>
                    <a:pt x="5873047" y="134976"/>
                  </a:lnTo>
                  <a:lnTo>
                    <a:pt x="5801424" y="142451"/>
                  </a:lnTo>
                  <a:lnTo>
                    <a:pt x="5729802" y="149877"/>
                  </a:lnTo>
                  <a:lnTo>
                    <a:pt x="5658179" y="157254"/>
                  </a:lnTo>
                  <a:lnTo>
                    <a:pt x="5586557" y="164582"/>
                  </a:lnTo>
                  <a:lnTo>
                    <a:pt x="5514934" y="171861"/>
                  </a:lnTo>
                  <a:lnTo>
                    <a:pt x="5443311" y="179092"/>
                  </a:lnTo>
                  <a:lnTo>
                    <a:pt x="5371689" y="186276"/>
                  </a:lnTo>
                  <a:lnTo>
                    <a:pt x="5300066" y="193412"/>
                  </a:lnTo>
                  <a:lnTo>
                    <a:pt x="5228444" y="200500"/>
                  </a:lnTo>
                  <a:lnTo>
                    <a:pt x="5156821" y="207542"/>
                  </a:lnTo>
                  <a:lnTo>
                    <a:pt x="5085199" y="214537"/>
                  </a:lnTo>
                  <a:lnTo>
                    <a:pt x="5013576" y="221486"/>
                  </a:lnTo>
                  <a:lnTo>
                    <a:pt x="4941954" y="228389"/>
                  </a:lnTo>
                  <a:lnTo>
                    <a:pt x="4870331" y="235247"/>
                  </a:lnTo>
                  <a:lnTo>
                    <a:pt x="4798709" y="242058"/>
                  </a:lnTo>
                  <a:lnTo>
                    <a:pt x="4727086" y="248825"/>
                  </a:lnTo>
                  <a:lnTo>
                    <a:pt x="4655464" y="255547"/>
                  </a:lnTo>
                  <a:lnTo>
                    <a:pt x="4583841" y="262225"/>
                  </a:lnTo>
                  <a:lnTo>
                    <a:pt x="4512219" y="268858"/>
                  </a:lnTo>
                  <a:lnTo>
                    <a:pt x="4440596" y="275448"/>
                  </a:lnTo>
                  <a:lnTo>
                    <a:pt x="4368974" y="281994"/>
                  </a:lnTo>
                  <a:lnTo>
                    <a:pt x="4297351" y="288496"/>
                  </a:lnTo>
                  <a:lnTo>
                    <a:pt x="4225729" y="294956"/>
                  </a:lnTo>
                  <a:lnTo>
                    <a:pt x="4154106" y="301373"/>
                  </a:lnTo>
                  <a:lnTo>
                    <a:pt x="4082483" y="307747"/>
                  </a:lnTo>
                  <a:lnTo>
                    <a:pt x="4010861" y="314079"/>
                  </a:lnTo>
                  <a:lnTo>
                    <a:pt x="3939238" y="320369"/>
                  </a:lnTo>
                  <a:lnTo>
                    <a:pt x="3867616" y="326618"/>
                  </a:lnTo>
                  <a:lnTo>
                    <a:pt x="3795993" y="332825"/>
                  </a:lnTo>
                  <a:lnTo>
                    <a:pt x="3724371" y="338992"/>
                  </a:lnTo>
                  <a:lnTo>
                    <a:pt x="3652748" y="345117"/>
                  </a:lnTo>
                  <a:lnTo>
                    <a:pt x="3581126" y="351202"/>
                  </a:lnTo>
                  <a:lnTo>
                    <a:pt x="3509503" y="357247"/>
                  </a:lnTo>
                  <a:lnTo>
                    <a:pt x="3437881" y="363251"/>
                  </a:lnTo>
                  <a:lnTo>
                    <a:pt x="3366258" y="369216"/>
                  </a:lnTo>
                  <a:lnTo>
                    <a:pt x="3294636" y="375142"/>
                  </a:lnTo>
                  <a:lnTo>
                    <a:pt x="3223013" y="381028"/>
                  </a:lnTo>
                  <a:lnTo>
                    <a:pt x="3151391" y="386875"/>
                  </a:lnTo>
                  <a:lnTo>
                    <a:pt x="3079768" y="392684"/>
                  </a:lnTo>
                  <a:lnTo>
                    <a:pt x="3008146" y="414767"/>
                  </a:lnTo>
                  <a:lnTo>
                    <a:pt x="2936523" y="447344"/>
                  </a:lnTo>
                  <a:lnTo>
                    <a:pt x="2864901" y="478673"/>
                  </a:lnTo>
                  <a:lnTo>
                    <a:pt x="2793278" y="508800"/>
                  </a:lnTo>
                  <a:lnTo>
                    <a:pt x="2721655" y="537774"/>
                  </a:lnTo>
                  <a:lnTo>
                    <a:pt x="2650033" y="565637"/>
                  </a:lnTo>
                  <a:lnTo>
                    <a:pt x="2578410" y="592431"/>
                  </a:lnTo>
                  <a:lnTo>
                    <a:pt x="2506788" y="618199"/>
                  </a:lnTo>
                  <a:lnTo>
                    <a:pt x="2435165" y="642980"/>
                  </a:lnTo>
                  <a:lnTo>
                    <a:pt x="2363543" y="666810"/>
                  </a:lnTo>
                  <a:lnTo>
                    <a:pt x="2291920" y="689728"/>
                  </a:lnTo>
                  <a:lnTo>
                    <a:pt x="2220298" y="711766"/>
                  </a:lnTo>
                  <a:lnTo>
                    <a:pt x="2148675" y="732961"/>
                  </a:lnTo>
                  <a:lnTo>
                    <a:pt x="2077053" y="753343"/>
                  </a:lnTo>
                  <a:lnTo>
                    <a:pt x="2005430" y="772943"/>
                  </a:lnTo>
                  <a:lnTo>
                    <a:pt x="1933808" y="791793"/>
                  </a:lnTo>
                  <a:lnTo>
                    <a:pt x="1862185" y="809920"/>
                  </a:lnTo>
                  <a:lnTo>
                    <a:pt x="1790563" y="827352"/>
                  </a:lnTo>
                  <a:lnTo>
                    <a:pt x="1718940" y="844116"/>
                  </a:lnTo>
                  <a:lnTo>
                    <a:pt x="1647318" y="860238"/>
                  </a:lnTo>
                  <a:lnTo>
                    <a:pt x="1575695" y="875742"/>
                  </a:lnTo>
                  <a:lnTo>
                    <a:pt x="1504073" y="890651"/>
                  </a:lnTo>
                  <a:lnTo>
                    <a:pt x="1432450" y="904990"/>
                  </a:lnTo>
                  <a:lnTo>
                    <a:pt x="1360827" y="918778"/>
                  </a:lnTo>
                  <a:lnTo>
                    <a:pt x="1289205" y="932038"/>
                  </a:lnTo>
                  <a:lnTo>
                    <a:pt x="1217582" y="944790"/>
                  </a:lnTo>
                  <a:lnTo>
                    <a:pt x="1145960" y="957053"/>
                  </a:lnTo>
                  <a:lnTo>
                    <a:pt x="1074337" y="968847"/>
                  </a:lnTo>
                  <a:lnTo>
                    <a:pt x="1002715" y="980188"/>
                  </a:lnTo>
                  <a:lnTo>
                    <a:pt x="931092" y="991094"/>
                  </a:lnTo>
                  <a:lnTo>
                    <a:pt x="859470" y="1001583"/>
                  </a:lnTo>
                  <a:lnTo>
                    <a:pt x="787847" y="1011669"/>
                  </a:lnTo>
                  <a:lnTo>
                    <a:pt x="716225" y="1021369"/>
                  </a:lnTo>
                  <a:lnTo>
                    <a:pt x="644602" y="1030697"/>
                  </a:lnTo>
                  <a:lnTo>
                    <a:pt x="572980" y="1039668"/>
                  </a:lnTo>
                  <a:lnTo>
                    <a:pt x="501357" y="1048295"/>
                  </a:lnTo>
                  <a:lnTo>
                    <a:pt x="429735" y="1056591"/>
                  </a:lnTo>
                  <a:lnTo>
                    <a:pt x="358112" y="1064569"/>
                  </a:lnTo>
                  <a:lnTo>
                    <a:pt x="286490" y="1072242"/>
                  </a:lnTo>
                  <a:lnTo>
                    <a:pt x="214867" y="1079620"/>
                  </a:lnTo>
                  <a:lnTo>
                    <a:pt x="143245" y="1086716"/>
                  </a:lnTo>
                  <a:lnTo>
                    <a:pt x="71622" y="1093539"/>
                  </a:lnTo>
                  <a:lnTo>
                    <a:pt x="0" y="1100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391117"/>
              <a:ext cx="7090630" cy="2829561"/>
            </a:xfrm>
            <a:custGeom>
              <a:avLst/>
              <a:pathLst>
                <a:path w="7090630" h="2829561">
                  <a:moveTo>
                    <a:pt x="0" y="2829561"/>
                  </a:moveTo>
                  <a:lnTo>
                    <a:pt x="71622" y="2821964"/>
                  </a:lnTo>
                  <a:lnTo>
                    <a:pt x="143245" y="2814192"/>
                  </a:lnTo>
                  <a:lnTo>
                    <a:pt x="214867" y="2806240"/>
                  </a:lnTo>
                  <a:lnTo>
                    <a:pt x="286490" y="2798104"/>
                  </a:lnTo>
                  <a:lnTo>
                    <a:pt x="358112" y="2789780"/>
                  </a:lnTo>
                  <a:lnTo>
                    <a:pt x="429735" y="2781264"/>
                  </a:lnTo>
                  <a:lnTo>
                    <a:pt x="501357" y="2772551"/>
                  </a:lnTo>
                  <a:lnTo>
                    <a:pt x="572980" y="2763636"/>
                  </a:lnTo>
                  <a:lnTo>
                    <a:pt x="644602" y="2754515"/>
                  </a:lnTo>
                  <a:lnTo>
                    <a:pt x="716225" y="2745183"/>
                  </a:lnTo>
                  <a:lnTo>
                    <a:pt x="787847" y="2735636"/>
                  </a:lnTo>
                  <a:lnTo>
                    <a:pt x="859470" y="2725867"/>
                  </a:lnTo>
                  <a:lnTo>
                    <a:pt x="931092" y="2715873"/>
                  </a:lnTo>
                  <a:lnTo>
                    <a:pt x="1002715" y="2705648"/>
                  </a:lnTo>
                  <a:lnTo>
                    <a:pt x="1074337" y="2695186"/>
                  </a:lnTo>
                  <a:lnTo>
                    <a:pt x="1145960" y="2684482"/>
                  </a:lnTo>
                  <a:lnTo>
                    <a:pt x="1217582" y="2673531"/>
                  </a:lnTo>
                  <a:lnTo>
                    <a:pt x="1289205" y="2662327"/>
                  </a:lnTo>
                  <a:lnTo>
                    <a:pt x="1360827" y="2650863"/>
                  </a:lnTo>
                  <a:lnTo>
                    <a:pt x="1432450" y="2639135"/>
                  </a:lnTo>
                  <a:lnTo>
                    <a:pt x="1504073" y="2627135"/>
                  </a:lnTo>
                  <a:lnTo>
                    <a:pt x="1575695" y="2614858"/>
                  </a:lnTo>
                  <a:lnTo>
                    <a:pt x="1647318" y="2602297"/>
                  </a:lnTo>
                  <a:lnTo>
                    <a:pt x="1718940" y="2589445"/>
                  </a:lnTo>
                  <a:lnTo>
                    <a:pt x="1790563" y="2576297"/>
                  </a:lnTo>
                  <a:lnTo>
                    <a:pt x="1862185" y="2562844"/>
                  </a:lnTo>
                  <a:lnTo>
                    <a:pt x="1933808" y="2549080"/>
                  </a:lnTo>
                  <a:lnTo>
                    <a:pt x="2005430" y="2534998"/>
                  </a:lnTo>
                  <a:lnTo>
                    <a:pt x="2077053" y="2520591"/>
                  </a:lnTo>
                  <a:lnTo>
                    <a:pt x="2148675" y="2505850"/>
                  </a:lnTo>
                  <a:lnTo>
                    <a:pt x="2220298" y="2490768"/>
                  </a:lnTo>
                  <a:lnTo>
                    <a:pt x="2291920" y="2475338"/>
                  </a:lnTo>
                  <a:lnTo>
                    <a:pt x="2363543" y="2459551"/>
                  </a:lnTo>
                  <a:lnTo>
                    <a:pt x="2435165" y="2443398"/>
                  </a:lnTo>
                  <a:lnTo>
                    <a:pt x="2506788" y="2426873"/>
                  </a:lnTo>
                  <a:lnTo>
                    <a:pt x="2578410" y="2409965"/>
                  </a:lnTo>
                  <a:lnTo>
                    <a:pt x="2650033" y="2392666"/>
                  </a:lnTo>
                  <a:lnTo>
                    <a:pt x="2721655" y="2374967"/>
                  </a:lnTo>
                  <a:lnTo>
                    <a:pt x="2793278" y="2356859"/>
                  </a:lnTo>
                  <a:lnTo>
                    <a:pt x="2864901" y="2338333"/>
                  </a:lnTo>
                  <a:lnTo>
                    <a:pt x="2936523" y="2319377"/>
                  </a:lnTo>
                  <a:lnTo>
                    <a:pt x="3008146" y="2299984"/>
                  </a:lnTo>
                  <a:lnTo>
                    <a:pt x="3079768" y="2280142"/>
                  </a:lnTo>
                  <a:lnTo>
                    <a:pt x="3151391" y="2259841"/>
                  </a:lnTo>
                  <a:lnTo>
                    <a:pt x="3223013" y="2239071"/>
                  </a:lnTo>
                  <a:lnTo>
                    <a:pt x="3294636" y="2217821"/>
                  </a:lnTo>
                  <a:lnTo>
                    <a:pt x="3366258" y="2196079"/>
                  </a:lnTo>
                  <a:lnTo>
                    <a:pt x="3437881" y="2173835"/>
                  </a:lnTo>
                  <a:lnTo>
                    <a:pt x="3509503" y="2151076"/>
                  </a:lnTo>
                  <a:lnTo>
                    <a:pt x="3581126" y="2127791"/>
                  </a:lnTo>
                  <a:lnTo>
                    <a:pt x="3652748" y="2103968"/>
                  </a:lnTo>
                  <a:lnTo>
                    <a:pt x="3724371" y="2079593"/>
                  </a:lnTo>
                  <a:lnTo>
                    <a:pt x="3795993" y="2054656"/>
                  </a:lnTo>
                  <a:lnTo>
                    <a:pt x="3867616" y="2029141"/>
                  </a:lnTo>
                  <a:lnTo>
                    <a:pt x="3939238" y="2003036"/>
                  </a:lnTo>
                  <a:lnTo>
                    <a:pt x="4010861" y="1976328"/>
                  </a:lnTo>
                  <a:lnTo>
                    <a:pt x="4082483" y="1949003"/>
                  </a:lnTo>
                  <a:lnTo>
                    <a:pt x="4154106" y="1921045"/>
                  </a:lnTo>
                  <a:lnTo>
                    <a:pt x="4225729" y="1892441"/>
                  </a:lnTo>
                  <a:lnTo>
                    <a:pt x="4297351" y="1863176"/>
                  </a:lnTo>
                  <a:lnTo>
                    <a:pt x="4368974" y="1833234"/>
                  </a:lnTo>
                  <a:lnTo>
                    <a:pt x="4440596" y="1802599"/>
                  </a:lnTo>
                  <a:lnTo>
                    <a:pt x="4512219" y="1771256"/>
                  </a:lnTo>
                  <a:lnTo>
                    <a:pt x="4583841" y="1739189"/>
                  </a:lnTo>
                  <a:lnTo>
                    <a:pt x="4655464" y="1706380"/>
                  </a:lnTo>
                  <a:lnTo>
                    <a:pt x="4727086" y="1672812"/>
                  </a:lnTo>
                  <a:lnTo>
                    <a:pt x="4798709" y="1638468"/>
                  </a:lnTo>
                  <a:lnTo>
                    <a:pt x="4870331" y="1603330"/>
                  </a:lnTo>
                  <a:lnTo>
                    <a:pt x="4941954" y="1567380"/>
                  </a:lnTo>
                  <a:lnTo>
                    <a:pt x="5013576" y="1530598"/>
                  </a:lnTo>
                  <a:lnTo>
                    <a:pt x="5085199" y="1492966"/>
                  </a:lnTo>
                  <a:lnTo>
                    <a:pt x="5156821" y="1454463"/>
                  </a:lnTo>
                  <a:lnTo>
                    <a:pt x="5228444" y="1415071"/>
                  </a:lnTo>
                  <a:lnTo>
                    <a:pt x="5300066" y="1374767"/>
                  </a:lnTo>
                  <a:lnTo>
                    <a:pt x="5371689" y="1333532"/>
                  </a:lnTo>
                  <a:lnTo>
                    <a:pt x="5443311" y="1291343"/>
                  </a:lnTo>
                  <a:lnTo>
                    <a:pt x="5514934" y="1248178"/>
                  </a:lnTo>
                  <a:lnTo>
                    <a:pt x="5586557" y="1204016"/>
                  </a:lnTo>
                  <a:lnTo>
                    <a:pt x="5658179" y="1158832"/>
                  </a:lnTo>
                  <a:lnTo>
                    <a:pt x="5729802" y="1112603"/>
                  </a:lnTo>
                  <a:lnTo>
                    <a:pt x="5801424" y="1065306"/>
                  </a:lnTo>
                  <a:lnTo>
                    <a:pt x="5873047" y="1016915"/>
                  </a:lnTo>
                  <a:lnTo>
                    <a:pt x="5944669" y="967405"/>
                  </a:lnTo>
                  <a:lnTo>
                    <a:pt x="6016292" y="916750"/>
                  </a:lnTo>
                  <a:lnTo>
                    <a:pt x="6087914" y="864923"/>
                  </a:lnTo>
                  <a:lnTo>
                    <a:pt x="6159537" y="811899"/>
                  </a:lnTo>
                  <a:lnTo>
                    <a:pt x="6231159" y="757648"/>
                  </a:lnTo>
                  <a:lnTo>
                    <a:pt x="6302782" y="702143"/>
                  </a:lnTo>
                  <a:lnTo>
                    <a:pt x="6374404" y="645355"/>
                  </a:lnTo>
                  <a:lnTo>
                    <a:pt x="6446027" y="587253"/>
                  </a:lnTo>
                  <a:lnTo>
                    <a:pt x="6517649" y="527808"/>
                  </a:lnTo>
                  <a:lnTo>
                    <a:pt x="6589272" y="466988"/>
                  </a:lnTo>
                  <a:lnTo>
                    <a:pt x="6660894" y="404763"/>
                  </a:lnTo>
                  <a:lnTo>
                    <a:pt x="6732517" y="341098"/>
                  </a:lnTo>
                  <a:lnTo>
                    <a:pt x="6804139" y="275961"/>
                  </a:lnTo>
                  <a:lnTo>
                    <a:pt x="6875762" y="209318"/>
                  </a:lnTo>
                  <a:lnTo>
                    <a:pt x="6947385" y="141134"/>
                  </a:lnTo>
                  <a:lnTo>
                    <a:pt x="7019007" y="7137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2026-05-22T09:54:34Z</dcterms:modified>
  <cp:category/>
</cp:coreProperties>
</file>