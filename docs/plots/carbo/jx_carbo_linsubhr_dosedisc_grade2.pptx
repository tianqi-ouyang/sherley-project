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75963"/>
            </a:xfrm>
            <a:custGeom>
              <a:avLst/>
              <a:pathLst>
                <a:path w="7090630" h="3475963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4"/>
                  </a:lnTo>
                  <a:lnTo>
                    <a:pt x="4512219" y="1785591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9"/>
                  </a:lnTo>
                  <a:lnTo>
                    <a:pt x="4870331" y="1401393"/>
                  </a:lnTo>
                  <a:lnTo>
                    <a:pt x="4941954" y="1315544"/>
                  </a:lnTo>
                  <a:lnTo>
                    <a:pt x="5013576" y="1226420"/>
                  </a:lnTo>
                  <a:lnTo>
                    <a:pt x="5085199" y="1133899"/>
                  </a:lnTo>
                  <a:lnTo>
                    <a:pt x="5156821" y="1037849"/>
                  </a:lnTo>
                  <a:lnTo>
                    <a:pt x="5228444" y="938136"/>
                  </a:lnTo>
                  <a:lnTo>
                    <a:pt x="5300066" y="834620"/>
                  </a:lnTo>
                  <a:lnTo>
                    <a:pt x="5371689" y="727158"/>
                  </a:lnTo>
                  <a:lnTo>
                    <a:pt x="5443311" y="615597"/>
                  </a:lnTo>
                  <a:lnTo>
                    <a:pt x="5514934" y="499782"/>
                  </a:lnTo>
                  <a:lnTo>
                    <a:pt x="5586557" y="379551"/>
                  </a:lnTo>
                  <a:lnTo>
                    <a:pt x="5658179" y="254734"/>
                  </a:lnTo>
                  <a:lnTo>
                    <a:pt x="5729802" y="125158"/>
                  </a:lnTo>
                  <a:lnTo>
                    <a:pt x="5796441" y="0"/>
                  </a:lnTo>
                  <a:lnTo>
                    <a:pt x="7090630" y="0"/>
                  </a:lnTo>
                  <a:lnTo>
                    <a:pt x="7090630" y="2578766"/>
                  </a:lnTo>
                  <a:lnTo>
                    <a:pt x="7019007" y="2582774"/>
                  </a:lnTo>
                  <a:lnTo>
                    <a:pt x="6947385" y="2586766"/>
                  </a:lnTo>
                  <a:lnTo>
                    <a:pt x="6875762" y="2590744"/>
                  </a:lnTo>
                  <a:lnTo>
                    <a:pt x="6804139" y="2594706"/>
                  </a:lnTo>
                  <a:lnTo>
                    <a:pt x="6732517" y="2598654"/>
                  </a:lnTo>
                  <a:lnTo>
                    <a:pt x="6660894" y="2602587"/>
                  </a:lnTo>
                  <a:lnTo>
                    <a:pt x="6589272" y="2606505"/>
                  </a:lnTo>
                  <a:lnTo>
                    <a:pt x="6517649" y="2610409"/>
                  </a:lnTo>
                  <a:lnTo>
                    <a:pt x="6446027" y="2614298"/>
                  </a:lnTo>
                  <a:lnTo>
                    <a:pt x="6374404" y="2618173"/>
                  </a:lnTo>
                  <a:lnTo>
                    <a:pt x="6302782" y="2622033"/>
                  </a:lnTo>
                  <a:lnTo>
                    <a:pt x="6231159" y="2625879"/>
                  </a:lnTo>
                  <a:lnTo>
                    <a:pt x="6159537" y="2629711"/>
                  </a:lnTo>
                  <a:lnTo>
                    <a:pt x="6087914" y="2633528"/>
                  </a:lnTo>
                  <a:lnTo>
                    <a:pt x="6016292" y="2637331"/>
                  </a:lnTo>
                  <a:lnTo>
                    <a:pt x="5944669" y="2641119"/>
                  </a:lnTo>
                  <a:lnTo>
                    <a:pt x="5873047" y="2644894"/>
                  </a:lnTo>
                  <a:lnTo>
                    <a:pt x="5801424" y="2648655"/>
                  </a:lnTo>
                  <a:lnTo>
                    <a:pt x="5729802" y="2652401"/>
                  </a:lnTo>
                  <a:lnTo>
                    <a:pt x="5658179" y="2656134"/>
                  </a:lnTo>
                  <a:lnTo>
                    <a:pt x="5586557" y="2659852"/>
                  </a:lnTo>
                  <a:lnTo>
                    <a:pt x="5514934" y="2663557"/>
                  </a:lnTo>
                  <a:lnTo>
                    <a:pt x="5443311" y="2667248"/>
                  </a:lnTo>
                  <a:lnTo>
                    <a:pt x="5371689" y="2670925"/>
                  </a:lnTo>
                  <a:lnTo>
                    <a:pt x="5300066" y="2674588"/>
                  </a:lnTo>
                  <a:lnTo>
                    <a:pt x="5228444" y="2678238"/>
                  </a:lnTo>
                  <a:lnTo>
                    <a:pt x="5156821" y="2681874"/>
                  </a:lnTo>
                  <a:lnTo>
                    <a:pt x="5085199" y="2685497"/>
                  </a:lnTo>
                  <a:lnTo>
                    <a:pt x="5013576" y="2689106"/>
                  </a:lnTo>
                  <a:lnTo>
                    <a:pt x="4941954" y="2692701"/>
                  </a:lnTo>
                  <a:lnTo>
                    <a:pt x="4870331" y="2696283"/>
                  </a:lnTo>
                  <a:lnTo>
                    <a:pt x="4798709" y="2699852"/>
                  </a:lnTo>
                  <a:lnTo>
                    <a:pt x="4727086" y="2703407"/>
                  </a:lnTo>
                  <a:lnTo>
                    <a:pt x="4655464" y="2706950"/>
                  </a:lnTo>
                  <a:lnTo>
                    <a:pt x="4583841" y="2710479"/>
                  </a:lnTo>
                  <a:lnTo>
                    <a:pt x="4512219" y="2713994"/>
                  </a:lnTo>
                  <a:lnTo>
                    <a:pt x="4440596" y="2717497"/>
                  </a:lnTo>
                  <a:lnTo>
                    <a:pt x="4368974" y="2720987"/>
                  </a:lnTo>
                  <a:lnTo>
                    <a:pt x="4297351" y="2724463"/>
                  </a:lnTo>
                  <a:lnTo>
                    <a:pt x="4225729" y="2727927"/>
                  </a:lnTo>
                  <a:lnTo>
                    <a:pt x="4154106" y="2731377"/>
                  </a:lnTo>
                  <a:lnTo>
                    <a:pt x="4082483" y="2734815"/>
                  </a:lnTo>
                  <a:lnTo>
                    <a:pt x="4010861" y="2738240"/>
                  </a:lnTo>
                  <a:lnTo>
                    <a:pt x="3939238" y="2741652"/>
                  </a:lnTo>
                  <a:lnTo>
                    <a:pt x="3867616" y="2745052"/>
                  </a:lnTo>
                  <a:lnTo>
                    <a:pt x="3795993" y="2748439"/>
                  </a:lnTo>
                  <a:lnTo>
                    <a:pt x="3724371" y="2751813"/>
                  </a:lnTo>
                  <a:lnTo>
                    <a:pt x="3652748" y="2755174"/>
                  </a:lnTo>
                  <a:lnTo>
                    <a:pt x="3581126" y="2758523"/>
                  </a:lnTo>
                  <a:lnTo>
                    <a:pt x="3509503" y="2761860"/>
                  </a:lnTo>
                  <a:lnTo>
                    <a:pt x="3437881" y="2765184"/>
                  </a:lnTo>
                  <a:lnTo>
                    <a:pt x="3366258" y="2768496"/>
                  </a:lnTo>
                  <a:lnTo>
                    <a:pt x="3294636" y="2771795"/>
                  </a:lnTo>
                  <a:lnTo>
                    <a:pt x="3223013" y="2775082"/>
                  </a:lnTo>
                  <a:lnTo>
                    <a:pt x="3151391" y="2778356"/>
                  </a:lnTo>
                  <a:lnTo>
                    <a:pt x="3079768" y="2781619"/>
                  </a:lnTo>
                  <a:lnTo>
                    <a:pt x="3008146" y="2801830"/>
                  </a:lnTo>
                  <a:lnTo>
                    <a:pt x="2936523" y="2833084"/>
                  </a:lnTo>
                  <a:lnTo>
                    <a:pt x="2864901" y="2863189"/>
                  </a:lnTo>
                  <a:lnTo>
                    <a:pt x="2793278" y="2892188"/>
                  </a:lnTo>
                  <a:lnTo>
                    <a:pt x="2721655" y="2920122"/>
                  </a:lnTo>
                  <a:lnTo>
                    <a:pt x="2650033" y="2947030"/>
                  </a:lnTo>
                  <a:lnTo>
                    <a:pt x="2578410" y="2972949"/>
                  </a:lnTo>
                  <a:lnTo>
                    <a:pt x="2506788" y="2997917"/>
                  </a:lnTo>
                  <a:lnTo>
                    <a:pt x="2435165" y="3021967"/>
                  </a:lnTo>
                  <a:lnTo>
                    <a:pt x="2363543" y="3045134"/>
                  </a:lnTo>
                  <a:lnTo>
                    <a:pt x="2291920" y="3067450"/>
                  </a:lnTo>
                  <a:lnTo>
                    <a:pt x="2220298" y="3088946"/>
                  </a:lnTo>
                  <a:lnTo>
                    <a:pt x="2148675" y="3109652"/>
                  </a:lnTo>
                  <a:lnTo>
                    <a:pt x="2077053" y="3129598"/>
                  </a:lnTo>
                  <a:lnTo>
                    <a:pt x="2005430" y="3148811"/>
                  </a:lnTo>
                  <a:lnTo>
                    <a:pt x="1933808" y="3167319"/>
                  </a:lnTo>
                  <a:lnTo>
                    <a:pt x="1862185" y="3185146"/>
                  </a:lnTo>
                  <a:lnTo>
                    <a:pt x="1790563" y="3202319"/>
                  </a:lnTo>
                  <a:lnTo>
                    <a:pt x="1718940" y="3218861"/>
                  </a:lnTo>
                  <a:lnTo>
                    <a:pt x="1647318" y="3234795"/>
                  </a:lnTo>
                  <a:lnTo>
                    <a:pt x="1575695" y="3250144"/>
                  </a:lnTo>
                  <a:lnTo>
                    <a:pt x="1504073" y="3264929"/>
                  </a:lnTo>
                  <a:lnTo>
                    <a:pt x="1432450" y="3279171"/>
                  </a:lnTo>
                  <a:lnTo>
                    <a:pt x="1360827" y="3292890"/>
                  </a:lnTo>
                  <a:lnTo>
                    <a:pt x="1289205" y="3306105"/>
                  </a:lnTo>
                  <a:lnTo>
                    <a:pt x="1217582" y="3318834"/>
                  </a:lnTo>
                  <a:lnTo>
                    <a:pt x="1145960" y="3331096"/>
                  </a:lnTo>
                  <a:lnTo>
                    <a:pt x="1074337" y="3342908"/>
                  </a:lnTo>
                  <a:lnTo>
                    <a:pt x="1002715" y="3354285"/>
                  </a:lnTo>
                  <a:lnTo>
                    <a:pt x="931092" y="3365245"/>
                  </a:lnTo>
                  <a:lnTo>
                    <a:pt x="859470" y="3375802"/>
                  </a:lnTo>
                  <a:lnTo>
                    <a:pt x="787847" y="3385972"/>
                  </a:lnTo>
                  <a:lnTo>
                    <a:pt x="716225" y="3395767"/>
                  </a:lnTo>
                  <a:lnTo>
                    <a:pt x="644602" y="3405203"/>
                  </a:lnTo>
                  <a:lnTo>
                    <a:pt x="572980" y="3414292"/>
                  </a:lnTo>
                  <a:lnTo>
                    <a:pt x="501357" y="3423048"/>
                  </a:lnTo>
                  <a:lnTo>
                    <a:pt x="429735" y="3431482"/>
                  </a:lnTo>
                  <a:lnTo>
                    <a:pt x="358112" y="3439606"/>
                  </a:lnTo>
                  <a:lnTo>
                    <a:pt x="286490" y="3447431"/>
                  </a:lnTo>
                  <a:lnTo>
                    <a:pt x="214867" y="3454969"/>
                  </a:lnTo>
                  <a:lnTo>
                    <a:pt x="143245" y="3462231"/>
                  </a:lnTo>
                  <a:lnTo>
                    <a:pt x="71622" y="3469225"/>
                  </a:lnTo>
                  <a:lnTo>
                    <a:pt x="0" y="34759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796441" cy="2910969"/>
            </a:xfrm>
            <a:custGeom>
              <a:avLst/>
              <a:pathLst>
                <a:path w="5796441" h="2910969">
                  <a:moveTo>
                    <a:pt x="0" y="2910969"/>
                  </a:moveTo>
                  <a:lnTo>
                    <a:pt x="71622" y="2908191"/>
                  </a:lnTo>
                  <a:lnTo>
                    <a:pt x="143245" y="2905402"/>
                  </a:lnTo>
                  <a:lnTo>
                    <a:pt x="214867" y="2902603"/>
                  </a:lnTo>
                  <a:lnTo>
                    <a:pt x="286490" y="2899794"/>
                  </a:lnTo>
                  <a:lnTo>
                    <a:pt x="358112" y="2896974"/>
                  </a:lnTo>
                  <a:lnTo>
                    <a:pt x="429735" y="2894144"/>
                  </a:lnTo>
                  <a:lnTo>
                    <a:pt x="501357" y="2891303"/>
                  </a:lnTo>
                  <a:lnTo>
                    <a:pt x="572980" y="2888451"/>
                  </a:lnTo>
                  <a:lnTo>
                    <a:pt x="644602" y="2885589"/>
                  </a:lnTo>
                  <a:lnTo>
                    <a:pt x="716225" y="2882716"/>
                  </a:lnTo>
                  <a:lnTo>
                    <a:pt x="787847" y="2879832"/>
                  </a:lnTo>
                  <a:lnTo>
                    <a:pt x="859470" y="2876937"/>
                  </a:lnTo>
                  <a:lnTo>
                    <a:pt x="931092" y="2874032"/>
                  </a:lnTo>
                  <a:lnTo>
                    <a:pt x="1002715" y="2871115"/>
                  </a:lnTo>
                  <a:lnTo>
                    <a:pt x="1074337" y="2868188"/>
                  </a:lnTo>
                  <a:lnTo>
                    <a:pt x="1145960" y="2865250"/>
                  </a:lnTo>
                  <a:lnTo>
                    <a:pt x="1217582" y="2862301"/>
                  </a:lnTo>
                  <a:lnTo>
                    <a:pt x="1289205" y="2859340"/>
                  </a:lnTo>
                  <a:lnTo>
                    <a:pt x="1360827" y="2856369"/>
                  </a:lnTo>
                  <a:lnTo>
                    <a:pt x="1432450" y="2853386"/>
                  </a:lnTo>
                  <a:lnTo>
                    <a:pt x="1504073" y="2850393"/>
                  </a:lnTo>
                  <a:lnTo>
                    <a:pt x="1575695" y="2847388"/>
                  </a:lnTo>
                  <a:lnTo>
                    <a:pt x="1647318" y="2844372"/>
                  </a:lnTo>
                  <a:lnTo>
                    <a:pt x="1718940" y="2841344"/>
                  </a:lnTo>
                  <a:lnTo>
                    <a:pt x="1790563" y="2838305"/>
                  </a:lnTo>
                  <a:lnTo>
                    <a:pt x="1862185" y="2835255"/>
                  </a:lnTo>
                  <a:lnTo>
                    <a:pt x="1933808" y="2832194"/>
                  </a:lnTo>
                  <a:lnTo>
                    <a:pt x="2005430" y="2829121"/>
                  </a:lnTo>
                  <a:lnTo>
                    <a:pt x="2077053" y="2826036"/>
                  </a:lnTo>
                  <a:lnTo>
                    <a:pt x="2148675" y="2822940"/>
                  </a:lnTo>
                  <a:lnTo>
                    <a:pt x="2220298" y="2819832"/>
                  </a:lnTo>
                  <a:lnTo>
                    <a:pt x="2291920" y="2816713"/>
                  </a:lnTo>
                  <a:lnTo>
                    <a:pt x="2363543" y="2813582"/>
                  </a:lnTo>
                  <a:lnTo>
                    <a:pt x="2435165" y="2810439"/>
                  </a:lnTo>
                  <a:lnTo>
                    <a:pt x="2506788" y="2807284"/>
                  </a:lnTo>
                  <a:lnTo>
                    <a:pt x="2578410" y="2804118"/>
                  </a:lnTo>
                  <a:lnTo>
                    <a:pt x="2650033" y="2800940"/>
                  </a:lnTo>
                  <a:lnTo>
                    <a:pt x="2721655" y="2797750"/>
                  </a:lnTo>
                  <a:lnTo>
                    <a:pt x="2793278" y="2794548"/>
                  </a:lnTo>
                  <a:lnTo>
                    <a:pt x="2864901" y="2791334"/>
                  </a:lnTo>
                  <a:lnTo>
                    <a:pt x="2936523" y="2788107"/>
                  </a:lnTo>
                  <a:lnTo>
                    <a:pt x="3008146" y="2784869"/>
                  </a:lnTo>
                  <a:lnTo>
                    <a:pt x="3079768" y="2769385"/>
                  </a:lnTo>
                  <a:lnTo>
                    <a:pt x="3151391" y="2735703"/>
                  </a:lnTo>
                  <a:lnTo>
                    <a:pt x="3223013" y="2700736"/>
                  </a:lnTo>
                  <a:lnTo>
                    <a:pt x="3294636" y="2664436"/>
                  </a:lnTo>
                  <a:lnTo>
                    <a:pt x="3366258" y="2626752"/>
                  </a:lnTo>
                  <a:lnTo>
                    <a:pt x="3437881" y="2587631"/>
                  </a:lnTo>
                  <a:lnTo>
                    <a:pt x="3509503" y="2547017"/>
                  </a:lnTo>
                  <a:lnTo>
                    <a:pt x="3581126" y="2504855"/>
                  </a:lnTo>
                  <a:lnTo>
                    <a:pt x="3652748" y="2461085"/>
                  </a:lnTo>
                  <a:lnTo>
                    <a:pt x="3724371" y="2415646"/>
                  </a:lnTo>
                  <a:lnTo>
                    <a:pt x="3795993" y="2368475"/>
                  </a:lnTo>
                  <a:lnTo>
                    <a:pt x="3867616" y="2319504"/>
                  </a:lnTo>
                  <a:lnTo>
                    <a:pt x="3939238" y="2268666"/>
                  </a:lnTo>
                  <a:lnTo>
                    <a:pt x="4010861" y="2215889"/>
                  </a:lnTo>
                  <a:lnTo>
                    <a:pt x="4082483" y="2161100"/>
                  </a:lnTo>
                  <a:lnTo>
                    <a:pt x="4154106" y="2104221"/>
                  </a:lnTo>
                  <a:lnTo>
                    <a:pt x="4225729" y="2045174"/>
                  </a:lnTo>
                  <a:lnTo>
                    <a:pt x="4297351" y="1983874"/>
                  </a:lnTo>
                  <a:lnTo>
                    <a:pt x="4368974" y="1920237"/>
                  </a:lnTo>
                  <a:lnTo>
                    <a:pt x="4440596" y="1854174"/>
                  </a:lnTo>
                  <a:lnTo>
                    <a:pt x="4512219" y="1785591"/>
                  </a:lnTo>
                  <a:lnTo>
                    <a:pt x="4583841" y="1714392"/>
                  </a:lnTo>
                  <a:lnTo>
                    <a:pt x="4655464" y="1640479"/>
                  </a:lnTo>
                  <a:lnTo>
                    <a:pt x="4727086" y="1563747"/>
                  </a:lnTo>
                  <a:lnTo>
                    <a:pt x="4798709" y="1484089"/>
                  </a:lnTo>
                  <a:lnTo>
                    <a:pt x="4870331" y="1401393"/>
                  </a:lnTo>
                  <a:lnTo>
                    <a:pt x="4941954" y="1315544"/>
                  </a:lnTo>
                  <a:lnTo>
                    <a:pt x="5013576" y="1226420"/>
                  </a:lnTo>
                  <a:lnTo>
                    <a:pt x="5085199" y="1133899"/>
                  </a:lnTo>
                  <a:lnTo>
                    <a:pt x="5156821" y="1037849"/>
                  </a:lnTo>
                  <a:lnTo>
                    <a:pt x="5228444" y="938136"/>
                  </a:lnTo>
                  <a:lnTo>
                    <a:pt x="5300066" y="834620"/>
                  </a:lnTo>
                  <a:lnTo>
                    <a:pt x="5371689" y="727158"/>
                  </a:lnTo>
                  <a:lnTo>
                    <a:pt x="5443311" y="615597"/>
                  </a:lnTo>
                  <a:lnTo>
                    <a:pt x="5514934" y="499782"/>
                  </a:lnTo>
                  <a:lnTo>
                    <a:pt x="5586557" y="379551"/>
                  </a:lnTo>
                  <a:lnTo>
                    <a:pt x="5658179" y="254734"/>
                  </a:lnTo>
                  <a:lnTo>
                    <a:pt x="5729802" y="125158"/>
                  </a:lnTo>
                  <a:lnTo>
                    <a:pt x="57964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475330"/>
              <a:ext cx="7090630" cy="897196"/>
            </a:xfrm>
            <a:custGeom>
              <a:avLst/>
              <a:pathLst>
                <a:path w="7090630" h="897196">
                  <a:moveTo>
                    <a:pt x="7090630" y="0"/>
                  </a:moveTo>
                  <a:lnTo>
                    <a:pt x="7019007" y="4007"/>
                  </a:lnTo>
                  <a:lnTo>
                    <a:pt x="6947385" y="7999"/>
                  </a:lnTo>
                  <a:lnTo>
                    <a:pt x="6875762" y="11977"/>
                  </a:lnTo>
                  <a:lnTo>
                    <a:pt x="6804139" y="15939"/>
                  </a:lnTo>
                  <a:lnTo>
                    <a:pt x="6732517" y="19887"/>
                  </a:lnTo>
                  <a:lnTo>
                    <a:pt x="6660894" y="23820"/>
                  </a:lnTo>
                  <a:lnTo>
                    <a:pt x="6589272" y="27738"/>
                  </a:lnTo>
                  <a:lnTo>
                    <a:pt x="6517649" y="31642"/>
                  </a:lnTo>
                  <a:lnTo>
                    <a:pt x="6446027" y="35531"/>
                  </a:lnTo>
                  <a:lnTo>
                    <a:pt x="6374404" y="39406"/>
                  </a:lnTo>
                  <a:lnTo>
                    <a:pt x="6302782" y="43266"/>
                  </a:lnTo>
                  <a:lnTo>
                    <a:pt x="6231159" y="47112"/>
                  </a:lnTo>
                  <a:lnTo>
                    <a:pt x="6159537" y="50944"/>
                  </a:lnTo>
                  <a:lnTo>
                    <a:pt x="6087914" y="54761"/>
                  </a:lnTo>
                  <a:lnTo>
                    <a:pt x="6016292" y="58564"/>
                  </a:lnTo>
                  <a:lnTo>
                    <a:pt x="5944669" y="62352"/>
                  </a:lnTo>
                  <a:lnTo>
                    <a:pt x="5873047" y="66127"/>
                  </a:lnTo>
                  <a:lnTo>
                    <a:pt x="5801424" y="69888"/>
                  </a:lnTo>
                  <a:lnTo>
                    <a:pt x="5729802" y="73634"/>
                  </a:lnTo>
                  <a:lnTo>
                    <a:pt x="5658179" y="77367"/>
                  </a:lnTo>
                  <a:lnTo>
                    <a:pt x="5586557" y="81085"/>
                  </a:lnTo>
                  <a:lnTo>
                    <a:pt x="5514934" y="84790"/>
                  </a:lnTo>
                  <a:lnTo>
                    <a:pt x="5443311" y="88481"/>
                  </a:lnTo>
                  <a:lnTo>
                    <a:pt x="5371689" y="92158"/>
                  </a:lnTo>
                  <a:lnTo>
                    <a:pt x="5300066" y="95821"/>
                  </a:lnTo>
                  <a:lnTo>
                    <a:pt x="5228444" y="99471"/>
                  </a:lnTo>
                  <a:lnTo>
                    <a:pt x="5156821" y="103107"/>
                  </a:lnTo>
                  <a:lnTo>
                    <a:pt x="5085199" y="106730"/>
                  </a:lnTo>
                  <a:lnTo>
                    <a:pt x="5013576" y="110339"/>
                  </a:lnTo>
                  <a:lnTo>
                    <a:pt x="4941954" y="113934"/>
                  </a:lnTo>
                  <a:lnTo>
                    <a:pt x="4870331" y="117516"/>
                  </a:lnTo>
                  <a:lnTo>
                    <a:pt x="4798709" y="121085"/>
                  </a:lnTo>
                  <a:lnTo>
                    <a:pt x="4727086" y="124640"/>
                  </a:lnTo>
                  <a:lnTo>
                    <a:pt x="4655464" y="128183"/>
                  </a:lnTo>
                  <a:lnTo>
                    <a:pt x="4583841" y="131712"/>
                  </a:lnTo>
                  <a:lnTo>
                    <a:pt x="4512219" y="135227"/>
                  </a:lnTo>
                  <a:lnTo>
                    <a:pt x="4440596" y="138730"/>
                  </a:lnTo>
                  <a:lnTo>
                    <a:pt x="4368974" y="142220"/>
                  </a:lnTo>
                  <a:lnTo>
                    <a:pt x="4297351" y="145696"/>
                  </a:lnTo>
                  <a:lnTo>
                    <a:pt x="4225729" y="149160"/>
                  </a:lnTo>
                  <a:lnTo>
                    <a:pt x="4154106" y="152610"/>
                  </a:lnTo>
                  <a:lnTo>
                    <a:pt x="4082483" y="156048"/>
                  </a:lnTo>
                  <a:lnTo>
                    <a:pt x="4010861" y="159473"/>
                  </a:lnTo>
                  <a:lnTo>
                    <a:pt x="3939238" y="162885"/>
                  </a:lnTo>
                  <a:lnTo>
                    <a:pt x="3867616" y="166285"/>
                  </a:lnTo>
                  <a:lnTo>
                    <a:pt x="3795993" y="169672"/>
                  </a:lnTo>
                  <a:lnTo>
                    <a:pt x="3724371" y="173046"/>
                  </a:lnTo>
                  <a:lnTo>
                    <a:pt x="3652748" y="176407"/>
                  </a:lnTo>
                  <a:lnTo>
                    <a:pt x="3581126" y="179756"/>
                  </a:lnTo>
                  <a:lnTo>
                    <a:pt x="3509503" y="183093"/>
                  </a:lnTo>
                  <a:lnTo>
                    <a:pt x="3437881" y="186417"/>
                  </a:lnTo>
                  <a:lnTo>
                    <a:pt x="3366258" y="189729"/>
                  </a:lnTo>
                  <a:lnTo>
                    <a:pt x="3294636" y="193028"/>
                  </a:lnTo>
                  <a:lnTo>
                    <a:pt x="3223013" y="196315"/>
                  </a:lnTo>
                  <a:lnTo>
                    <a:pt x="3151391" y="199589"/>
                  </a:lnTo>
                  <a:lnTo>
                    <a:pt x="3079768" y="202852"/>
                  </a:lnTo>
                  <a:lnTo>
                    <a:pt x="3008146" y="223063"/>
                  </a:lnTo>
                  <a:lnTo>
                    <a:pt x="2936523" y="254317"/>
                  </a:lnTo>
                  <a:lnTo>
                    <a:pt x="2864901" y="284422"/>
                  </a:lnTo>
                  <a:lnTo>
                    <a:pt x="2793278" y="313421"/>
                  </a:lnTo>
                  <a:lnTo>
                    <a:pt x="2721655" y="341355"/>
                  </a:lnTo>
                  <a:lnTo>
                    <a:pt x="2650033" y="368263"/>
                  </a:lnTo>
                  <a:lnTo>
                    <a:pt x="2578410" y="394182"/>
                  </a:lnTo>
                  <a:lnTo>
                    <a:pt x="2506788" y="419150"/>
                  </a:lnTo>
                  <a:lnTo>
                    <a:pt x="2435165" y="443200"/>
                  </a:lnTo>
                  <a:lnTo>
                    <a:pt x="2363543" y="466367"/>
                  </a:lnTo>
                  <a:lnTo>
                    <a:pt x="2291920" y="488683"/>
                  </a:lnTo>
                  <a:lnTo>
                    <a:pt x="2220298" y="510179"/>
                  </a:lnTo>
                  <a:lnTo>
                    <a:pt x="2148675" y="530885"/>
                  </a:lnTo>
                  <a:lnTo>
                    <a:pt x="2077053" y="550831"/>
                  </a:lnTo>
                  <a:lnTo>
                    <a:pt x="2005430" y="570044"/>
                  </a:lnTo>
                  <a:lnTo>
                    <a:pt x="1933808" y="588552"/>
                  </a:lnTo>
                  <a:lnTo>
                    <a:pt x="1862185" y="606379"/>
                  </a:lnTo>
                  <a:lnTo>
                    <a:pt x="1790563" y="623552"/>
                  </a:lnTo>
                  <a:lnTo>
                    <a:pt x="1718940" y="640094"/>
                  </a:lnTo>
                  <a:lnTo>
                    <a:pt x="1647318" y="656028"/>
                  </a:lnTo>
                  <a:lnTo>
                    <a:pt x="1575695" y="671377"/>
                  </a:lnTo>
                  <a:lnTo>
                    <a:pt x="1504073" y="686162"/>
                  </a:lnTo>
                  <a:lnTo>
                    <a:pt x="1432450" y="700404"/>
                  </a:lnTo>
                  <a:lnTo>
                    <a:pt x="1360827" y="714123"/>
                  </a:lnTo>
                  <a:lnTo>
                    <a:pt x="1289205" y="727338"/>
                  </a:lnTo>
                  <a:lnTo>
                    <a:pt x="1217582" y="740067"/>
                  </a:lnTo>
                  <a:lnTo>
                    <a:pt x="1145960" y="752329"/>
                  </a:lnTo>
                  <a:lnTo>
                    <a:pt x="1074337" y="764141"/>
                  </a:lnTo>
                  <a:lnTo>
                    <a:pt x="1002715" y="775518"/>
                  </a:lnTo>
                  <a:lnTo>
                    <a:pt x="931092" y="786478"/>
                  </a:lnTo>
                  <a:lnTo>
                    <a:pt x="859470" y="797035"/>
                  </a:lnTo>
                  <a:lnTo>
                    <a:pt x="787847" y="807205"/>
                  </a:lnTo>
                  <a:lnTo>
                    <a:pt x="716225" y="817000"/>
                  </a:lnTo>
                  <a:lnTo>
                    <a:pt x="644602" y="826436"/>
                  </a:lnTo>
                  <a:lnTo>
                    <a:pt x="572980" y="835525"/>
                  </a:lnTo>
                  <a:lnTo>
                    <a:pt x="501357" y="844281"/>
                  </a:lnTo>
                  <a:lnTo>
                    <a:pt x="429735" y="852715"/>
                  </a:lnTo>
                  <a:lnTo>
                    <a:pt x="358112" y="860839"/>
                  </a:lnTo>
                  <a:lnTo>
                    <a:pt x="286490" y="868664"/>
                  </a:lnTo>
                  <a:lnTo>
                    <a:pt x="214867" y="876202"/>
                  </a:lnTo>
                  <a:lnTo>
                    <a:pt x="143245" y="883464"/>
                  </a:lnTo>
                  <a:lnTo>
                    <a:pt x="71622" y="890458"/>
                  </a:lnTo>
                  <a:lnTo>
                    <a:pt x="0" y="897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771940"/>
              <a:ext cx="7090630" cy="2415272"/>
            </a:xfrm>
            <a:custGeom>
              <a:avLst/>
              <a:pathLst>
                <a:path w="7090630" h="2415272">
                  <a:moveTo>
                    <a:pt x="0" y="2415272"/>
                  </a:moveTo>
                  <a:lnTo>
                    <a:pt x="71622" y="2407745"/>
                  </a:lnTo>
                  <a:lnTo>
                    <a:pt x="143245" y="2400061"/>
                  </a:lnTo>
                  <a:lnTo>
                    <a:pt x="214867" y="2392217"/>
                  </a:lnTo>
                  <a:lnTo>
                    <a:pt x="286490" y="2384209"/>
                  </a:lnTo>
                  <a:lnTo>
                    <a:pt x="358112" y="2376036"/>
                  </a:lnTo>
                  <a:lnTo>
                    <a:pt x="429735" y="2367692"/>
                  </a:lnTo>
                  <a:lnTo>
                    <a:pt x="501357" y="2359175"/>
                  </a:lnTo>
                  <a:lnTo>
                    <a:pt x="572980" y="2350481"/>
                  </a:lnTo>
                  <a:lnTo>
                    <a:pt x="644602" y="2341606"/>
                  </a:lnTo>
                  <a:lnTo>
                    <a:pt x="716225" y="2332546"/>
                  </a:lnTo>
                  <a:lnTo>
                    <a:pt x="787847" y="2323298"/>
                  </a:lnTo>
                  <a:lnTo>
                    <a:pt x="859470" y="2313858"/>
                  </a:lnTo>
                  <a:lnTo>
                    <a:pt x="931092" y="2304221"/>
                  </a:lnTo>
                  <a:lnTo>
                    <a:pt x="1002715" y="2294384"/>
                  </a:lnTo>
                  <a:lnTo>
                    <a:pt x="1074337" y="2284343"/>
                  </a:lnTo>
                  <a:lnTo>
                    <a:pt x="1145960" y="2274093"/>
                  </a:lnTo>
                  <a:lnTo>
                    <a:pt x="1217582" y="2263629"/>
                  </a:lnTo>
                  <a:lnTo>
                    <a:pt x="1289205" y="2252948"/>
                  </a:lnTo>
                  <a:lnTo>
                    <a:pt x="1360827" y="2242045"/>
                  </a:lnTo>
                  <a:lnTo>
                    <a:pt x="1432450" y="2230915"/>
                  </a:lnTo>
                  <a:lnTo>
                    <a:pt x="1504073" y="2219553"/>
                  </a:lnTo>
                  <a:lnTo>
                    <a:pt x="1575695" y="2207956"/>
                  </a:lnTo>
                  <a:lnTo>
                    <a:pt x="1647318" y="2196117"/>
                  </a:lnTo>
                  <a:lnTo>
                    <a:pt x="1718940" y="2184032"/>
                  </a:lnTo>
                  <a:lnTo>
                    <a:pt x="1790563" y="2171696"/>
                  </a:lnTo>
                  <a:lnTo>
                    <a:pt x="1862185" y="2159103"/>
                  </a:lnTo>
                  <a:lnTo>
                    <a:pt x="1933808" y="2146248"/>
                  </a:lnTo>
                  <a:lnTo>
                    <a:pt x="2005430" y="2133126"/>
                  </a:lnTo>
                  <a:lnTo>
                    <a:pt x="2077053" y="2119731"/>
                  </a:lnTo>
                  <a:lnTo>
                    <a:pt x="2148675" y="2106057"/>
                  </a:lnTo>
                  <a:lnTo>
                    <a:pt x="2220298" y="2092100"/>
                  </a:lnTo>
                  <a:lnTo>
                    <a:pt x="2291920" y="2077852"/>
                  </a:lnTo>
                  <a:lnTo>
                    <a:pt x="2363543" y="2063307"/>
                  </a:lnTo>
                  <a:lnTo>
                    <a:pt x="2435165" y="2048460"/>
                  </a:lnTo>
                  <a:lnTo>
                    <a:pt x="2506788" y="2033305"/>
                  </a:lnTo>
                  <a:lnTo>
                    <a:pt x="2578410" y="2017834"/>
                  </a:lnTo>
                  <a:lnTo>
                    <a:pt x="2650033" y="2002042"/>
                  </a:lnTo>
                  <a:lnTo>
                    <a:pt x="2721655" y="1985921"/>
                  </a:lnTo>
                  <a:lnTo>
                    <a:pt x="2793278" y="1969465"/>
                  </a:lnTo>
                  <a:lnTo>
                    <a:pt x="2864901" y="1952667"/>
                  </a:lnTo>
                  <a:lnTo>
                    <a:pt x="2936523" y="1935519"/>
                  </a:lnTo>
                  <a:lnTo>
                    <a:pt x="3008146" y="1918015"/>
                  </a:lnTo>
                  <a:lnTo>
                    <a:pt x="3079768" y="1900147"/>
                  </a:lnTo>
                  <a:lnTo>
                    <a:pt x="3151391" y="1881907"/>
                  </a:lnTo>
                  <a:lnTo>
                    <a:pt x="3223013" y="1863288"/>
                  </a:lnTo>
                  <a:lnTo>
                    <a:pt x="3294636" y="1844282"/>
                  </a:lnTo>
                  <a:lnTo>
                    <a:pt x="3366258" y="1824880"/>
                  </a:lnTo>
                  <a:lnTo>
                    <a:pt x="3437881" y="1805075"/>
                  </a:lnTo>
                  <a:lnTo>
                    <a:pt x="3509503" y="1784859"/>
                  </a:lnTo>
                  <a:lnTo>
                    <a:pt x="3581126" y="1764221"/>
                  </a:lnTo>
                  <a:lnTo>
                    <a:pt x="3652748" y="1743155"/>
                  </a:lnTo>
                  <a:lnTo>
                    <a:pt x="3724371" y="1721651"/>
                  </a:lnTo>
                  <a:lnTo>
                    <a:pt x="3795993" y="1699699"/>
                  </a:lnTo>
                  <a:lnTo>
                    <a:pt x="3867616" y="1677291"/>
                  </a:lnTo>
                  <a:lnTo>
                    <a:pt x="3939238" y="1654417"/>
                  </a:lnTo>
                  <a:lnTo>
                    <a:pt x="4010861" y="1631067"/>
                  </a:lnTo>
                  <a:lnTo>
                    <a:pt x="4082483" y="1607232"/>
                  </a:lnTo>
                  <a:lnTo>
                    <a:pt x="4154106" y="1582901"/>
                  </a:lnTo>
                  <a:lnTo>
                    <a:pt x="4225729" y="1558064"/>
                  </a:lnTo>
                  <a:lnTo>
                    <a:pt x="4297351" y="1532711"/>
                  </a:lnTo>
                  <a:lnTo>
                    <a:pt x="4368974" y="1506830"/>
                  </a:lnTo>
                  <a:lnTo>
                    <a:pt x="4440596" y="1480412"/>
                  </a:lnTo>
                  <a:lnTo>
                    <a:pt x="4512219" y="1453444"/>
                  </a:lnTo>
                  <a:lnTo>
                    <a:pt x="4583841" y="1425915"/>
                  </a:lnTo>
                  <a:lnTo>
                    <a:pt x="4655464" y="1397813"/>
                  </a:lnTo>
                  <a:lnTo>
                    <a:pt x="4727086" y="1369127"/>
                  </a:lnTo>
                  <a:lnTo>
                    <a:pt x="4798709" y="1339845"/>
                  </a:lnTo>
                  <a:lnTo>
                    <a:pt x="4870331" y="1309954"/>
                  </a:lnTo>
                  <a:lnTo>
                    <a:pt x="4941954" y="1279441"/>
                  </a:lnTo>
                  <a:lnTo>
                    <a:pt x="5013576" y="1248294"/>
                  </a:lnTo>
                  <a:lnTo>
                    <a:pt x="5085199" y="1216499"/>
                  </a:lnTo>
                  <a:lnTo>
                    <a:pt x="5156821" y="1184043"/>
                  </a:lnTo>
                  <a:lnTo>
                    <a:pt x="5228444" y="1150911"/>
                  </a:lnTo>
                  <a:lnTo>
                    <a:pt x="5300066" y="1117091"/>
                  </a:lnTo>
                  <a:lnTo>
                    <a:pt x="5371689" y="1082568"/>
                  </a:lnTo>
                  <a:lnTo>
                    <a:pt x="5443311" y="1047327"/>
                  </a:lnTo>
                  <a:lnTo>
                    <a:pt x="5514934" y="1011352"/>
                  </a:lnTo>
                  <a:lnTo>
                    <a:pt x="5586557" y="974630"/>
                  </a:lnTo>
                  <a:lnTo>
                    <a:pt x="5658179" y="937144"/>
                  </a:lnTo>
                  <a:lnTo>
                    <a:pt x="5729802" y="898879"/>
                  </a:lnTo>
                  <a:lnTo>
                    <a:pt x="5801424" y="859818"/>
                  </a:lnTo>
                  <a:lnTo>
                    <a:pt x="5873047" y="819944"/>
                  </a:lnTo>
                  <a:lnTo>
                    <a:pt x="5944669" y="779242"/>
                  </a:lnTo>
                  <a:lnTo>
                    <a:pt x="6016292" y="737693"/>
                  </a:lnTo>
                  <a:lnTo>
                    <a:pt x="6087914" y="695280"/>
                  </a:lnTo>
                  <a:lnTo>
                    <a:pt x="6159537" y="651985"/>
                  </a:lnTo>
                  <a:lnTo>
                    <a:pt x="6231159" y="607789"/>
                  </a:lnTo>
                  <a:lnTo>
                    <a:pt x="6302782" y="562675"/>
                  </a:lnTo>
                  <a:lnTo>
                    <a:pt x="6374404" y="516623"/>
                  </a:lnTo>
                  <a:lnTo>
                    <a:pt x="6446027" y="469612"/>
                  </a:lnTo>
                  <a:lnTo>
                    <a:pt x="6517649" y="421625"/>
                  </a:lnTo>
                  <a:lnTo>
                    <a:pt x="6589272" y="372639"/>
                  </a:lnTo>
                  <a:lnTo>
                    <a:pt x="6660894" y="322635"/>
                  </a:lnTo>
                  <a:lnTo>
                    <a:pt x="6732517" y="271591"/>
                  </a:lnTo>
                  <a:lnTo>
                    <a:pt x="6804139" y="219485"/>
                  </a:lnTo>
                  <a:lnTo>
                    <a:pt x="6875762" y="166296"/>
                  </a:lnTo>
                  <a:lnTo>
                    <a:pt x="6947385" y="112001"/>
                  </a:lnTo>
                  <a:lnTo>
                    <a:pt x="7019007" y="565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2026-05-22T10:22:48Z</dcterms:modified>
  <cp:category/>
</cp:coreProperties>
</file>