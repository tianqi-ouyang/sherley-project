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210927"/>
            </a:xfrm>
            <a:custGeom>
              <a:avLst/>
              <a:pathLst>
                <a:path w="7090630" h="3210927">
                  <a:moveTo>
                    <a:pt x="0" y="2332045"/>
                  </a:moveTo>
                  <a:lnTo>
                    <a:pt x="71622" y="2340887"/>
                  </a:lnTo>
                  <a:lnTo>
                    <a:pt x="143245" y="2349661"/>
                  </a:lnTo>
                  <a:lnTo>
                    <a:pt x="214867" y="2358368"/>
                  </a:lnTo>
                  <a:lnTo>
                    <a:pt x="286490" y="2367008"/>
                  </a:lnTo>
                  <a:lnTo>
                    <a:pt x="358112" y="2375582"/>
                  </a:lnTo>
                  <a:lnTo>
                    <a:pt x="429735" y="2384090"/>
                  </a:lnTo>
                  <a:lnTo>
                    <a:pt x="501357" y="2392533"/>
                  </a:lnTo>
                  <a:lnTo>
                    <a:pt x="572980" y="2400910"/>
                  </a:lnTo>
                  <a:lnTo>
                    <a:pt x="644602" y="2409224"/>
                  </a:lnTo>
                  <a:lnTo>
                    <a:pt x="716225" y="2417474"/>
                  </a:lnTo>
                  <a:lnTo>
                    <a:pt x="787847" y="2425660"/>
                  </a:lnTo>
                  <a:lnTo>
                    <a:pt x="859470" y="2433784"/>
                  </a:lnTo>
                  <a:lnTo>
                    <a:pt x="931092" y="2441845"/>
                  </a:lnTo>
                  <a:lnTo>
                    <a:pt x="1002715" y="2449844"/>
                  </a:lnTo>
                  <a:lnTo>
                    <a:pt x="1074337" y="2457782"/>
                  </a:lnTo>
                  <a:lnTo>
                    <a:pt x="1145960" y="2465659"/>
                  </a:lnTo>
                  <a:lnTo>
                    <a:pt x="1217582" y="2473475"/>
                  </a:lnTo>
                  <a:lnTo>
                    <a:pt x="1289205" y="2481231"/>
                  </a:lnTo>
                  <a:lnTo>
                    <a:pt x="1360827" y="2488928"/>
                  </a:lnTo>
                  <a:lnTo>
                    <a:pt x="1432450" y="2496566"/>
                  </a:lnTo>
                  <a:lnTo>
                    <a:pt x="1504073" y="2504145"/>
                  </a:lnTo>
                  <a:lnTo>
                    <a:pt x="1575695" y="2511666"/>
                  </a:lnTo>
                  <a:lnTo>
                    <a:pt x="1647318" y="2519129"/>
                  </a:lnTo>
                  <a:lnTo>
                    <a:pt x="1718940" y="2526535"/>
                  </a:lnTo>
                  <a:lnTo>
                    <a:pt x="1790563" y="2533884"/>
                  </a:lnTo>
                  <a:lnTo>
                    <a:pt x="1862185" y="2541177"/>
                  </a:lnTo>
                  <a:lnTo>
                    <a:pt x="1933808" y="2548413"/>
                  </a:lnTo>
                  <a:lnTo>
                    <a:pt x="2005430" y="2555594"/>
                  </a:lnTo>
                  <a:lnTo>
                    <a:pt x="2077053" y="2562720"/>
                  </a:lnTo>
                  <a:lnTo>
                    <a:pt x="2148675" y="2569792"/>
                  </a:lnTo>
                  <a:lnTo>
                    <a:pt x="2220298" y="2576808"/>
                  </a:lnTo>
                  <a:lnTo>
                    <a:pt x="2291920" y="2583771"/>
                  </a:lnTo>
                  <a:lnTo>
                    <a:pt x="2363543" y="2590681"/>
                  </a:lnTo>
                  <a:lnTo>
                    <a:pt x="2435165" y="2597538"/>
                  </a:lnTo>
                  <a:lnTo>
                    <a:pt x="2506788" y="2604342"/>
                  </a:lnTo>
                  <a:lnTo>
                    <a:pt x="2578410" y="2611093"/>
                  </a:lnTo>
                  <a:lnTo>
                    <a:pt x="2650033" y="2617793"/>
                  </a:lnTo>
                  <a:lnTo>
                    <a:pt x="2721655" y="2624441"/>
                  </a:lnTo>
                  <a:lnTo>
                    <a:pt x="2793278" y="2631039"/>
                  </a:lnTo>
                  <a:lnTo>
                    <a:pt x="2864901" y="2637585"/>
                  </a:lnTo>
                  <a:lnTo>
                    <a:pt x="2936523" y="2644082"/>
                  </a:lnTo>
                  <a:lnTo>
                    <a:pt x="3008146" y="2650528"/>
                  </a:lnTo>
                  <a:lnTo>
                    <a:pt x="3079768" y="2645267"/>
                  </a:lnTo>
                  <a:lnTo>
                    <a:pt x="3151391" y="2623085"/>
                  </a:lnTo>
                  <a:lnTo>
                    <a:pt x="3223013" y="2600316"/>
                  </a:lnTo>
                  <a:lnTo>
                    <a:pt x="3294636" y="2576945"/>
                  </a:lnTo>
                  <a:lnTo>
                    <a:pt x="3366258" y="2552955"/>
                  </a:lnTo>
                  <a:lnTo>
                    <a:pt x="3437881" y="2528331"/>
                  </a:lnTo>
                  <a:lnTo>
                    <a:pt x="3509503" y="2503056"/>
                  </a:lnTo>
                  <a:lnTo>
                    <a:pt x="3581126" y="2477111"/>
                  </a:lnTo>
                  <a:lnTo>
                    <a:pt x="3652748" y="2450481"/>
                  </a:lnTo>
                  <a:lnTo>
                    <a:pt x="3724371" y="2423146"/>
                  </a:lnTo>
                  <a:lnTo>
                    <a:pt x="3795993" y="2395087"/>
                  </a:lnTo>
                  <a:lnTo>
                    <a:pt x="3867616" y="2366287"/>
                  </a:lnTo>
                  <a:lnTo>
                    <a:pt x="3939238" y="2336724"/>
                  </a:lnTo>
                  <a:lnTo>
                    <a:pt x="4010861" y="2306380"/>
                  </a:lnTo>
                  <a:lnTo>
                    <a:pt x="4082483" y="2275232"/>
                  </a:lnTo>
                  <a:lnTo>
                    <a:pt x="4154106" y="2243261"/>
                  </a:lnTo>
                  <a:lnTo>
                    <a:pt x="4225729" y="2210444"/>
                  </a:lnTo>
                  <a:lnTo>
                    <a:pt x="4297351" y="2176758"/>
                  </a:lnTo>
                  <a:lnTo>
                    <a:pt x="4368974" y="2142182"/>
                  </a:lnTo>
                  <a:lnTo>
                    <a:pt x="4440596" y="2106691"/>
                  </a:lnTo>
                  <a:lnTo>
                    <a:pt x="4512219" y="2070261"/>
                  </a:lnTo>
                  <a:lnTo>
                    <a:pt x="4583841" y="2032867"/>
                  </a:lnTo>
                  <a:lnTo>
                    <a:pt x="4655464" y="1994484"/>
                  </a:lnTo>
                  <a:lnTo>
                    <a:pt x="4727086" y="1955085"/>
                  </a:lnTo>
                  <a:lnTo>
                    <a:pt x="4798709" y="1914644"/>
                  </a:lnTo>
                  <a:lnTo>
                    <a:pt x="4870331" y="1873133"/>
                  </a:lnTo>
                  <a:lnTo>
                    <a:pt x="4941954" y="1830525"/>
                  </a:lnTo>
                  <a:lnTo>
                    <a:pt x="5013576" y="1786788"/>
                  </a:lnTo>
                  <a:lnTo>
                    <a:pt x="5085199" y="1741895"/>
                  </a:lnTo>
                  <a:lnTo>
                    <a:pt x="5156821" y="1695814"/>
                  </a:lnTo>
                  <a:lnTo>
                    <a:pt x="5228444" y="1648515"/>
                  </a:lnTo>
                  <a:lnTo>
                    <a:pt x="5300066" y="1599963"/>
                  </a:lnTo>
                  <a:lnTo>
                    <a:pt x="5371689" y="1550128"/>
                  </a:lnTo>
                  <a:lnTo>
                    <a:pt x="5443311" y="1498974"/>
                  </a:lnTo>
                  <a:lnTo>
                    <a:pt x="5514934" y="1446466"/>
                  </a:lnTo>
                  <a:lnTo>
                    <a:pt x="5586557" y="1392570"/>
                  </a:lnTo>
                  <a:lnTo>
                    <a:pt x="5658179" y="1337248"/>
                  </a:lnTo>
                  <a:lnTo>
                    <a:pt x="5729802" y="1280462"/>
                  </a:lnTo>
                  <a:lnTo>
                    <a:pt x="5801424" y="1222174"/>
                  </a:lnTo>
                  <a:lnTo>
                    <a:pt x="5873047" y="1162344"/>
                  </a:lnTo>
                  <a:lnTo>
                    <a:pt x="5944669" y="1100931"/>
                  </a:lnTo>
                  <a:lnTo>
                    <a:pt x="6016292" y="1037893"/>
                  </a:lnTo>
                  <a:lnTo>
                    <a:pt x="6087914" y="973188"/>
                  </a:lnTo>
                  <a:lnTo>
                    <a:pt x="6159537" y="906771"/>
                  </a:lnTo>
                  <a:lnTo>
                    <a:pt x="6231159" y="838597"/>
                  </a:lnTo>
                  <a:lnTo>
                    <a:pt x="6302782" y="768619"/>
                  </a:lnTo>
                  <a:lnTo>
                    <a:pt x="6374404" y="696790"/>
                  </a:lnTo>
                  <a:lnTo>
                    <a:pt x="6446027" y="623061"/>
                  </a:lnTo>
                  <a:lnTo>
                    <a:pt x="6517649" y="547381"/>
                  </a:lnTo>
                  <a:lnTo>
                    <a:pt x="6589272" y="469700"/>
                  </a:lnTo>
                  <a:lnTo>
                    <a:pt x="6660894" y="389963"/>
                  </a:lnTo>
                  <a:lnTo>
                    <a:pt x="6732517" y="308117"/>
                  </a:lnTo>
                  <a:lnTo>
                    <a:pt x="6804139" y="224105"/>
                  </a:lnTo>
                  <a:lnTo>
                    <a:pt x="6875762" y="137871"/>
                  </a:lnTo>
                  <a:lnTo>
                    <a:pt x="6947385" y="49356"/>
                  </a:lnTo>
                  <a:lnTo>
                    <a:pt x="6986292" y="0"/>
                  </a:lnTo>
                  <a:lnTo>
                    <a:pt x="7090630" y="0"/>
                  </a:lnTo>
                  <a:lnTo>
                    <a:pt x="7090630" y="2946752"/>
                  </a:lnTo>
                  <a:lnTo>
                    <a:pt x="7019007" y="2942598"/>
                  </a:lnTo>
                  <a:lnTo>
                    <a:pt x="6947385" y="2938411"/>
                  </a:lnTo>
                  <a:lnTo>
                    <a:pt x="6875762" y="2934192"/>
                  </a:lnTo>
                  <a:lnTo>
                    <a:pt x="6804139" y="2929940"/>
                  </a:lnTo>
                  <a:lnTo>
                    <a:pt x="6732517" y="2925655"/>
                  </a:lnTo>
                  <a:lnTo>
                    <a:pt x="6660894" y="2921337"/>
                  </a:lnTo>
                  <a:lnTo>
                    <a:pt x="6589272" y="2916986"/>
                  </a:lnTo>
                  <a:lnTo>
                    <a:pt x="6517649" y="2912601"/>
                  </a:lnTo>
                  <a:lnTo>
                    <a:pt x="6446027" y="2908182"/>
                  </a:lnTo>
                  <a:lnTo>
                    <a:pt x="6374404" y="2903729"/>
                  </a:lnTo>
                  <a:lnTo>
                    <a:pt x="6302782" y="2899241"/>
                  </a:lnTo>
                  <a:lnTo>
                    <a:pt x="6231159" y="2894719"/>
                  </a:lnTo>
                  <a:lnTo>
                    <a:pt x="6159537" y="2890162"/>
                  </a:lnTo>
                  <a:lnTo>
                    <a:pt x="6087914" y="2885569"/>
                  </a:lnTo>
                  <a:lnTo>
                    <a:pt x="6016292" y="2880941"/>
                  </a:lnTo>
                  <a:lnTo>
                    <a:pt x="5944669" y="2876277"/>
                  </a:lnTo>
                  <a:lnTo>
                    <a:pt x="5873047" y="2871577"/>
                  </a:lnTo>
                  <a:lnTo>
                    <a:pt x="5801424" y="2866841"/>
                  </a:lnTo>
                  <a:lnTo>
                    <a:pt x="5729802" y="2862068"/>
                  </a:lnTo>
                  <a:lnTo>
                    <a:pt x="5658179" y="2857258"/>
                  </a:lnTo>
                  <a:lnTo>
                    <a:pt x="5586557" y="2852411"/>
                  </a:lnTo>
                  <a:lnTo>
                    <a:pt x="5514934" y="2847526"/>
                  </a:lnTo>
                  <a:lnTo>
                    <a:pt x="5443311" y="2842604"/>
                  </a:lnTo>
                  <a:lnTo>
                    <a:pt x="5371689" y="2837643"/>
                  </a:lnTo>
                  <a:lnTo>
                    <a:pt x="5300066" y="2832645"/>
                  </a:lnTo>
                  <a:lnTo>
                    <a:pt x="5228444" y="2827607"/>
                  </a:lnTo>
                  <a:lnTo>
                    <a:pt x="5156821" y="2822530"/>
                  </a:lnTo>
                  <a:lnTo>
                    <a:pt x="5085199" y="2817415"/>
                  </a:lnTo>
                  <a:lnTo>
                    <a:pt x="5013576" y="2812259"/>
                  </a:lnTo>
                  <a:lnTo>
                    <a:pt x="4941954" y="2807064"/>
                  </a:lnTo>
                  <a:lnTo>
                    <a:pt x="4870331" y="2801829"/>
                  </a:lnTo>
                  <a:lnTo>
                    <a:pt x="4798709" y="2796553"/>
                  </a:lnTo>
                  <a:lnTo>
                    <a:pt x="4727086" y="2791236"/>
                  </a:lnTo>
                  <a:lnTo>
                    <a:pt x="4655464" y="2785878"/>
                  </a:lnTo>
                  <a:lnTo>
                    <a:pt x="4583841" y="2780479"/>
                  </a:lnTo>
                  <a:lnTo>
                    <a:pt x="4512219" y="2775037"/>
                  </a:lnTo>
                  <a:lnTo>
                    <a:pt x="4440596" y="2769554"/>
                  </a:lnTo>
                  <a:lnTo>
                    <a:pt x="4368974" y="2764029"/>
                  </a:lnTo>
                  <a:lnTo>
                    <a:pt x="4297351" y="2758460"/>
                  </a:lnTo>
                  <a:lnTo>
                    <a:pt x="4225729" y="2752849"/>
                  </a:lnTo>
                  <a:lnTo>
                    <a:pt x="4154106" y="2747194"/>
                  </a:lnTo>
                  <a:lnTo>
                    <a:pt x="4082483" y="2741495"/>
                  </a:lnTo>
                  <a:lnTo>
                    <a:pt x="4010861" y="2735752"/>
                  </a:lnTo>
                  <a:lnTo>
                    <a:pt x="3939238" y="2729965"/>
                  </a:lnTo>
                  <a:lnTo>
                    <a:pt x="3867616" y="2724133"/>
                  </a:lnTo>
                  <a:lnTo>
                    <a:pt x="3795993" y="2718256"/>
                  </a:lnTo>
                  <a:lnTo>
                    <a:pt x="3724371" y="2712334"/>
                  </a:lnTo>
                  <a:lnTo>
                    <a:pt x="3652748" y="2706365"/>
                  </a:lnTo>
                  <a:lnTo>
                    <a:pt x="3581126" y="2700351"/>
                  </a:lnTo>
                  <a:lnTo>
                    <a:pt x="3509503" y="2694290"/>
                  </a:lnTo>
                  <a:lnTo>
                    <a:pt x="3437881" y="2688182"/>
                  </a:lnTo>
                  <a:lnTo>
                    <a:pt x="3366258" y="2682026"/>
                  </a:lnTo>
                  <a:lnTo>
                    <a:pt x="3294636" y="2675823"/>
                  </a:lnTo>
                  <a:lnTo>
                    <a:pt x="3223013" y="2669573"/>
                  </a:lnTo>
                  <a:lnTo>
                    <a:pt x="3151391" y="2663273"/>
                  </a:lnTo>
                  <a:lnTo>
                    <a:pt x="3079768" y="2656925"/>
                  </a:lnTo>
                  <a:lnTo>
                    <a:pt x="3008146" y="2666877"/>
                  </a:lnTo>
                  <a:lnTo>
                    <a:pt x="2936523" y="2687931"/>
                  </a:lnTo>
                  <a:lnTo>
                    <a:pt x="2864901" y="2708441"/>
                  </a:lnTo>
                  <a:lnTo>
                    <a:pt x="2793278" y="2728424"/>
                  </a:lnTo>
                  <a:lnTo>
                    <a:pt x="2721655" y="2747891"/>
                  </a:lnTo>
                  <a:lnTo>
                    <a:pt x="2650033" y="2766856"/>
                  </a:lnTo>
                  <a:lnTo>
                    <a:pt x="2578410" y="2785333"/>
                  </a:lnTo>
                  <a:lnTo>
                    <a:pt x="2506788" y="2803333"/>
                  </a:lnTo>
                  <a:lnTo>
                    <a:pt x="2435165" y="2820869"/>
                  </a:lnTo>
                  <a:lnTo>
                    <a:pt x="2363543" y="2837954"/>
                  </a:lnTo>
                  <a:lnTo>
                    <a:pt x="2291920" y="2854598"/>
                  </a:lnTo>
                  <a:lnTo>
                    <a:pt x="2220298" y="2870813"/>
                  </a:lnTo>
                  <a:lnTo>
                    <a:pt x="2148675" y="2886611"/>
                  </a:lnTo>
                  <a:lnTo>
                    <a:pt x="2077053" y="2902001"/>
                  </a:lnTo>
                  <a:lnTo>
                    <a:pt x="2005430" y="2916994"/>
                  </a:lnTo>
                  <a:lnTo>
                    <a:pt x="1933808" y="2931601"/>
                  </a:lnTo>
                  <a:lnTo>
                    <a:pt x="1862185" y="2945832"/>
                  </a:lnTo>
                  <a:lnTo>
                    <a:pt x="1790563" y="2959696"/>
                  </a:lnTo>
                  <a:lnTo>
                    <a:pt x="1718940" y="2973202"/>
                  </a:lnTo>
                  <a:lnTo>
                    <a:pt x="1647318" y="2986361"/>
                  </a:lnTo>
                  <a:lnTo>
                    <a:pt x="1575695" y="2999180"/>
                  </a:lnTo>
                  <a:lnTo>
                    <a:pt x="1504073" y="3011669"/>
                  </a:lnTo>
                  <a:lnTo>
                    <a:pt x="1432450" y="3023836"/>
                  </a:lnTo>
                  <a:lnTo>
                    <a:pt x="1360827" y="3035689"/>
                  </a:lnTo>
                  <a:lnTo>
                    <a:pt x="1289205" y="3047237"/>
                  </a:lnTo>
                  <a:lnTo>
                    <a:pt x="1217582" y="3058487"/>
                  </a:lnTo>
                  <a:lnTo>
                    <a:pt x="1145960" y="3069447"/>
                  </a:lnTo>
                  <a:lnTo>
                    <a:pt x="1074337" y="3080125"/>
                  </a:lnTo>
                  <a:lnTo>
                    <a:pt x="1002715" y="3090528"/>
                  </a:lnTo>
                  <a:lnTo>
                    <a:pt x="931092" y="3100662"/>
                  </a:lnTo>
                  <a:lnTo>
                    <a:pt x="859470" y="3110536"/>
                  </a:lnTo>
                  <a:lnTo>
                    <a:pt x="787847" y="3120155"/>
                  </a:lnTo>
                  <a:lnTo>
                    <a:pt x="716225" y="3129526"/>
                  </a:lnTo>
                  <a:lnTo>
                    <a:pt x="644602" y="3138655"/>
                  </a:lnTo>
                  <a:lnTo>
                    <a:pt x="572980" y="3147549"/>
                  </a:lnTo>
                  <a:lnTo>
                    <a:pt x="501357" y="3156214"/>
                  </a:lnTo>
                  <a:lnTo>
                    <a:pt x="429735" y="3164656"/>
                  </a:lnTo>
                  <a:lnTo>
                    <a:pt x="358112" y="3172880"/>
                  </a:lnTo>
                  <a:lnTo>
                    <a:pt x="286490" y="3180892"/>
                  </a:lnTo>
                  <a:lnTo>
                    <a:pt x="214867" y="3188697"/>
                  </a:lnTo>
                  <a:lnTo>
                    <a:pt x="143245" y="3196302"/>
                  </a:lnTo>
                  <a:lnTo>
                    <a:pt x="71622" y="3203710"/>
                  </a:lnTo>
                  <a:lnTo>
                    <a:pt x="0" y="32109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6986292" cy="2650528"/>
            </a:xfrm>
            <a:custGeom>
              <a:avLst/>
              <a:pathLst>
                <a:path w="6986292" h="2650528">
                  <a:moveTo>
                    <a:pt x="0" y="2332045"/>
                  </a:moveTo>
                  <a:lnTo>
                    <a:pt x="71622" y="2340887"/>
                  </a:lnTo>
                  <a:lnTo>
                    <a:pt x="143245" y="2349661"/>
                  </a:lnTo>
                  <a:lnTo>
                    <a:pt x="214867" y="2358368"/>
                  </a:lnTo>
                  <a:lnTo>
                    <a:pt x="286490" y="2367008"/>
                  </a:lnTo>
                  <a:lnTo>
                    <a:pt x="358112" y="2375582"/>
                  </a:lnTo>
                  <a:lnTo>
                    <a:pt x="429735" y="2384090"/>
                  </a:lnTo>
                  <a:lnTo>
                    <a:pt x="501357" y="2392533"/>
                  </a:lnTo>
                  <a:lnTo>
                    <a:pt x="572980" y="2400910"/>
                  </a:lnTo>
                  <a:lnTo>
                    <a:pt x="644602" y="2409224"/>
                  </a:lnTo>
                  <a:lnTo>
                    <a:pt x="716225" y="2417474"/>
                  </a:lnTo>
                  <a:lnTo>
                    <a:pt x="787847" y="2425660"/>
                  </a:lnTo>
                  <a:lnTo>
                    <a:pt x="859470" y="2433784"/>
                  </a:lnTo>
                  <a:lnTo>
                    <a:pt x="931092" y="2441845"/>
                  </a:lnTo>
                  <a:lnTo>
                    <a:pt x="1002715" y="2449844"/>
                  </a:lnTo>
                  <a:lnTo>
                    <a:pt x="1074337" y="2457782"/>
                  </a:lnTo>
                  <a:lnTo>
                    <a:pt x="1145960" y="2465659"/>
                  </a:lnTo>
                  <a:lnTo>
                    <a:pt x="1217582" y="2473475"/>
                  </a:lnTo>
                  <a:lnTo>
                    <a:pt x="1289205" y="2481231"/>
                  </a:lnTo>
                  <a:lnTo>
                    <a:pt x="1360827" y="2488928"/>
                  </a:lnTo>
                  <a:lnTo>
                    <a:pt x="1432450" y="2496566"/>
                  </a:lnTo>
                  <a:lnTo>
                    <a:pt x="1504073" y="2504145"/>
                  </a:lnTo>
                  <a:lnTo>
                    <a:pt x="1575695" y="2511666"/>
                  </a:lnTo>
                  <a:lnTo>
                    <a:pt x="1647318" y="2519129"/>
                  </a:lnTo>
                  <a:lnTo>
                    <a:pt x="1718940" y="2526535"/>
                  </a:lnTo>
                  <a:lnTo>
                    <a:pt x="1790563" y="2533884"/>
                  </a:lnTo>
                  <a:lnTo>
                    <a:pt x="1862185" y="2541177"/>
                  </a:lnTo>
                  <a:lnTo>
                    <a:pt x="1933808" y="2548413"/>
                  </a:lnTo>
                  <a:lnTo>
                    <a:pt x="2005430" y="2555594"/>
                  </a:lnTo>
                  <a:lnTo>
                    <a:pt x="2077053" y="2562720"/>
                  </a:lnTo>
                  <a:lnTo>
                    <a:pt x="2148675" y="2569792"/>
                  </a:lnTo>
                  <a:lnTo>
                    <a:pt x="2220298" y="2576808"/>
                  </a:lnTo>
                  <a:lnTo>
                    <a:pt x="2291920" y="2583771"/>
                  </a:lnTo>
                  <a:lnTo>
                    <a:pt x="2363543" y="2590681"/>
                  </a:lnTo>
                  <a:lnTo>
                    <a:pt x="2435165" y="2597538"/>
                  </a:lnTo>
                  <a:lnTo>
                    <a:pt x="2506788" y="2604342"/>
                  </a:lnTo>
                  <a:lnTo>
                    <a:pt x="2578410" y="2611093"/>
                  </a:lnTo>
                  <a:lnTo>
                    <a:pt x="2650033" y="2617793"/>
                  </a:lnTo>
                  <a:lnTo>
                    <a:pt x="2721655" y="2624441"/>
                  </a:lnTo>
                  <a:lnTo>
                    <a:pt x="2793278" y="2631039"/>
                  </a:lnTo>
                  <a:lnTo>
                    <a:pt x="2864901" y="2637585"/>
                  </a:lnTo>
                  <a:lnTo>
                    <a:pt x="2936523" y="2644082"/>
                  </a:lnTo>
                  <a:lnTo>
                    <a:pt x="3008146" y="2650528"/>
                  </a:lnTo>
                  <a:lnTo>
                    <a:pt x="3079768" y="2645267"/>
                  </a:lnTo>
                  <a:lnTo>
                    <a:pt x="3151391" y="2623085"/>
                  </a:lnTo>
                  <a:lnTo>
                    <a:pt x="3223013" y="2600316"/>
                  </a:lnTo>
                  <a:lnTo>
                    <a:pt x="3294636" y="2576945"/>
                  </a:lnTo>
                  <a:lnTo>
                    <a:pt x="3366258" y="2552955"/>
                  </a:lnTo>
                  <a:lnTo>
                    <a:pt x="3437881" y="2528331"/>
                  </a:lnTo>
                  <a:lnTo>
                    <a:pt x="3509503" y="2503056"/>
                  </a:lnTo>
                  <a:lnTo>
                    <a:pt x="3581126" y="2477111"/>
                  </a:lnTo>
                  <a:lnTo>
                    <a:pt x="3652748" y="2450481"/>
                  </a:lnTo>
                  <a:lnTo>
                    <a:pt x="3724371" y="2423146"/>
                  </a:lnTo>
                  <a:lnTo>
                    <a:pt x="3795993" y="2395087"/>
                  </a:lnTo>
                  <a:lnTo>
                    <a:pt x="3867616" y="2366287"/>
                  </a:lnTo>
                  <a:lnTo>
                    <a:pt x="3939238" y="2336724"/>
                  </a:lnTo>
                  <a:lnTo>
                    <a:pt x="4010861" y="2306380"/>
                  </a:lnTo>
                  <a:lnTo>
                    <a:pt x="4082483" y="2275232"/>
                  </a:lnTo>
                  <a:lnTo>
                    <a:pt x="4154106" y="2243261"/>
                  </a:lnTo>
                  <a:lnTo>
                    <a:pt x="4225729" y="2210444"/>
                  </a:lnTo>
                  <a:lnTo>
                    <a:pt x="4297351" y="2176758"/>
                  </a:lnTo>
                  <a:lnTo>
                    <a:pt x="4368974" y="2142182"/>
                  </a:lnTo>
                  <a:lnTo>
                    <a:pt x="4440596" y="2106691"/>
                  </a:lnTo>
                  <a:lnTo>
                    <a:pt x="4512219" y="2070261"/>
                  </a:lnTo>
                  <a:lnTo>
                    <a:pt x="4583841" y="2032867"/>
                  </a:lnTo>
                  <a:lnTo>
                    <a:pt x="4655464" y="1994484"/>
                  </a:lnTo>
                  <a:lnTo>
                    <a:pt x="4727086" y="1955085"/>
                  </a:lnTo>
                  <a:lnTo>
                    <a:pt x="4798709" y="1914644"/>
                  </a:lnTo>
                  <a:lnTo>
                    <a:pt x="4870331" y="1873133"/>
                  </a:lnTo>
                  <a:lnTo>
                    <a:pt x="4941954" y="1830525"/>
                  </a:lnTo>
                  <a:lnTo>
                    <a:pt x="5013576" y="1786788"/>
                  </a:lnTo>
                  <a:lnTo>
                    <a:pt x="5085199" y="1741895"/>
                  </a:lnTo>
                  <a:lnTo>
                    <a:pt x="5156821" y="1695814"/>
                  </a:lnTo>
                  <a:lnTo>
                    <a:pt x="5228444" y="1648515"/>
                  </a:lnTo>
                  <a:lnTo>
                    <a:pt x="5300066" y="1599963"/>
                  </a:lnTo>
                  <a:lnTo>
                    <a:pt x="5371689" y="1550128"/>
                  </a:lnTo>
                  <a:lnTo>
                    <a:pt x="5443311" y="1498974"/>
                  </a:lnTo>
                  <a:lnTo>
                    <a:pt x="5514934" y="1446466"/>
                  </a:lnTo>
                  <a:lnTo>
                    <a:pt x="5586557" y="1392570"/>
                  </a:lnTo>
                  <a:lnTo>
                    <a:pt x="5658179" y="1337248"/>
                  </a:lnTo>
                  <a:lnTo>
                    <a:pt x="5729802" y="1280462"/>
                  </a:lnTo>
                  <a:lnTo>
                    <a:pt x="5801424" y="1222174"/>
                  </a:lnTo>
                  <a:lnTo>
                    <a:pt x="5873047" y="1162344"/>
                  </a:lnTo>
                  <a:lnTo>
                    <a:pt x="5944669" y="1100931"/>
                  </a:lnTo>
                  <a:lnTo>
                    <a:pt x="6016292" y="1037893"/>
                  </a:lnTo>
                  <a:lnTo>
                    <a:pt x="6087914" y="973188"/>
                  </a:lnTo>
                  <a:lnTo>
                    <a:pt x="6159537" y="906771"/>
                  </a:lnTo>
                  <a:lnTo>
                    <a:pt x="6231159" y="838597"/>
                  </a:lnTo>
                  <a:lnTo>
                    <a:pt x="6302782" y="768619"/>
                  </a:lnTo>
                  <a:lnTo>
                    <a:pt x="6374404" y="696790"/>
                  </a:lnTo>
                  <a:lnTo>
                    <a:pt x="6446027" y="623061"/>
                  </a:lnTo>
                  <a:lnTo>
                    <a:pt x="6517649" y="547381"/>
                  </a:lnTo>
                  <a:lnTo>
                    <a:pt x="6589272" y="469700"/>
                  </a:lnTo>
                  <a:lnTo>
                    <a:pt x="6660894" y="389963"/>
                  </a:lnTo>
                  <a:lnTo>
                    <a:pt x="6732517" y="308117"/>
                  </a:lnTo>
                  <a:lnTo>
                    <a:pt x="6804139" y="224105"/>
                  </a:lnTo>
                  <a:lnTo>
                    <a:pt x="6875762" y="137871"/>
                  </a:lnTo>
                  <a:lnTo>
                    <a:pt x="6947385" y="49356"/>
                  </a:lnTo>
                  <a:lnTo>
                    <a:pt x="69862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730429"/>
              <a:ext cx="7090630" cy="554001"/>
            </a:xfrm>
            <a:custGeom>
              <a:avLst/>
              <a:pathLst>
                <a:path w="7090630" h="554001">
                  <a:moveTo>
                    <a:pt x="7090630" y="289826"/>
                  </a:moveTo>
                  <a:lnTo>
                    <a:pt x="7019007" y="285672"/>
                  </a:lnTo>
                  <a:lnTo>
                    <a:pt x="6947385" y="281485"/>
                  </a:lnTo>
                  <a:lnTo>
                    <a:pt x="6875762" y="277266"/>
                  </a:lnTo>
                  <a:lnTo>
                    <a:pt x="6804139" y="273014"/>
                  </a:lnTo>
                  <a:lnTo>
                    <a:pt x="6732517" y="268729"/>
                  </a:lnTo>
                  <a:lnTo>
                    <a:pt x="6660894" y="264411"/>
                  </a:lnTo>
                  <a:lnTo>
                    <a:pt x="6589272" y="260060"/>
                  </a:lnTo>
                  <a:lnTo>
                    <a:pt x="6517649" y="255675"/>
                  </a:lnTo>
                  <a:lnTo>
                    <a:pt x="6446027" y="251256"/>
                  </a:lnTo>
                  <a:lnTo>
                    <a:pt x="6374404" y="246803"/>
                  </a:lnTo>
                  <a:lnTo>
                    <a:pt x="6302782" y="242315"/>
                  </a:lnTo>
                  <a:lnTo>
                    <a:pt x="6231159" y="237793"/>
                  </a:lnTo>
                  <a:lnTo>
                    <a:pt x="6159537" y="233236"/>
                  </a:lnTo>
                  <a:lnTo>
                    <a:pt x="6087914" y="228643"/>
                  </a:lnTo>
                  <a:lnTo>
                    <a:pt x="6016292" y="224015"/>
                  </a:lnTo>
                  <a:lnTo>
                    <a:pt x="5944669" y="219351"/>
                  </a:lnTo>
                  <a:lnTo>
                    <a:pt x="5873047" y="214651"/>
                  </a:lnTo>
                  <a:lnTo>
                    <a:pt x="5801424" y="209915"/>
                  </a:lnTo>
                  <a:lnTo>
                    <a:pt x="5729802" y="205142"/>
                  </a:lnTo>
                  <a:lnTo>
                    <a:pt x="5658179" y="200332"/>
                  </a:lnTo>
                  <a:lnTo>
                    <a:pt x="5586557" y="195485"/>
                  </a:lnTo>
                  <a:lnTo>
                    <a:pt x="5514934" y="190600"/>
                  </a:lnTo>
                  <a:lnTo>
                    <a:pt x="5443311" y="185678"/>
                  </a:lnTo>
                  <a:lnTo>
                    <a:pt x="5371689" y="180717"/>
                  </a:lnTo>
                  <a:lnTo>
                    <a:pt x="5300066" y="175719"/>
                  </a:lnTo>
                  <a:lnTo>
                    <a:pt x="5228444" y="170681"/>
                  </a:lnTo>
                  <a:lnTo>
                    <a:pt x="5156821" y="165604"/>
                  </a:lnTo>
                  <a:lnTo>
                    <a:pt x="5085199" y="160489"/>
                  </a:lnTo>
                  <a:lnTo>
                    <a:pt x="5013576" y="155333"/>
                  </a:lnTo>
                  <a:lnTo>
                    <a:pt x="4941954" y="150138"/>
                  </a:lnTo>
                  <a:lnTo>
                    <a:pt x="4870331" y="144903"/>
                  </a:lnTo>
                  <a:lnTo>
                    <a:pt x="4798709" y="139627"/>
                  </a:lnTo>
                  <a:lnTo>
                    <a:pt x="4727086" y="134310"/>
                  </a:lnTo>
                  <a:lnTo>
                    <a:pt x="4655464" y="128952"/>
                  </a:lnTo>
                  <a:lnTo>
                    <a:pt x="4583841" y="123553"/>
                  </a:lnTo>
                  <a:lnTo>
                    <a:pt x="4512219" y="118111"/>
                  </a:lnTo>
                  <a:lnTo>
                    <a:pt x="4440596" y="112628"/>
                  </a:lnTo>
                  <a:lnTo>
                    <a:pt x="4368974" y="107103"/>
                  </a:lnTo>
                  <a:lnTo>
                    <a:pt x="4297351" y="101534"/>
                  </a:lnTo>
                  <a:lnTo>
                    <a:pt x="4225729" y="95923"/>
                  </a:lnTo>
                  <a:lnTo>
                    <a:pt x="4154106" y="90268"/>
                  </a:lnTo>
                  <a:lnTo>
                    <a:pt x="4082483" y="84569"/>
                  </a:lnTo>
                  <a:lnTo>
                    <a:pt x="4010861" y="78826"/>
                  </a:lnTo>
                  <a:lnTo>
                    <a:pt x="3939238" y="73039"/>
                  </a:lnTo>
                  <a:lnTo>
                    <a:pt x="3867616" y="67207"/>
                  </a:lnTo>
                  <a:lnTo>
                    <a:pt x="3795993" y="61330"/>
                  </a:lnTo>
                  <a:lnTo>
                    <a:pt x="3724371" y="55408"/>
                  </a:lnTo>
                  <a:lnTo>
                    <a:pt x="3652748" y="49439"/>
                  </a:lnTo>
                  <a:lnTo>
                    <a:pt x="3581126" y="43425"/>
                  </a:lnTo>
                  <a:lnTo>
                    <a:pt x="3509503" y="37364"/>
                  </a:lnTo>
                  <a:lnTo>
                    <a:pt x="3437881" y="31256"/>
                  </a:lnTo>
                  <a:lnTo>
                    <a:pt x="3366258" y="25100"/>
                  </a:lnTo>
                  <a:lnTo>
                    <a:pt x="3294636" y="18898"/>
                  </a:lnTo>
                  <a:lnTo>
                    <a:pt x="3223013" y="12647"/>
                  </a:lnTo>
                  <a:lnTo>
                    <a:pt x="3151391" y="6347"/>
                  </a:lnTo>
                  <a:lnTo>
                    <a:pt x="3079768" y="0"/>
                  </a:lnTo>
                  <a:lnTo>
                    <a:pt x="3008146" y="9951"/>
                  </a:lnTo>
                  <a:lnTo>
                    <a:pt x="2936523" y="31005"/>
                  </a:lnTo>
                  <a:lnTo>
                    <a:pt x="2864901" y="51515"/>
                  </a:lnTo>
                  <a:lnTo>
                    <a:pt x="2793278" y="71498"/>
                  </a:lnTo>
                  <a:lnTo>
                    <a:pt x="2721655" y="90965"/>
                  </a:lnTo>
                  <a:lnTo>
                    <a:pt x="2650033" y="109930"/>
                  </a:lnTo>
                  <a:lnTo>
                    <a:pt x="2578410" y="128407"/>
                  </a:lnTo>
                  <a:lnTo>
                    <a:pt x="2506788" y="146407"/>
                  </a:lnTo>
                  <a:lnTo>
                    <a:pt x="2435165" y="163944"/>
                  </a:lnTo>
                  <a:lnTo>
                    <a:pt x="2363543" y="181028"/>
                  </a:lnTo>
                  <a:lnTo>
                    <a:pt x="2291920" y="197672"/>
                  </a:lnTo>
                  <a:lnTo>
                    <a:pt x="2220298" y="213887"/>
                  </a:lnTo>
                  <a:lnTo>
                    <a:pt x="2148675" y="229685"/>
                  </a:lnTo>
                  <a:lnTo>
                    <a:pt x="2077053" y="245075"/>
                  </a:lnTo>
                  <a:lnTo>
                    <a:pt x="2005430" y="260068"/>
                  </a:lnTo>
                  <a:lnTo>
                    <a:pt x="1933808" y="274675"/>
                  </a:lnTo>
                  <a:lnTo>
                    <a:pt x="1862185" y="288906"/>
                  </a:lnTo>
                  <a:lnTo>
                    <a:pt x="1790563" y="302770"/>
                  </a:lnTo>
                  <a:lnTo>
                    <a:pt x="1718940" y="316276"/>
                  </a:lnTo>
                  <a:lnTo>
                    <a:pt x="1647318" y="329435"/>
                  </a:lnTo>
                  <a:lnTo>
                    <a:pt x="1575695" y="342254"/>
                  </a:lnTo>
                  <a:lnTo>
                    <a:pt x="1504073" y="354743"/>
                  </a:lnTo>
                  <a:lnTo>
                    <a:pt x="1432450" y="366910"/>
                  </a:lnTo>
                  <a:lnTo>
                    <a:pt x="1360827" y="378763"/>
                  </a:lnTo>
                  <a:lnTo>
                    <a:pt x="1289205" y="390311"/>
                  </a:lnTo>
                  <a:lnTo>
                    <a:pt x="1217582" y="401561"/>
                  </a:lnTo>
                  <a:lnTo>
                    <a:pt x="1145960" y="412522"/>
                  </a:lnTo>
                  <a:lnTo>
                    <a:pt x="1074337" y="423199"/>
                  </a:lnTo>
                  <a:lnTo>
                    <a:pt x="1002715" y="433602"/>
                  </a:lnTo>
                  <a:lnTo>
                    <a:pt x="931092" y="443736"/>
                  </a:lnTo>
                  <a:lnTo>
                    <a:pt x="859470" y="453610"/>
                  </a:lnTo>
                  <a:lnTo>
                    <a:pt x="787847" y="463229"/>
                  </a:lnTo>
                  <a:lnTo>
                    <a:pt x="716225" y="472600"/>
                  </a:lnTo>
                  <a:lnTo>
                    <a:pt x="644602" y="481729"/>
                  </a:lnTo>
                  <a:lnTo>
                    <a:pt x="572980" y="490623"/>
                  </a:lnTo>
                  <a:lnTo>
                    <a:pt x="501357" y="499288"/>
                  </a:lnTo>
                  <a:lnTo>
                    <a:pt x="429735" y="507730"/>
                  </a:lnTo>
                  <a:lnTo>
                    <a:pt x="358112" y="515954"/>
                  </a:lnTo>
                  <a:lnTo>
                    <a:pt x="286490" y="523966"/>
                  </a:lnTo>
                  <a:lnTo>
                    <a:pt x="214867" y="531771"/>
                  </a:lnTo>
                  <a:lnTo>
                    <a:pt x="143245" y="539376"/>
                  </a:lnTo>
                  <a:lnTo>
                    <a:pt x="71622" y="546784"/>
                  </a:lnTo>
                  <a:lnTo>
                    <a:pt x="0" y="554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163292"/>
              <a:ext cx="7090630" cy="833416"/>
            </a:xfrm>
            <a:custGeom>
              <a:avLst/>
              <a:pathLst>
                <a:path w="7090630" h="833416">
                  <a:moveTo>
                    <a:pt x="0" y="833416"/>
                  </a:moveTo>
                  <a:lnTo>
                    <a:pt x="71622" y="828234"/>
                  </a:lnTo>
                  <a:lnTo>
                    <a:pt x="143245" y="823004"/>
                  </a:lnTo>
                  <a:lnTo>
                    <a:pt x="214867" y="817726"/>
                  </a:lnTo>
                  <a:lnTo>
                    <a:pt x="286490" y="812399"/>
                  </a:lnTo>
                  <a:lnTo>
                    <a:pt x="358112" y="807023"/>
                  </a:lnTo>
                  <a:lnTo>
                    <a:pt x="429735" y="801597"/>
                  </a:lnTo>
                  <a:lnTo>
                    <a:pt x="501357" y="796121"/>
                  </a:lnTo>
                  <a:lnTo>
                    <a:pt x="572980" y="790594"/>
                  </a:lnTo>
                  <a:lnTo>
                    <a:pt x="644602" y="785017"/>
                  </a:lnTo>
                  <a:lnTo>
                    <a:pt x="716225" y="779387"/>
                  </a:lnTo>
                  <a:lnTo>
                    <a:pt x="787847" y="773706"/>
                  </a:lnTo>
                  <a:lnTo>
                    <a:pt x="859470" y="767972"/>
                  </a:lnTo>
                  <a:lnTo>
                    <a:pt x="931092" y="762185"/>
                  </a:lnTo>
                  <a:lnTo>
                    <a:pt x="1002715" y="756345"/>
                  </a:lnTo>
                  <a:lnTo>
                    <a:pt x="1074337" y="750450"/>
                  </a:lnTo>
                  <a:lnTo>
                    <a:pt x="1145960" y="744501"/>
                  </a:lnTo>
                  <a:lnTo>
                    <a:pt x="1217582" y="738498"/>
                  </a:lnTo>
                  <a:lnTo>
                    <a:pt x="1289205" y="732438"/>
                  </a:lnTo>
                  <a:lnTo>
                    <a:pt x="1360827" y="726323"/>
                  </a:lnTo>
                  <a:lnTo>
                    <a:pt x="1432450" y="720151"/>
                  </a:lnTo>
                  <a:lnTo>
                    <a:pt x="1504073" y="713922"/>
                  </a:lnTo>
                  <a:lnTo>
                    <a:pt x="1575695" y="707635"/>
                  </a:lnTo>
                  <a:lnTo>
                    <a:pt x="1647318" y="701291"/>
                  </a:lnTo>
                  <a:lnTo>
                    <a:pt x="1718940" y="694887"/>
                  </a:lnTo>
                  <a:lnTo>
                    <a:pt x="1790563" y="688425"/>
                  </a:lnTo>
                  <a:lnTo>
                    <a:pt x="1862185" y="681902"/>
                  </a:lnTo>
                  <a:lnTo>
                    <a:pt x="1933808" y="675320"/>
                  </a:lnTo>
                  <a:lnTo>
                    <a:pt x="2005430" y="668676"/>
                  </a:lnTo>
                  <a:lnTo>
                    <a:pt x="2077053" y="661972"/>
                  </a:lnTo>
                  <a:lnTo>
                    <a:pt x="2148675" y="655205"/>
                  </a:lnTo>
                  <a:lnTo>
                    <a:pt x="2220298" y="648375"/>
                  </a:lnTo>
                  <a:lnTo>
                    <a:pt x="2291920" y="641483"/>
                  </a:lnTo>
                  <a:lnTo>
                    <a:pt x="2363543" y="634527"/>
                  </a:lnTo>
                  <a:lnTo>
                    <a:pt x="2435165" y="627506"/>
                  </a:lnTo>
                  <a:lnTo>
                    <a:pt x="2506788" y="620421"/>
                  </a:lnTo>
                  <a:lnTo>
                    <a:pt x="2578410" y="613270"/>
                  </a:lnTo>
                  <a:lnTo>
                    <a:pt x="2650033" y="606053"/>
                  </a:lnTo>
                  <a:lnTo>
                    <a:pt x="2721655" y="598769"/>
                  </a:lnTo>
                  <a:lnTo>
                    <a:pt x="2793278" y="591418"/>
                  </a:lnTo>
                  <a:lnTo>
                    <a:pt x="2864901" y="583999"/>
                  </a:lnTo>
                  <a:lnTo>
                    <a:pt x="2936523" y="576511"/>
                  </a:lnTo>
                  <a:lnTo>
                    <a:pt x="3008146" y="568954"/>
                  </a:lnTo>
                  <a:lnTo>
                    <a:pt x="3079768" y="561327"/>
                  </a:lnTo>
                  <a:lnTo>
                    <a:pt x="3151391" y="553630"/>
                  </a:lnTo>
                  <a:lnTo>
                    <a:pt x="3223013" y="545862"/>
                  </a:lnTo>
                  <a:lnTo>
                    <a:pt x="3294636" y="538021"/>
                  </a:lnTo>
                  <a:lnTo>
                    <a:pt x="3366258" y="530109"/>
                  </a:lnTo>
                  <a:lnTo>
                    <a:pt x="3437881" y="522123"/>
                  </a:lnTo>
                  <a:lnTo>
                    <a:pt x="3509503" y="514063"/>
                  </a:lnTo>
                  <a:lnTo>
                    <a:pt x="3581126" y="505929"/>
                  </a:lnTo>
                  <a:lnTo>
                    <a:pt x="3652748" y="497720"/>
                  </a:lnTo>
                  <a:lnTo>
                    <a:pt x="3724371" y="489435"/>
                  </a:lnTo>
                  <a:lnTo>
                    <a:pt x="3795993" y="481073"/>
                  </a:lnTo>
                  <a:lnTo>
                    <a:pt x="3867616" y="472634"/>
                  </a:lnTo>
                  <a:lnTo>
                    <a:pt x="3939238" y="464116"/>
                  </a:lnTo>
                  <a:lnTo>
                    <a:pt x="4010861" y="455520"/>
                  </a:lnTo>
                  <a:lnTo>
                    <a:pt x="4082483" y="446845"/>
                  </a:lnTo>
                  <a:lnTo>
                    <a:pt x="4154106" y="438090"/>
                  </a:lnTo>
                  <a:lnTo>
                    <a:pt x="4225729" y="429253"/>
                  </a:lnTo>
                  <a:lnTo>
                    <a:pt x="4297351" y="420335"/>
                  </a:lnTo>
                  <a:lnTo>
                    <a:pt x="4368974" y="411334"/>
                  </a:lnTo>
                  <a:lnTo>
                    <a:pt x="4440596" y="402250"/>
                  </a:lnTo>
                  <a:lnTo>
                    <a:pt x="4512219" y="393083"/>
                  </a:lnTo>
                  <a:lnTo>
                    <a:pt x="4583841" y="383830"/>
                  </a:lnTo>
                  <a:lnTo>
                    <a:pt x="4655464" y="374492"/>
                  </a:lnTo>
                  <a:lnTo>
                    <a:pt x="4727086" y="365067"/>
                  </a:lnTo>
                  <a:lnTo>
                    <a:pt x="4798709" y="355556"/>
                  </a:lnTo>
                  <a:lnTo>
                    <a:pt x="4870331" y="345956"/>
                  </a:lnTo>
                  <a:lnTo>
                    <a:pt x="4941954" y="336268"/>
                  </a:lnTo>
                  <a:lnTo>
                    <a:pt x="5013576" y="326490"/>
                  </a:lnTo>
                  <a:lnTo>
                    <a:pt x="5085199" y="316622"/>
                  </a:lnTo>
                  <a:lnTo>
                    <a:pt x="5156821" y="306663"/>
                  </a:lnTo>
                  <a:lnTo>
                    <a:pt x="5228444" y="296611"/>
                  </a:lnTo>
                  <a:lnTo>
                    <a:pt x="5300066" y="286467"/>
                  </a:lnTo>
                  <a:lnTo>
                    <a:pt x="5371689" y="276229"/>
                  </a:lnTo>
                  <a:lnTo>
                    <a:pt x="5443311" y="265896"/>
                  </a:lnTo>
                  <a:lnTo>
                    <a:pt x="5514934" y="255468"/>
                  </a:lnTo>
                  <a:lnTo>
                    <a:pt x="5586557" y="244943"/>
                  </a:lnTo>
                  <a:lnTo>
                    <a:pt x="5658179" y="234321"/>
                  </a:lnTo>
                  <a:lnTo>
                    <a:pt x="5729802" y="223600"/>
                  </a:lnTo>
                  <a:lnTo>
                    <a:pt x="5801424" y="212781"/>
                  </a:lnTo>
                  <a:lnTo>
                    <a:pt x="5873047" y="201862"/>
                  </a:lnTo>
                  <a:lnTo>
                    <a:pt x="5944669" y="190841"/>
                  </a:lnTo>
                  <a:lnTo>
                    <a:pt x="6016292" y="179719"/>
                  </a:lnTo>
                  <a:lnTo>
                    <a:pt x="6087914" y="168494"/>
                  </a:lnTo>
                  <a:lnTo>
                    <a:pt x="6159537" y="157165"/>
                  </a:lnTo>
                  <a:lnTo>
                    <a:pt x="6231159" y="145732"/>
                  </a:lnTo>
                  <a:lnTo>
                    <a:pt x="6302782" y="134193"/>
                  </a:lnTo>
                  <a:lnTo>
                    <a:pt x="6374404" y="122547"/>
                  </a:lnTo>
                  <a:lnTo>
                    <a:pt x="6446027" y="110793"/>
                  </a:lnTo>
                  <a:lnTo>
                    <a:pt x="6517649" y="98931"/>
                  </a:lnTo>
                  <a:lnTo>
                    <a:pt x="6589272" y="86959"/>
                  </a:lnTo>
                  <a:lnTo>
                    <a:pt x="6660894" y="74877"/>
                  </a:lnTo>
                  <a:lnTo>
                    <a:pt x="6732517" y="62683"/>
                  </a:lnTo>
                  <a:lnTo>
                    <a:pt x="6804139" y="50376"/>
                  </a:lnTo>
                  <a:lnTo>
                    <a:pt x="6875762" y="37955"/>
                  </a:lnTo>
                  <a:lnTo>
                    <a:pt x="6947385" y="25419"/>
                  </a:lnTo>
                  <a:lnTo>
                    <a:pt x="7019007" y="1276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4333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1.09 (95% CI 0.93-1.28), p = 0.286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2026-06-02T08:49:32Z</dcterms:modified>
  <cp:category/>
</cp:coreProperties>
</file>