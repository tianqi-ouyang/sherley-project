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70452"/>
            </a:xfrm>
            <a:custGeom>
              <a:avLst/>
              <a:pathLst>
                <a:path w="7090630" h="3470452">
                  <a:moveTo>
                    <a:pt x="0" y="2917261"/>
                  </a:moveTo>
                  <a:lnTo>
                    <a:pt x="71622" y="2914359"/>
                  </a:lnTo>
                  <a:lnTo>
                    <a:pt x="143245" y="2911446"/>
                  </a:lnTo>
                  <a:lnTo>
                    <a:pt x="214867" y="2908520"/>
                  </a:lnTo>
                  <a:lnTo>
                    <a:pt x="286490" y="2905584"/>
                  </a:lnTo>
                  <a:lnTo>
                    <a:pt x="358112" y="2902636"/>
                  </a:lnTo>
                  <a:lnTo>
                    <a:pt x="429735" y="2899676"/>
                  </a:lnTo>
                  <a:lnTo>
                    <a:pt x="501357" y="2896704"/>
                  </a:lnTo>
                  <a:lnTo>
                    <a:pt x="572980" y="2893721"/>
                  </a:lnTo>
                  <a:lnTo>
                    <a:pt x="644602" y="2890726"/>
                  </a:lnTo>
                  <a:lnTo>
                    <a:pt x="716225" y="2887719"/>
                  </a:lnTo>
                  <a:lnTo>
                    <a:pt x="787847" y="2884700"/>
                  </a:lnTo>
                  <a:lnTo>
                    <a:pt x="859470" y="2881670"/>
                  </a:lnTo>
                  <a:lnTo>
                    <a:pt x="931092" y="2878627"/>
                  </a:lnTo>
                  <a:lnTo>
                    <a:pt x="1002715" y="2875572"/>
                  </a:lnTo>
                  <a:lnTo>
                    <a:pt x="1074337" y="2872506"/>
                  </a:lnTo>
                  <a:lnTo>
                    <a:pt x="1145960" y="2869427"/>
                  </a:lnTo>
                  <a:lnTo>
                    <a:pt x="1217582" y="2866336"/>
                  </a:lnTo>
                  <a:lnTo>
                    <a:pt x="1289205" y="2863233"/>
                  </a:lnTo>
                  <a:lnTo>
                    <a:pt x="1360827" y="2860118"/>
                  </a:lnTo>
                  <a:lnTo>
                    <a:pt x="1432450" y="2856990"/>
                  </a:lnTo>
                  <a:lnTo>
                    <a:pt x="1504073" y="2853850"/>
                  </a:lnTo>
                  <a:lnTo>
                    <a:pt x="1575695" y="2850698"/>
                  </a:lnTo>
                  <a:lnTo>
                    <a:pt x="1647318" y="2847533"/>
                  </a:lnTo>
                  <a:lnTo>
                    <a:pt x="1718940" y="2844356"/>
                  </a:lnTo>
                  <a:lnTo>
                    <a:pt x="1790563" y="2841166"/>
                  </a:lnTo>
                  <a:lnTo>
                    <a:pt x="1862185" y="2837963"/>
                  </a:lnTo>
                  <a:lnTo>
                    <a:pt x="1933808" y="2834748"/>
                  </a:lnTo>
                  <a:lnTo>
                    <a:pt x="2005430" y="2831520"/>
                  </a:lnTo>
                  <a:lnTo>
                    <a:pt x="2077053" y="2828280"/>
                  </a:lnTo>
                  <a:lnTo>
                    <a:pt x="2148675" y="2825027"/>
                  </a:lnTo>
                  <a:lnTo>
                    <a:pt x="2220298" y="2821760"/>
                  </a:lnTo>
                  <a:lnTo>
                    <a:pt x="2291920" y="2818481"/>
                  </a:lnTo>
                  <a:lnTo>
                    <a:pt x="2363543" y="2815190"/>
                  </a:lnTo>
                  <a:lnTo>
                    <a:pt x="2435165" y="2811885"/>
                  </a:lnTo>
                  <a:lnTo>
                    <a:pt x="2506788" y="2808567"/>
                  </a:lnTo>
                  <a:lnTo>
                    <a:pt x="2578410" y="2805235"/>
                  </a:lnTo>
                  <a:lnTo>
                    <a:pt x="2650033" y="2801891"/>
                  </a:lnTo>
                  <a:lnTo>
                    <a:pt x="2721655" y="2798534"/>
                  </a:lnTo>
                  <a:lnTo>
                    <a:pt x="2793278" y="2795163"/>
                  </a:lnTo>
                  <a:lnTo>
                    <a:pt x="2864901" y="2791779"/>
                  </a:lnTo>
                  <a:lnTo>
                    <a:pt x="2936523" y="2788382"/>
                  </a:lnTo>
                  <a:lnTo>
                    <a:pt x="3008146" y="2784971"/>
                  </a:lnTo>
                  <a:lnTo>
                    <a:pt x="3079768" y="2769649"/>
                  </a:lnTo>
                  <a:lnTo>
                    <a:pt x="3151391" y="2736638"/>
                  </a:lnTo>
                  <a:lnTo>
                    <a:pt x="3223013" y="2702392"/>
                  </a:lnTo>
                  <a:lnTo>
                    <a:pt x="3294636" y="2666867"/>
                  </a:lnTo>
                  <a:lnTo>
                    <a:pt x="3366258" y="2630013"/>
                  </a:lnTo>
                  <a:lnTo>
                    <a:pt x="3437881" y="2591781"/>
                  </a:lnTo>
                  <a:lnTo>
                    <a:pt x="3509503" y="2552120"/>
                  </a:lnTo>
                  <a:lnTo>
                    <a:pt x="3581126" y="2510977"/>
                  </a:lnTo>
                  <a:lnTo>
                    <a:pt x="3652748" y="2468295"/>
                  </a:lnTo>
                  <a:lnTo>
                    <a:pt x="3724371" y="2424017"/>
                  </a:lnTo>
                  <a:lnTo>
                    <a:pt x="3795993" y="2378084"/>
                  </a:lnTo>
                  <a:lnTo>
                    <a:pt x="3867616" y="2330434"/>
                  </a:lnTo>
                  <a:lnTo>
                    <a:pt x="3939238" y="2281003"/>
                  </a:lnTo>
                  <a:lnTo>
                    <a:pt x="4010861" y="2229723"/>
                  </a:lnTo>
                  <a:lnTo>
                    <a:pt x="4082483" y="2176526"/>
                  </a:lnTo>
                  <a:lnTo>
                    <a:pt x="4154106" y="2121341"/>
                  </a:lnTo>
                  <a:lnTo>
                    <a:pt x="4225729" y="2064092"/>
                  </a:lnTo>
                  <a:lnTo>
                    <a:pt x="4297351" y="2004703"/>
                  </a:lnTo>
                  <a:lnTo>
                    <a:pt x="4368974" y="1943094"/>
                  </a:lnTo>
                  <a:lnTo>
                    <a:pt x="4440596" y="1879181"/>
                  </a:lnTo>
                  <a:lnTo>
                    <a:pt x="4512219" y="1812880"/>
                  </a:lnTo>
                  <a:lnTo>
                    <a:pt x="4583841" y="1744099"/>
                  </a:lnTo>
                  <a:lnTo>
                    <a:pt x="4655464" y="1672747"/>
                  </a:lnTo>
                  <a:lnTo>
                    <a:pt x="4727086" y="1598727"/>
                  </a:lnTo>
                  <a:lnTo>
                    <a:pt x="4798709" y="1521940"/>
                  </a:lnTo>
                  <a:lnTo>
                    <a:pt x="4870331" y="1442283"/>
                  </a:lnTo>
                  <a:lnTo>
                    <a:pt x="4941954" y="1359647"/>
                  </a:lnTo>
                  <a:lnTo>
                    <a:pt x="5013576" y="1273922"/>
                  </a:lnTo>
                  <a:lnTo>
                    <a:pt x="5085199" y="1184992"/>
                  </a:lnTo>
                  <a:lnTo>
                    <a:pt x="5156821" y="1092738"/>
                  </a:lnTo>
                  <a:lnTo>
                    <a:pt x="5228444" y="997034"/>
                  </a:lnTo>
                  <a:lnTo>
                    <a:pt x="5300066" y="897753"/>
                  </a:lnTo>
                  <a:lnTo>
                    <a:pt x="5371689" y="794759"/>
                  </a:lnTo>
                  <a:lnTo>
                    <a:pt x="5443311" y="687916"/>
                  </a:lnTo>
                  <a:lnTo>
                    <a:pt x="5514934" y="577078"/>
                  </a:lnTo>
                  <a:lnTo>
                    <a:pt x="5586557" y="462096"/>
                  </a:lnTo>
                  <a:lnTo>
                    <a:pt x="5658179" y="342815"/>
                  </a:lnTo>
                  <a:lnTo>
                    <a:pt x="5729802" y="219075"/>
                  </a:lnTo>
                  <a:lnTo>
                    <a:pt x="5801424" y="90709"/>
                  </a:lnTo>
                  <a:lnTo>
                    <a:pt x="5850212" y="0"/>
                  </a:lnTo>
                  <a:lnTo>
                    <a:pt x="7090630" y="0"/>
                  </a:lnTo>
                  <a:lnTo>
                    <a:pt x="7090630" y="2566577"/>
                  </a:lnTo>
                  <a:lnTo>
                    <a:pt x="7019007" y="2570846"/>
                  </a:lnTo>
                  <a:lnTo>
                    <a:pt x="6947385" y="2575098"/>
                  </a:lnTo>
                  <a:lnTo>
                    <a:pt x="6875762" y="2579334"/>
                  </a:lnTo>
                  <a:lnTo>
                    <a:pt x="6804139" y="2583553"/>
                  </a:lnTo>
                  <a:lnTo>
                    <a:pt x="6732517" y="2587756"/>
                  </a:lnTo>
                  <a:lnTo>
                    <a:pt x="6660894" y="2591942"/>
                  </a:lnTo>
                  <a:lnTo>
                    <a:pt x="6589272" y="2596111"/>
                  </a:lnTo>
                  <a:lnTo>
                    <a:pt x="6517649" y="2600264"/>
                  </a:lnTo>
                  <a:lnTo>
                    <a:pt x="6446027" y="2604401"/>
                  </a:lnTo>
                  <a:lnTo>
                    <a:pt x="6374404" y="2608522"/>
                  </a:lnTo>
                  <a:lnTo>
                    <a:pt x="6302782" y="2612626"/>
                  </a:lnTo>
                  <a:lnTo>
                    <a:pt x="6231159" y="2616714"/>
                  </a:lnTo>
                  <a:lnTo>
                    <a:pt x="6159537" y="2620786"/>
                  </a:lnTo>
                  <a:lnTo>
                    <a:pt x="6087914" y="2624843"/>
                  </a:lnTo>
                  <a:lnTo>
                    <a:pt x="6016292" y="2628883"/>
                  </a:lnTo>
                  <a:lnTo>
                    <a:pt x="5944669" y="2632907"/>
                  </a:lnTo>
                  <a:lnTo>
                    <a:pt x="5873047" y="2636916"/>
                  </a:lnTo>
                  <a:lnTo>
                    <a:pt x="5801424" y="2640908"/>
                  </a:lnTo>
                  <a:lnTo>
                    <a:pt x="5729802" y="2644885"/>
                  </a:lnTo>
                  <a:lnTo>
                    <a:pt x="5658179" y="2648847"/>
                  </a:lnTo>
                  <a:lnTo>
                    <a:pt x="5586557" y="2652793"/>
                  </a:lnTo>
                  <a:lnTo>
                    <a:pt x="5514934" y="2656723"/>
                  </a:lnTo>
                  <a:lnTo>
                    <a:pt x="5443311" y="2660638"/>
                  </a:lnTo>
                  <a:lnTo>
                    <a:pt x="5371689" y="2664537"/>
                  </a:lnTo>
                  <a:lnTo>
                    <a:pt x="5300066" y="2668421"/>
                  </a:lnTo>
                  <a:lnTo>
                    <a:pt x="5228444" y="2672290"/>
                  </a:lnTo>
                  <a:lnTo>
                    <a:pt x="5156821" y="2676144"/>
                  </a:lnTo>
                  <a:lnTo>
                    <a:pt x="5085199" y="2679983"/>
                  </a:lnTo>
                  <a:lnTo>
                    <a:pt x="5013576" y="2683806"/>
                  </a:lnTo>
                  <a:lnTo>
                    <a:pt x="4941954" y="2687614"/>
                  </a:lnTo>
                  <a:lnTo>
                    <a:pt x="4870331" y="2691408"/>
                  </a:lnTo>
                  <a:lnTo>
                    <a:pt x="4798709" y="2695186"/>
                  </a:lnTo>
                  <a:lnTo>
                    <a:pt x="4727086" y="2698950"/>
                  </a:lnTo>
                  <a:lnTo>
                    <a:pt x="4655464" y="2702699"/>
                  </a:lnTo>
                  <a:lnTo>
                    <a:pt x="4583841" y="2706433"/>
                  </a:lnTo>
                  <a:lnTo>
                    <a:pt x="4512219" y="2710153"/>
                  </a:lnTo>
                  <a:lnTo>
                    <a:pt x="4440596" y="2713857"/>
                  </a:lnTo>
                  <a:lnTo>
                    <a:pt x="4368974" y="2717548"/>
                  </a:lnTo>
                  <a:lnTo>
                    <a:pt x="4297351" y="2721224"/>
                  </a:lnTo>
                  <a:lnTo>
                    <a:pt x="4225729" y="2724885"/>
                  </a:lnTo>
                  <a:lnTo>
                    <a:pt x="4154106" y="2728532"/>
                  </a:lnTo>
                  <a:lnTo>
                    <a:pt x="4082483" y="2732164"/>
                  </a:lnTo>
                  <a:lnTo>
                    <a:pt x="4010861" y="2735783"/>
                  </a:lnTo>
                  <a:lnTo>
                    <a:pt x="3939238" y="2739387"/>
                  </a:lnTo>
                  <a:lnTo>
                    <a:pt x="3867616" y="2742977"/>
                  </a:lnTo>
                  <a:lnTo>
                    <a:pt x="3795993" y="2746553"/>
                  </a:lnTo>
                  <a:lnTo>
                    <a:pt x="3724371" y="2750114"/>
                  </a:lnTo>
                  <a:lnTo>
                    <a:pt x="3652748" y="2753662"/>
                  </a:lnTo>
                  <a:lnTo>
                    <a:pt x="3581126" y="2757196"/>
                  </a:lnTo>
                  <a:lnTo>
                    <a:pt x="3509503" y="2760716"/>
                  </a:lnTo>
                  <a:lnTo>
                    <a:pt x="3437881" y="2764222"/>
                  </a:lnTo>
                  <a:lnTo>
                    <a:pt x="3366258" y="2767714"/>
                  </a:lnTo>
                  <a:lnTo>
                    <a:pt x="3294636" y="2771193"/>
                  </a:lnTo>
                  <a:lnTo>
                    <a:pt x="3223013" y="2774658"/>
                  </a:lnTo>
                  <a:lnTo>
                    <a:pt x="3151391" y="2778109"/>
                  </a:lnTo>
                  <a:lnTo>
                    <a:pt x="3079768" y="2781547"/>
                  </a:lnTo>
                  <a:lnTo>
                    <a:pt x="3008146" y="2801471"/>
                  </a:lnTo>
                  <a:lnTo>
                    <a:pt x="2936523" y="2832146"/>
                  </a:lnTo>
                  <a:lnTo>
                    <a:pt x="2864901" y="2861715"/>
                  </a:lnTo>
                  <a:lnTo>
                    <a:pt x="2793278" y="2890219"/>
                  </a:lnTo>
                  <a:lnTo>
                    <a:pt x="2721655" y="2917695"/>
                  </a:lnTo>
                  <a:lnTo>
                    <a:pt x="2650033" y="2944181"/>
                  </a:lnTo>
                  <a:lnTo>
                    <a:pt x="2578410" y="2969713"/>
                  </a:lnTo>
                  <a:lnTo>
                    <a:pt x="2506788" y="2994325"/>
                  </a:lnTo>
                  <a:lnTo>
                    <a:pt x="2435165" y="3018049"/>
                  </a:lnTo>
                  <a:lnTo>
                    <a:pt x="2363543" y="3040919"/>
                  </a:lnTo>
                  <a:lnTo>
                    <a:pt x="2291920" y="3062965"/>
                  </a:lnTo>
                  <a:lnTo>
                    <a:pt x="2220298" y="3084216"/>
                  </a:lnTo>
                  <a:lnTo>
                    <a:pt x="2148675" y="3104701"/>
                  </a:lnTo>
                  <a:lnTo>
                    <a:pt x="2077053" y="3124448"/>
                  </a:lnTo>
                  <a:lnTo>
                    <a:pt x="2005430" y="3143483"/>
                  </a:lnTo>
                  <a:lnTo>
                    <a:pt x="1933808" y="3161832"/>
                  </a:lnTo>
                  <a:lnTo>
                    <a:pt x="1862185" y="3179520"/>
                  </a:lnTo>
                  <a:lnTo>
                    <a:pt x="1790563" y="3196571"/>
                  </a:lnTo>
                  <a:lnTo>
                    <a:pt x="1718940" y="3213007"/>
                  </a:lnTo>
                  <a:lnTo>
                    <a:pt x="1647318" y="3228850"/>
                  </a:lnTo>
                  <a:lnTo>
                    <a:pt x="1575695" y="3244123"/>
                  </a:lnTo>
                  <a:lnTo>
                    <a:pt x="1504073" y="3258846"/>
                  </a:lnTo>
                  <a:lnTo>
                    <a:pt x="1432450" y="3273037"/>
                  </a:lnTo>
                  <a:lnTo>
                    <a:pt x="1360827" y="3286718"/>
                  </a:lnTo>
                  <a:lnTo>
                    <a:pt x="1289205" y="3299905"/>
                  </a:lnTo>
                  <a:lnTo>
                    <a:pt x="1217582" y="3312617"/>
                  </a:lnTo>
                  <a:lnTo>
                    <a:pt x="1145960" y="3324871"/>
                  </a:lnTo>
                  <a:lnTo>
                    <a:pt x="1074337" y="3336683"/>
                  </a:lnTo>
                  <a:lnTo>
                    <a:pt x="1002715" y="3348070"/>
                  </a:lnTo>
                  <a:lnTo>
                    <a:pt x="931092" y="3359046"/>
                  </a:lnTo>
                  <a:lnTo>
                    <a:pt x="859470" y="3369627"/>
                  </a:lnTo>
                  <a:lnTo>
                    <a:pt x="787847" y="3379827"/>
                  </a:lnTo>
                  <a:lnTo>
                    <a:pt x="716225" y="3389658"/>
                  </a:lnTo>
                  <a:lnTo>
                    <a:pt x="644602" y="3399136"/>
                  </a:lnTo>
                  <a:lnTo>
                    <a:pt x="572980" y="3408272"/>
                  </a:lnTo>
                  <a:lnTo>
                    <a:pt x="501357" y="3417079"/>
                  </a:lnTo>
                  <a:lnTo>
                    <a:pt x="429735" y="3425568"/>
                  </a:lnTo>
                  <a:lnTo>
                    <a:pt x="358112" y="3433751"/>
                  </a:lnTo>
                  <a:lnTo>
                    <a:pt x="286490" y="3441640"/>
                  </a:lnTo>
                  <a:lnTo>
                    <a:pt x="214867" y="3449244"/>
                  </a:lnTo>
                  <a:lnTo>
                    <a:pt x="143245" y="3456574"/>
                  </a:lnTo>
                  <a:lnTo>
                    <a:pt x="71622" y="3463640"/>
                  </a:lnTo>
                  <a:lnTo>
                    <a:pt x="0" y="34704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850212" cy="2917261"/>
            </a:xfrm>
            <a:custGeom>
              <a:avLst/>
              <a:pathLst>
                <a:path w="5850212" h="2917261">
                  <a:moveTo>
                    <a:pt x="0" y="2917261"/>
                  </a:moveTo>
                  <a:lnTo>
                    <a:pt x="71622" y="2914359"/>
                  </a:lnTo>
                  <a:lnTo>
                    <a:pt x="143245" y="2911446"/>
                  </a:lnTo>
                  <a:lnTo>
                    <a:pt x="214867" y="2908520"/>
                  </a:lnTo>
                  <a:lnTo>
                    <a:pt x="286490" y="2905584"/>
                  </a:lnTo>
                  <a:lnTo>
                    <a:pt x="358112" y="2902636"/>
                  </a:lnTo>
                  <a:lnTo>
                    <a:pt x="429735" y="2899676"/>
                  </a:lnTo>
                  <a:lnTo>
                    <a:pt x="501357" y="2896704"/>
                  </a:lnTo>
                  <a:lnTo>
                    <a:pt x="572980" y="2893721"/>
                  </a:lnTo>
                  <a:lnTo>
                    <a:pt x="644602" y="2890726"/>
                  </a:lnTo>
                  <a:lnTo>
                    <a:pt x="716225" y="2887719"/>
                  </a:lnTo>
                  <a:lnTo>
                    <a:pt x="787847" y="2884700"/>
                  </a:lnTo>
                  <a:lnTo>
                    <a:pt x="859470" y="2881670"/>
                  </a:lnTo>
                  <a:lnTo>
                    <a:pt x="931092" y="2878627"/>
                  </a:lnTo>
                  <a:lnTo>
                    <a:pt x="1002715" y="2875572"/>
                  </a:lnTo>
                  <a:lnTo>
                    <a:pt x="1074337" y="2872506"/>
                  </a:lnTo>
                  <a:lnTo>
                    <a:pt x="1145960" y="2869427"/>
                  </a:lnTo>
                  <a:lnTo>
                    <a:pt x="1217582" y="2866336"/>
                  </a:lnTo>
                  <a:lnTo>
                    <a:pt x="1289205" y="2863233"/>
                  </a:lnTo>
                  <a:lnTo>
                    <a:pt x="1360827" y="2860118"/>
                  </a:lnTo>
                  <a:lnTo>
                    <a:pt x="1432450" y="2856990"/>
                  </a:lnTo>
                  <a:lnTo>
                    <a:pt x="1504073" y="2853850"/>
                  </a:lnTo>
                  <a:lnTo>
                    <a:pt x="1575695" y="2850698"/>
                  </a:lnTo>
                  <a:lnTo>
                    <a:pt x="1647318" y="2847533"/>
                  </a:lnTo>
                  <a:lnTo>
                    <a:pt x="1718940" y="2844356"/>
                  </a:lnTo>
                  <a:lnTo>
                    <a:pt x="1790563" y="2841166"/>
                  </a:lnTo>
                  <a:lnTo>
                    <a:pt x="1862185" y="2837963"/>
                  </a:lnTo>
                  <a:lnTo>
                    <a:pt x="1933808" y="2834748"/>
                  </a:lnTo>
                  <a:lnTo>
                    <a:pt x="2005430" y="2831520"/>
                  </a:lnTo>
                  <a:lnTo>
                    <a:pt x="2077053" y="2828280"/>
                  </a:lnTo>
                  <a:lnTo>
                    <a:pt x="2148675" y="2825027"/>
                  </a:lnTo>
                  <a:lnTo>
                    <a:pt x="2220298" y="2821760"/>
                  </a:lnTo>
                  <a:lnTo>
                    <a:pt x="2291920" y="2818481"/>
                  </a:lnTo>
                  <a:lnTo>
                    <a:pt x="2363543" y="2815190"/>
                  </a:lnTo>
                  <a:lnTo>
                    <a:pt x="2435165" y="2811885"/>
                  </a:lnTo>
                  <a:lnTo>
                    <a:pt x="2506788" y="2808567"/>
                  </a:lnTo>
                  <a:lnTo>
                    <a:pt x="2578410" y="2805235"/>
                  </a:lnTo>
                  <a:lnTo>
                    <a:pt x="2650033" y="2801891"/>
                  </a:lnTo>
                  <a:lnTo>
                    <a:pt x="2721655" y="2798534"/>
                  </a:lnTo>
                  <a:lnTo>
                    <a:pt x="2793278" y="2795163"/>
                  </a:lnTo>
                  <a:lnTo>
                    <a:pt x="2864901" y="2791779"/>
                  </a:lnTo>
                  <a:lnTo>
                    <a:pt x="2936523" y="2788382"/>
                  </a:lnTo>
                  <a:lnTo>
                    <a:pt x="3008146" y="2784971"/>
                  </a:lnTo>
                  <a:lnTo>
                    <a:pt x="3079768" y="2769649"/>
                  </a:lnTo>
                  <a:lnTo>
                    <a:pt x="3151391" y="2736638"/>
                  </a:lnTo>
                  <a:lnTo>
                    <a:pt x="3223013" y="2702392"/>
                  </a:lnTo>
                  <a:lnTo>
                    <a:pt x="3294636" y="2666867"/>
                  </a:lnTo>
                  <a:lnTo>
                    <a:pt x="3366258" y="2630013"/>
                  </a:lnTo>
                  <a:lnTo>
                    <a:pt x="3437881" y="2591781"/>
                  </a:lnTo>
                  <a:lnTo>
                    <a:pt x="3509503" y="2552120"/>
                  </a:lnTo>
                  <a:lnTo>
                    <a:pt x="3581126" y="2510977"/>
                  </a:lnTo>
                  <a:lnTo>
                    <a:pt x="3652748" y="2468295"/>
                  </a:lnTo>
                  <a:lnTo>
                    <a:pt x="3724371" y="2424017"/>
                  </a:lnTo>
                  <a:lnTo>
                    <a:pt x="3795993" y="2378084"/>
                  </a:lnTo>
                  <a:lnTo>
                    <a:pt x="3867616" y="2330434"/>
                  </a:lnTo>
                  <a:lnTo>
                    <a:pt x="3939238" y="2281003"/>
                  </a:lnTo>
                  <a:lnTo>
                    <a:pt x="4010861" y="2229723"/>
                  </a:lnTo>
                  <a:lnTo>
                    <a:pt x="4082483" y="2176526"/>
                  </a:lnTo>
                  <a:lnTo>
                    <a:pt x="4154106" y="2121341"/>
                  </a:lnTo>
                  <a:lnTo>
                    <a:pt x="4225729" y="2064092"/>
                  </a:lnTo>
                  <a:lnTo>
                    <a:pt x="4297351" y="2004703"/>
                  </a:lnTo>
                  <a:lnTo>
                    <a:pt x="4368974" y="1943094"/>
                  </a:lnTo>
                  <a:lnTo>
                    <a:pt x="4440596" y="1879181"/>
                  </a:lnTo>
                  <a:lnTo>
                    <a:pt x="4512219" y="1812880"/>
                  </a:lnTo>
                  <a:lnTo>
                    <a:pt x="4583841" y="1744099"/>
                  </a:lnTo>
                  <a:lnTo>
                    <a:pt x="4655464" y="1672747"/>
                  </a:lnTo>
                  <a:lnTo>
                    <a:pt x="4727086" y="1598727"/>
                  </a:lnTo>
                  <a:lnTo>
                    <a:pt x="4798709" y="1521940"/>
                  </a:lnTo>
                  <a:lnTo>
                    <a:pt x="4870331" y="1442283"/>
                  </a:lnTo>
                  <a:lnTo>
                    <a:pt x="4941954" y="1359647"/>
                  </a:lnTo>
                  <a:lnTo>
                    <a:pt x="5013576" y="1273922"/>
                  </a:lnTo>
                  <a:lnTo>
                    <a:pt x="5085199" y="1184992"/>
                  </a:lnTo>
                  <a:lnTo>
                    <a:pt x="5156821" y="1092738"/>
                  </a:lnTo>
                  <a:lnTo>
                    <a:pt x="5228444" y="997034"/>
                  </a:lnTo>
                  <a:lnTo>
                    <a:pt x="5300066" y="897753"/>
                  </a:lnTo>
                  <a:lnTo>
                    <a:pt x="5371689" y="794759"/>
                  </a:lnTo>
                  <a:lnTo>
                    <a:pt x="5443311" y="687916"/>
                  </a:lnTo>
                  <a:lnTo>
                    <a:pt x="5514934" y="577078"/>
                  </a:lnTo>
                  <a:lnTo>
                    <a:pt x="5586557" y="462096"/>
                  </a:lnTo>
                  <a:lnTo>
                    <a:pt x="5658179" y="342815"/>
                  </a:lnTo>
                  <a:lnTo>
                    <a:pt x="5729802" y="219075"/>
                  </a:lnTo>
                  <a:lnTo>
                    <a:pt x="5801424" y="90709"/>
                  </a:lnTo>
                  <a:lnTo>
                    <a:pt x="58502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63140"/>
              <a:ext cx="7090630" cy="903874"/>
            </a:xfrm>
            <a:custGeom>
              <a:avLst/>
              <a:pathLst>
                <a:path w="7090630" h="903874">
                  <a:moveTo>
                    <a:pt x="7090630" y="0"/>
                  </a:moveTo>
                  <a:lnTo>
                    <a:pt x="7019007" y="4269"/>
                  </a:lnTo>
                  <a:lnTo>
                    <a:pt x="6947385" y="8521"/>
                  </a:lnTo>
                  <a:lnTo>
                    <a:pt x="6875762" y="12757"/>
                  </a:lnTo>
                  <a:lnTo>
                    <a:pt x="6804139" y="16976"/>
                  </a:lnTo>
                  <a:lnTo>
                    <a:pt x="6732517" y="21179"/>
                  </a:lnTo>
                  <a:lnTo>
                    <a:pt x="6660894" y="25365"/>
                  </a:lnTo>
                  <a:lnTo>
                    <a:pt x="6589272" y="29534"/>
                  </a:lnTo>
                  <a:lnTo>
                    <a:pt x="6517649" y="33687"/>
                  </a:lnTo>
                  <a:lnTo>
                    <a:pt x="6446027" y="37824"/>
                  </a:lnTo>
                  <a:lnTo>
                    <a:pt x="6374404" y="41945"/>
                  </a:lnTo>
                  <a:lnTo>
                    <a:pt x="6302782" y="46049"/>
                  </a:lnTo>
                  <a:lnTo>
                    <a:pt x="6231159" y="50137"/>
                  </a:lnTo>
                  <a:lnTo>
                    <a:pt x="6159537" y="54209"/>
                  </a:lnTo>
                  <a:lnTo>
                    <a:pt x="6087914" y="58265"/>
                  </a:lnTo>
                  <a:lnTo>
                    <a:pt x="6016292" y="62306"/>
                  </a:lnTo>
                  <a:lnTo>
                    <a:pt x="5944669" y="66330"/>
                  </a:lnTo>
                  <a:lnTo>
                    <a:pt x="5873047" y="70338"/>
                  </a:lnTo>
                  <a:lnTo>
                    <a:pt x="5801424" y="74331"/>
                  </a:lnTo>
                  <a:lnTo>
                    <a:pt x="5729802" y="78308"/>
                  </a:lnTo>
                  <a:lnTo>
                    <a:pt x="5658179" y="82270"/>
                  </a:lnTo>
                  <a:lnTo>
                    <a:pt x="5586557" y="86215"/>
                  </a:lnTo>
                  <a:lnTo>
                    <a:pt x="5514934" y="90146"/>
                  </a:lnTo>
                  <a:lnTo>
                    <a:pt x="5443311" y="94061"/>
                  </a:lnTo>
                  <a:lnTo>
                    <a:pt x="5371689" y="97960"/>
                  </a:lnTo>
                  <a:lnTo>
                    <a:pt x="5300066" y="101844"/>
                  </a:lnTo>
                  <a:lnTo>
                    <a:pt x="5228444" y="105713"/>
                  </a:lnTo>
                  <a:lnTo>
                    <a:pt x="5156821" y="109567"/>
                  </a:lnTo>
                  <a:lnTo>
                    <a:pt x="5085199" y="113405"/>
                  </a:lnTo>
                  <a:lnTo>
                    <a:pt x="5013576" y="117229"/>
                  </a:lnTo>
                  <a:lnTo>
                    <a:pt x="4941954" y="121037"/>
                  </a:lnTo>
                  <a:lnTo>
                    <a:pt x="4870331" y="124831"/>
                  </a:lnTo>
                  <a:lnTo>
                    <a:pt x="4798709" y="128609"/>
                  </a:lnTo>
                  <a:lnTo>
                    <a:pt x="4727086" y="132373"/>
                  </a:lnTo>
                  <a:lnTo>
                    <a:pt x="4655464" y="136122"/>
                  </a:lnTo>
                  <a:lnTo>
                    <a:pt x="4583841" y="139856"/>
                  </a:lnTo>
                  <a:lnTo>
                    <a:pt x="4512219" y="143576"/>
                  </a:lnTo>
                  <a:lnTo>
                    <a:pt x="4440596" y="147280"/>
                  </a:lnTo>
                  <a:lnTo>
                    <a:pt x="4368974" y="150971"/>
                  </a:lnTo>
                  <a:lnTo>
                    <a:pt x="4297351" y="154646"/>
                  </a:lnTo>
                  <a:lnTo>
                    <a:pt x="4225729" y="158308"/>
                  </a:lnTo>
                  <a:lnTo>
                    <a:pt x="4154106" y="161955"/>
                  </a:lnTo>
                  <a:lnTo>
                    <a:pt x="4082483" y="165587"/>
                  </a:lnTo>
                  <a:lnTo>
                    <a:pt x="4010861" y="169206"/>
                  </a:lnTo>
                  <a:lnTo>
                    <a:pt x="3939238" y="172810"/>
                  </a:lnTo>
                  <a:lnTo>
                    <a:pt x="3867616" y="176400"/>
                  </a:lnTo>
                  <a:lnTo>
                    <a:pt x="3795993" y="179976"/>
                  </a:lnTo>
                  <a:lnTo>
                    <a:pt x="3724371" y="183537"/>
                  </a:lnTo>
                  <a:lnTo>
                    <a:pt x="3652748" y="187085"/>
                  </a:lnTo>
                  <a:lnTo>
                    <a:pt x="3581126" y="190619"/>
                  </a:lnTo>
                  <a:lnTo>
                    <a:pt x="3509503" y="194139"/>
                  </a:lnTo>
                  <a:lnTo>
                    <a:pt x="3437881" y="197645"/>
                  </a:lnTo>
                  <a:lnTo>
                    <a:pt x="3366258" y="201137"/>
                  </a:lnTo>
                  <a:lnTo>
                    <a:pt x="3294636" y="204616"/>
                  </a:lnTo>
                  <a:lnTo>
                    <a:pt x="3223013" y="208081"/>
                  </a:lnTo>
                  <a:lnTo>
                    <a:pt x="3151391" y="211532"/>
                  </a:lnTo>
                  <a:lnTo>
                    <a:pt x="3079768" y="214970"/>
                  </a:lnTo>
                  <a:lnTo>
                    <a:pt x="3008146" y="234894"/>
                  </a:lnTo>
                  <a:lnTo>
                    <a:pt x="2936523" y="265568"/>
                  </a:lnTo>
                  <a:lnTo>
                    <a:pt x="2864901" y="295138"/>
                  </a:lnTo>
                  <a:lnTo>
                    <a:pt x="2793278" y="323641"/>
                  </a:lnTo>
                  <a:lnTo>
                    <a:pt x="2721655" y="351118"/>
                  </a:lnTo>
                  <a:lnTo>
                    <a:pt x="2650033" y="377604"/>
                  </a:lnTo>
                  <a:lnTo>
                    <a:pt x="2578410" y="403136"/>
                  </a:lnTo>
                  <a:lnTo>
                    <a:pt x="2506788" y="427748"/>
                  </a:lnTo>
                  <a:lnTo>
                    <a:pt x="2435165" y="451472"/>
                  </a:lnTo>
                  <a:lnTo>
                    <a:pt x="2363543" y="474342"/>
                  </a:lnTo>
                  <a:lnTo>
                    <a:pt x="2291920" y="496387"/>
                  </a:lnTo>
                  <a:lnTo>
                    <a:pt x="2220298" y="517638"/>
                  </a:lnTo>
                  <a:lnTo>
                    <a:pt x="2148675" y="538124"/>
                  </a:lnTo>
                  <a:lnTo>
                    <a:pt x="2077053" y="557870"/>
                  </a:lnTo>
                  <a:lnTo>
                    <a:pt x="2005430" y="576906"/>
                  </a:lnTo>
                  <a:lnTo>
                    <a:pt x="1933808" y="595255"/>
                  </a:lnTo>
                  <a:lnTo>
                    <a:pt x="1862185" y="612943"/>
                  </a:lnTo>
                  <a:lnTo>
                    <a:pt x="1790563" y="629994"/>
                  </a:lnTo>
                  <a:lnTo>
                    <a:pt x="1718940" y="646430"/>
                  </a:lnTo>
                  <a:lnTo>
                    <a:pt x="1647318" y="662273"/>
                  </a:lnTo>
                  <a:lnTo>
                    <a:pt x="1575695" y="677546"/>
                  </a:lnTo>
                  <a:lnTo>
                    <a:pt x="1504073" y="692268"/>
                  </a:lnTo>
                  <a:lnTo>
                    <a:pt x="1432450" y="706460"/>
                  </a:lnTo>
                  <a:lnTo>
                    <a:pt x="1360827" y="720141"/>
                  </a:lnTo>
                  <a:lnTo>
                    <a:pt x="1289205" y="733328"/>
                  </a:lnTo>
                  <a:lnTo>
                    <a:pt x="1217582" y="746040"/>
                  </a:lnTo>
                  <a:lnTo>
                    <a:pt x="1145960" y="758294"/>
                  </a:lnTo>
                  <a:lnTo>
                    <a:pt x="1074337" y="770106"/>
                  </a:lnTo>
                  <a:lnTo>
                    <a:pt x="1002715" y="781493"/>
                  </a:lnTo>
                  <a:lnTo>
                    <a:pt x="931092" y="792469"/>
                  </a:lnTo>
                  <a:lnTo>
                    <a:pt x="859470" y="803050"/>
                  </a:lnTo>
                  <a:lnTo>
                    <a:pt x="787847" y="813249"/>
                  </a:lnTo>
                  <a:lnTo>
                    <a:pt x="716225" y="823081"/>
                  </a:lnTo>
                  <a:lnTo>
                    <a:pt x="644602" y="832559"/>
                  </a:lnTo>
                  <a:lnTo>
                    <a:pt x="572980" y="841695"/>
                  </a:lnTo>
                  <a:lnTo>
                    <a:pt x="501357" y="850501"/>
                  </a:lnTo>
                  <a:lnTo>
                    <a:pt x="429735" y="858991"/>
                  </a:lnTo>
                  <a:lnTo>
                    <a:pt x="358112" y="867174"/>
                  </a:lnTo>
                  <a:lnTo>
                    <a:pt x="286490" y="875063"/>
                  </a:lnTo>
                  <a:lnTo>
                    <a:pt x="214867" y="882667"/>
                  </a:lnTo>
                  <a:lnTo>
                    <a:pt x="143245" y="889997"/>
                  </a:lnTo>
                  <a:lnTo>
                    <a:pt x="71622" y="897063"/>
                  </a:lnTo>
                  <a:lnTo>
                    <a:pt x="0" y="9038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812470"/>
              <a:ext cx="7090630" cy="2370703"/>
            </a:xfrm>
            <a:custGeom>
              <a:avLst/>
              <a:pathLst>
                <a:path w="7090630" h="2370703">
                  <a:moveTo>
                    <a:pt x="0" y="2370703"/>
                  </a:moveTo>
                  <a:lnTo>
                    <a:pt x="71622" y="2363189"/>
                  </a:lnTo>
                  <a:lnTo>
                    <a:pt x="143245" y="2355520"/>
                  </a:lnTo>
                  <a:lnTo>
                    <a:pt x="214867" y="2347694"/>
                  </a:lnTo>
                  <a:lnTo>
                    <a:pt x="286490" y="2339707"/>
                  </a:lnTo>
                  <a:lnTo>
                    <a:pt x="358112" y="2331557"/>
                  </a:lnTo>
                  <a:lnTo>
                    <a:pt x="429735" y="2323239"/>
                  </a:lnTo>
                  <a:lnTo>
                    <a:pt x="501357" y="2314750"/>
                  </a:lnTo>
                  <a:lnTo>
                    <a:pt x="572980" y="2306087"/>
                  </a:lnTo>
                  <a:lnTo>
                    <a:pt x="644602" y="2297246"/>
                  </a:lnTo>
                  <a:lnTo>
                    <a:pt x="716225" y="2288224"/>
                  </a:lnTo>
                  <a:lnTo>
                    <a:pt x="787847" y="2279016"/>
                  </a:lnTo>
                  <a:lnTo>
                    <a:pt x="859470" y="2269620"/>
                  </a:lnTo>
                  <a:lnTo>
                    <a:pt x="931092" y="2260030"/>
                  </a:lnTo>
                  <a:lnTo>
                    <a:pt x="1002715" y="2250244"/>
                  </a:lnTo>
                  <a:lnTo>
                    <a:pt x="1074337" y="2240257"/>
                  </a:lnTo>
                  <a:lnTo>
                    <a:pt x="1145960" y="2230065"/>
                  </a:lnTo>
                  <a:lnTo>
                    <a:pt x="1217582" y="2219663"/>
                  </a:lnTo>
                  <a:lnTo>
                    <a:pt x="1289205" y="2209048"/>
                  </a:lnTo>
                  <a:lnTo>
                    <a:pt x="1360827" y="2198215"/>
                  </a:lnTo>
                  <a:lnTo>
                    <a:pt x="1432450" y="2187160"/>
                  </a:lnTo>
                  <a:lnTo>
                    <a:pt x="1504073" y="2175877"/>
                  </a:lnTo>
                  <a:lnTo>
                    <a:pt x="1575695" y="2164364"/>
                  </a:lnTo>
                  <a:lnTo>
                    <a:pt x="1647318" y="2152613"/>
                  </a:lnTo>
                  <a:lnTo>
                    <a:pt x="1718940" y="2140622"/>
                  </a:lnTo>
                  <a:lnTo>
                    <a:pt x="1790563" y="2128384"/>
                  </a:lnTo>
                  <a:lnTo>
                    <a:pt x="1862185" y="2115895"/>
                  </a:lnTo>
                  <a:lnTo>
                    <a:pt x="1933808" y="2103150"/>
                  </a:lnTo>
                  <a:lnTo>
                    <a:pt x="2005430" y="2090143"/>
                  </a:lnTo>
                  <a:lnTo>
                    <a:pt x="2077053" y="2076869"/>
                  </a:lnTo>
                  <a:lnTo>
                    <a:pt x="2148675" y="2063323"/>
                  </a:lnTo>
                  <a:lnTo>
                    <a:pt x="2220298" y="2049498"/>
                  </a:lnTo>
                  <a:lnTo>
                    <a:pt x="2291920" y="2035390"/>
                  </a:lnTo>
                  <a:lnTo>
                    <a:pt x="2363543" y="2020992"/>
                  </a:lnTo>
                  <a:lnTo>
                    <a:pt x="2435165" y="2006298"/>
                  </a:lnTo>
                  <a:lnTo>
                    <a:pt x="2506788" y="1991303"/>
                  </a:lnTo>
                  <a:lnTo>
                    <a:pt x="2578410" y="1976000"/>
                  </a:lnTo>
                  <a:lnTo>
                    <a:pt x="2650033" y="1960383"/>
                  </a:lnTo>
                  <a:lnTo>
                    <a:pt x="2721655" y="1944445"/>
                  </a:lnTo>
                  <a:lnTo>
                    <a:pt x="2793278" y="1928180"/>
                  </a:lnTo>
                  <a:lnTo>
                    <a:pt x="2864901" y="1911581"/>
                  </a:lnTo>
                  <a:lnTo>
                    <a:pt x="2936523" y="1894641"/>
                  </a:lnTo>
                  <a:lnTo>
                    <a:pt x="3008146" y="1877354"/>
                  </a:lnTo>
                  <a:lnTo>
                    <a:pt x="3079768" y="1859711"/>
                  </a:lnTo>
                  <a:lnTo>
                    <a:pt x="3151391" y="1841707"/>
                  </a:lnTo>
                  <a:lnTo>
                    <a:pt x="3223013" y="1823333"/>
                  </a:lnTo>
                  <a:lnTo>
                    <a:pt x="3294636" y="1804581"/>
                  </a:lnTo>
                  <a:lnTo>
                    <a:pt x="3366258" y="1785445"/>
                  </a:lnTo>
                  <a:lnTo>
                    <a:pt x="3437881" y="1765916"/>
                  </a:lnTo>
                  <a:lnTo>
                    <a:pt x="3509503" y="1745986"/>
                  </a:lnTo>
                  <a:lnTo>
                    <a:pt x="3581126" y="1725647"/>
                  </a:lnTo>
                  <a:lnTo>
                    <a:pt x="3652748" y="1704890"/>
                  </a:lnTo>
                  <a:lnTo>
                    <a:pt x="3724371" y="1683707"/>
                  </a:lnTo>
                  <a:lnTo>
                    <a:pt x="3795993" y="1662090"/>
                  </a:lnTo>
                  <a:lnTo>
                    <a:pt x="3867616" y="1640028"/>
                  </a:lnTo>
                  <a:lnTo>
                    <a:pt x="3939238" y="1617514"/>
                  </a:lnTo>
                  <a:lnTo>
                    <a:pt x="4010861" y="1594537"/>
                  </a:lnTo>
                  <a:lnTo>
                    <a:pt x="4082483" y="1571089"/>
                  </a:lnTo>
                  <a:lnTo>
                    <a:pt x="4154106" y="1547159"/>
                  </a:lnTo>
                  <a:lnTo>
                    <a:pt x="4225729" y="1522738"/>
                  </a:lnTo>
                  <a:lnTo>
                    <a:pt x="4297351" y="1497816"/>
                  </a:lnTo>
                  <a:lnTo>
                    <a:pt x="4368974" y="1472382"/>
                  </a:lnTo>
                  <a:lnTo>
                    <a:pt x="4440596" y="1446426"/>
                  </a:lnTo>
                  <a:lnTo>
                    <a:pt x="4512219" y="1419937"/>
                  </a:lnTo>
                  <a:lnTo>
                    <a:pt x="4583841" y="1392905"/>
                  </a:lnTo>
                  <a:lnTo>
                    <a:pt x="4655464" y="1365317"/>
                  </a:lnTo>
                  <a:lnTo>
                    <a:pt x="4727086" y="1337163"/>
                  </a:lnTo>
                  <a:lnTo>
                    <a:pt x="4798709" y="1308431"/>
                  </a:lnTo>
                  <a:lnTo>
                    <a:pt x="4870331" y="1279109"/>
                  </a:lnTo>
                  <a:lnTo>
                    <a:pt x="4941954" y="1249186"/>
                  </a:lnTo>
                  <a:lnTo>
                    <a:pt x="5013576" y="1218648"/>
                  </a:lnTo>
                  <a:lnTo>
                    <a:pt x="5085199" y="1187483"/>
                  </a:lnTo>
                  <a:lnTo>
                    <a:pt x="5156821" y="1155678"/>
                  </a:lnTo>
                  <a:lnTo>
                    <a:pt x="5228444" y="1123220"/>
                  </a:lnTo>
                  <a:lnTo>
                    <a:pt x="5300066" y="1090096"/>
                  </a:lnTo>
                  <a:lnTo>
                    <a:pt x="5371689" y="1056293"/>
                  </a:lnTo>
                  <a:lnTo>
                    <a:pt x="5443311" y="1021795"/>
                  </a:lnTo>
                  <a:lnTo>
                    <a:pt x="5514934" y="986588"/>
                  </a:lnTo>
                  <a:lnTo>
                    <a:pt x="5586557" y="950660"/>
                  </a:lnTo>
                  <a:lnTo>
                    <a:pt x="5658179" y="913993"/>
                  </a:lnTo>
                  <a:lnTo>
                    <a:pt x="5729802" y="876574"/>
                  </a:lnTo>
                  <a:lnTo>
                    <a:pt x="5801424" y="838386"/>
                  </a:lnTo>
                  <a:lnTo>
                    <a:pt x="5873047" y="799415"/>
                  </a:lnTo>
                  <a:lnTo>
                    <a:pt x="5944669" y="759644"/>
                  </a:lnTo>
                  <a:lnTo>
                    <a:pt x="6016292" y="719056"/>
                  </a:lnTo>
                  <a:lnTo>
                    <a:pt x="6087914" y="677635"/>
                  </a:lnTo>
                  <a:lnTo>
                    <a:pt x="6159537" y="635363"/>
                  </a:lnTo>
                  <a:lnTo>
                    <a:pt x="6231159" y="592224"/>
                  </a:lnTo>
                  <a:lnTo>
                    <a:pt x="6302782" y="548199"/>
                  </a:lnTo>
                  <a:lnTo>
                    <a:pt x="6374404" y="503271"/>
                  </a:lnTo>
                  <a:lnTo>
                    <a:pt x="6446027" y="457420"/>
                  </a:lnTo>
                  <a:lnTo>
                    <a:pt x="6517649" y="410628"/>
                  </a:lnTo>
                  <a:lnTo>
                    <a:pt x="6589272" y="362875"/>
                  </a:lnTo>
                  <a:lnTo>
                    <a:pt x="6660894" y="314142"/>
                  </a:lnTo>
                  <a:lnTo>
                    <a:pt x="6732517" y="264408"/>
                  </a:lnTo>
                  <a:lnTo>
                    <a:pt x="6804139" y="213653"/>
                  </a:lnTo>
                  <a:lnTo>
                    <a:pt x="6875762" y="161857"/>
                  </a:lnTo>
                  <a:lnTo>
                    <a:pt x="6947385" y="108997"/>
                  </a:lnTo>
                  <a:lnTo>
                    <a:pt x="7019007" y="5505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2026-05-22T10:32:43Z</dcterms:modified>
  <cp:category/>
</cp:coreProperties>
</file>