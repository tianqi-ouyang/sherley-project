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17208"/>
            </a:xfrm>
            <a:custGeom>
              <a:avLst/>
              <a:pathLst>
                <a:path w="7090630" h="3617208">
                  <a:moveTo>
                    <a:pt x="0" y="3096595"/>
                  </a:moveTo>
                  <a:lnTo>
                    <a:pt x="71622" y="3090724"/>
                  </a:lnTo>
                  <a:lnTo>
                    <a:pt x="143245" y="3084791"/>
                  </a:lnTo>
                  <a:lnTo>
                    <a:pt x="214867" y="3078796"/>
                  </a:lnTo>
                  <a:lnTo>
                    <a:pt x="286490" y="3072737"/>
                  </a:lnTo>
                  <a:lnTo>
                    <a:pt x="358112" y="3066614"/>
                  </a:lnTo>
                  <a:lnTo>
                    <a:pt x="429735" y="3060427"/>
                  </a:lnTo>
                  <a:lnTo>
                    <a:pt x="501357" y="3054174"/>
                  </a:lnTo>
                  <a:lnTo>
                    <a:pt x="572980" y="3047856"/>
                  </a:lnTo>
                  <a:lnTo>
                    <a:pt x="644602" y="3041470"/>
                  </a:lnTo>
                  <a:lnTo>
                    <a:pt x="716225" y="3035018"/>
                  </a:lnTo>
                  <a:lnTo>
                    <a:pt x="787847" y="3028497"/>
                  </a:lnTo>
                  <a:lnTo>
                    <a:pt x="859470" y="3021907"/>
                  </a:lnTo>
                  <a:lnTo>
                    <a:pt x="931092" y="3015248"/>
                  </a:lnTo>
                  <a:lnTo>
                    <a:pt x="1002715" y="3008518"/>
                  </a:lnTo>
                  <a:lnTo>
                    <a:pt x="1074337" y="3001717"/>
                  </a:lnTo>
                  <a:lnTo>
                    <a:pt x="1145960" y="2994845"/>
                  </a:lnTo>
                  <a:lnTo>
                    <a:pt x="1217582" y="2987900"/>
                  </a:lnTo>
                  <a:lnTo>
                    <a:pt x="1289205" y="2980881"/>
                  </a:lnTo>
                  <a:lnTo>
                    <a:pt x="1360827" y="2973789"/>
                  </a:lnTo>
                  <a:lnTo>
                    <a:pt x="1432450" y="2966622"/>
                  </a:lnTo>
                  <a:lnTo>
                    <a:pt x="1504073" y="2959379"/>
                  </a:lnTo>
                  <a:lnTo>
                    <a:pt x="1575695" y="2952059"/>
                  </a:lnTo>
                  <a:lnTo>
                    <a:pt x="1647318" y="2944662"/>
                  </a:lnTo>
                  <a:lnTo>
                    <a:pt x="1718940" y="2937187"/>
                  </a:lnTo>
                  <a:lnTo>
                    <a:pt x="1790563" y="2929634"/>
                  </a:lnTo>
                  <a:lnTo>
                    <a:pt x="1862185" y="2922000"/>
                  </a:lnTo>
                  <a:lnTo>
                    <a:pt x="1933808" y="2914286"/>
                  </a:lnTo>
                  <a:lnTo>
                    <a:pt x="2005430" y="2906490"/>
                  </a:lnTo>
                  <a:lnTo>
                    <a:pt x="2077053" y="2898613"/>
                  </a:lnTo>
                  <a:lnTo>
                    <a:pt x="2148675" y="2890651"/>
                  </a:lnTo>
                  <a:lnTo>
                    <a:pt x="2220298" y="2882606"/>
                  </a:lnTo>
                  <a:lnTo>
                    <a:pt x="2291920" y="2874476"/>
                  </a:lnTo>
                  <a:lnTo>
                    <a:pt x="2363543" y="2866260"/>
                  </a:lnTo>
                  <a:lnTo>
                    <a:pt x="2435165" y="2857958"/>
                  </a:lnTo>
                  <a:lnTo>
                    <a:pt x="2506788" y="2849567"/>
                  </a:lnTo>
                  <a:lnTo>
                    <a:pt x="2578410" y="2841089"/>
                  </a:lnTo>
                  <a:lnTo>
                    <a:pt x="2650033" y="2832520"/>
                  </a:lnTo>
                  <a:lnTo>
                    <a:pt x="2721655" y="2823861"/>
                  </a:lnTo>
                  <a:lnTo>
                    <a:pt x="2793278" y="2815111"/>
                  </a:lnTo>
                  <a:lnTo>
                    <a:pt x="2864901" y="2806268"/>
                  </a:lnTo>
                  <a:lnTo>
                    <a:pt x="2936523" y="2797332"/>
                  </a:lnTo>
                  <a:lnTo>
                    <a:pt x="3008146" y="2788302"/>
                  </a:lnTo>
                  <a:lnTo>
                    <a:pt x="3079768" y="2755480"/>
                  </a:lnTo>
                  <a:lnTo>
                    <a:pt x="3151391" y="2685458"/>
                  </a:lnTo>
                  <a:lnTo>
                    <a:pt x="3223013" y="2609971"/>
                  </a:lnTo>
                  <a:lnTo>
                    <a:pt x="3294636" y="2528593"/>
                  </a:lnTo>
                  <a:lnTo>
                    <a:pt x="3366258" y="2440863"/>
                  </a:lnTo>
                  <a:lnTo>
                    <a:pt x="3437881" y="2346285"/>
                  </a:lnTo>
                  <a:lnTo>
                    <a:pt x="3509503" y="2244327"/>
                  </a:lnTo>
                  <a:lnTo>
                    <a:pt x="3581126" y="2134410"/>
                  </a:lnTo>
                  <a:lnTo>
                    <a:pt x="3652748" y="2015915"/>
                  </a:lnTo>
                  <a:lnTo>
                    <a:pt x="3724371" y="1888171"/>
                  </a:lnTo>
                  <a:lnTo>
                    <a:pt x="3795993" y="1750457"/>
                  </a:lnTo>
                  <a:lnTo>
                    <a:pt x="3867616" y="1601995"/>
                  </a:lnTo>
                  <a:lnTo>
                    <a:pt x="3939238" y="1441946"/>
                  </a:lnTo>
                  <a:lnTo>
                    <a:pt x="4010861" y="1269405"/>
                  </a:lnTo>
                  <a:lnTo>
                    <a:pt x="4082483" y="1083398"/>
                  </a:lnTo>
                  <a:lnTo>
                    <a:pt x="4154106" y="882873"/>
                  </a:lnTo>
                  <a:lnTo>
                    <a:pt x="4225729" y="666697"/>
                  </a:lnTo>
                  <a:lnTo>
                    <a:pt x="4297351" y="433650"/>
                  </a:lnTo>
                  <a:lnTo>
                    <a:pt x="4368974" y="182413"/>
                  </a:lnTo>
                  <a:lnTo>
                    <a:pt x="4417211" y="0"/>
                  </a:lnTo>
                  <a:lnTo>
                    <a:pt x="7090630" y="0"/>
                  </a:lnTo>
                  <a:lnTo>
                    <a:pt x="7090630" y="2079833"/>
                  </a:lnTo>
                  <a:lnTo>
                    <a:pt x="7019007" y="2096265"/>
                  </a:lnTo>
                  <a:lnTo>
                    <a:pt x="6947385" y="2112525"/>
                  </a:lnTo>
                  <a:lnTo>
                    <a:pt x="6875762" y="2128616"/>
                  </a:lnTo>
                  <a:lnTo>
                    <a:pt x="6804139" y="2144539"/>
                  </a:lnTo>
                  <a:lnTo>
                    <a:pt x="6732517" y="2160295"/>
                  </a:lnTo>
                  <a:lnTo>
                    <a:pt x="6660894" y="2175887"/>
                  </a:lnTo>
                  <a:lnTo>
                    <a:pt x="6589272" y="2191315"/>
                  </a:lnTo>
                  <a:lnTo>
                    <a:pt x="6517649" y="2206583"/>
                  </a:lnTo>
                  <a:lnTo>
                    <a:pt x="6446027" y="2221691"/>
                  </a:lnTo>
                  <a:lnTo>
                    <a:pt x="6374404" y="2236641"/>
                  </a:lnTo>
                  <a:lnTo>
                    <a:pt x="6302782" y="2251435"/>
                  </a:lnTo>
                  <a:lnTo>
                    <a:pt x="6231159" y="2266074"/>
                  </a:lnTo>
                  <a:lnTo>
                    <a:pt x="6159537" y="2280561"/>
                  </a:lnTo>
                  <a:lnTo>
                    <a:pt x="6087914" y="2294896"/>
                  </a:lnTo>
                  <a:lnTo>
                    <a:pt x="6016292" y="2309081"/>
                  </a:lnTo>
                  <a:lnTo>
                    <a:pt x="5944669" y="2323118"/>
                  </a:lnTo>
                  <a:lnTo>
                    <a:pt x="5873047" y="2337009"/>
                  </a:lnTo>
                  <a:lnTo>
                    <a:pt x="5801424" y="2350754"/>
                  </a:lnTo>
                  <a:lnTo>
                    <a:pt x="5729802" y="2364356"/>
                  </a:lnTo>
                  <a:lnTo>
                    <a:pt x="5658179" y="2377816"/>
                  </a:lnTo>
                  <a:lnTo>
                    <a:pt x="5586557" y="2391135"/>
                  </a:lnTo>
                  <a:lnTo>
                    <a:pt x="5514934" y="2404315"/>
                  </a:lnTo>
                  <a:lnTo>
                    <a:pt x="5443311" y="2417357"/>
                  </a:lnTo>
                  <a:lnTo>
                    <a:pt x="5371689" y="2430263"/>
                  </a:lnTo>
                  <a:lnTo>
                    <a:pt x="5300066" y="2443034"/>
                  </a:lnTo>
                  <a:lnTo>
                    <a:pt x="5228444" y="2455671"/>
                  </a:lnTo>
                  <a:lnTo>
                    <a:pt x="5156821" y="2468177"/>
                  </a:lnTo>
                  <a:lnTo>
                    <a:pt x="5085199" y="2480552"/>
                  </a:lnTo>
                  <a:lnTo>
                    <a:pt x="5013576" y="2492798"/>
                  </a:lnTo>
                  <a:lnTo>
                    <a:pt x="4941954" y="2504915"/>
                  </a:lnTo>
                  <a:lnTo>
                    <a:pt x="4870331" y="2516906"/>
                  </a:lnTo>
                  <a:lnTo>
                    <a:pt x="4798709" y="2528772"/>
                  </a:lnTo>
                  <a:lnTo>
                    <a:pt x="4727086" y="2540514"/>
                  </a:lnTo>
                  <a:lnTo>
                    <a:pt x="4655464" y="2552133"/>
                  </a:lnTo>
                  <a:lnTo>
                    <a:pt x="4583841" y="2563631"/>
                  </a:lnTo>
                  <a:lnTo>
                    <a:pt x="4512219" y="2575009"/>
                  </a:lnTo>
                  <a:lnTo>
                    <a:pt x="4440596" y="2586268"/>
                  </a:lnTo>
                  <a:lnTo>
                    <a:pt x="4368974" y="2597409"/>
                  </a:lnTo>
                  <a:lnTo>
                    <a:pt x="4297351" y="2608433"/>
                  </a:lnTo>
                  <a:lnTo>
                    <a:pt x="4225729" y="2619343"/>
                  </a:lnTo>
                  <a:lnTo>
                    <a:pt x="4154106" y="2630139"/>
                  </a:lnTo>
                  <a:lnTo>
                    <a:pt x="4082483" y="2640822"/>
                  </a:lnTo>
                  <a:lnTo>
                    <a:pt x="4010861" y="2651393"/>
                  </a:lnTo>
                  <a:lnTo>
                    <a:pt x="3939238" y="2661853"/>
                  </a:lnTo>
                  <a:lnTo>
                    <a:pt x="3867616" y="2672205"/>
                  </a:lnTo>
                  <a:lnTo>
                    <a:pt x="3795993" y="2682448"/>
                  </a:lnTo>
                  <a:lnTo>
                    <a:pt x="3724371" y="2692585"/>
                  </a:lnTo>
                  <a:lnTo>
                    <a:pt x="3652748" y="2702615"/>
                  </a:lnTo>
                  <a:lnTo>
                    <a:pt x="3581126" y="2712541"/>
                  </a:lnTo>
                  <a:lnTo>
                    <a:pt x="3509503" y="2722363"/>
                  </a:lnTo>
                  <a:lnTo>
                    <a:pt x="3437881" y="2732082"/>
                  </a:lnTo>
                  <a:lnTo>
                    <a:pt x="3366258" y="2741700"/>
                  </a:lnTo>
                  <a:lnTo>
                    <a:pt x="3294636" y="2751217"/>
                  </a:lnTo>
                  <a:lnTo>
                    <a:pt x="3223013" y="2760635"/>
                  </a:lnTo>
                  <a:lnTo>
                    <a:pt x="3151391" y="2769954"/>
                  </a:lnTo>
                  <a:lnTo>
                    <a:pt x="3079768" y="2779176"/>
                  </a:lnTo>
                  <a:lnTo>
                    <a:pt x="3008146" y="2820433"/>
                  </a:lnTo>
                  <a:lnTo>
                    <a:pt x="2936523" y="2880683"/>
                  </a:lnTo>
                  <a:lnTo>
                    <a:pt x="2864901" y="2936571"/>
                  </a:lnTo>
                  <a:lnTo>
                    <a:pt x="2793278" y="2988413"/>
                  </a:lnTo>
                  <a:lnTo>
                    <a:pt x="2721655" y="3036502"/>
                  </a:lnTo>
                  <a:lnTo>
                    <a:pt x="2650033" y="3081109"/>
                  </a:lnTo>
                  <a:lnTo>
                    <a:pt x="2578410" y="3122487"/>
                  </a:lnTo>
                  <a:lnTo>
                    <a:pt x="2506788" y="3160869"/>
                  </a:lnTo>
                  <a:lnTo>
                    <a:pt x="2435165" y="3196472"/>
                  </a:lnTo>
                  <a:lnTo>
                    <a:pt x="2363543" y="3229498"/>
                  </a:lnTo>
                  <a:lnTo>
                    <a:pt x="2291920" y="3260133"/>
                  </a:lnTo>
                  <a:lnTo>
                    <a:pt x="2220298" y="3288549"/>
                  </a:lnTo>
                  <a:lnTo>
                    <a:pt x="2148675" y="3314909"/>
                  </a:lnTo>
                  <a:lnTo>
                    <a:pt x="2077053" y="3339360"/>
                  </a:lnTo>
                  <a:lnTo>
                    <a:pt x="2005430" y="3362041"/>
                  </a:lnTo>
                  <a:lnTo>
                    <a:pt x="1933808" y="3383080"/>
                  </a:lnTo>
                  <a:lnTo>
                    <a:pt x="1862185" y="3402596"/>
                  </a:lnTo>
                  <a:lnTo>
                    <a:pt x="1790563" y="3420699"/>
                  </a:lnTo>
                  <a:lnTo>
                    <a:pt x="1718940" y="3437491"/>
                  </a:lnTo>
                  <a:lnTo>
                    <a:pt x="1647318" y="3453067"/>
                  </a:lnTo>
                  <a:lnTo>
                    <a:pt x="1575695" y="3467516"/>
                  </a:lnTo>
                  <a:lnTo>
                    <a:pt x="1504073" y="3480919"/>
                  </a:lnTo>
                  <a:lnTo>
                    <a:pt x="1432450" y="3493351"/>
                  </a:lnTo>
                  <a:lnTo>
                    <a:pt x="1360827" y="3504884"/>
                  </a:lnTo>
                  <a:lnTo>
                    <a:pt x="1289205" y="3515581"/>
                  </a:lnTo>
                  <a:lnTo>
                    <a:pt x="1217582" y="3525504"/>
                  </a:lnTo>
                  <a:lnTo>
                    <a:pt x="1145960" y="3534709"/>
                  </a:lnTo>
                  <a:lnTo>
                    <a:pt x="1074337" y="3543247"/>
                  </a:lnTo>
                  <a:lnTo>
                    <a:pt x="1002715" y="3551167"/>
                  </a:lnTo>
                  <a:lnTo>
                    <a:pt x="931092" y="3558514"/>
                  </a:lnTo>
                  <a:lnTo>
                    <a:pt x="859470" y="3565328"/>
                  </a:lnTo>
                  <a:lnTo>
                    <a:pt x="787847" y="3571650"/>
                  </a:lnTo>
                  <a:lnTo>
                    <a:pt x="716225" y="3577514"/>
                  </a:lnTo>
                  <a:lnTo>
                    <a:pt x="644602" y="3582953"/>
                  </a:lnTo>
                  <a:lnTo>
                    <a:pt x="572980" y="3587998"/>
                  </a:lnTo>
                  <a:lnTo>
                    <a:pt x="501357" y="3592678"/>
                  </a:lnTo>
                  <a:lnTo>
                    <a:pt x="429735" y="3597020"/>
                  </a:lnTo>
                  <a:lnTo>
                    <a:pt x="358112" y="3601047"/>
                  </a:lnTo>
                  <a:lnTo>
                    <a:pt x="286490" y="3604782"/>
                  </a:lnTo>
                  <a:lnTo>
                    <a:pt x="214867" y="3608247"/>
                  </a:lnTo>
                  <a:lnTo>
                    <a:pt x="143245" y="3611461"/>
                  </a:lnTo>
                  <a:lnTo>
                    <a:pt x="71622" y="3614443"/>
                  </a:lnTo>
                  <a:lnTo>
                    <a:pt x="0" y="36172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417211" cy="3096595"/>
            </a:xfrm>
            <a:custGeom>
              <a:avLst/>
              <a:pathLst>
                <a:path w="4417211" h="3096595">
                  <a:moveTo>
                    <a:pt x="0" y="3096595"/>
                  </a:moveTo>
                  <a:lnTo>
                    <a:pt x="71622" y="3090724"/>
                  </a:lnTo>
                  <a:lnTo>
                    <a:pt x="143245" y="3084791"/>
                  </a:lnTo>
                  <a:lnTo>
                    <a:pt x="214867" y="3078796"/>
                  </a:lnTo>
                  <a:lnTo>
                    <a:pt x="286490" y="3072737"/>
                  </a:lnTo>
                  <a:lnTo>
                    <a:pt x="358112" y="3066614"/>
                  </a:lnTo>
                  <a:lnTo>
                    <a:pt x="429735" y="3060427"/>
                  </a:lnTo>
                  <a:lnTo>
                    <a:pt x="501357" y="3054174"/>
                  </a:lnTo>
                  <a:lnTo>
                    <a:pt x="572980" y="3047856"/>
                  </a:lnTo>
                  <a:lnTo>
                    <a:pt x="644602" y="3041470"/>
                  </a:lnTo>
                  <a:lnTo>
                    <a:pt x="716225" y="3035018"/>
                  </a:lnTo>
                  <a:lnTo>
                    <a:pt x="787847" y="3028497"/>
                  </a:lnTo>
                  <a:lnTo>
                    <a:pt x="859470" y="3021907"/>
                  </a:lnTo>
                  <a:lnTo>
                    <a:pt x="931092" y="3015248"/>
                  </a:lnTo>
                  <a:lnTo>
                    <a:pt x="1002715" y="3008518"/>
                  </a:lnTo>
                  <a:lnTo>
                    <a:pt x="1074337" y="3001717"/>
                  </a:lnTo>
                  <a:lnTo>
                    <a:pt x="1145960" y="2994845"/>
                  </a:lnTo>
                  <a:lnTo>
                    <a:pt x="1217582" y="2987900"/>
                  </a:lnTo>
                  <a:lnTo>
                    <a:pt x="1289205" y="2980881"/>
                  </a:lnTo>
                  <a:lnTo>
                    <a:pt x="1360827" y="2973789"/>
                  </a:lnTo>
                  <a:lnTo>
                    <a:pt x="1432450" y="2966622"/>
                  </a:lnTo>
                  <a:lnTo>
                    <a:pt x="1504073" y="2959379"/>
                  </a:lnTo>
                  <a:lnTo>
                    <a:pt x="1575695" y="2952059"/>
                  </a:lnTo>
                  <a:lnTo>
                    <a:pt x="1647318" y="2944662"/>
                  </a:lnTo>
                  <a:lnTo>
                    <a:pt x="1718940" y="2937187"/>
                  </a:lnTo>
                  <a:lnTo>
                    <a:pt x="1790563" y="2929634"/>
                  </a:lnTo>
                  <a:lnTo>
                    <a:pt x="1862185" y="2922000"/>
                  </a:lnTo>
                  <a:lnTo>
                    <a:pt x="1933808" y="2914286"/>
                  </a:lnTo>
                  <a:lnTo>
                    <a:pt x="2005430" y="2906490"/>
                  </a:lnTo>
                  <a:lnTo>
                    <a:pt x="2077053" y="2898613"/>
                  </a:lnTo>
                  <a:lnTo>
                    <a:pt x="2148675" y="2890651"/>
                  </a:lnTo>
                  <a:lnTo>
                    <a:pt x="2220298" y="2882606"/>
                  </a:lnTo>
                  <a:lnTo>
                    <a:pt x="2291920" y="2874476"/>
                  </a:lnTo>
                  <a:lnTo>
                    <a:pt x="2363543" y="2866260"/>
                  </a:lnTo>
                  <a:lnTo>
                    <a:pt x="2435165" y="2857958"/>
                  </a:lnTo>
                  <a:lnTo>
                    <a:pt x="2506788" y="2849567"/>
                  </a:lnTo>
                  <a:lnTo>
                    <a:pt x="2578410" y="2841089"/>
                  </a:lnTo>
                  <a:lnTo>
                    <a:pt x="2650033" y="2832520"/>
                  </a:lnTo>
                  <a:lnTo>
                    <a:pt x="2721655" y="2823861"/>
                  </a:lnTo>
                  <a:lnTo>
                    <a:pt x="2793278" y="2815111"/>
                  </a:lnTo>
                  <a:lnTo>
                    <a:pt x="2864901" y="2806268"/>
                  </a:lnTo>
                  <a:lnTo>
                    <a:pt x="2936523" y="2797332"/>
                  </a:lnTo>
                  <a:lnTo>
                    <a:pt x="3008146" y="2788302"/>
                  </a:lnTo>
                  <a:lnTo>
                    <a:pt x="3079768" y="2755480"/>
                  </a:lnTo>
                  <a:lnTo>
                    <a:pt x="3151391" y="2685458"/>
                  </a:lnTo>
                  <a:lnTo>
                    <a:pt x="3223013" y="2609971"/>
                  </a:lnTo>
                  <a:lnTo>
                    <a:pt x="3294636" y="2528593"/>
                  </a:lnTo>
                  <a:lnTo>
                    <a:pt x="3366258" y="2440863"/>
                  </a:lnTo>
                  <a:lnTo>
                    <a:pt x="3437881" y="2346285"/>
                  </a:lnTo>
                  <a:lnTo>
                    <a:pt x="3509503" y="2244327"/>
                  </a:lnTo>
                  <a:lnTo>
                    <a:pt x="3581126" y="2134410"/>
                  </a:lnTo>
                  <a:lnTo>
                    <a:pt x="3652748" y="2015915"/>
                  </a:lnTo>
                  <a:lnTo>
                    <a:pt x="3724371" y="1888171"/>
                  </a:lnTo>
                  <a:lnTo>
                    <a:pt x="3795993" y="1750457"/>
                  </a:lnTo>
                  <a:lnTo>
                    <a:pt x="3867616" y="1601995"/>
                  </a:lnTo>
                  <a:lnTo>
                    <a:pt x="3939238" y="1441946"/>
                  </a:lnTo>
                  <a:lnTo>
                    <a:pt x="4010861" y="1269405"/>
                  </a:lnTo>
                  <a:lnTo>
                    <a:pt x="4082483" y="1083398"/>
                  </a:lnTo>
                  <a:lnTo>
                    <a:pt x="4154106" y="882873"/>
                  </a:lnTo>
                  <a:lnTo>
                    <a:pt x="4225729" y="666697"/>
                  </a:lnTo>
                  <a:lnTo>
                    <a:pt x="4297351" y="433650"/>
                  </a:lnTo>
                  <a:lnTo>
                    <a:pt x="4368974" y="182413"/>
                  </a:lnTo>
                  <a:lnTo>
                    <a:pt x="44172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976396"/>
              <a:ext cx="7090630" cy="1537375"/>
            </a:xfrm>
            <a:custGeom>
              <a:avLst/>
              <a:pathLst>
                <a:path w="7090630" h="1537375">
                  <a:moveTo>
                    <a:pt x="7090630" y="0"/>
                  </a:moveTo>
                  <a:lnTo>
                    <a:pt x="7019007" y="16432"/>
                  </a:lnTo>
                  <a:lnTo>
                    <a:pt x="6947385" y="32692"/>
                  </a:lnTo>
                  <a:lnTo>
                    <a:pt x="6875762" y="48783"/>
                  </a:lnTo>
                  <a:lnTo>
                    <a:pt x="6804139" y="64706"/>
                  </a:lnTo>
                  <a:lnTo>
                    <a:pt x="6732517" y="80462"/>
                  </a:lnTo>
                  <a:lnTo>
                    <a:pt x="6660894" y="96053"/>
                  </a:lnTo>
                  <a:lnTo>
                    <a:pt x="6589272" y="111482"/>
                  </a:lnTo>
                  <a:lnTo>
                    <a:pt x="6517649" y="126750"/>
                  </a:lnTo>
                  <a:lnTo>
                    <a:pt x="6446027" y="141858"/>
                  </a:lnTo>
                  <a:lnTo>
                    <a:pt x="6374404" y="156808"/>
                  </a:lnTo>
                  <a:lnTo>
                    <a:pt x="6302782" y="171602"/>
                  </a:lnTo>
                  <a:lnTo>
                    <a:pt x="6231159" y="186241"/>
                  </a:lnTo>
                  <a:lnTo>
                    <a:pt x="6159537" y="200728"/>
                  </a:lnTo>
                  <a:lnTo>
                    <a:pt x="6087914" y="215063"/>
                  </a:lnTo>
                  <a:lnTo>
                    <a:pt x="6016292" y="229248"/>
                  </a:lnTo>
                  <a:lnTo>
                    <a:pt x="5944669" y="243285"/>
                  </a:lnTo>
                  <a:lnTo>
                    <a:pt x="5873047" y="257176"/>
                  </a:lnTo>
                  <a:lnTo>
                    <a:pt x="5801424" y="270921"/>
                  </a:lnTo>
                  <a:lnTo>
                    <a:pt x="5729802" y="284523"/>
                  </a:lnTo>
                  <a:lnTo>
                    <a:pt x="5658179" y="297983"/>
                  </a:lnTo>
                  <a:lnTo>
                    <a:pt x="5586557" y="311302"/>
                  </a:lnTo>
                  <a:lnTo>
                    <a:pt x="5514934" y="324481"/>
                  </a:lnTo>
                  <a:lnTo>
                    <a:pt x="5443311" y="337524"/>
                  </a:lnTo>
                  <a:lnTo>
                    <a:pt x="5371689" y="350429"/>
                  </a:lnTo>
                  <a:lnTo>
                    <a:pt x="5300066" y="363201"/>
                  </a:lnTo>
                  <a:lnTo>
                    <a:pt x="5228444" y="375838"/>
                  </a:lnTo>
                  <a:lnTo>
                    <a:pt x="5156821" y="388344"/>
                  </a:lnTo>
                  <a:lnTo>
                    <a:pt x="5085199" y="400719"/>
                  </a:lnTo>
                  <a:lnTo>
                    <a:pt x="5013576" y="412964"/>
                  </a:lnTo>
                  <a:lnTo>
                    <a:pt x="4941954" y="425082"/>
                  </a:lnTo>
                  <a:lnTo>
                    <a:pt x="4870331" y="437073"/>
                  </a:lnTo>
                  <a:lnTo>
                    <a:pt x="4798709" y="448939"/>
                  </a:lnTo>
                  <a:lnTo>
                    <a:pt x="4727086" y="460681"/>
                  </a:lnTo>
                  <a:lnTo>
                    <a:pt x="4655464" y="472300"/>
                  </a:lnTo>
                  <a:lnTo>
                    <a:pt x="4583841" y="483798"/>
                  </a:lnTo>
                  <a:lnTo>
                    <a:pt x="4512219" y="495176"/>
                  </a:lnTo>
                  <a:lnTo>
                    <a:pt x="4440596" y="506434"/>
                  </a:lnTo>
                  <a:lnTo>
                    <a:pt x="4368974" y="517576"/>
                  </a:lnTo>
                  <a:lnTo>
                    <a:pt x="4297351" y="528600"/>
                  </a:lnTo>
                  <a:lnTo>
                    <a:pt x="4225729" y="539510"/>
                  </a:lnTo>
                  <a:lnTo>
                    <a:pt x="4154106" y="550306"/>
                  </a:lnTo>
                  <a:lnTo>
                    <a:pt x="4082483" y="560988"/>
                  </a:lnTo>
                  <a:lnTo>
                    <a:pt x="4010861" y="571560"/>
                  </a:lnTo>
                  <a:lnTo>
                    <a:pt x="3939238" y="582020"/>
                  </a:lnTo>
                  <a:lnTo>
                    <a:pt x="3867616" y="592372"/>
                  </a:lnTo>
                  <a:lnTo>
                    <a:pt x="3795993" y="602615"/>
                  </a:lnTo>
                  <a:lnTo>
                    <a:pt x="3724371" y="612752"/>
                  </a:lnTo>
                  <a:lnTo>
                    <a:pt x="3652748" y="622782"/>
                  </a:lnTo>
                  <a:lnTo>
                    <a:pt x="3581126" y="632708"/>
                  </a:lnTo>
                  <a:lnTo>
                    <a:pt x="3509503" y="642529"/>
                  </a:lnTo>
                  <a:lnTo>
                    <a:pt x="3437881" y="652249"/>
                  </a:lnTo>
                  <a:lnTo>
                    <a:pt x="3366258" y="661866"/>
                  </a:lnTo>
                  <a:lnTo>
                    <a:pt x="3294636" y="671384"/>
                  </a:lnTo>
                  <a:lnTo>
                    <a:pt x="3223013" y="680802"/>
                  </a:lnTo>
                  <a:lnTo>
                    <a:pt x="3151391" y="690121"/>
                  </a:lnTo>
                  <a:lnTo>
                    <a:pt x="3079768" y="699343"/>
                  </a:lnTo>
                  <a:lnTo>
                    <a:pt x="3008146" y="740600"/>
                  </a:lnTo>
                  <a:lnTo>
                    <a:pt x="2936523" y="800850"/>
                  </a:lnTo>
                  <a:lnTo>
                    <a:pt x="2864901" y="856738"/>
                  </a:lnTo>
                  <a:lnTo>
                    <a:pt x="2793278" y="908580"/>
                  </a:lnTo>
                  <a:lnTo>
                    <a:pt x="2721655" y="956669"/>
                  </a:lnTo>
                  <a:lnTo>
                    <a:pt x="2650033" y="1001276"/>
                  </a:lnTo>
                  <a:lnTo>
                    <a:pt x="2578410" y="1042654"/>
                  </a:lnTo>
                  <a:lnTo>
                    <a:pt x="2506788" y="1081036"/>
                  </a:lnTo>
                  <a:lnTo>
                    <a:pt x="2435165" y="1116639"/>
                  </a:lnTo>
                  <a:lnTo>
                    <a:pt x="2363543" y="1149665"/>
                  </a:lnTo>
                  <a:lnTo>
                    <a:pt x="2291920" y="1180299"/>
                  </a:lnTo>
                  <a:lnTo>
                    <a:pt x="2220298" y="1208716"/>
                  </a:lnTo>
                  <a:lnTo>
                    <a:pt x="2148675" y="1235076"/>
                  </a:lnTo>
                  <a:lnTo>
                    <a:pt x="2077053" y="1259527"/>
                  </a:lnTo>
                  <a:lnTo>
                    <a:pt x="2005430" y="1282208"/>
                  </a:lnTo>
                  <a:lnTo>
                    <a:pt x="1933808" y="1303247"/>
                  </a:lnTo>
                  <a:lnTo>
                    <a:pt x="1862185" y="1322763"/>
                  </a:lnTo>
                  <a:lnTo>
                    <a:pt x="1790563" y="1340865"/>
                  </a:lnTo>
                  <a:lnTo>
                    <a:pt x="1718940" y="1357658"/>
                  </a:lnTo>
                  <a:lnTo>
                    <a:pt x="1647318" y="1373234"/>
                  </a:lnTo>
                  <a:lnTo>
                    <a:pt x="1575695" y="1387683"/>
                  </a:lnTo>
                  <a:lnTo>
                    <a:pt x="1504073" y="1401086"/>
                  </a:lnTo>
                  <a:lnTo>
                    <a:pt x="1432450" y="1413518"/>
                  </a:lnTo>
                  <a:lnTo>
                    <a:pt x="1360827" y="1425051"/>
                  </a:lnTo>
                  <a:lnTo>
                    <a:pt x="1289205" y="1435748"/>
                  </a:lnTo>
                  <a:lnTo>
                    <a:pt x="1217582" y="1445671"/>
                  </a:lnTo>
                  <a:lnTo>
                    <a:pt x="1145960" y="1454876"/>
                  </a:lnTo>
                  <a:lnTo>
                    <a:pt x="1074337" y="1463414"/>
                  </a:lnTo>
                  <a:lnTo>
                    <a:pt x="1002715" y="1471334"/>
                  </a:lnTo>
                  <a:lnTo>
                    <a:pt x="931092" y="1478681"/>
                  </a:lnTo>
                  <a:lnTo>
                    <a:pt x="859470" y="1485495"/>
                  </a:lnTo>
                  <a:lnTo>
                    <a:pt x="787847" y="1491817"/>
                  </a:lnTo>
                  <a:lnTo>
                    <a:pt x="716225" y="1497680"/>
                  </a:lnTo>
                  <a:lnTo>
                    <a:pt x="644602" y="1503120"/>
                  </a:lnTo>
                  <a:lnTo>
                    <a:pt x="572980" y="1508165"/>
                  </a:lnTo>
                  <a:lnTo>
                    <a:pt x="501357" y="1512845"/>
                  </a:lnTo>
                  <a:lnTo>
                    <a:pt x="429735" y="1517187"/>
                  </a:lnTo>
                  <a:lnTo>
                    <a:pt x="358112" y="1521214"/>
                  </a:lnTo>
                  <a:lnTo>
                    <a:pt x="286490" y="1524949"/>
                  </a:lnTo>
                  <a:lnTo>
                    <a:pt x="214867" y="1528414"/>
                  </a:lnTo>
                  <a:lnTo>
                    <a:pt x="143245" y="1531628"/>
                  </a:lnTo>
                  <a:lnTo>
                    <a:pt x="71622" y="1534610"/>
                  </a:lnTo>
                  <a:lnTo>
                    <a:pt x="0" y="15373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449951" cy="3512274"/>
            </a:xfrm>
            <a:custGeom>
              <a:avLst/>
              <a:pathLst>
                <a:path w="5449951" h="3512274">
                  <a:moveTo>
                    <a:pt x="0" y="3512274"/>
                  </a:moveTo>
                  <a:lnTo>
                    <a:pt x="71622" y="3506132"/>
                  </a:lnTo>
                  <a:lnTo>
                    <a:pt x="143245" y="3499721"/>
                  </a:lnTo>
                  <a:lnTo>
                    <a:pt x="214867" y="3493029"/>
                  </a:lnTo>
                  <a:lnTo>
                    <a:pt x="286490" y="3486045"/>
                  </a:lnTo>
                  <a:lnTo>
                    <a:pt x="358112" y="3478755"/>
                  </a:lnTo>
                  <a:lnTo>
                    <a:pt x="429735" y="3471146"/>
                  </a:lnTo>
                  <a:lnTo>
                    <a:pt x="501357" y="3463204"/>
                  </a:lnTo>
                  <a:lnTo>
                    <a:pt x="572980" y="3454915"/>
                  </a:lnTo>
                  <a:lnTo>
                    <a:pt x="644602" y="3446263"/>
                  </a:lnTo>
                  <a:lnTo>
                    <a:pt x="716225" y="3437232"/>
                  </a:lnTo>
                  <a:lnTo>
                    <a:pt x="787847" y="3427806"/>
                  </a:lnTo>
                  <a:lnTo>
                    <a:pt x="859470" y="3417968"/>
                  </a:lnTo>
                  <a:lnTo>
                    <a:pt x="931092" y="3407699"/>
                  </a:lnTo>
                  <a:lnTo>
                    <a:pt x="1002715" y="3396981"/>
                  </a:lnTo>
                  <a:lnTo>
                    <a:pt x="1074337" y="3385793"/>
                  </a:lnTo>
                  <a:lnTo>
                    <a:pt x="1145960" y="3374117"/>
                  </a:lnTo>
                  <a:lnTo>
                    <a:pt x="1217582" y="3361929"/>
                  </a:lnTo>
                  <a:lnTo>
                    <a:pt x="1289205" y="3349208"/>
                  </a:lnTo>
                  <a:lnTo>
                    <a:pt x="1360827" y="3335930"/>
                  </a:lnTo>
                  <a:lnTo>
                    <a:pt x="1432450" y="3322072"/>
                  </a:lnTo>
                  <a:lnTo>
                    <a:pt x="1504073" y="3307606"/>
                  </a:lnTo>
                  <a:lnTo>
                    <a:pt x="1575695" y="3292508"/>
                  </a:lnTo>
                  <a:lnTo>
                    <a:pt x="1647318" y="3276750"/>
                  </a:lnTo>
                  <a:lnTo>
                    <a:pt x="1718940" y="3260302"/>
                  </a:lnTo>
                  <a:lnTo>
                    <a:pt x="1790563" y="3243134"/>
                  </a:lnTo>
                  <a:lnTo>
                    <a:pt x="1862185" y="3225214"/>
                  </a:lnTo>
                  <a:lnTo>
                    <a:pt x="1933808" y="3206511"/>
                  </a:lnTo>
                  <a:lnTo>
                    <a:pt x="2005430" y="3186989"/>
                  </a:lnTo>
                  <a:lnTo>
                    <a:pt x="2077053" y="3166613"/>
                  </a:lnTo>
                  <a:lnTo>
                    <a:pt x="2148675" y="3145346"/>
                  </a:lnTo>
                  <a:lnTo>
                    <a:pt x="2220298" y="3123148"/>
                  </a:lnTo>
                  <a:lnTo>
                    <a:pt x="2291920" y="3099978"/>
                  </a:lnTo>
                  <a:lnTo>
                    <a:pt x="2363543" y="3075795"/>
                  </a:lnTo>
                  <a:lnTo>
                    <a:pt x="2435165" y="3050553"/>
                  </a:lnTo>
                  <a:lnTo>
                    <a:pt x="2506788" y="3024207"/>
                  </a:lnTo>
                  <a:lnTo>
                    <a:pt x="2578410" y="2996708"/>
                  </a:lnTo>
                  <a:lnTo>
                    <a:pt x="2650033" y="2968006"/>
                  </a:lnTo>
                  <a:lnTo>
                    <a:pt x="2721655" y="2938048"/>
                  </a:lnTo>
                  <a:lnTo>
                    <a:pt x="2793278" y="2906778"/>
                  </a:lnTo>
                  <a:lnTo>
                    <a:pt x="2864901" y="2874141"/>
                  </a:lnTo>
                  <a:lnTo>
                    <a:pt x="2936523" y="2840076"/>
                  </a:lnTo>
                  <a:lnTo>
                    <a:pt x="3008146" y="2804519"/>
                  </a:lnTo>
                  <a:lnTo>
                    <a:pt x="3079768" y="2767408"/>
                  </a:lnTo>
                  <a:lnTo>
                    <a:pt x="3151391" y="2728672"/>
                  </a:lnTo>
                  <a:lnTo>
                    <a:pt x="3223013" y="2688241"/>
                  </a:lnTo>
                  <a:lnTo>
                    <a:pt x="3294636" y="2646041"/>
                  </a:lnTo>
                  <a:lnTo>
                    <a:pt x="3366258" y="2601994"/>
                  </a:lnTo>
                  <a:lnTo>
                    <a:pt x="3437881" y="2556020"/>
                  </a:lnTo>
                  <a:lnTo>
                    <a:pt x="3509503" y="2508034"/>
                  </a:lnTo>
                  <a:lnTo>
                    <a:pt x="3581126" y="2457949"/>
                  </a:lnTo>
                  <a:lnTo>
                    <a:pt x="3652748" y="2405672"/>
                  </a:lnTo>
                  <a:lnTo>
                    <a:pt x="3724371" y="2351107"/>
                  </a:lnTo>
                  <a:lnTo>
                    <a:pt x="3795993" y="2294155"/>
                  </a:lnTo>
                  <a:lnTo>
                    <a:pt x="3867616" y="2234710"/>
                  </a:lnTo>
                  <a:lnTo>
                    <a:pt x="3939238" y="2172665"/>
                  </a:lnTo>
                  <a:lnTo>
                    <a:pt x="4010861" y="2107904"/>
                  </a:lnTo>
                  <a:lnTo>
                    <a:pt x="4082483" y="2040310"/>
                  </a:lnTo>
                  <a:lnTo>
                    <a:pt x="4154106" y="1969758"/>
                  </a:lnTo>
                  <a:lnTo>
                    <a:pt x="4225729" y="1896119"/>
                  </a:lnTo>
                  <a:lnTo>
                    <a:pt x="4297351" y="1819257"/>
                  </a:lnTo>
                  <a:lnTo>
                    <a:pt x="4368974" y="1739032"/>
                  </a:lnTo>
                  <a:lnTo>
                    <a:pt x="4440596" y="1655297"/>
                  </a:lnTo>
                  <a:lnTo>
                    <a:pt x="4512219" y="1567898"/>
                  </a:lnTo>
                  <a:lnTo>
                    <a:pt x="4583841" y="1476674"/>
                  </a:lnTo>
                  <a:lnTo>
                    <a:pt x="4655464" y="1381458"/>
                  </a:lnTo>
                  <a:lnTo>
                    <a:pt x="4727086" y="1282077"/>
                  </a:lnTo>
                  <a:lnTo>
                    <a:pt x="4798709" y="1178346"/>
                  </a:lnTo>
                  <a:lnTo>
                    <a:pt x="4870331" y="1070076"/>
                  </a:lnTo>
                  <a:lnTo>
                    <a:pt x="4941954" y="957069"/>
                  </a:lnTo>
                  <a:lnTo>
                    <a:pt x="5013576" y="839117"/>
                  </a:lnTo>
                  <a:lnTo>
                    <a:pt x="5085199" y="716003"/>
                  </a:lnTo>
                  <a:lnTo>
                    <a:pt x="5156821" y="587503"/>
                  </a:lnTo>
                  <a:lnTo>
                    <a:pt x="5228444" y="453379"/>
                  </a:lnTo>
                  <a:lnTo>
                    <a:pt x="5300066" y="313386"/>
                  </a:lnTo>
                  <a:lnTo>
                    <a:pt x="5371689" y="167268"/>
                  </a:lnTo>
                  <a:lnTo>
                    <a:pt x="5443311" y="14756"/>
                  </a:lnTo>
                  <a:lnTo>
                    <a:pt x="544995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2026-05-22T10:32:44Z</dcterms:modified>
  <cp:category/>
</cp:coreProperties>
</file>