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2073503"/>
              <a:ext cx="7090630" cy="3433426"/>
            </a:xfrm>
            <a:custGeom>
              <a:avLst/>
              <a:pathLst>
                <a:path w="7090630" h="3433426">
                  <a:moveTo>
                    <a:pt x="0" y="2789137"/>
                  </a:moveTo>
                  <a:lnTo>
                    <a:pt x="71622" y="2786236"/>
                  </a:lnTo>
                  <a:lnTo>
                    <a:pt x="143245" y="2783324"/>
                  </a:lnTo>
                  <a:lnTo>
                    <a:pt x="214867" y="2780400"/>
                  </a:lnTo>
                  <a:lnTo>
                    <a:pt x="286490" y="2777464"/>
                  </a:lnTo>
                  <a:lnTo>
                    <a:pt x="358112" y="2774515"/>
                  </a:lnTo>
                  <a:lnTo>
                    <a:pt x="429735" y="2771554"/>
                  </a:lnTo>
                  <a:lnTo>
                    <a:pt x="501357" y="2768580"/>
                  </a:lnTo>
                  <a:lnTo>
                    <a:pt x="572980" y="2765594"/>
                  </a:lnTo>
                  <a:lnTo>
                    <a:pt x="644602" y="2762596"/>
                  </a:lnTo>
                  <a:lnTo>
                    <a:pt x="716225" y="2759585"/>
                  </a:lnTo>
                  <a:lnTo>
                    <a:pt x="787847" y="2756562"/>
                  </a:lnTo>
                  <a:lnTo>
                    <a:pt x="859470" y="2753526"/>
                  </a:lnTo>
                  <a:lnTo>
                    <a:pt x="931092" y="2750477"/>
                  </a:lnTo>
                  <a:lnTo>
                    <a:pt x="1002715" y="2747416"/>
                  </a:lnTo>
                  <a:lnTo>
                    <a:pt x="1074337" y="2744341"/>
                  </a:lnTo>
                  <a:lnTo>
                    <a:pt x="1145960" y="2741254"/>
                  </a:lnTo>
                  <a:lnTo>
                    <a:pt x="1217582" y="2738154"/>
                  </a:lnTo>
                  <a:lnTo>
                    <a:pt x="1289205" y="2735041"/>
                  </a:lnTo>
                  <a:lnTo>
                    <a:pt x="1360827" y="2731916"/>
                  </a:lnTo>
                  <a:lnTo>
                    <a:pt x="1432450" y="2728777"/>
                  </a:lnTo>
                  <a:lnTo>
                    <a:pt x="1504073" y="2725625"/>
                  </a:lnTo>
                  <a:lnTo>
                    <a:pt x="1575695" y="2722459"/>
                  </a:lnTo>
                  <a:lnTo>
                    <a:pt x="1647318" y="2719281"/>
                  </a:lnTo>
                  <a:lnTo>
                    <a:pt x="1718940" y="2716089"/>
                  </a:lnTo>
                  <a:lnTo>
                    <a:pt x="1790563" y="2712884"/>
                  </a:lnTo>
                  <a:lnTo>
                    <a:pt x="1862185" y="2709666"/>
                  </a:lnTo>
                  <a:lnTo>
                    <a:pt x="1933808" y="2706434"/>
                  </a:lnTo>
                  <a:lnTo>
                    <a:pt x="2005430" y="2703189"/>
                  </a:lnTo>
                  <a:lnTo>
                    <a:pt x="2077053" y="2699930"/>
                  </a:lnTo>
                  <a:lnTo>
                    <a:pt x="2148675" y="2696657"/>
                  </a:lnTo>
                  <a:lnTo>
                    <a:pt x="2220298" y="2693371"/>
                  </a:lnTo>
                  <a:lnTo>
                    <a:pt x="2291920" y="2690071"/>
                  </a:lnTo>
                  <a:lnTo>
                    <a:pt x="2363543" y="2686758"/>
                  </a:lnTo>
                  <a:lnTo>
                    <a:pt x="2435165" y="2683430"/>
                  </a:lnTo>
                  <a:lnTo>
                    <a:pt x="2506788" y="2680089"/>
                  </a:lnTo>
                  <a:lnTo>
                    <a:pt x="2578410" y="2676734"/>
                  </a:lnTo>
                  <a:lnTo>
                    <a:pt x="2650033" y="2673364"/>
                  </a:lnTo>
                  <a:lnTo>
                    <a:pt x="2721655" y="2669981"/>
                  </a:lnTo>
                  <a:lnTo>
                    <a:pt x="2793278" y="2666583"/>
                  </a:lnTo>
                  <a:lnTo>
                    <a:pt x="2864901" y="2663172"/>
                  </a:lnTo>
                  <a:lnTo>
                    <a:pt x="2936523" y="2659746"/>
                  </a:lnTo>
                  <a:lnTo>
                    <a:pt x="3008146" y="2656305"/>
                  </a:lnTo>
                  <a:lnTo>
                    <a:pt x="3079768" y="2631373"/>
                  </a:lnTo>
                  <a:lnTo>
                    <a:pt x="3151391" y="2573396"/>
                  </a:lnTo>
                  <a:lnTo>
                    <a:pt x="3223013" y="2511476"/>
                  </a:lnTo>
                  <a:lnTo>
                    <a:pt x="3294636" y="2445343"/>
                  </a:lnTo>
                  <a:lnTo>
                    <a:pt x="3366258" y="2374713"/>
                  </a:lnTo>
                  <a:lnTo>
                    <a:pt x="3437881" y="2299278"/>
                  </a:lnTo>
                  <a:lnTo>
                    <a:pt x="3509503" y="2218713"/>
                  </a:lnTo>
                  <a:lnTo>
                    <a:pt x="3581126" y="2132667"/>
                  </a:lnTo>
                  <a:lnTo>
                    <a:pt x="3652748" y="2040769"/>
                  </a:lnTo>
                  <a:lnTo>
                    <a:pt x="3724371" y="1942620"/>
                  </a:lnTo>
                  <a:lnTo>
                    <a:pt x="3795993" y="1837796"/>
                  </a:lnTo>
                  <a:lnTo>
                    <a:pt x="3867616" y="1725841"/>
                  </a:lnTo>
                  <a:lnTo>
                    <a:pt x="3939238" y="1606271"/>
                  </a:lnTo>
                  <a:lnTo>
                    <a:pt x="4010861" y="1478569"/>
                  </a:lnTo>
                  <a:lnTo>
                    <a:pt x="4082483" y="1342180"/>
                  </a:lnTo>
                  <a:lnTo>
                    <a:pt x="4154106" y="1196514"/>
                  </a:lnTo>
                  <a:lnTo>
                    <a:pt x="4225729" y="1040940"/>
                  </a:lnTo>
                  <a:lnTo>
                    <a:pt x="4297351" y="874785"/>
                  </a:lnTo>
                  <a:lnTo>
                    <a:pt x="4368974" y="697328"/>
                  </a:lnTo>
                  <a:lnTo>
                    <a:pt x="4440596" y="507800"/>
                  </a:lnTo>
                  <a:lnTo>
                    <a:pt x="4512219" y="305382"/>
                  </a:lnTo>
                  <a:lnTo>
                    <a:pt x="4583841" y="89195"/>
                  </a:lnTo>
                  <a:lnTo>
                    <a:pt x="4611509" y="0"/>
                  </a:lnTo>
                  <a:lnTo>
                    <a:pt x="7090630" y="0"/>
                  </a:lnTo>
                  <a:lnTo>
                    <a:pt x="7090630" y="2434507"/>
                  </a:lnTo>
                  <a:lnTo>
                    <a:pt x="7019007" y="2438869"/>
                  </a:lnTo>
                  <a:lnTo>
                    <a:pt x="6947385" y="2443214"/>
                  </a:lnTo>
                  <a:lnTo>
                    <a:pt x="6875762" y="2447540"/>
                  </a:lnTo>
                  <a:lnTo>
                    <a:pt x="6804139" y="2451848"/>
                  </a:lnTo>
                  <a:lnTo>
                    <a:pt x="6732517" y="2456139"/>
                  </a:lnTo>
                  <a:lnTo>
                    <a:pt x="6660894" y="2460411"/>
                  </a:lnTo>
                  <a:lnTo>
                    <a:pt x="6589272" y="2464666"/>
                  </a:lnTo>
                  <a:lnTo>
                    <a:pt x="6517649" y="2468903"/>
                  </a:lnTo>
                  <a:lnTo>
                    <a:pt x="6446027" y="2473122"/>
                  </a:lnTo>
                  <a:lnTo>
                    <a:pt x="6374404" y="2477324"/>
                  </a:lnTo>
                  <a:lnTo>
                    <a:pt x="6302782" y="2481508"/>
                  </a:lnTo>
                  <a:lnTo>
                    <a:pt x="6231159" y="2485675"/>
                  </a:lnTo>
                  <a:lnTo>
                    <a:pt x="6159537" y="2489825"/>
                  </a:lnTo>
                  <a:lnTo>
                    <a:pt x="6087914" y="2493958"/>
                  </a:lnTo>
                  <a:lnTo>
                    <a:pt x="6016292" y="2498073"/>
                  </a:lnTo>
                  <a:lnTo>
                    <a:pt x="5944669" y="2502171"/>
                  </a:lnTo>
                  <a:lnTo>
                    <a:pt x="5873047" y="2506252"/>
                  </a:lnTo>
                  <a:lnTo>
                    <a:pt x="5801424" y="2510316"/>
                  </a:lnTo>
                  <a:lnTo>
                    <a:pt x="5729802" y="2514363"/>
                  </a:lnTo>
                  <a:lnTo>
                    <a:pt x="5658179" y="2518394"/>
                  </a:lnTo>
                  <a:lnTo>
                    <a:pt x="5586557" y="2522407"/>
                  </a:lnTo>
                  <a:lnTo>
                    <a:pt x="5514934" y="2526404"/>
                  </a:lnTo>
                  <a:lnTo>
                    <a:pt x="5443311" y="2530385"/>
                  </a:lnTo>
                  <a:lnTo>
                    <a:pt x="5371689" y="2534349"/>
                  </a:lnTo>
                  <a:lnTo>
                    <a:pt x="5300066" y="2538296"/>
                  </a:lnTo>
                  <a:lnTo>
                    <a:pt x="5228444" y="2542227"/>
                  </a:lnTo>
                  <a:lnTo>
                    <a:pt x="5156821" y="2546141"/>
                  </a:lnTo>
                  <a:lnTo>
                    <a:pt x="5085199" y="2550040"/>
                  </a:lnTo>
                  <a:lnTo>
                    <a:pt x="5013576" y="2553922"/>
                  </a:lnTo>
                  <a:lnTo>
                    <a:pt x="4941954" y="2557788"/>
                  </a:lnTo>
                  <a:lnTo>
                    <a:pt x="4870331" y="2561637"/>
                  </a:lnTo>
                  <a:lnTo>
                    <a:pt x="4798709" y="2565471"/>
                  </a:lnTo>
                  <a:lnTo>
                    <a:pt x="4727086" y="2569289"/>
                  </a:lnTo>
                  <a:lnTo>
                    <a:pt x="4655464" y="2573091"/>
                  </a:lnTo>
                  <a:lnTo>
                    <a:pt x="4583841" y="2576878"/>
                  </a:lnTo>
                  <a:lnTo>
                    <a:pt x="4512219" y="2580648"/>
                  </a:lnTo>
                  <a:lnTo>
                    <a:pt x="4440596" y="2584403"/>
                  </a:lnTo>
                  <a:lnTo>
                    <a:pt x="4368974" y="2588142"/>
                  </a:lnTo>
                  <a:lnTo>
                    <a:pt x="4297351" y="2591866"/>
                  </a:lnTo>
                  <a:lnTo>
                    <a:pt x="4225729" y="2595574"/>
                  </a:lnTo>
                  <a:lnTo>
                    <a:pt x="4154106" y="2599267"/>
                  </a:lnTo>
                  <a:lnTo>
                    <a:pt x="4082483" y="2602944"/>
                  </a:lnTo>
                  <a:lnTo>
                    <a:pt x="4010861" y="2606606"/>
                  </a:lnTo>
                  <a:lnTo>
                    <a:pt x="3939238" y="2610253"/>
                  </a:lnTo>
                  <a:lnTo>
                    <a:pt x="3867616" y="2613885"/>
                  </a:lnTo>
                  <a:lnTo>
                    <a:pt x="3795993" y="2617501"/>
                  </a:lnTo>
                  <a:lnTo>
                    <a:pt x="3724371" y="2621103"/>
                  </a:lnTo>
                  <a:lnTo>
                    <a:pt x="3652748" y="2624690"/>
                  </a:lnTo>
                  <a:lnTo>
                    <a:pt x="3581126" y="2628261"/>
                  </a:lnTo>
                  <a:lnTo>
                    <a:pt x="3509503" y="2631818"/>
                  </a:lnTo>
                  <a:lnTo>
                    <a:pt x="3437881" y="2635360"/>
                  </a:lnTo>
                  <a:lnTo>
                    <a:pt x="3366258" y="2638887"/>
                  </a:lnTo>
                  <a:lnTo>
                    <a:pt x="3294636" y="2642400"/>
                  </a:lnTo>
                  <a:lnTo>
                    <a:pt x="3223013" y="2645898"/>
                  </a:lnTo>
                  <a:lnTo>
                    <a:pt x="3151391" y="2649382"/>
                  </a:lnTo>
                  <a:lnTo>
                    <a:pt x="3079768" y="2652851"/>
                  </a:lnTo>
                  <a:lnTo>
                    <a:pt x="3008146" y="2685658"/>
                  </a:lnTo>
                  <a:lnTo>
                    <a:pt x="2936523" y="2736485"/>
                  </a:lnTo>
                  <a:lnTo>
                    <a:pt x="2864901" y="2784076"/>
                  </a:lnTo>
                  <a:lnTo>
                    <a:pt x="2793278" y="2828635"/>
                  </a:lnTo>
                  <a:lnTo>
                    <a:pt x="2721655" y="2870357"/>
                  </a:lnTo>
                  <a:lnTo>
                    <a:pt x="2650033" y="2909421"/>
                  </a:lnTo>
                  <a:lnTo>
                    <a:pt x="2578410" y="2945998"/>
                  </a:lnTo>
                  <a:lnTo>
                    <a:pt x="2506788" y="2980245"/>
                  </a:lnTo>
                  <a:lnTo>
                    <a:pt x="2435165" y="3012312"/>
                  </a:lnTo>
                  <a:lnTo>
                    <a:pt x="2363543" y="3042336"/>
                  </a:lnTo>
                  <a:lnTo>
                    <a:pt x="2291920" y="3070448"/>
                  </a:lnTo>
                  <a:lnTo>
                    <a:pt x="2220298" y="3096769"/>
                  </a:lnTo>
                  <a:lnTo>
                    <a:pt x="2148675" y="3121414"/>
                  </a:lnTo>
                  <a:lnTo>
                    <a:pt x="2077053" y="3144490"/>
                  </a:lnTo>
                  <a:lnTo>
                    <a:pt x="2005430" y="3166096"/>
                  </a:lnTo>
                  <a:lnTo>
                    <a:pt x="1933808" y="3186326"/>
                  </a:lnTo>
                  <a:lnTo>
                    <a:pt x="1862185" y="3205268"/>
                  </a:lnTo>
                  <a:lnTo>
                    <a:pt x="1790563" y="3223003"/>
                  </a:lnTo>
                  <a:lnTo>
                    <a:pt x="1718940" y="3239609"/>
                  </a:lnTo>
                  <a:lnTo>
                    <a:pt x="1647318" y="3255157"/>
                  </a:lnTo>
                  <a:lnTo>
                    <a:pt x="1575695" y="3269715"/>
                  </a:lnTo>
                  <a:lnTo>
                    <a:pt x="1504073" y="3283346"/>
                  </a:lnTo>
                  <a:lnTo>
                    <a:pt x="1432450" y="3296109"/>
                  </a:lnTo>
                  <a:lnTo>
                    <a:pt x="1360827" y="3308059"/>
                  </a:lnTo>
                  <a:lnTo>
                    <a:pt x="1289205" y="3319248"/>
                  </a:lnTo>
                  <a:lnTo>
                    <a:pt x="1217582" y="3329724"/>
                  </a:lnTo>
                  <a:lnTo>
                    <a:pt x="1145960" y="3339533"/>
                  </a:lnTo>
                  <a:lnTo>
                    <a:pt x="1074337" y="3348718"/>
                  </a:lnTo>
                  <a:lnTo>
                    <a:pt x="1002715" y="3357317"/>
                  </a:lnTo>
                  <a:lnTo>
                    <a:pt x="931092" y="3365369"/>
                  </a:lnTo>
                  <a:lnTo>
                    <a:pt x="859470" y="3372908"/>
                  </a:lnTo>
                  <a:lnTo>
                    <a:pt x="787847" y="3379967"/>
                  </a:lnTo>
                  <a:lnTo>
                    <a:pt x="716225" y="3386576"/>
                  </a:lnTo>
                  <a:lnTo>
                    <a:pt x="644602" y="3392765"/>
                  </a:lnTo>
                  <a:lnTo>
                    <a:pt x="572980" y="3398559"/>
                  </a:lnTo>
                  <a:lnTo>
                    <a:pt x="501357" y="3403984"/>
                  </a:lnTo>
                  <a:lnTo>
                    <a:pt x="429735" y="3409064"/>
                  </a:lnTo>
                  <a:lnTo>
                    <a:pt x="358112" y="3413820"/>
                  </a:lnTo>
                  <a:lnTo>
                    <a:pt x="286490" y="3418274"/>
                  </a:lnTo>
                  <a:lnTo>
                    <a:pt x="214867" y="3422443"/>
                  </a:lnTo>
                  <a:lnTo>
                    <a:pt x="143245" y="3426348"/>
                  </a:lnTo>
                  <a:lnTo>
                    <a:pt x="71622" y="3430003"/>
                  </a:lnTo>
                  <a:lnTo>
                    <a:pt x="0" y="34334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073503"/>
              <a:ext cx="4611509" cy="2789137"/>
            </a:xfrm>
            <a:custGeom>
              <a:avLst/>
              <a:pathLst>
                <a:path w="4611509" h="2789137">
                  <a:moveTo>
                    <a:pt x="0" y="2789137"/>
                  </a:moveTo>
                  <a:lnTo>
                    <a:pt x="71622" y="2786236"/>
                  </a:lnTo>
                  <a:lnTo>
                    <a:pt x="143245" y="2783324"/>
                  </a:lnTo>
                  <a:lnTo>
                    <a:pt x="214867" y="2780400"/>
                  </a:lnTo>
                  <a:lnTo>
                    <a:pt x="286490" y="2777464"/>
                  </a:lnTo>
                  <a:lnTo>
                    <a:pt x="358112" y="2774515"/>
                  </a:lnTo>
                  <a:lnTo>
                    <a:pt x="429735" y="2771554"/>
                  </a:lnTo>
                  <a:lnTo>
                    <a:pt x="501357" y="2768580"/>
                  </a:lnTo>
                  <a:lnTo>
                    <a:pt x="572980" y="2765594"/>
                  </a:lnTo>
                  <a:lnTo>
                    <a:pt x="644602" y="2762596"/>
                  </a:lnTo>
                  <a:lnTo>
                    <a:pt x="716225" y="2759585"/>
                  </a:lnTo>
                  <a:lnTo>
                    <a:pt x="787847" y="2756562"/>
                  </a:lnTo>
                  <a:lnTo>
                    <a:pt x="859470" y="2753526"/>
                  </a:lnTo>
                  <a:lnTo>
                    <a:pt x="931092" y="2750477"/>
                  </a:lnTo>
                  <a:lnTo>
                    <a:pt x="1002715" y="2747416"/>
                  </a:lnTo>
                  <a:lnTo>
                    <a:pt x="1074337" y="2744341"/>
                  </a:lnTo>
                  <a:lnTo>
                    <a:pt x="1145960" y="2741254"/>
                  </a:lnTo>
                  <a:lnTo>
                    <a:pt x="1217582" y="2738154"/>
                  </a:lnTo>
                  <a:lnTo>
                    <a:pt x="1289205" y="2735041"/>
                  </a:lnTo>
                  <a:lnTo>
                    <a:pt x="1360827" y="2731916"/>
                  </a:lnTo>
                  <a:lnTo>
                    <a:pt x="1432450" y="2728777"/>
                  </a:lnTo>
                  <a:lnTo>
                    <a:pt x="1504073" y="2725625"/>
                  </a:lnTo>
                  <a:lnTo>
                    <a:pt x="1575695" y="2722459"/>
                  </a:lnTo>
                  <a:lnTo>
                    <a:pt x="1647318" y="2719281"/>
                  </a:lnTo>
                  <a:lnTo>
                    <a:pt x="1718940" y="2716089"/>
                  </a:lnTo>
                  <a:lnTo>
                    <a:pt x="1790563" y="2712884"/>
                  </a:lnTo>
                  <a:lnTo>
                    <a:pt x="1862185" y="2709666"/>
                  </a:lnTo>
                  <a:lnTo>
                    <a:pt x="1933808" y="2706434"/>
                  </a:lnTo>
                  <a:lnTo>
                    <a:pt x="2005430" y="2703189"/>
                  </a:lnTo>
                  <a:lnTo>
                    <a:pt x="2077053" y="2699930"/>
                  </a:lnTo>
                  <a:lnTo>
                    <a:pt x="2148675" y="2696657"/>
                  </a:lnTo>
                  <a:lnTo>
                    <a:pt x="2220298" y="2693371"/>
                  </a:lnTo>
                  <a:lnTo>
                    <a:pt x="2291920" y="2690071"/>
                  </a:lnTo>
                  <a:lnTo>
                    <a:pt x="2363543" y="2686758"/>
                  </a:lnTo>
                  <a:lnTo>
                    <a:pt x="2435165" y="2683430"/>
                  </a:lnTo>
                  <a:lnTo>
                    <a:pt x="2506788" y="2680089"/>
                  </a:lnTo>
                  <a:lnTo>
                    <a:pt x="2578410" y="2676734"/>
                  </a:lnTo>
                  <a:lnTo>
                    <a:pt x="2650033" y="2673364"/>
                  </a:lnTo>
                  <a:lnTo>
                    <a:pt x="2721655" y="2669981"/>
                  </a:lnTo>
                  <a:lnTo>
                    <a:pt x="2793278" y="2666583"/>
                  </a:lnTo>
                  <a:lnTo>
                    <a:pt x="2864901" y="2663172"/>
                  </a:lnTo>
                  <a:lnTo>
                    <a:pt x="2936523" y="2659746"/>
                  </a:lnTo>
                  <a:lnTo>
                    <a:pt x="3008146" y="2656305"/>
                  </a:lnTo>
                  <a:lnTo>
                    <a:pt x="3079768" y="2631373"/>
                  </a:lnTo>
                  <a:lnTo>
                    <a:pt x="3151391" y="2573396"/>
                  </a:lnTo>
                  <a:lnTo>
                    <a:pt x="3223013" y="2511476"/>
                  </a:lnTo>
                  <a:lnTo>
                    <a:pt x="3294636" y="2445343"/>
                  </a:lnTo>
                  <a:lnTo>
                    <a:pt x="3366258" y="2374713"/>
                  </a:lnTo>
                  <a:lnTo>
                    <a:pt x="3437881" y="2299278"/>
                  </a:lnTo>
                  <a:lnTo>
                    <a:pt x="3509503" y="2218713"/>
                  </a:lnTo>
                  <a:lnTo>
                    <a:pt x="3581126" y="2132667"/>
                  </a:lnTo>
                  <a:lnTo>
                    <a:pt x="3652748" y="2040769"/>
                  </a:lnTo>
                  <a:lnTo>
                    <a:pt x="3724371" y="1942620"/>
                  </a:lnTo>
                  <a:lnTo>
                    <a:pt x="3795993" y="1837796"/>
                  </a:lnTo>
                  <a:lnTo>
                    <a:pt x="3867616" y="1725841"/>
                  </a:lnTo>
                  <a:lnTo>
                    <a:pt x="3939238" y="1606271"/>
                  </a:lnTo>
                  <a:lnTo>
                    <a:pt x="4010861" y="1478569"/>
                  </a:lnTo>
                  <a:lnTo>
                    <a:pt x="4082483" y="1342180"/>
                  </a:lnTo>
                  <a:lnTo>
                    <a:pt x="4154106" y="1196514"/>
                  </a:lnTo>
                  <a:lnTo>
                    <a:pt x="4225729" y="1040940"/>
                  </a:lnTo>
                  <a:lnTo>
                    <a:pt x="4297351" y="874785"/>
                  </a:lnTo>
                  <a:lnTo>
                    <a:pt x="4368974" y="697328"/>
                  </a:lnTo>
                  <a:lnTo>
                    <a:pt x="4440596" y="507800"/>
                  </a:lnTo>
                  <a:lnTo>
                    <a:pt x="4512219" y="305382"/>
                  </a:lnTo>
                  <a:lnTo>
                    <a:pt x="4583841" y="89195"/>
                  </a:lnTo>
                  <a:lnTo>
                    <a:pt x="461150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508010"/>
              <a:ext cx="7090630" cy="998918"/>
            </a:xfrm>
            <a:custGeom>
              <a:avLst/>
              <a:pathLst>
                <a:path w="7090630" h="998918">
                  <a:moveTo>
                    <a:pt x="7090630" y="0"/>
                  </a:moveTo>
                  <a:lnTo>
                    <a:pt x="7019007" y="4362"/>
                  </a:lnTo>
                  <a:lnTo>
                    <a:pt x="6947385" y="8706"/>
                  </a:lnTo>
                  <a:lnTo>
                    <a:pt x="6875762" y="13032"/>
                  </a:lnTo>
                  <a:lnTo>
                    <a:pt x="6804139" y="17341"/>
                  </a:lnTo>
                  <a:lnTo>
                    <a:pt x="6732517" y="21631"/>
                  </a:lnTo>
                  <a:lnTo>
                    <a:pt x="6660894" y="25903"/>
                  </a:lnTo>
                  <a:lnTo>
                    <a:pt x="6589272" y="30158"/>
                  </a:lnTo>
                  <a:lnTo>
                    <a:pt x="6517649" y="34395"/>
                  </a:lnTo>
                  <a:lnTo>
                    <a:pt x="6446027" y="38615"/>
                  </a:lnTo>
                  <a:lnTo>
                    <a:pt x="6374404" y="42817"/>
                  </a:lnTo>
                  <a:lnTo>
                    <a:pt x="6302782" y="47001"/>
                  </a:lnTo>
                  <a:lnTo>
                    <a:pt x="6231159" y="51168"/>
                  </a:lnTo>
                  <a:lnTo>
                    <a:pt x="6159537" y="55318"/>
                  </a:lnTo>
                  <a:lnTo>
                    <a:pt x="6087914" y="59450"/>
                  </a:lnTo>
                  <a:lnTo>
                    <a:pt x="6016292" y="63565"/>
                  </a:lnTo>
                  <a:lnTo>
                    <a:pt x="5944669" y="67663"/>
                  </a:lnTo>
                  <a:lnTo>
                    <a:pt x="5873047" y="71745"/>
                  </a:lnTo>
                  <a:lnTo>
                    <a:pt x="5801424" y="75809"/>
                  </a:lnTo>
                  <a:lnTo>
                    <a:pt x="5729802" y="79856"/>
                  </a:lnTo>
                  <a:lnTo>
                    <a:pt x="5658179" y="83886"/>
                  </a:lnTo>
                  <a:lnTo>
                    <a:pt x="5586557" y="87900"/>
                  </a:lnTo>
                  <a:lnTo>
                    <a:pt x="5514934" y="91897"/>
                  </a:lnTo>
                  <a:lnTo>
                    <a:pt x="5443311" y="95877"/>
                  </a:lnTo>
                  <a:lnTo>
                    <a:pt x="5371689" y="99841"/>
                  </a:lnTo>
                  <a:lnTo>
                    <a:pt x="5300066" y="103788"/>
                  </a:lnTo>
                  <a:lnTo>
                    <a:pt x="5228444" y="107719"/>
                  </a:lnTo>
                  <a:lnTo>
                    <a:pt x="5156821" y="111634"/>
                  </a:lnTo>
                  <a:lnTo>
                    <a:pt x="5085199" y="115532"/>
                  </a:lnTo>
                  <a:lnTo>
                    <a:pt x="5013576" y="119414"/>
                  </a:lnTo>
                  <a:lnTo>
                    <a:pt x="4941954" y="123280"/>
                  </a:lnTo>
                  <a:lnTo>
                    <a:pt x="4870331" y="127130"/>
                  </a:lnTo>
                  <a:lnTo>
                    <a:pt x="4798709" y="130964"/>
                  </a:lnTo>
                  <a:lnTo>
                    <a:pt x="4727086" y="134782"/>
                  </a:lnTo>
                  <a:lnTo>
                    <a:pt x="4655464" y="138584"/>
                  </a:lnTo>
                  <a:lnTo>
                    <a:pt x="4583841" y="142370"/>
                  </a:lnTo>
                  <a:lnTo>
                    <a:pt x="4512219" y="146140"/>
                  </a:lnTo>
                  <a:lnTo>
                    <a:pt x="4440596" y="149895"/>
                  </a:lnTo>
                  <a:lnTo>
                    <a:pt x="4368974" y="153634"/>
                  </a:lnTo>
                  <a:lnTo>
                    <a:pt x="4297351" y="157358"/>
                  </a:lnTo>
                  <a:lnTo>
                    <a:pt x="4225729" y="161066"/>
                  </a:lnTo>
                  <a:lnTo>
                    <a:pt x="4154106" y="164759"/>
                  </a:lnTo>
                  <a:lnTo>
                    <a:pt x="4082483" y="168436"/>
                  </a:lnTo>
                  <a:lnTo>
                    <a:pt x="4010861" y="172099"/>
                  </a:lnTo>
                  <a:lnTo>
                    <a:pt x="3939238" y="175745"/>
                  </a:lnTo>
                  <a:lnTo>
                    <a:pt x="3867616" y="179377"/>
                  </a:lnTo>
                  <a:lnTo>
                    <a:pt x="3795993" y="182994"/>
                  </a:lnTo>
                  <a:lnTo>
                    <a:pt x="3724371" y="186595"/>
                  </a:lnTo>
                  <a:lnTo>
                    <a:pt x="3652748" y="190182"/>
                  </a:lnTo>
                  <a:lnTo>
                    <a:pt x="3581126" y="193754"/>
                  </a:lnTo>
                  <a:lnTo>
                    <a:pt x="3509503" y="197311"/>
                  </a:lnTo>
                  <a:lnTo>
                    <a:pt x="3437881" y="200853"/>
                  </a:lnTo>
                  <a:lnTo>
                    <a:pt x="3366258" y="204380"/>
                  </a:lnTo>
                  <a:lnTo>
                    <a:pt x="3294636" y="207893"/>
                  </a:lnTo>
                  <a:lnTo>
                    <a:pt x="3223013" y="211391"/>
                  </a:lnTo>
                  <a:lnTo>
                    <a:pt x="3151391" y="214874"/>
                  </a:lnTo>
                  <a:lnTo>
                    <a:pt x="3079768" y="218343"/>
                  </a:lnTo>
                  <a:lnTo>
                    <a:pt x="3008146" y="251150"/>
                  </a:lnTo>
                  <a:lnTo>
                    <a:pt x="2936523" y="301978"/>
                  </a:lnTo>
                  <a:lnTo>
                    <a:pt x="2864901" y="349568"/>
                  </a:lnTo>
                  <a:lnTo>
                    <a:pt x="2793278" y="394128"/>
                  </a:lnTo>
                  <a:lnTo>
                    <a:pt x="2721655" y="435849"/>
                  </a:lnTo>
                  <a:lnTo>
                    <a:pt x="2650033" y="474914"/>
                  </a:lnTo>
                  <a:lnTo>
                    <a:pt x="2578410" y="511491"/>
                  </a:lnTo>
                  <a:lnTo>
                    <a:pt x="2506788" y="545738"/>
                  </a:lnTo>
                  <a:lnTo>
                    <a:pt x="2435165" y="577804"/>
                  </a:lnTo>
                  <a:lnTo>
                    <a:pt x="2363543" y="607828"/>
                  </a:lnTo>
                  <a:lnTo>
                    <a:pt x="2291920" y="635940"/>
                  </a:lnTo>
                  <a:lnTo>
                    <a:pt x="2220298" y="662262"/>
                  </a:lnTo>
                  <a:lnTo>
                    <a:pt x="2148675" y="686907"/>
                  </a:lnTo>
                  <a:lnTo>
                    <a:pt x="2077053" y="709982"/>
                  </a:lnTo>
                  <a:lnTo>
                    <a:pt x="2005430" y="731588"/>
                  </a:lnTo>
                  <a:lnTo>
                    <a:pt x="1933808" y="751818"/>
                  </a:lnTo>
                  <a:lnTo>
                    <a:pt x="1862185" y="770760"/>
                  </a:lnTo>
                  <a:lnTo>
                    <a:pt x="1790563" y="788495"/>
                  </a:lnTo>
                  <a:lnTo>
                    <a:pt x="1718940" y="805101"/>
                  </a:lnTo>
                  <a:lnTo>
                    <a:pt x="1647318" y="820650"/>
                  </a:lnTo>
                  <a:lnTo>
                    <a:pt x="1575695" y="835208"/>
                  </a:lnTo>
                  <a:lnTo>
                    <a:pt x="1504073" y="848838"/>
                  </a:lnTo>
                  <a:lnTo>
                    <a:pt x="1432450" y="861601"/>
                  </a:lnTo>
                  <a:lnTo>
                    <a:pt x="1360827" y="873551"/>
                  </a:lnTo>
                  <a:lnTo>
                    <a:pt x="1289205" y="884740"/>
                  </a:lnTo>
                  <a:lnTo>
                    <a:pt x="1217582" y="895216"/>
                  </a:lnTo>
                  <a:lnTo>
                    <a:pt x="1145960" y="905026"/>
                  </a:lnTo>
                  <a:lnTo>
                    <a:pt x="1074337" y="914210"/>
                  </a:lnTo>
                  <a:lnTo>
                    <a:pt x="1002715" y="922810"/>
                  </a:lnTo>
                  <a:lnTo>
                    <a:pt x="931092" y="930861"/>
                  </a:lnTo>
                  <a:lnTo>
                    <a:pt x="859470" y="938400"/>
                  </a:lnTo>
                  <a:lnTo>
                    <a:pt x="787847" y="945459"/>
                  </a:lnTo>
                  <a:lnTo>
                    <a:pt x="716225" y="952069"/>
                  </a:lnTo>
                  <a:lnTo>
                    <a:pt x="644602" y="958257"/>
                  </a:lnTo>
                  <a:lnTo>
                    <a:pt x="572980" y="964051"/>
                  </a:lnTo>
                  <a:lnTo>
                    <a:pt x="501357" y="969477"/>
                  </a:lnTo>
                  <a:lnTo>
                    <a:pt x="429735" y="974556"/>
                  </a:lnTo>
                  <a:lnTo>
                    <a:pt x="358112" y="979313"/>
                  </a:lnTo>
                  <a:lnTo>
                    <a:pt x="286490" y="983766"/>
                  </a:lnTo>
                  <a:lnTo>
                    <a:pt x="214867" y="987936"/>
                  </a:lnTo>
                  <a:lnTo>
                    <a:pt x="143245" y="991840"/>
                  </a:lnTo>
                  <a:lnTo>
                    <a:pt x="71622" y="995496"/>
                  </a:lnTo>
                  <a:lnTo>
                    <a:pt x="0" y="998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073503"/>
              <a:ext cx="5987718" cy="3296789"/>
            </a:xfrm>
            <a:custGeom>
              <a:avLst/>
              <a:pathLst>
                <a:path w="5987718" h="3296789">
                  <a:moveTo>
                    <a:pt x="0" y="3296789"/>
                  </a:moveTo>
                  <a:lnTo>
                    <a:pt x="71622" y="3290132"/>
                  </a:lnTo>
                  <a:lnTo>
                    <a:pt x="143245" y="3283238"/>
                  </a:lnTo>
                  <a:lnTo>
                    <a:pt x="214867" y="3276099"/>
                  </a:lnTo>
                  <a:lnTo>
                    <a:pt x="286490" y="3268706"/>
                  </a:lnTo>
                  <a:lnTo>
                    <a:pt x="358112" y="3261050"/>
                  </a:lnTo>
                  <a:lnTo>
                    <a:pt x="429735" y="3253121"/>
                  </a:lnTo>
                  <a:lnTo>
                    <a:pt x="501357" y="3244909"/>
                  </a:lnTo>
                  <a:lnTo>
                    <a:pt x="572980" y="3236405"/>
                  </a:lnTo>
                  <a:lnTo>
                    <a:pt x="644602" y="3227599"/>
                  </a:lnTo>
                  <a:lnTo>
                    <a:pt x="716225" y="3218479"/>
                  </a:lnTo>
                  <a:lnTo>
                    <a:pt x="787847" y="3209034"/>
                  </a:lnTo>
                  <a:lnTo>
                    <a:pt x="859470" y="3199253"/>
                  </a:lnTo>
                  <a:lnTo>
                    <a:pt x="931092" y="3189124"/>
                  </a:lnTo>
                  <a:lnTo>
                    <a:pt x="1002715" y="3178634"/>
                  </a:lnTo>
                  <a:lnTo>
                    <a:pt x="1074337" y="3167770"/>
                  </a:lnTo>
                  <a:lnTo>
                    <a:pt x="1145960" y="3156520"/>
                  </a:lnTo>
                  <a:lnTo>
                    <a:pt x="1217582" y="3144869"/>
                  </a:lnTo>
                  <a:lnTo>
                    <a:pt x="1289205" y="3132803"/>
                  </a:lnTo>
                  <a:lnTo>
                    <a:pt x="1360827" y="3120308"/>
                  </a:lnTo>
                  <a:lnTo>
                    <a:pt x="1432450" y="3107368"/>
                  </a:lnTo>
                  <a:lnTo>
                    <a:pt x="1504073" y="3093967"/>
                  </a:lnTo>
                  <a:lnTo>
                    <a:pt x="1575695" y="3080089"/>
                  </a:lnTo>
                  <a:lnTo>
                    <a:pt x="1647318" y="3065717"/>
                  </a:lnTo>
                  <a:lnTo>
                    <a:pt x="1718940" y="3050833"/>
                  </a:lnTo>
                  <a:lnTo>
                    <a:pt x="1790563" y="3035419"/>
                  </a:lnTo>
                  <a:lnTo>
                    <a:pt x="1862185" y="3019457"/>
                  </a:lnTo>
                  <a:lnTo>
                    <a:pt x="1933808" y="3002926"/>
                  </a:lnTo>
                  <a:lnTo>
                    <a:pt x="2005430" y="2985806"/>
                  </a:lnTo>
                  <a:lnTo>
                    <a:pt x="2077053" y="2968077"/>
                  </a:lnTo>
                  <a:lnTo>
                    <a:pt x="2148675" y="2949717"/>
                  </a:lnTo>
                  <a:lnTo>
                    <a:pt x="2220298" y="2930703"/>
                  </a:lnTo>
                  <a:lnTo>
                    <a:pt x="2291920" y="2911012"/>
                  </a:lnTo>
                  <a:lnTo>
                    <a:pt x="2363543" y="2890620"/>
                  </a:lnTo>
                  <a:lnTo>
                    <a:pt x="2435165" y="2869501"/>
                  </a:lnTo>
                  <a:lnTo>
                    <a:pt x="2506788" y="2847631"/>
                  </a:lnTo>
                  <a:lnTo>
                    <a:pt x="2578410" y="2824983"/>
                  </a:lnTo>
                  <a:lnTo>
                    <a:pt x="2650033" y="2801527"/>
                  </a:lnTo>
                  <a:lnTo>
                    <a:pt x="2721655" y="2777237"/>
                  </a:lnTo>
                  <a:lnTo>
                    <a:pt x="2793278" y="2752082"/>
                  </a:lnTo>
                  <a:lnTo>
                    <a:pt x="2864901" y="2726031"/>
                  </a:lnTo>
                  <a:lnTo>
                    <a:pt x="2936523" y="2699053"/>
                  </a:lnTo>
                  <a:lnTo>
                    <a:pt x="3008146" y="2671114"/>
                  </a:lnTo>
                  <a:lnTo>
                    <a:pt x="3079768" y="2642180"/>
                  </a:lnTo>
                  <a:lnTo>
                    <a:pt x="3151391" y="2612217"/>
                  </a:lnTo>
                  <a:lnTo>
                    <a:pt x="3223013" y="2581186"/>
                  </a:lnTo>
                  <a:lnTo>
                    <a:pt x="3294636" y="2549050"/>
                  </a:lnTo>
                  <a:lnTo>
                    <a:pt x="3366258" y="2515771"/>
                  </a:lnTo>
                  <a:lnTo>
                    <a:pt x="3437881" y="2481306"/>
                  </a:lnTo>
                  <a:lnTo>
                    <a:pt x="3509503" y="2445614"/>
                  </a:lnTo>
                  <a:lnTo>
                    <a:pt x="3581126" y="2408652"/>
                  </a:lnTo>
                  <a:lnTo>
                    <a:pt x="3652748" y="2370373"/>
                  </a:lnTo>
                  <a:lnTo>
                    <a:pt x="3724371" y="2330732"/>
                  </a:lnTo>
                  <a:lnTo>
                    <a:pt x="3795993" y="2289679"/>
                  </a:lnTo>
                  <a:lnTo>
                    <a:pt x="3867616" y="2247165"/>
                  </a:lnTo>
                  <a:lnTo>
                    <a:pt x="3939238" y="2203136"/>
                  </a:lnTo>
                  <a:lnTo>
                    <a:pt x="4010861" y="2157540"/>
                  </a:lnTo>
                  <a:lnTo>
                    <a:pt x="4082483" y="2110321"/>
                  </a:lnTo>
                  <a:lnTo>
                    <a:pt x="4154106" y="2061421"/>
                  </a:lnTo>
                  <a:lnTo>
                    <a:pt x="4225729" y="2010779"/>
                  </a:lnTo>
                  <a:lnTo>
                    <a:pt x="4297351" y="1958334"/>
                  </a:lnTo>
                  <a:lnTo>
                    <a:pt x="4368974" y="1904022"/>
                  </a:lnTo>
                  <a:lnTo>
                    <a:pt x="4440596" y="1847776"/>
                  </a:lnTo>
                  <a:lnTo>
                    <a:pt x="4512219" y="1789528"/>
                  </a:lnTo>
                  <a:lnTo>
                    <a:pt x="4583841" y="1729206"/>
                  </a:lnTo>
                  <a:lnTo>
                    <a:pt x="4655464" y="1666735"/>
                  </a:lnTo>
                  <a:lnTo>
                    <a:pt x="4727086" y="1602041"/>
                  </a:lnTo>
                  <a:lnTo>
                    <a:pt x="4798709" y="1535043"/>
                  </a:lnTo>
                  <a:lnTo>
                    <a:pt x="4870331" y="1465660"/>
                  </a:lnTo>
                  <a:lnTo>
                    <a:pt x="4941954" y="1393807"/>
                  </a:lnTo>
                  <a:lnTo>
                    <a:pt x="5013576" y="1319395"/>
                  </a:lnTo>
                  <a:lnTo>
                    <a:pt x="5085199" y="1242333"/>
                  </a:lnTo>
                  <a:lnTo>
                    <a:pt x="5156821" y="1162528"/>
                  </a:lnTo>
                  <a:lnTo>
                    <a:pt x="5228444" y="1079882"/>
                  </a:lnTo>
                  <a:lnTo>
                    <a:pt x="5300066" y="994292"/>
                  </a:lnTo>
                  <a:lnTo>
                    <a:pt x="5371689" y="905656"/>
                  </a:lnTo>
                  <a:lnTo>
                    <a:pt x="5443311" y="813863"/>
                  </a:lnTo>
                  <a:lnTo>
                    <a:pt x="5514934" y="718803"/>
                  </a:lnTo>
                  <a:lnTo>
                    <a:pt x="5586557" y="620357"/>
                  </a:lnTo>
                  <a:lnTo>
                    <a:pt x="5658179" y="518407"/>
                  </a:lnTo>
                  <a:lnTo>
                    <a:pt x="5729802" y="412827"/>
                  </a:lnTo>
                  <a:lnTo>
                    <a:pt x="5801424" y="303487"/>
                  </a:lnTo>
                  <a:lnTo>
                    <a:pt x="5873047" y="190255"/>
                  </a:lnTo>
                  <a:lnTo>
                    <a:pt x="5944669" y="72990"/>
                  </a:lnTo>
                  <a:lnTo>
                    <a:pt x="5987718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896563"/>
              <a:ext cx="47507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1.40 (95% CI 1.04-1.87), p = 0.026   (per 25 mg increase in dose discrepancy (Cox PH))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2026-06-02T08:49:33Z</dcterms:modified>
  <cp:category/>
</cp:coreProperties>
</file>