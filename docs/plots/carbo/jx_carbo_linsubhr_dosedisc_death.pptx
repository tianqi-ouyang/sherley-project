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626063"/>
            </a:xfrm>
            <a:custGeom>
              <a:avLst/>
              <a:pathLst>
                <a:path w="7090630" h="3626063">
                  <a:moveTo>
                    <a:pt x="0" y="3197719"/>
                  </a:moveTo>
                  <a:lnTo>
                    <a:pt x="71622" y="3190744"/>
                  </a:lnTo>
                  <a:lnTo>
                    <a:pt x="143245" y="3183662"/>
                  </a:lnTo>
                  <a:lnTo>
                    <a:pt x="214867" y="3176471"/>
                  </a:lnTo>
                  <a:lnTo>
                    <a:pt x="286490" y="3169170"/>
                  </a:lnTo>
                  <a:lnTo>
                    <a:pt x="358112" y="3161757"/>
                  </a:lnTo>
                  <a:lnTo>
                    <a:pt x="429735" y="3154231"/>
                  </a:lnTo>
                  <a:lnTo>
                    <a:pt x="501357" y="3146589"/>
                  </a:lnTo>
                  <a:lnTo>
                    <a:pt x="572980" y="3138830"/>
                  </a:lnTo>
                  <a:lnTo>
                    <a:pt x="644602" y="3130952"/>
                  </a:lnTo>
                  <a:lnTo>
                    <a:pt x="716225" y="3122953"/>
                  </a:lnTo>
                  <a:lnTo>
                    <a:pt x="787847" y="3114832"/>
                  </a:lnTo>
                  <a:lnTo>
                    <a:pt x="859470" y="3106586"/>
                  </a:lnTo>
                  <a:lnTo>
                    <a:pt x="931092" y="3098214"/>
                  </a:lnTo>
                  <a:lnTo>
                    <a:pt x="1002715" y="3089713"/>
                  </a:lnTo>
                  <a:lnTo>
                    <a:pt x="1074337" y="3081082"/>
                  </a:lnTo>
                  <a:lnTo>
                    <a:pt x="1145960" y="3072318"/>
                  </a:lnTo>
                  <a:lnTo>
                    <a:pt x="1217582" y="3063421"/>
                  </a:lnTo>
                  <a:lnTo>
                    <a:pt x="1289205" y="3054386"/>
                  </a:lnTo>
                  <a:lnTo>
                    <a:pt x="1360827" y="3045214"/>
                  </a:lnTo>
                  <a:lnTo>
                    <a:pt x="1432450" y="3035900"/>
                  </a:lnTo>
                  <a:lnTo>
                    <a:pt x="1504073" y="3026444"/>
                  </a:lnTo>
                  <a:lnTo>
                    <a:pt x="1575695" y="3016843"/>
                  </a:lnTo>
                  <a:lnTo>
                    <a:pt x="1647318" y="3007095"/>
                  </a:lnTo>
                  <a:lnTo>
                    <a:pt x="1718940" y="2997197"/>
                  </a:lnTo>
                  <a:lnTo>
                    <a:pt x="1790563" y="2987147"/>
                  </a:lnTo>
                  <a:lnTo>
                    <a:pt x="1862185" y="2976943"/>
                  </a:lnTo>
                  <a:lnTo>
                    <a:pt x="1933808" y="2966583"/>
                  </a:lnTo>
                  <a:lnTo>
                    <a:pt x="2005430" y="2956064"/>
                  </a:lnTo>
                  <a:lnTo>
                    <a:pt x="2077053" y="2945384"/>
                  </a:lnTo>
                  <a:lnTo>
                    <a:pt x="2148675" y="2934540"/>
                  </a:lnTo>
                  <a:lnTo>
                    <a:pt x="2220298" y="2923530"/>
                  </a:lnTo>
                  <a:lnTo>
                    <a:pt x="2291920" y="2912351"/>
                  </a:lnTo>
                  <a:lnTo>
                    <a:pt x="2363543" y="2901000"/>
                  </a:lnTo>
                  <a:lnTo>
                    <a:pt x="2435165" y="2889476"/>
                  </a:lnTo>
                  <a:lnTo>
                    <a:pt x="2506788" y="2877775"/>
                  </a:lnTo>
                  <a:lnTo>
                    <a:pt x="2578410" y="2865894"/>
                  </a:lnTo>
                  <a:lnTo>
                    <a:pt x="2650033" y="2853831"/>
                  </a:lnTo>
                  <a:lnTo>
                    <a:pt x="2721655" y="2841584"/>
                  </a:lnTo>
                  <a:lnTo>
                    <a:pt x="2793278" y="2829148"/>
                  </a:lnTo>
                  <a:lnTo>
                    <a:pt x="2864901" y="2816522"/>
                  </a:lnTo>
                  <a:lnTo>
                    <a:pt x="2936523" y="2803702"/>
                  </a:lnTo>
                  <a:lnTo>
                    <a:pt x="3008146" y="2790686"/>
                  </a:lnTo>
                  <a:lnTo>
                    <a:pt x="3079768" y="2752969"/>
                  </a:lnTo>
                  <a:lnTo>
                    <a:pt x="3151391" y="2676180"/>
                  </a:lnTo>
                  <a:lnTo>
                    <a:pt x="3223013" y="2592837"/>
                  </a:lnTo>
                  <a:lnTo>
                    <a:pt x="3294636" y="2502381"/>
                  </a:lnTo>
                  <a:lnTo>
                    <a:pt x="3366258" y="2404205"/>
                  </a:lnTo>
                  <a:lnTo>
                    <a:pt x="3437881" y="2297648"/>
                  </a:lnTo>
                  <a:lnTo>
                    <a:pt x="3509503" y="2181997"/>
                  </a:lnTo>
                  <a:lnTo>
                    <a:pt x="3581126" y="2056476"/>
                  </a:lnTo>
                  <a:lnTo>
                    <a:pt x="3652748" y="1920240"/>
                  </a:lnTo>
                  <a:lnTo>
                    <a:pt x="3724371" y="1772377"/>
                  </a:lnTo>
                  <a:lnTo>
                    <a:pt x="3795993" y="1611893"/>
                  </a:lnTo>
                  <a:lnTo>
                    <a:pt x="3867616" y="1437712"/>
                  </a:lnTo>
                  <a:lnTo>
                    <a:pt x="3939238" y="1248664"/>
                  </a:lnTo>
                  <a:lnTo>
                    <a:pt x="4010861" y="1043480"/>
                  </a:lnTo>
                  <a:lnTo>
                    <a:pt x="4082483" y="820784"/>
                  </a:lnTo>
                  <a:lnTo>
                    <a:pt x="4154106" y="579081"/>
                  </a:lnTo>
                  <a:lnTo>
                    <a:pt x="4225729" y="316747"/>
                  </a:lnTo>
                  <a:lnTo>
                    <a:pt x="4297351" y="32023"/>
                  </a:lnTo>
                  <a:lnTo>
                    <a:pt x="4304773" y="0"/>
                  </a:lnTo>
                  <a:lnTo>
                    <a:pt x="7090630" y="0"/>
                  </a:lnTo>
                  <a:lnTo>
                    <a:pt x="7090630" y="1600743"/>
                  </a:lnTo>
                  <a:lnTo>
                    <a:pt x="7019007" y="1631729"/>
                  </a:lnTo>
                  <a:lnTo>
                    <a:pt x="6947385" y="1662246"/>
                  </a:lnTo>
                  <a:lnTo>
                    <a:pt x="6875762" y="1692303"/>
                  </a:lnTo>
                  <a:lnTo>
                    <a:pt x="6804139" y="1721906"/>
                  </a:lnTo>
                  <a:lnTo>
                    <a:pt x="6732517" y="1751062"/>
                  </a:lnTo>
                  <a:lnTo>
                    <a:pt x="6660894" y="1779777"/>
                  </a:lnTo>
                  <a:lnTo>
                    <a:pt x="6589272" y="1808059"/>
                  </a:lnTo>
                  <a:lnTo>
                    <a:pt x="6517649" y="1835914"/>
                  </a:lnTo>
                  <a:lnTo>
                    <a:pt x="6446027" y="1863348"/>
                  </a:lnTo>
                  <a:lnTo>
                    <a:pt x="6374404" y="1890368"/>
                  </a:lnTo>
                  <a:lnTo>
                    <a:pt x="6302782" y="1916980"/>
                  </a:lnTo>
                  <a:lnTo>
                    <a:pt x="6231159" y="1943190"/>
                  </a:lnTo>
                  <a:lnTo>
                    <a:pt x="6159537" y="1969005"/>
                  </a:lnTo>
                  <a:lnTo>
                    <a:pt x="6087914" y="1994429"/>
                  </a:lnTo>
                  <a:lnTo>
                    <a:pt x="6016292" y="2019470"/>
                  </a:lnTo>
                  <a:lnTo>
                    <a:pt x="5944669" y="2044132"/>
                  </a:lnTo>
                  <a:lnTo>
                    <a:pt x="5873047" y="2068422"/>
                  </a:lnTo>
                  <a:lnTo>
                    <a:pt x="5801424" y="2092345"/>
                  </a:lnTo>
                  <a:lnTo>
                    <a:pt x="5729802" y="2115907"/>
                  </a:lnTo>
                  <a:lnTo>
                    <a:pt x="5658179" y="2139113"/>
                  </a:lnTo>
                  <a:lnTo>
                    <a:pt x="5586557" y="2161969"/>
                  </a:lnTo>
                  <a:lnTo>
                    <a:pt x="5514934" y="2184479"/>
                  </a:lnTo>
                  <a:lnTo>
                    <a:pt x="5443311" y="2206650"/>
                  </a:lnTo>
                  <a:lnTo>
                    <a:pt x="5371689" y="2228485"/>
                  </a:lnTo>
                  <a:lnTo>
                    <a:pt x="5300066" y="2249991"/>
                  </a:lnTo>
                  <a:lnTo>
                    <a:pt x="5228444" y="2271173"/>
                  </a:lnTo>
                  <a:lnTo>
                    <a:pt x="5156821" y="2292034"/>
                  </a:lnTo>
                  <a:lnTo>
                    <a:pt x="5085199" y="2312581"/>
                  </a:lnTo>
                  <a:lnTo>
                    <a:pt x="5013576" y="2332817"/>
                  </a:lnTo>
                  <a:lnTo>
                    <a:pt x="4941954" y="2352747"/>
                  </a:lnTo>
                  <a:lnTo>
                    <a:pt x="4870331" y="2372377"/>
                  </a:lnTo>
                  <a:lnTo>
                    <a:pt x="4798709" y="2391710"/>
                  </a:lnTo>
                  <a:lnTo>
                    <a:pt x="4727086" y="2410751"/>
                  </a:lnTo>
                  <a:lnTo>
                    <a:pt x="4655464" y="2429505"/>
                  </a:lnTo>
                  <a:lnTo>
                    <a:pt x="4583841" y="2447975"/>
                  </a:lnTo>
                  <a:lnTo>
                    <a:pt x="4512219" y="2466167"/>
                  </a:lnTo>
                  <a:lnTo>
                    <a:pt x="4440596" y="2484084"/>
                  </a:lnTo>
                  <a:lnTo>
                    <a:pt x="4368974" y="2501730"/>
                  </a:lnTo>
                  <a:lnTo>
                    <a:pt x="4297351" y="2519110"/>
                  </a:lnTo>
                  <a:lnTo>
                    <a:pt x="4225729" y="2536227"/>
                  </a:lnTo>
                  <a:lnTo>
                    <a:pt x="4154106" y="2553086"/>
                  </a:lnTo>
                  <a:lnTo>
                    <a:pt x="4082483" y="2569690"/>
                  </a:lnTo>
                  <a:lnTo>
                    <a:pt x="4010861" y="2586044"/>
                  </a:lnTo>
                  <a:lnTo>
                    <a:pt x="3939238" y="2602150"/>
                  </a:lnTo>
                  <a:lnTo>
                    <a:pt x="3867616" y="2618014"/>
                  </a:lnTo>
                  <a:lnTo>
                    <a:pt x="3795993" y="2633638"/>
                  </a:lnTo>
                  <a:lnTo>
                    <a:pt x="3724371" y="2649026"/>
                  </a:lnTo>
                  <a:lnTo>
                    <a:pt x="3652748" y="2664181"/>
                  </a:lnTo>
                  <a:lnTo>
                    <a:pt x="3581126" y="2679108"/>
                  </a:lnTo>
                  <a:lnTo>
                    <a:pt x="3509503" y="2693809"/>
                  </a:lnTo>
                  <a:lnTo>
                    <a:pt x="3437881" y="2708288"/>
                  </a:lnTo>
                  <a:lnTo>
                    <a:pt x="3366258" y="2722549"/>
                  </a:lnTo>
                  <a:lnTo>
                    <a:pt x="3294636" y="2736594"/>
                  </a:lnTo>
                  <a:lnTo>
                    <a:pt x="3223013" y="2750427"/>
                  </a:lnTo>
                  <a:lnTo>
                    <a:pt x="3151391" y="2764051"/>
                  </a:lnTo>
                  <a:lnTo>
                    <a:pt x="3079768" y="2777470"/>
                  </a:lnTo>
                  <a:lnTo>
                    <a:pt x="3008146" y="2823719"/>
                  </a:lnTo>
                  <a:lnTo>
                    <a:pt x="2936523" y="2888905"/>
                  </a:lnTo>
                  <a:lnTo>
                    <a:pt x="2864901" y="2948965"/>
                  </a:lnTo>
                  <a:lnTo>
                    <a:pt x="2793278" y="3004302"/>
                  </a:lnTo>
                  <a:lnTo>
                    <a:pt x="2721655" y="3055287"/>
                  </a:lnTo>
                  <a:lnTo>
                    <a:pt x="2650033" y="3102263"/>
                  </a:lnTo>
                  <a:lnTo>
                    <a:pt x="2578410" y="3145545"/>
                  </a:lnTo>
                  <a:lnTo>
                    <a:pt x="2506788" y="3185423"/>
                  </a:lnTo>
                  <a:lnTo>
                    <a:pt x="2435165" y="3222165"/>
                  </a:lnTo>
                  <a:lnTo>
                    <a:pt x="2363543" y="3256017"/>
                  </a:lnTo>
                  <a:lnTo>
                    <a:pt x="2291920" y="3287208"/>
                  </a:lnTo>
                  <a:lnTo>
                    <a:pt x="2220298" y="3315946"/>
                  </a:lnTo>
                  <a:lnTo>
                    <a:pt x="2148675" y="3342423"/>
                  </a:lnTo>
                  <a:lnTo>
                    <a:pt x="2077053" y="3366819"/>
                  </a:lnTo>
                  <a:lnTo>
                    <a:pt x="2005430" y="3389296"/>
                  </a:lnTo>
                  <a:lnTo>
                    <a:pt x="1933808" y="3410006"/>
                  </a:lnTo>
                  <a:lnTo>
                    <a:pt x="1862185" y="3429086"/>
                  </a:lnTo>
                  <a:lnTo>
                    <a:pt x="1790563" y="3446667"/>
                  </a:lnTo>
                  <a:lnTo>
                    <a:pt x="1718940" y="3462865"/>
                  </a:lnTo>
                  <a:lnTo>
                    <a:pt x="1647318" y="3477789"/>
                  </a:lnTo>
                  <a:lnTo>
                    <a:pt x="1575695" y="3491539"/>
                  </a:lnTo>
                  <a:lnTo>
                    <a:pt x="1504073" y="3504209"/>
                  </a:lnTo>
                  <a:lnTo>
                    <a:pt x="1432450" y="3515881"/>
                  </a:lnTo>
                  <a:lnTo>
                    <a:pt x="1360827" y="3526636"/>
                  </a:lnTo>
                  <a:lnTo>
                    <a:pt x="1289205" y="3536545"/>
                  </a:lnTo>
                  <a:lnTo>
                    <a:pt x="1217582" y="3545675"/>
                  </a:lnTo>
                  <a:lnTo>
                    <a:pt x="1145960" y="3554087"/>
                  </a:lnTo>
                  <a:lnTo>
                    <a:pt x="1074337" y="3561838"/>
                  </a:lnTo>
                  <a:lnTo>
                    <a:pt x="1002715" y="3568979"/>
                  </a:lnTo>
                  <a:lnTo>
                    <a:pt x="931092" y="3575558"/>
                  </a:lnTo>
                  <a:lnTo>
                    <a:pt x="859470" y="3581620"/>
                  </a:lnTo>
                  <a:lnTo>
                    <a:pt x="787847" y="3587205"/>
                  </a:lnTo>
                  <a:lnTo>
                    <a:pt x="716225" y="3592351"/>
                  </a:lnTo>
                  <a:lnTo>
                    <a:pt x="644602" y="3597092"/>
                  </a:lnTo>
                  <a:lnTo>
                    <a:pt x="572980" y="3601461"/>
                  </a:lnTo>
                  <a:lnTo>
                    <a:pt x="501357" y="3605486"/>
                  </a:lnTo>
                  <a:lnTo>
                    <a:pt x="429735" y="3609194"/>
                  </a:lnTo>
                  <a:lnTo>
                    <a:pt x="358112" y="3612611"/>
                  </a:lnTo>
                  <a:lnTo>
                    <a:pt x="286490" y="3615759"/>
                  </a:lnTo>
                  <a:lnTo>
                    <a:pt x="214867" y="3618660"/>
                  </a:lnTo>
                  <a:lnTo>
                    <a:pt x="143245" y="3621332"/>
                  </a:lnTo>
                  <a:lnTo>
                    <a:pt x="71622" y="3623795"/>
                  </a:lnTo>
                  <a:lnTo>
                    <a:pt x="0" y="36260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304773" cy="3197719"/>
            </a:xfrm>
            <a:custGeom>
              <a:avLst/>
              <a:pathLst>
                <a:path w="4304773" h="3197719">
                  <a:moveTo>
                    <a:pt x="0" y="3197719"/>
                  </a:moveTo>
                  <a:lnTo>
                    <a:pt x="71622" y="3190744"/>
                  </a:lnTo>
                  <a:lnTo>
                    <a:pt x="143245" y="3183662"/>
                  </a:lnTo>
                  <a:lnTo>
                    <a:pt x="214867" y="3176471"/>
                  </a:lnTo>
                  <a:lnTo>
                    <a:pt x="286490" y="3169170"/>
                  </a:lnTo>
                  <a:lnTo>
                    <a:pt x="358112" y="3161757"/>
                  </a:lnTo>
                  <a:lnTo>
                    <a:pt x="429735" y="3154231"/>
                  </a:lnTo>
                  <a:lnTo>
                    <a:pt x="501357" y="3146589"/>
                  </a:lnTo>
                  <a:lnTo>
                    <a:pt x="572980" y="3138830"/>
                  </a:lnTo>
                  <a:lnTo>
                    <a:pt x="644602" y="3130952"/>
                  </a:lnTo>
                  <a:lnTo>
                    <a:pt x="716225" y="3122953"/>
                  </a:lnTo>
                  <a:lnTo>
                    <a:pt x="787847" y="3114832"/>
                  </a:lnTo>
                  <a:lnTo>
                    <a:pt x="859470" y="3106586"/>
                  </a:lnTo>
                  <a:lnTo>
                    <a:pt x="931092" y="3098214"/>
                  </a:lnTo>
                  <a:lnTo>
                    <a:pt x="1002715" y="3089713"/>
                  </a:lnTo>
                  <a:lnTo>
                    <a:pt x="1074337" y="3081082"/>
                  </a:lnTo>
                  <a:lnTo>
                    <a:pt x="1145960" y="3072318"/>
                  </a:lnTo>
                  <a:lnTo>
                    <a:pt x="1217582" y="3063421"/>
                  </a:lnTo>
                  <a:lnTo>
                    <a:pt x="1289205" y="3054386"/>
                  </a:lnTo>
                  <a:lnTo>
                    <a:pt x="1360827" y="3045214"/>
                  </a:lnTo>
                  <a:lnTo>
                    <a:pt x="1432450" y="3035900"/>
                  </a:lnTo>
                  <a:lnTo>
                    <a:pt x="1504073" y="3026444"/>
                  </a:lnTo>
                  <a:lnTo>
                    <a:pt x="1575695" y="3016843"/>
                  </a:lnTo>
                  <a:lnTo>
                    <a:pt x="1647318" y="3007095"/>
                  </a:lnTo>
                  <a:lnTo>
                    <a:pt x="1718940" y="2997197"/>
                  </a:lnTo>
                  <a:lnTo>
                    <a:pt x="1790563" y="2987147"/>
                  </a:lnTo>
                  <a:lnTo>
                    <a:pt x="1862185" y="2976943"/>
                  </a:lnTo>
                  <a:lnTo>
                    <a:pt x="1933808" y="2966583"/>
                  </a:lnTo>
                  <a:lnTo>
                    <a:pt x="2005430" y="2956064"/>
                  </a:lnTo>
                  <a:lnTo>
                    <a:pt x="2077053" y="2945384"/>
                  </a:lnTo>
                  <a:lnTo>
                    <a:pt x="2148675" y="2934540"/>
                  </a:lnTo>
                  <a:lnTo>
                    <a:pt x="2220298" y="2923530"/>
                  </a:lnTo>
                  <a:lnTo>
                    <a:pt x="2291920" y="2912351"/>
                  </a:lnTo>
                  <a:lnTo>
                    <a:pt x="2363543" y="2901000"/>
                  </a:lnTo>
                  <a:lnTo>
                    <a:pt x="2435165" y="2889476"/>
                  </a:lnTo>
                  <a:lnTo>
                    <a:pt x="2506788" y="2877775"/>
                  </a:lnTo>
                  <a:lnTo>
                    <a:pt x="2578410" y="2865894"/>
                  </a:lnTo>
                  <a:lnTo>
                    <a:pt x="2650033" y="2853831"/>
                  </a:lnTo>
                  <a:lnTo>
                    <a:pt x="2721655" y="2841584"/>
                  </a:lnTo>
                  <a:lnTo>
                    <a:pt x="2793278" y="2829148"/>
                  </a:lnTo>
                  <a:lnTo>
                    <a:pt x="2864901" y="2816522"/>
                  </a:lnTo>
                  <a:lnTo>
                    <a:pt x="2936523" y="2803702"/>
                  </a:lnTo>
                  <a:lnTo>
                    <a:pt x="3008146" y="2790686"/>
                  </a:lnTo>
                  <a:lnTo>
                    <a:pt x="3079768" y="2752969"/>
                  </a:lnTo>
                  <a:lnTo>
                    <a:pt x="3151391" y="2676180"/>
                  </a:lnTo>
                  <a:lnTo>
                    <a:pt x="3223013" y="2592837"/>
                  </a:lnTo>
                  <a:lnTo>
                    <a:pt x="3294636" y="2502381"/>
                  </a:lnTo>
                  <a:lnTo>
                    <a:pt x="3366258" y="2404205"/>
                  </a:lnTo>
                  <a:lnTo>
                    <a:pt x="3437881" y="2297648"/>
                  </a:lnTo>
                  <a:lnTo>
                    <a:pt x="3509503" y="2181997"/>
                  </a:lnTo>
                  <a:lnTo>
                    <a:pt x="3581126" y="2056476"/>
                  </a:lnTo>
                  <a:lnTo>
                    <a:pt x="3652748" y="1920240"/>
                  </a:lnTo>
                  <a:lnTo>
                    <a:pt x="3724371" y="1772377"/>
                  </a:lnTo>
                  <a:lnTo>
                    <a:pt x="3795993" y="1611893"/>
                  </a:lnTo>
                  <a:lnTo>
                    <a:pt x="3867616" y="1437712"/>
                  </a:lnTo>
                  <a:lnTo>
                    <a:pt x="3939238" y="1248664"/>
                  </a:lnTo>
                  <a:lnTo>
                    <a:pt x="4010861" y="1043480"/>
                  </a:lnTo>
                  <a:lnTo>
                    <a:pt x="4082483" y="820784"/>
                  </a:lnTo>
                  <a:lnTo>
                    <a:pt x="4154106" y="579081"/>
                  </a:lnTo>
                  <a:lnTo>
                    <a:pt x="4225729" y="316747"/>
                  </a:lnTo>
                  <a:lnTo>
                    <a:pt x="4297351" y="32023"/>
                  </a:lnTo>
                  <a:lnTo>
                    <a:pt x="430477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497307"/>
              <a:ext cx="7090630" cy="2025319"/>
            </a:xfrm>
            <a:custGeom>
              <a:avLst/>
              <a:pathLst>
                <a:path w="7090630" h="2025319">
                  <a:moveTo>
                    <a:pt x="7090630" y="0"/>
                  </a:moveTo>
                  <a:lnTo>
                    <a:pt x="7019007" y="30985"/>
                  </a:lnTo>
                  <a:lnTo>
                    <a:pt x="6947385" y="61503"/>
                  </a:lnTo>
                  <a:lnTo>
                    <a:pt x="6875762" y="91559"/>
                  </a:lnTo>
                  <a:lnTo>
                    <a:pt x="6804139" y="121162"/>
                  </a:lnTo>
                  <a:lnTo>
                    <a:pt x="6732517" y="150318"/>
                  </a:lnTo>
                  <a:lnTo>
                    <a:pt x="6660894" y="179034"/>
                  </a:lnTo>
                  <a:lnTo>
                    <a:pt x="6589272" y="207316"/>
                  </a:lnTo>
                  <a:lnTo>
                    <a:pt x="6517649" y="235170"/>
                  </a:lnTo>
                  <a:lnTo>
                    <a:pt x="6446027" y="262605"/>
                  </a:lnTo>
                  <a:lnTo>
                    <a:pt x="6374404" y="289625"/>
                  </a:lnTo>
                  <a:lnTo>
                    <a:pt x="6302782" y="316236"/>
                  </a:lnTo>
                  <a:lnTo>
                    <a:pt x="6231159" y="342446"/>
                  </a:lnTo>
                  <a:lnTo>
                    <a:pt x="6159537" y="368261"/>
                  </a:lnTo>
                  <a:lnTo>
                    <a:pt x="6087914" y="393685"/>
                  </a:lnTo>
                  <a:lnTo>
                    <a:pt x="6016292" y="418726"/>
                  </a:lnTo>
                  <a:lnTo>
                    <a:pt x="5944669" y="443388"/>
                  </a:lnTo>
                  <a:lnTo>
                    <a:pt x="5873047" y="467678"/>
                  </a:lnTo>
                  <a:lnTo>
                    <a:pt x="5801424" y="491601"/>
                  </a:lnTo>
                  <a:lnTo>
                    <a:pt x="5729802" y="515163"/>
                  </a:lnTo>
                  <a:lnTo>
                    <a:pt x="5658179" y="538369"/>
                  </a:lnTo>
                  <a:lnTo>
                    <a:pt x="5586557" y="561225"/>
                  </a:lnTo>
                  <a:lnTo>
                    <a:pt x="5514934" y="583735"/>
                  </a:lnTo>
                  <a:lnTo>
                    <a:pt x="5443311" y="605906"/>
                  </a:lnTo>
                  <a:lnTo>
                    <a:pt x="5371689" y="627742"/>
                  </a:lnTo>
                  <a:lnTo>
                    <a:pt x="5300066" y="649248"/>
                  </a:lnTo>
                  <a:lnTo>
                    <a:pt x="5228444" y="670429"/>
                  </a:lnTo>
                  <a:lnTo>
                    <a:pt x="5156821" y="691290"/>
                  </a:lnTo>
                  <a:lnTo>
                    <a:pt x="5085199" y="711837"/>
                  </a:lnTo>
                  <a:lnTo>
                    <a:pt x="5013576" y="732073"/>
                  </a:lnTo>
                  <a:lnTo>
                    <a:pt x="4941954" y="752003"/>
                  </a:lnTo>
                  <a:lnTo>
                    <a:pt x="4870331" y="771633"/>
                  </a:lnTo>
                  <a:lnTo>
                    <a:pt x="4798709" y="790966"/>
                  </a:lnTo>
                  <a:lnTo>
                    <a:pt x="4727086" y="810007"/>
                  </a:lnTo>
                  <a:lnTo>
                    <a:pt x="4655464" y="828761"/>
                  </a:lnTo>
                  <a:lnTo>
                    <a:pt x="4583841" y="847231"/>
                  </a:lnTo>
                  <a:lnTo>
                    <a:pt x="4512219" y="865423"/>
                  </a:lnTo>
                  <a:lnTo>
                    <a:pt x="4440596" y="883340"/>
                  </a:lnTo>
                  <a:lnTo>
                    <a:pt x="4368974" y="900986"/>
                  </a:lnTo>
                  <a:lnTo>
                    <a:pt x="4297351" y="918366"/>
                  </a:lnTo>
                  <a:lnTo>
                    <a:pt x="4225729" y="935483"/>
                  </a:lnTo>
                  <a:lnTo>
                    <a:pt x="4154106" y="952342"/>
                  </a:lnTo>
                  <a:lnTo>
                    <a:pt x="4082483" y="968946"/>
                  </a:lnTo>
                  <a:lnTo>
                    <a:pt x="4010861" y="985300"/>
                  </a:lnTo>
                  <a:lnTo>
                    <a:pt x="3939238" y="1001407"/>
                  </a:lnTo>
                  <a:lnTo>
                    <a:pt x="3867616" y="1017270"/>
                  </a:lnTo>
                  <a:lnTo>
                    <a:pt x="3795993" y="1032894"/>
                  </a:lnTo>
                  <a:lnTo>
                    <a:pt x="3724371" y="1048282"/>
                  </a:lnTo>
                  <a:lnTo>
                    <a:pt x="3652748" y="1063437"/>
                  </a:lnTo>
                  <a:lnTo>
                    <a:pt x="3581126" y="1078364"/>
                  </a:lnTo>
                  <a:lnTo>
                    <a:pt x="3509503" y="1093065"/>
                  </a:lnTo>
                  <a:lnTo>
                    <a:pt x="3437881" y="1107544"/>
                  </a:lnTo>
                  <a:lnTo>
                    <a:pt x="3366258" y="1121805"/>
                  </a:lnTo>
                  <a:lnTo>
                    <a:pt x="3294636" y="1135850"/>
                  </a:lnTo>
                  <a:lnTo>
                    <a:pt x="3223013" y="1149683"/>
                  </a:lnTo>
                  <a:lnTo>
                    <a:pt x="3151391" y="1163308"/>
                  </a:lnTo>
                  <a:lnTo>
                    <a:pt x="3079768" y="1176726"/>
                  </a:lnTo>
                  <a:lnTo>
                    <a:pt x="3008146" y="1222975"/>
                  </a:lnTo>
                  <a:lnTo>
                    <a:pt x="2936523" y="1288161"/>
                  </a:lnTo>
                  <a:lnTo>
                    <a:pt x="2864901" y="1348221"/>
                  </a:lnTo>
                  <a:lnTo>
                    <a:pt x="2793278" y="1403558"/>
                  </a:lnTo>
                  <a:lnTo>
                    <a:pt x="2721655" y="1454543"/>
                  </a:lnTo>
                  <a:lnTo>
                    <a:pt x="2650033" y="1501519"/>
                  </a:lnTo>
                  <a:lnTo>
                    <a:pt x="2578410" y="1544801"/>
                  </a:lnTo>
                  <a:lnTo>
                    <a:pt x="2506788" y="1584679"/>
                  </a:lnTo>
                  <a:lnTo>
                    <a:pt x="2435165" y="1621421"/>
                  </a:lnTo>
                  <a:lnTo>
                    <a:pt x="2363543" y="1655274"/>
                  </a:lnTo>
                  <a:lnTo>
                    <a:pt x="2291920" y="1686464"/>
                  </a:lnTo>
                  <a:lnTo>
                    <a:pt x="2220298" y="1715202"/>
                  </a:lnTo>
                  <a:lnTo>
                    <a:pt x="2148675" y="1741680"/>
                  </a:lnTo>
                  <a:lnTo>
                    <a:pt x="2077053" y="1766075"/>
                  </a:lnTo>
                  <a:lnTo>
                    <a:pt x="2005430" y="1788552"/>
                  </a:lnTo>
                  <a:lnTo>
                    <a:pt x="1933808" y="1809262"/>
                  </a:lnTo>
                  <a:lnTo>
                    <a:pt x="1862185" y="1828343"/>
                  </a:lnTo>
                  <a:lnTo>
                    <a:pt x="1790563" y="1845923"/>
                  </a:lnTo>
                  <a:lnTo>
                    <a:pt x="1718940" y="1862121"/>
                  </a:lnTo>
                  <a:lnTo>
                    <a:pt x="1647318" y="1877045"/>
                  </a:lnTo>
                  <a:lnTo>
                    <a:pt x="1575695" y="1890795"/>
                  </a:lnTo>
                  <a:lnTo>
                    <a:pt x="1504073" y="1903465"/>
                  </a:lnTo>
                  <a:lnTo>
                    <a:pt x="1432450" y="1915137"/>
                  </a:lnTo>
                  <a:lnTo>
                    <a:pt x="1360827" y="1925892"/>
                  </a:lnTo>
                  <a:lnTo>
                    <a:pt x="1289205" y="1935802"/>
                  </a:lnTo>
                  <a:lnTo>
                    <a:pt x="1217582" y="1944931"/>
                  </a:lnTo>
                  <a:lnTo>
                    <a:pt x="1145960" y="1953343"/>
                  </a:lnTo>
                  <a:lnTo>
                    <a:pt x="1074337" y="1961094"/>
                  </a:lnTo>
                  <a:lnTo>
                    <a:pt x="1002715" y="1968235"/>
                  </a:lnTo>
                  <a:lnTo>
                    <a:pt x="931092" y="1974814"/>
                  </a:lnTo>
                  <a:lnTo>
                    <a:pt x="859470" y="1980876"/>
                  </a:lnTo>
                  <a:lnTo>
                    <a:pt x="787847" y="1986461"/>
                  </a:lnTo>
                  <a:lnTo>
                    <a:pt x="716225" y="1991607"/>
                  </a:lnTo>
                  <a:lnTo>
                    <a:pt x="644602" y="1996349"/>
                  </a:lnTo>
                  <a:lnTo>
                    <a:pt x="572980" y="2000717"/>
                  </a:lnTo>
                  <a:lnTo>
                    <a:pt x="501357" y="2004742"/>
                  </a:lnTo>
                  <a:lnTo>
                    <a:pt x="429735" y="2008451"/>
                  </a:lnTo>
                  <a:lnTo>
                    <a:pt x="358112" y="2011867"/>
                  </a:lnTo>
                  <a:lnTo>
                    <a:pt x="286490" y="2015015"/>
                  </a:lnTo>
                  <a:lnTo>
                    <a:pt x="214867" y="2017916"/>
                  </a:lnTo>
                  <a:lnTo>
                    <a:pt x="143245" y="2020588"/>
                  </a:lnTo>
                  <a:lnTo>
                    <a:pt x="71622" y="2023051"/>
                  </a:lnTo>
                  <a:lnTo>
                    <a:pt x="0" y="20253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166554" cy="3542680"/>
            </a:xfrm>
            <a:custGeom>
              <a:avLst/>
              <a:pathLst>
                <a:path w="5166554" h="3542680">
                  <a:moveTo>
                    <a:pt x="0" y="3542680"/>
                  </a:moveTo>
                  <a:lnTo>
                    <a:pt x="71622" y="3537208"/>
                  </a:lnTo>
                  <a:lnTo>
                    <a:pt x="143245" y="3531465"/>
                  </a:lnTo>
                  <a:lnTo>
                    <a:pt x="214867" y="3525435"/>
                  </a:lnTo>
                  <a:lnTo>
                    <a:pt x="286490" y="3519105"/>
                  </a:lnTo>
                  <a:lnTo>
                    <a:pt x="358112" y="3512461"/>
                  </a:lnTo>
                  <a:lnTo>
                    <a:pt x="429735" y="3505485"/>
                  </a:lnTo>
                  <a:lnTo>
                    <a:pt x="501357" y="3498163"/>
                  </a:lnTo>
                  <a:lnTo>
                    <a:pt x="572980" y="3490476"/>
                  </a:lnTo>
                  <a:lnTo>
                    <a:pt x="644602" y="3482407"/>
                  </a:lnTo>
                  <a:lnTo>
                    <a:pt x="716225" y="3473936"/>
                  </a:lnTo>
                  <a:lnTo>
                    <a:pt x="787847" y="3465044"/>
                  </a:lnTo>
                  <a:lnTo>
                    <a:pt x="859470" y="3455710"/>
                  </a:lnTo>
                  <a:lnTo>
                    <a:pt x="931092" y="3445911"/>
                  </a:lnTo>
                  <a:lnTo>
                    <a:pt x="1002715" y="3435624"/>
                  </a:lnTo>
                  <a:lnTo>
                    <a:pt x="1074337" y="3424825"/>
                  </a:lnTo>
                  <a:lnTo>
                    <a:pt x="1145960" y="3413489"/>
                  </a:lnTo>
                  <a:lnTo>
                    <a:pt x="1217582" y="3401590"/>
                  </a:lnTo>
                  <a:lnTo>
                    <a:pt x="1289205" y="3389098"/>
                  </a:lnTo>
                  <a:lnTo>
                    <a:pt x="1360827" y="3375984"/>
                  </a:lnTo>
                  <a:lnTo>
                    <a:pt x="1432450" y="3362218"/>
                  </a:lnTo>
                  <a:lnTo>
                    <a:pt x="1504073" y="3347767"/>
                  </a:lnTo>
                  <a:lnTo>
                    <a:pt x="1575695" y="3332597"/>
                  </a:lnTo>
                  <a:lnTo>
                    <a:pt x="1647318" y="3316672"/>
                  </a:lnTo>
                  <a:lnTo>
                    <a:pt x="1718940" y="3299954"/>
                  </a:lnTo>
                  <a:lnTo>
                    <a:pt x="1790563" y="3282405"/>
                  </a:lnTo>
                  <a:lnTo>
                    <a:pt x="1862185" y="3263982"/>
                  </a:lnTo>
                  <a:lnTo>
                    <a:pt x="1933808" y="3244643"/>
                  </a:lnTo>
                  <a:lnTo>
                    <a:pt x="2005430" y="3224342"/>
                  </a:lnTo>
                  <a:lnTo>
                    <a:pt x="2077053" y="3203030"/>
                  </a:lnTo>
                  <a:lnTo>
                    <a:pt x="2148675" y="3180658"/>
                  </a:lnTo>
                  <a:lnTo>
                    <a:pt x="2220298" y="3157173"/>
                  </a:lnTo>
                  <a:lnTo>
                    <a:pt x="2291920" y="3132519"/>
                  </a:lnTo>
                  <a:lnTo>
                    <a:pt x="2363543" y="3106639"/>
                  </a:lnTo>
                  <a:lnTo>
                    <a:pt x="2435165" y="3079470"/>
                  </a:lnTo>
                  <a:lnTo>
                    <a:pt x="2506788" y="3050950"/>
                  </a:lnTo>
                  <a:lnTo>
                    <a:pt x="2578410" y="3021011"/>
                  </a:lnTo>
                  <a:lnTo>
                    <a:pt x="2650033" y="2989582"/>
                  </a:lnTo>
                  <a:lnTo>
                    <a:pt x="2721655" y="2956589"/>
                  </a:lnTo>
                  <a:lnTo>
                    <a:pt x="2793278" y="2921955"/>
                  </a:lnTo>
                  <a:lnTo>
                    <a:pt x="2864901" y="2885597"/>
                  </a:lnTo>
                  <a:lnTo>
                    <a:pt x="2936523" y="2847430"/>
                  </a:lnTo>
                  <a:lnTo>
                    <a:pt x="3008146" y="2807364"/>
                  </a:lnTo>
                  <a:lnTo>
                    <a:pt x="3079768" y="2765304"/>
                  </a:lnTo>
                  <a:lnTo>
                    <a:pt x="3151391" y="2721151"/>
                  </a:lnTo>
                  <a:lnTo>
                    <a:pt x="3223013" y="2674802"/>
                  </a:lnTo>
                  <a:lnTo>
                    <a:pt x="3294636" y="2626146"/>
                  </a:lnTo>
                  <a:lnTo>
                    <a:pt x="3366258" y="2575069"/>
                  </a:lnTo>
                  <a:lnTo>
                    <a:pt x="3437881" y="2521451"/>
                  </a:lnTo>
                  <a:lnTo>
                    <a:pt x="3509503" y="2465165"/>
                  </a:lnTo>
                  <a:lnTo>
                    <a:pt x="3581126" y="2406078"/>
                  </a:lnTo>
                  <a:lnTo>
                    <a:pt x="3652748" y="2344050"/>
                  </a:lnTo>
                  <a:lnTo>
                    <a:pt x="3724371" y="2278937"/>
                  </a:lnTo>
                  <a:lnTo>
                    <a:pt x="3795993" y="2210584"/>
                  </a:lnTo>
                  <a:lnTo>
                    <a:pt x="3867616" y="2138829"/>
                  </a:lnTo>
                  <a:lnTo>
                    <a:pt x="3939238" y="2063504"/>
                  </a:lnTo>
                  <a:lnTo>
                    <a:pt x="4010861" y="1984431"/>
                  </a:lnTo>
                  <a:lnTo>
                    <a:pt x="4082483" y="1901424"/>
                  </a:lnTo>
                  <a:lnTo>
                    <a:pt x="4154106" y="1814286"/>
                  </a:lnTo>
                  <a:lnTo>
                    <a:pt x="4225729" y="1722812"/>
                  </a:lnTo>
                  <a:lnTo>
                    <a:pt x="4297351" y="1626787"/>
                  </a:lnTo>
                  <a:lnTo>
                    <a:pt x="4368974" y="1525984"/>
                  </a:lnTo>
                  <a:lnTo>
                    <a:pt x="4440596" y="1420164"/>
                  </a:lnTo>
                  <a:lnTo>
                    <a:pt x="4512219" y="1309080"/>
                  </a:lnTo>
                  <a:lnTo>
                    <a:pt x="4583841" y="1192468"/>
                  </a:lnTo>
                  <a:lnTo>
                    <a:pt x="4655464" y="1070054"/>
                  </a:lnTo>
                  <a:lnTo>
                    <a:pt x="4727086" y="941548"/>
                  </a:lnTo>
                  <a:lnTo>
                    <a:pt x="4798709" y="806649"/>
                  </a:lnTo>
                  <a:lnTo>
                    <a:pt x="4870331" y="665037"/>
                  </a:lnTo>
                  <a:lnTo>
                    <a:pt x="4941954" y="516378"/>
                  </a:lnTo>
                  <a:lnTo>
                    <a:pt x="5013576" y="360323"/>
                  </a:lnTo>
                  <a:lnTo>
                    <a:pt x="5085199" y="196502"/>
                  </a:lnTo>
                  <a:lnTo>
                    <a:pt x="5156821" y="24530"/>
                  </a:lnTo>
                  <a:lnTo>
                    <a:pt x="51665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2026-05-22T09:54:35Z</dcterms:modified>
  <cp:category/>
</cp:coreProperties>
</file>