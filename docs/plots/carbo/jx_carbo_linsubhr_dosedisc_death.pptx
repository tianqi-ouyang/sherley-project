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99883"/>
            </a:xfrm>
            <a:custGeom>
              <a:avLst/>
              <a:pathLst>
                <a:path w="7090630" h="3599883">
                  <a:moveTo>
                    <a:pt x="0" y="2924358"/>
                  </a:moveTo>
                  <a:lnTo>
                    <a:pt x="71622" y="2921317"/>
                  </a:lnTo>
                  <a:lnTo>
                    <a:pt x="143245" y="2918264"/>
                  </a:lnTo>
                  <a:lnTo>
                    <a:pt x="214867" y="2915198"/>
                  </a:lnTo>
                  <a:lnTo>
                    <a:pt x="286490" y="2912119"/>
                  </a:lnTo>
                  <a:lnTo>
                    <a:pt x="358112" y="2909027"/>
                  </a:lnTo>
                  <a:lnTo>
                    <a:pt x="429735" y="2905922"/>
                  </a:lnTo>
                  <a:lnTo>
                    <a:pt x="501357" y="2902805"/>
                  </a:lnTo>
                  <a:lnTo>
                    <a:pt x="572980" y="2899674"/>
                  </a:lnTo>
                  <a:lnTo>
                    <a:pt x="644602" y="2896531"/>
                  </a:lnTo>
                  <a:lnTo>
                    <a:pt x="716225" y="2893374"/>
                  </a:lnTo>
                  <a:lnTo>
                    <a:pt x="787847" y="2890204"/>
                  </a:lnTo>
                  <a:lnTo>
                    <a:pt x="859470" y="2887021"/>
                  </a:lnTo>
                  <a:lnTo>
                    <a:pt x="931092" y="2883824"/>
                  </a:lnTo>
                  <a:lnTo>
                    <a:pt x="1002715" y="2880614"/>
                  </a:lnTo>
                  <a:lnTo>
                    <a:pt x="1074337" y="2877391"/>
                  </a:lnTo>
                  <a:lnTo>
                    <a:pt x="1145960" y="2874154"/>
                  </a:lnTo>
                  <a:lnTo>
                    <a:pt x="1217582" y="2870904"/>
                  </a:lnTo>
                  <a:lnTo>
                    <a:pt x="1289205" y="2867640"/>
                  </a:lnTo>
                  <a:lnTo>
                    <a:pt x="1360827" y="2864363"/>
                  </a:lnTo>
                  <a:lnTo>
                    <a:pt x="1432450" y="2861072"/>
                  </a:lnTo>
                  <a:lnTo>
                    <a:pt x="1504073" y="2857767"/>
                  </a:lnTo>
                  <a:lnTo>
                    <a:pt x="1575695" y="2854448"/>
                  </a:lnTo>
                  <a:lnTo>
                    <a:pt x="1647318" y="2851115"/>
                  </a:lnTo>
                  <a:lnTo>
                    <a:pt x="1718940" y="2847769"/>
                  </a:lnTo>
                  <a:lnTo>
                    <a:pt x="1790563" y="2844409"/>
                  </a:lnTo>
                  <a:lnTo>
                    <a:pt x="1862185" y="2841034"/>
                  </a:lnTo>
                  <a:lnTo>
                    <a:pt x="1933808" y="2837646"/>
                  </a:lnTo>
                  <a:lnTo>
                    <a:pt x="2005430" y="2834243"/>
                  </a:lnTo>
                  <a:lnTo>
                    <a:pt x="2077053" y="2830826"/>
                  </a:lnTo>
                  <a:lnTo>
                    <a:pt x="2148675" y="2827395"/>
                  </a:lnTo>
                  <a:lnTo>
                    <a:pt x="2220298" y="2823950"/>
                  </a:lnTo>
                  <a:lnTo>
                    <a:pt x="2291920" y="2820490"/>
                  </a:lnTo>
                  <a:lnTo>
                    <a:pt x="2363543" y="2817015"/>
                  </a:lnTo>
                  <a:lnTo>
                    <a:pt x="2435165" y="2813527"/>
                  </a:lnTo>
                  <a:lnTo>
                    <a:pt x="2506788" y="2810023"/>
                  </a:lnTo>
                  <a:lnTo>
                    <a:pt x="2578410" y="2806505"/>
                  </a:lnTo>
                  <a:lnTo>
                    <a:pt x="2650033" y="2802973"/>
                  </a:lnTo>
                  <a:lnTo>
                    <a:pt x="2721655" y="2799425"/>
                  </a:lnTo>
                  <a:lnTo>
                    <a:pt x="2793278" y="2795863"/>
                  </a:lnTo>
                  <a:lnTo>
                    <a:pt x="2864901" y="2792286"/>
                  </a:lnTo>
                  <a:lnTo>
                    <a:pt x="2936523" y="2788694"/>
                  </a:lnTo>
                  <a:lnTo>
                    <a:pt x="3008146" y="2785087"/>
                  </a:lnTo>
                  <a:lnTo>
                    <a:pt x="3079768" y="2758946"/>
                  </a:lnTo>
                  <a:lnTo>
                    <a:pt x="3151391" y="2698158"/>
                  </a:lnTo>
                  <a:lnTo>
                    <a:pt x="3223013" y="2633235"/>
                  </a:lnTo>
                  <a:lnTo>
                    <a:pt x="3294636" y="2563897"/>
                  </a:lnTo>
                  <a:lnTo>
                    <a:pt x="3366258" y="2489842"/>
                  </a:lnTo>
                  <a:lnTo>
                    <a:pt x="3437881" y="2410751"/>
                  </a:lnTo>
                  <a:lnTo>
                    <a:pt x="3509503" y="2326279"/>
                  </a:lnTo>
                  <a:lnTo>
                    <a:pt x="3581126" y="2236062"/>
                  </a:lnTo>
                  <a:lnTo>
                    <a:pt x="3652748" y="2139709"/>
                  </a:lnTo>
                  <a:lnTo>
                    <a:pt x="3724371" y="2036801"/>
                  </a:lnTo>
                  <a:lnTo>
                    <a:pt x="3795993" y="1926895"/>
                  </a:lnTo>
                  <a:lnTo>
                    <a:pt x="3867616" y="1809512"/>
                  </a:lnTo>
                  <a:lnTo>
                    <a:pt x="3939238" y="1684146"/>
                  </a:lnTo>
                  <a:lnTo>
                    <a:pt x="4010861" y="1550252"/>
                  </a:lnTo>
                  <a:lnTo>
                    <a:pt x="4082483" y="1407251"/>
                  </a:lnTo>
                  <a:lnTo>
                    <a:pt x="4154106" y="1254523"/>
                  </a:lnTo>
                  <a:lnTo>
                    <a:pt x="4225729" y="1091407"/>
                  </a:lnTo>
                  <a:lnTo>
                    <a:pt x="4297351" y="917196"/>
                  </a:lnTo>
                  <a:lnTo>
                    <a:pt x="4368974" y="731135"/>
                  </a:lnTo>
                  <a:lnTo>
                    <a:pt x="4440596" y="532419"/>
                  </a:lnTo>
                  <a:lnTo>
                    <a:pt x="4512219" y="320187"/>
                  </a:lnTo>
                  <a:lnTo>
                    <a:pt x="4583841" y="93519"/>
                  </a:lnTo>
                  <a:lnTo>
                    <a:pt x="4611509" y="0"/>
                  </a:lnTo>
                  <a:lnTo>
                    <a:pt x="7090630" y="0"/>
                  </a:lnTo>
                  <a:lnTo>
                    <a:pt x="7090630" y="2552535"/>
                  </a:lnTo>
                  <a:lnTo>
                    <a:pt x="7019007" y="2557109"/>
                  </a:lnTo>
                  <a:lnTo>
                    <a:pt x="6947385" y="2561664"/>
                  </a:lnTo>
                  <a:lnTo>
                    <a:pt x="6875762" y="2566200"/>
                  </a:lnTo>
                  <a:lnTo>
                    <a:pt x="6804139" y="2570717"/>
                  </a:lnTo>
                  <a:lnTo>
                    <a:pt x="6732517" y="2575216"/>
                  </a:lnTo>
                  <a:lnTo>
                    <a:pt x="6660894" y="2579695"/>
                  </a:lnTo>
                  <a:lnTo>
                    <a:pt x="6589272" y="2584156"/>
                  </a:lnTo>
                  <a:lnTo>
                    <a:pt x="6517649" y="2588599"/>
                  </a:lnTo>
                  <a:lnTo>
                    <a:pt x="6446027" y="2593023"/>
                  </a:lnTo>
                  <a:lnTo>
                    <a:pt x="6374404" y="2597428"/>
                  </a:lnTo>
                  <a:lnTo>
                    <a:pt x="6302782" y="2601815"/>
                  </a:lnTo>
                  <a:lnTo>
                    <a:pt x="6231159" y="2606184"/>
                  </a:lnTo>
                  <a:lnTo>
                    <a:pt x="6159537" y="2610535"/>
                  </a:lnTo>
                  <a:lnTo>
                    <a:pt x="6087914" y="2614868"/>
                  </a:lnTo>
                  <a:lnTo>
                    <a:pt x="6016292" y="2619183"/>
                  </a:lnTo>
                  <a:lnTo>
                    <a:pt x="5944669" y="2623480"/>
                  </a:lnTo>
                  <a:lnTo>
                    <a:pt x="5873047" y="2627759"/>
                  </a:lnTo>
                  <a:lnTo>
                    <a:pt x="5801424" y="2632020"/>
                  </a:lnTo>
                  <a:lnTo>
                    <a:pt x="5729802" y="2636263"/>
                  </a:lnTo>
                  <a:lnTo>
                    <a:pt x="5658179" y="2640489"/>
                  </a:lnTo>
                  <a:lnTo>
                    <a:pt x="5586557" y="2644697"/>
                  </a:lnTo>
                  <a:lnTo>
                    <a:pt x="5514934" y="2648888"/>
                  </a:lnTo>
                  <a:lnTo>
                    <a:pt x="5443311" y="2653061"/>
                  </a:lnTo>
                  <a:lnTo>
                    <a:pt x="5371689" y="2657217"/>
                  </a:lnTo>
                  <a:lnTo>
                    <a:pt x="5300066" y="2661356"/>
                  </a:lnTo>
                  <a:lnTo>
                    <a:pt x="5228444" y="2665477"/>
                  </a:lnTo>
                  <a:lnTo>
                    <a:pt x="5156821" y="2669582"/>
                  </a:lnTo>
                  <a:lnTo>
                    <a:pt x="5085199" y="2673669"/>
                  </a:lnTo>
                  <a:lnTo>
                    <a:pt x="5013576" y="2677739"/>
                  </a:lnTo>
                  <a:lnTo>
                    <a:pt x="4941954" y="2681793"/>
                  </a:lnTo>
                  <a:lnTo>
                    <a:pt x="4870331" y="2685829"/>
                  </a:lnTo>
                  <a:lnTo>
                    <a:pt x="4798709" y="2689849"/>
                  </a:lnTo>
                  <a:lnTo>
                    <a:pt x="4727086" y="2693852"/>
                  </a:lnTo>
                  <a:lnTo>
                    <a:pt x="4655464" y="2697838"/>
                  </a:lnTo>
                  <a:lnTo>
                    <a:pt x="4583841" y="2701808"/>
                  </a:lnTo>
                  <a:lnTo>
                    <a:pt x="4512219" y="2705761"/>
                  </a:lnTo>
                  <a:lnTo>
                    <a:pt x="4440596" y="2709698"/>
                  </a:lnTo>
                  <a:lnTo>
                    <a:pt x="4368974" y="2713619"/>
                  </a:lnTo>
                  <a:lnTo>
                    <a:pt x="4297351" y="2717523"/>
                  </a:lnTo>
                  <a:lnTo>
                    <a:pt x="4225729" y="2721411"/>
                  </a:lnTo>
                  <a:lnTo>
                    <a:pt x="4154106" y="2725283"/>
                  </a:lnTo>
                  <a:lnTo>
                    <a:pt x="4082483" y="2729138"/>
                  </a:lnTo>
                  <a:lnTo>
                    <a:pt x="4010861" y="2732978"/>
                  </a:lnTo>
                  <a:lnTo>
                    <a:pt x="3939238" y="2736802"/>
                  </a:lnTo>
                  <a:lnTo>
                    <a:pt x="3867616" y="2740609"/>
                  </a:lnTo>
                  <a:lnTo>
                    <a:pt x="3795993" y="2744401"/>
                  </a:lnTo>
                  <a:lnTo>
                    <a:pt x="3724371" y="2748178"/>
                  </a:lnTo>
                  <a:lnTo>
                    <a:pt x="3652748" y="2751938"/>
                  </a:lnTo>
                  <a:lnTo>
                    <a:pt x="3581126" y="2755683"/>
                  </a:lnTo>
                  <a:lnTo>
                    <a:pt x="3509503" y="2759412"/>
                  </a:lnTo>
                  <a:lnTo>
                    <a:pt x="3437881" y="2763126"/>
                  </a:lnTo>
                  <a:lnTo>
                    <a:pt x="3366258" y="2766824"/>
                  </a:lnTo>
                  <a:lnTo>
                    <a:pt x="3294636" y="2770507"/>
                  </a:lnTo>
                  <a:lnTo>
                    <a:pt x="3223013" y="2774175"/>
                  </a:lnTo>
                  <a:lnTo>
                    <a:pt x="3151391" y="2777827"/>
                  </a:lnTo>
                  <a:lnTo>
                    <a:pt x="3079768" y="2781465"/>
                  </a:lnTo>
                  <a:lnTo>
                    <a:pt x="3008146" y="2815862"/>
                  </a:lnTo>
                  <a:lnTo>
                    <a:pt x="2936523" y="2869154"/>
                  </a:lnTo>
                  <a:lnTo>
                    <a:pt x="2864901" y="2919051"/>
                  </a:lnTo>
                  <a:lnTo>
                    <a:pt x="2793278" y="2965771"/>
                  </a:lnTo>
                  <a:lnTo>
                    <a:pt x="2721655" y="3009516"/>
                  </a:lnTo>
                  <a:lnTo>
                    <a:pt x="2650033" y="3050474"/>
                  </a:lnTo>
                  <a:lnTo>
                    <a:pt x="2578410" y="3088824"/>
                  </a:lnTo>
                  <a:lnTo>
                    <a:pt x="2506788" y="3124732"/>
                  </a:lnTo>
                  <a:lnTo>
                    <a:pt x="2435165" y="3158353"/>
                  </a:lnTo>
                  <a:lnTo>
                    <a:pt x="2363543" y="3189832"/>
                  </a:lnTo>
                  <a:lnTo>
                    <a:pt x="2291920" y="3219307"/>
                  </a:lnTo>
                  <a:lnTo>
                    <a:pt x="2220298" y="3246905"/>
                  </a:lnTo>
                  <a:lnTo>
                    <a:pt x="2148675" y="3272745"/>
                  </a:lnTo>
                  <a:lnTo>
                    <a:pt x="2077053" y="3296939"/>
                  </a:lnTo>
                  <a:lnTo>
                    <a:pt x="2005430" y="3319593"/>
                  </a:lnTo>
                  <a:lnTo>
                    <a:pt x="1933808" y="3340804"/>
                  </a:lnTo>
                  <a:lnTo>
                    <a:pt x="1862185" y="3360663"/>
                  </a:lnTo>
                  <a:lnTo>
                    <a:pt x="1790563" y="3379259"/>
                  </a:lnTo>
                  <a:lnTo>
                    <a:pt x="1718940" y="3396670"/>
                  </a:lnTo>
                  <a:lnTo>
                    <a:pt x="1647318" y="3412972"/>
                  </a:lnTo>
                  <a:lnTo>
                    <a:pt x="1575695" y="3428235"/>
                  </a:lnTo>
                  <a:lnTo>
                    <a:pt x="1504073" y="3442527"/>
                  </a:lnTo>
                  <a:lnTo>
                    <a:pt x="1432450" y="3455909"/>
                  </a:lnTo>
                  <a:lnTo>
                    <a:pt x="1360827" y="3468438"/>
                  </a:lnTo>
                  <a:lnTo>
                    <a:pt x="1289205" y="3480169"/>
                  </a:lnTo>
                  <a:lnTo>
                    <a:pt x="1217582" y="3491154"/>
                  </a:lnTo>
                  <a:lnTo>
                    <a:pt x="1145960" y="3501438"/>
                  </a:lnTo>
                  <a:lnTo>
                    <a:pt x="1074337" y="3511068"/>
                  </a:lnTo>
                  <a:lnTo>
                    <a:pt x="1002715" y="3520085"/>
                  </a:lnTo>
                  <a:lnTo>
                    <a:pt x="931092" y="3528527"/>
                  </a:lnTo>
                  <a:lnTo>
                    <a:pt x="859470" y="3536431"/>
                  </a:lnTo>
                  <a:lnTo>
                    <a:pt x="787847" y="3543832"/>
                  </a:lnTo>
                  <a:lnTo>
                    <a:pt x="716225" y="3550762"/>
                  </a:lnTo>
                  <a:lnTo>
                    <a:pt x="644602" y="3557251"/>
                  </a:lnTo>
                  <a:lnTo>
                    <a:pt x="572980" y="3563326"/>
                  </a:lnTo>
                  <a:lnTo>
                    <a:pt x="501357" y="3569014"/>
                  </a:lnTo>
                  <a:lnTo>
                    <a:pt x="429735" y="3574340"/>
                  </a:lnTo>
                  <a:lnTo>
                    <a:pt x="358112" y="3579327"/>
                  </a:lnTo>
                  <a:lnTo>
                    <a:pt x="286490" y="3583996"/>
                  </a:lnTo>
                  <a:lnTo>
                    <a:pt x="214867" y="3588368"/>
                  </a:lnTo>
                  <a:lnTo>
                    <a:pt x="143245" y="3592462"/>
                  </a:lnTo>
                  <a:lnTo>
                    <a:pt x="71622" y="3596294"/>
                  </a:lnTo>
                  <a:lnTo>
                    <a:pt x="0" y="35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611509" cy="2924358"/>
            </a:xfrm>
            <a:custGeom>
              <a:avLst/>
              <a:pathLst>
                <a:path w="4611509" h="2924358">
                  <a:moveTo>
                    <a:pt x="0" y="2924358"/>
                  </a:moveTo>
                  <a:lnTo>
                    <a:pt x="71622" y="2921317"/>
                  </a:lnTo>
                  <a:lnTo>
                    <a:pt x="143245" y="2918264"/>
                  </a:lnTo>
                  <a:lnTo>
                    <a:pt x="214867" y="2915198"/>
                  </a:lnTo>
                  <a:lnTo>
                    <a:pt x="286490" y="2912119"/>
                  </a:lnTo>
                  <a:lnTo>
                    <a:pt x="358112" y="2909027"/>
                  </a:lnTo>
                  <a:lnTo>
                    <a:pt x="429735" y="2905922"/>
                  </a:lnTo>
                  <a:lnTo>
                    <a:pt x="501357" y="2902805"/>
                  </a:lnTo>
                  <a:lnTo>
                    <a:pt x="572980" y="2899674"/>
                  </a:lnTo>
                  <a:lnTo>
                    <a:pt x="644602" y="2896531"/>
                  </a:lnTo>
                  <a:lnTo>
                    <a:pt x="716225" y="2893374"/>
                  </a:lnTo>
                  <a:lnTo>
                    <a:pt x="787847" y="2890204"/>
                  </a:lnTo>
                  <a:lnTo>
                    <a:pt x="859470" y="2887021"/>
                  </a:lnTo>
                  <a:lnTo>
                    <a:pt x="931092" y="2883824"/>
                  </a:lnTo>
                  <a:lnTo>
                    <a:pt x="1002715" y="2880614"/>
                  </a:lnTo>
                  <a:lnTo>
                    <a:pt x="1074337" y="2877391"/>
                  </a:lnTo>
                  <a:lnTo>
                    <a:pt x="1145960" y="2874154"/>
                  </a:lnTo>
                  <a:lnTo>
                    <a:pt x="1217582" y="2870904"/>
                  </a:lnTo>
                  <a:lnTo>
                    <a:pt x="1289205" y="2867640"/>
                  </a:lnTo>
                  <a:lnTo>
                    <a:pt x="1360827" y="2864363"/>
                  </a:lnTo>
                  <a:lnTo>
                    <a:pt x="1432450" y="2861072"/>
                  </a:lnTo>
                  <a:lnTo>
                    <a:pt x="1504073" y="2857767"/>
                  </a:lnTo>
                  <a:lnTo>
                    <a:pt x="1575695" y="2854448"/>
                  </a:lnTo>
                  <a:lnTo>
                    <a:pt x="1647318" y="2851115"/>
                  </a:lnTo>
                  <a:lnTo>
                    <a:pt x="1718940" y="2847769"/>
                  </a:lnTo>
                  <a:lnTo>
                    <a:pt x="1790563" y="2844409"/>
                  </a:lnTo>
                  <a:lnTo>
                    <a:pt x="1862185" y="2841034"/>
                  </a:lnTo>
                  <a:lnTo>
                    <a:pt x="1933808" y="2837646"/>
                  </a:lnTo>
                  <a:lnTo>
                    <a:pt x="2005430" y="2834243"/>
                  </a:lnTo>
                  <a:lnTo>
                    <a:pt x="2077053" y="2830826"/>
                  </a:lnTo>
                  <a:lnTo>
                    <a:pt x="2148675" y="2827395"/>
                  </a:lnTo>
                  <a:lnTo>
                    <a:pt x="2220298" y="2823950"/>
                  </a:lnTo>
                  <a:lnTo>
                    <a:pt x="2291920" y="2820490"/>
                  </a:lnTo>
                  <a:lnTo>
                    <a:pt x="2363543" y="2817015"/>
                  </a:lnTo>
                  <a:lnTo>
                    <a:pt x="2435165" y="2813527"/>
                  </a:lnTo>
                  <a:lnTo>
                    <a:pt x="2506788" y="2810023"/>
                  </a:lnTo>
                  <a:lnTo>
                    <a:pt x="2578410" y="2806505"/>
                  </a:lnTo>
                  <a:lnTo>
                    <a:pt x="2650033" y="2802973"/>
                  </a:lnTo>
                  <a:lnTo>
                    <a:pt x="2721655" y="2799425"/>
                  </a:lnTo>
                  <a:lnTo>
                    <a:pt x="2793278" y="2795863"/>
                  </a:lnTo>
                  <a:lnTo>
                    <a:pt x="2864901" y="2792286"/>
                  </a:lnTo>
                  <a:lnTo>
                    <a:pt x="2936523" y="2788694"/>
                  </a:lnTo>
                  <a:lnTo>
                    <a:pt x="3008146" y="2785087"/>
                  </a:lnTo>
                  <a:lnTo>
                    <a:pt x="3079768" y="2758946"/>
                  </a:lnTo>
                  <a:lnTo>
                    <a:pt x="3151391" y="2698158"/>
                  </a:lnTo>
                  <a:lnTo>
                    <a:pt x="3223013" y="2633235"/>
                  </a:lnTo>
                  <a:lnTo>
                    <a:pt x="3294636" y="2563897"/>
                  </a:lnTo>
                  <a:lnTo>
                    <a:pt x="3366258" y="2489842"/>
                  </a:lnTo>
                  <a:lnTo>
                    <a:pt x="3437881" y="2410751"/>
                  </a:lnTo>
                  <a:lnTo>
                    <a:pt x="3509503" y="2326279"/>
                  </a:lnTo>
                  <a:lnTo>
                    <a:pt x="3581126" y="2236062"/>
                  </a:lnTo>
                  <a:lnTo>
                    <a:pt x="3652748" y="2139709"/>
                  </a:lnTo>
                  <a:lnTo>
                    <a:pt x="3724371" y="2036801"/>
                  </a:lnTo>
                  <a:lnTo>
                    <a:pt x="3795993" y="1926895"/>
                  </a:lnTo>
                  <a:lnTo>
                    <a:pt x="3867616" y="1809512"/>
                  </a:lnTo>
                  <a:lnTo>
                    <a:pt x="3939238" y="1684146"/>
                  </a:lnTo>
                  <a:lnTo>
                    <a:pt x="4010861" y="1550252"/>
                  </a:lnTo>
                  <a:lnTo>
                    <a:pt x="4082483" y="1407251"/>
                  </a:lnTo>
                  <a:lnTo>
                    <a:pt x="4154106" y="1254523"/>
                  </a:lnTo>
                  <a:lnTo>
                    <a:pt x="4225729" y="1091407"/>
                  </a:lnTo>
                  <a:lnTo>
                    <a:pt x="4297351" y="917196"/>
                  </a:lnTo>
                  <a:lnTo>
                    <a:pt x="4368974" y="731135"/>
                  </a:lnTo>
                  <a:lnTo>
                    <a:pt x="4440596" y="532419"/>
                  </a:lnTo>
                  <a:lnTo>
                    <a:pt x="4512219" y="320187"/>
                  </a:lnTo>
                  <a:lnTo>
                    <a:pt x="4583841" y="93519"/>
                  </a:lnTo>
                  <a:lnTo>
                    <a:pt x="461150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449099"/>
              <a:ext cx="7090630" cy="1047347"/>
            </a:xfrm>
            <a:custGeom>
              <a:avLst/>
              <a:pathLst>
                <a:path w="7090630" h="1047347">
                  <a:moveTo>
                    <a:pt x="7090630" y="0"/>
                  </a:moveTo>
                  <a:lnTo>
                    <a:pt x="7019007" y="4573"/>
                  </a:lnTo>
                  <a:lnTo>
                    <a:pt x="6947385" y="9128"/>
                  </a:lnTo>
                  <a:lnTo>
                    <a:pt x="6875762" y="13664"/>
                  </a:lnTo>
                  <a:lnTo>
                    <a:pt x="6804139" y="18181"/>
                  </a:lnTo>
                  <a:lnTo>
                    <a:pt x="6732517" y="22680"/>
                  </a:lnTo>
                  <a:lnTo>
                    <a:pt x="6660894" y="27159"/>
                  </a:lnTo>
                  <a:lnTo>
                    <a:pt x="6589272" y="31620"/>
                  </a:lnTo>
                  <a:lnTo>
                    <a:pt x="6517649" y="36063"/>
                  </a:lnTo>
                  <a:lnTo>
                    <a:pt x="6446027" y="40487"/>
                  </a:lnTo>
                  <a:lnTo>
                    <a:pt x="6374404" y="44892"/>
                  </a:lnTo>
                  <a:lnTo>
                    <a:pt x="6302782" y="49280"/>
                  </a:lnTo>
                  <a:lnTo>
                    <a:pt x="6231159" y="53649"/>
                  </a:lnTo>
                  <a:lnTo>
                    <a:pt x="6159537" y="58000"/>
                  </a:lnTo>
                  <a:lnTo>
                    <a:pt x="6087914" y="62332"/>
                  </a:lnTo>
                  <a:lnTo>
                    <a:pt x="6016292" y="66647"/>
                  </a:lnTo>
                  <a:lnTo>
                    <a:pt x="5944669" y="70944"/>
                  </a:lnTo>
                  <a:lnTo>
                    <a:pt x="5873047" y="75223"/>
                  </a:lnTo>
                  <a:lnTo>
                    <a:pt x="5801424" y="79484"/>
                  </a:lnTo>
                  <a:lnTo>
                    <a:pt x="5729802" y="83727"/>
                  </a:lnTo>
                  <a:lnTo>
                    <a:pt x="5658179" y="87953"/>
                  </a:lnTo>
                  <a:lnTo>
                    <a:pt x="5586557" y="92161"/>
                  </a:lnTo>
                  <a:lnTo>
                    <a:pt x="5514934" y="96352"/>
                  </a:lnTo>
                  <a:lnTo>
                    <a:pt x="5443311" y="100526"/>
                  </a:lnTo>
                  <a:lnTo>
                    <a:pt x="5371689" y="104681"/>
                  </a:lnTo>
                  <a:lnTo>
                    <a:pt x="5300066" y="108820"/>
                  </a:lnTo>
                  <a:lnTo>
                    <a:pt x="5228444" y="112942"/>
                  </a:lnTo>
                  <a:lnTo>
                    <a:pt x="5156821" y="117046"/>
                  </a:lnTo>
                  <a:lnTo>
                    <a:pt x="5085199" y="121133"/>
                  </a:lnTo>
                  <a:lnTo>
                    <a:pt x="5013576" y="125204"/>
                  </a:lnTo>
                  <a:lnTo>
                    <a:pt x="4941954" y="129257"/>
                  </a:lnTo>
                  <a:lnTo>
                    <a:pt x="4870331" y="133293"/>
                  </a:lnTo>
                  <a:lnTo>
                    <a:pt x="4798709" y="137313"/>
                  </a:lnTo>
                  <a:lnTo>
                    <a:pt x="4727086" y="141316"/>
                  </a:lnTo>
                  <a:lnTo>
                    <a:pt x="4655464" y="145302"/>
                  </a:lnTo>
                  <a:lnTo>
                    <a:pt x="4583841" y="149272"/>
                  </a:lnTo>
                  <a:lnTo>
                    <a:pt x="4512219" y="153226"/>
                  </a:lnTo>
                  <a:lnTo>
                    <a:pt x="4440596" y="157162"/>
                  </a:lnTo>
                  <a:lnTo>
                    <a:pt x="4368974" y="161083"/>
                  </a:lnTo>
                  <a:lnTo>
                    <a:pt x="4297351" y="164987"/>
                  </a:lnTo>
                  <a:lnTo>
                    <a:pt x="4225729" y="168875"/>
                  </a:lnTo>
                  <a:lnTo>
                    <a:pt x="4154106" y="172747"/>
                  </a:lnTo>
                  <a:lnTo>
                    <a:pt x="4082483" y="176603"/>
                  </a:lnTo>
                  <a:lnTo>
                    <a:pt x="4010861" y="180442"/>
                  </a:lnTo>
                  <a:lnTo>
                    <a:pt x="3939238" y="184266"/>
                  </a:lnTo>
                  <a:lnTo>
                    <a:pt x="3867616" y="188074"/>
                  </a:lnTo>
                  <a:lnTo>
                    <a:pt x="3795993" y="191866"/>
                  </a:lnTo>
                  <a:lnTo>
                    <a:pt x="3724371" y="195642"/>
                  </a:lnTo>
                  <a:lnTo>
                    <a:pt x="3652748" y="199402"/>
                  </a:lnTo>
                  <a:lnTo>
                    <a:pt x="3581126" y="203147"/>
                  </a:lnTo>
                  <a:lnTo>
                    <a:pt x="3509503" y="206876"/>
                  </a:lnTo>
                  <a:lnTo>
                    <a:pt x="3437881" y="210590"/>
                  </a:lnTo>
                  <a:lnTo>
                    <a:pt x="3366258" y="214289"/>
                  </a:lnTo>
                  <a:lnTo>
                    <a:pt x="3294636" y="217972"/>
                  </a:lnTo>
                  <a:lnTo>
                    <a:pt x="3223013" y="221639"/>
                  </a:lnTo>
                  <a:lnTo>
                    <a:pt x="3151391" y="225292"/>
                  </a:lnTo>
                  <a:lnTo>
                    <a:pt x="3079768" y="228929"/>
                  </a:lnTo>
                  <a:lnTo>
                    <a:pt x="3008146" y="263326"/>
                  </a:lnTo>
                  <a:lnTo>
                    <a:pt x="2936523" y="316618"/>
                  </a:lnTo>
                  <a:lnTo>
                    <a:pt x="2864901" y="366516"/>
                  </a:lnTo>
                  <a:lnTo>
                    <a:pt x="2793278" y="413235"/>
                  </a:lnTo>
                  <a:lnTo>
                    <a:pt x="2721655" y="456980"/>
                  </a:lnTo>
                  <a:lnTo>
                    <a:pt x="2650033" y="497938"/>
                  </a:lnTo>
                  <a:lnTo>
                    <a:pt x="2578410" y="536288"/>
                  </a:lnTo>
                  <a:lnTo>
                    <a:pt x="2506788" y="572196"/>
                  </a:lnTo>
                  <a:lnTo>
                    <a:pt x="2435165" y="605817"/>
                  </a:lnTo>
                  <a:lnTo>
                    <a:pt x="2363543" y="637296"/>
                  </a:lnTo>
                  <a:lnTo>
                    <a:pt x="2291920" y="666771"/>
                  </a:lnTo>
                  <a:lnTo>
                    <a:pt x="2220298" y="694369"/>
                  </a:lnTo>
                  <a:lnTo>
                    <a:pt x="2148675" y="720209"/>
                  </a:lnTo>
                  <a:lnTo>
                    <a:pt x="2077053" y="744403"/>
                  </a:lnTo>
                  <a:lnTo>
                    <a:pt x="2005430" y="767057"/>
                  </a:lnTo>
                  <a:lnTo>
                    <a:pt x="1933808" y="788268"/>
                  </a:lnTo>
                  <a:lnTo>
                    <a:pt x="1862185" y="808128"/>
                  </a:lnTo>
                  <a:lnTo>
                    <a:pt x="1790563" y="826723"/>
                  </a:lnTo>
                  <a:lnTo>
                    <a:pt x="1718940" y="844134"/>
                  </a:lnTo>
                  <a:lnTo>
                    <a:pt x="1647318" y="860436"/>
                  </a:lnTo>
                  <a:lnTo>
                    <a:pt x="1575695" y="875700"/>
                  </a:lnTo>
                  <a:lnTo>
                    <a:pt x="1504073" y="889991"/>
                  </a:lnTo>
                  <a:lnTo>
                    <a:pt x="1432450" y="903373"/>
                  </a:lnTo>
                  <a:lnTo>
                    <a:pt x="1360827" y="915902"/>
                  </a:lnTo>
                  <a:lnTo>
                    <a:pt x="1289205" y="927634"/>
                  </a:lnTo>
                  <a:lnTo>
                    <a:pt x="1217582" y="938618"/>
                  </a:lnTo>
                  <a:lnTo>
                    <a:pt x="1145960" y="948903"/>
                  </a:lnTo>
                  <a:lnTo>
                    <a:pt x="1074337" y="958532"/>
                  </a:lnTo>
                  <a:lnTo>
                    <a:pt x="1002715" y="967549"/>
                  </a:lnTo>
                  <a:lnTo>
                    <a:pt x="931092" y="975991"/>
                  </a:lnTo>
                  <a:lnTo>
                    <a:pt x="859470" y="983895"/>
                  </a:lnTo>
                  <a:lnTo>
                    <a:pt x="787847" y="991297"/>
                  </a:lnTo>
                  <a:lnTo>
                    <a:pt x="716225" y="998226"/>
                  </a:lnTo>
                  <a:lnTo>
                    <a:pt x="644602" y="1004715"/>
                  </a:lnTo>
                  <a:lnTo>
                    <a:pt x="572980" y="1010790"/>
                  </a:lnTo>
                  <a:lnTo>
                    <a:pt x="501357" y="1016478"/>
                  </a:lnTo>
                  <a:lnTo>
                    <a:pt x="429735" y="1021804"/>
                  </a:lnTo>
                  <a:lnTo>
                    <a:pt x="358112" y="1026791"/>
                  </a:lnTo>
                  <a:lnTo>
                    <a:pt x="286490" y="1031460"/>
                  </a:lnTo>
                  <a:lnTo>
                    <a:pt x="214867" y="1035832"/>
                  </a:lnTo>
                  <a:lnTo>
                    <a:pt x="143245" y="1039926"/>
                  </a:lnTo>
                  <a:lnTo>
                    <a:pt x="71622" y="1043759"/>
                  </a:lnTo>
                  <a:lnTo>
                    <a:pt x="0" y="1047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5987718" cy="3456622"/>
            </a:xfrm>
            <a:custGeom>
              <a:avLst/>
              <a:pathLst>
                <a:path w="5987718" h="3456622">
                  <a:moveTo>
                    <a:pt x="0" y="3456622"/>
                  </a:moveTo>
                  <a:lnTo>
                    <a:pt x="71622" y="3449642"/>
                  </a:lnTo>
                  <a:lnTo>
                    <a:pt x="143245" y="3442414"/>
                  </a:lnTo>
                  <a:lnTo>
                    <a:pt x="214867" y="3434929"/>
                  </a:lnTo>
                  <a:lnTo>
                    <a:pt x="286490" y="3427178"/>
                  </a:lnTo>
                  <a:lnTo>
                    <a:pt x="358112" y="3419150"/>
                  </a:lnTo>
                  <a:lnTo>
                    <a:pt x="429735" y="3410836"/>
                  </a:lnTo>
                  <a:lnTo>
                    <a:pt x="501357" y="3402227"/>
                  </a:lnTo>
                  <a:lnTo>
                    <a:pt x="572980" y="3393311"/>
                  </a:lnTo>
                  <a:lnTo>
                    <a:pt x="644602" y="3384077"/>
                  </a:lnTo>
                  <a:lnTo>
                    <a:pt x="716225" y="3374515"/>
                  </a:lnTo>
                  <a:lnTo>
                    <a:pt x="787847" y="3364613"/>
                  </a:lnTo>
                  <a:lnTo>
                    <a:pt x="859470" y="3354357"/>
                  </a:lnTo>
                  <a:lnTo>
                    <a:pt x="931092" y="3343737"/>
                  </a:lnTo>
                  <a:lnTo>
                    <a:pt x="1002715" y="3332738"/>
                  </a:lnTo>
                  <a:lnTo>
                    <a:pt x="1074337" y="3321348"/>
                  </a:lnTo>
                  <a:lnTo>
                    <a:pt x="1145960" y="3309552"/>
                  </a:lnTo>
                  <a:lnTo>
                    <a:pt x="1217582" y="3297337"/>
                  </a:lnTo>
                  <a:lnTo>
                    <a:pt x="1289205" y="3284686"/>
                  </a:lnTo>
                  <a:lnTo>
                    <a:pt x="1360827" y="3271585"/>
                  </a:lnTo>
                  <a:lnTo>
                    <a:pt x="1432450" y="3258017"/>
                  </a:lnTo>
                  <a:lnTo>
                    <a:pt x="1504073" y="3243967"/>
                  </a:lnTo>
                  <a:lnTo>
                    <a:pt x="1575695" y="3229416"/>
                  </a:lnTo>
                  <a:lnTo>
                    <a:pt x="1647318" y="3214347"/>
                  </a:lnTo>
                  <a:lnTo>
                    <a:pt x="1718940" y="3198742"/>
                  </a:lnTo>
                  <a:lnTo>
                    <a:pt x="1790563" y="3182581"/>
                  </a:lnTo>
                  <a:lnTo>
                    <a:pt x="1862185" y="3165844"/>
                  </a:lnTo>
                  <a:lnTo>
                    <a:pt x="1933808" y="3148512"/>
                  </a:lnTo>
                  <a:lnTo>
                    <a:pt x="2005430" y="3130562"/>
                  </a:lnTo>
                  <a:lnTo>
                    <a:pt x="2077053" y="3111974"/>
                  </a:lnTo>
                  <a:lnTo>
                    <a:pt x="2148675" y="3092723"/>
                  </a:lnTo>
                  <a:lnTo>
                    <a:pt x="2220298" y="3072787"/>
                  </a:lnTo>
                  <a:lnTo>
                    <a:pt x="2291920" y="3052142"/>
                  </a:lnTo>
                  <a:lnTo>
                    <a:pt x="2363543" y="3030761"/>
                  </a:lnTo>
                  <a:lnTo>
                    <a:pt x="2435165" y="3008619"/>
                  </a:lnTo>
                  <a:lnTo>
                    <a:pt x="2506788" y="2985688"/>
                  </a:lnTo>
                  <a:lnTo>
                    <a:pt x="2578410" y="2961942"/>
                  </a:lnTo>
                  <a:lnTo>
                    <a:pt x="2650033" y="2937349"/>
                  </a:lnTo>
                  <a:lnTo>
                    <a:pt x="2721655" y="2911881"/>
                  </a:lnTo>
                  <a:lnTo>
                    <a:pt x="2793278" y="2885507"/>
                  </a:lnTo>
                  <a:lnTo>
                    <a:pt x="2864901" y="2858193"/>
                  </a:lnTo>
                  <a:lnTo>
                    <a:pt x="2936523" y="2829907"/>
                  </a:lnTo>
                  <a:lnTo>
                    <a:pt x="3008146" y="2800613"/>
                  </a:lnTo>
                  <a:lnTo>
                    <a:pt x="3079768" y="2770277"/>
                  </a:lnTo>
                  <a:lnTo>
                    <a:pt x="3151391" y="2738861"/>
                  </a:lnTo>
                  <a:lnTo>
                    <a:pt x="3223013" y="2706325"/>
                  </a:lnTo>
                  <a:lnTo>
                    <a:pt x="3294636" y="2672632"/>
                  </a:lnTo>
                  <a:lnTo>
                    <a:pt x="3366258" y="2637739"/>
                  </a:lnTo>
                  <a:lnTo>
                    <a:pt x="3437881" y="2601603"/>
                  </a:lnTo>
                  <a:lnTo>
                    <a:pt x="3509503" y="2564181"/>
                  </a:lnTo>
                  <a:lnTo>
                    <a:pt x="3581126" y="2525427"/>
                  </a:lnTo>
                  <a:lnTo>
                    <a:pt x="3652748" y="2485292"/>
                  </a:lnTo>
                  <a:lnTo>
                    <a:pt x="3724371" y="2443729"/>
                  </a:lnTo>
                  <a:lnTo>
                    <a:pt x="3795993" y="2400686"/>
                  </a:lnTo>
                  <a:lnTo>
                    <a:pt x="3867616" y="2356110"/>
                  </a:lnTo>
                  <a:lnTo>
                    <a:pt x="3939238" y="2309947"/>
                  </a:lnTo>
                  <a:lnTo>
                    <a:pt x="4010861" y="2262141"/>
                  </a:lnTo>
                  <a:lnTo>
                    <a:pt x="4082483" y="2212632"/>
                  </a:lnTo>
                  <a:lnTo>
                    <a:pt x="4154106" y="2161361"/>
                  </a:lnTo>
                  <a:lnTo>
                    <a:pt x="4225729" y="2108264"/>
                  </a:lnTo>
                  <a:lnTo>
                    <a:pt x="4297351" y="2053277"/>
                  </a:lnTo>
                  <a:lnTo>
                    <a:pt x="4368974" y="1996332"/>
                  </a:lnTo>
                  <a:lnTo>
                    <a:pt x="4440596" y="1937359"/>
                  </a:lnTo>
                  <a:lnTo>
                    <a:pt x="4512219" y="1876287"/>
                  </a:lnTo>
                  <a:lnTo>
                    <a:pt x="4583841" y="1813040"/>
                  </a:lnTo>
                  <a:lnTo>
                    <a:pt x="4655464" y="1747541"/>
                  </a:lnTo>
                  <a:lnTo>
                    <a:pt x="4727086" y="1679710"/>
                  </a:lnTo>
                  <a:lnTo>
                    <a:pt x="4798709" y="1609464"/>
                  </a:lnTo>
                  <a:lnTo>
                    <a:pt x="4870331" y="1536717"/>
                  </a:lnTo>
                  <a:lnTo>
                    <a:pt x="4941954" y="1461380"/>
                  </a:lnTo>
                  <a:lnTo>
                    <a:pt x="5013576" y="1383361"/>
                  </a:lnTo>
                  <a:lnTo>
                    <a:pt x="5085199" y="1302563"/>
                  </a:lnTo>
                  <a:lnTo>
                    <a:pt x="5156821" y="1218889"/>
                  </a:lnTo>
                  <a:lnTo>
                    <a:pt x="5228444" y="1132236"/>
                  </a:lnTo>
                  <a:lnTo>
                    <a:pt x="5300066" y="1042497"/>
                  </a:lnTo>
                  <a:lnTo>
                    <a:pt x="5371689" y="949563"/>
                  </a:lnTo>
                  <a:lnTo>
                    <a:pt x="5443311" y="853321"/>
                  </a:lnTo>
                  <a:lnTo>
                    <a:pt x="5514934" y="753651"/>
                  </a:lnTo>
                  <a:lnTo>
                    <a:pt x="5586557" y="650433"/>
                  </a:lnTo>
                  <a:lnTo>
                    <a:pt x="5658179" y="543540"/>
                  </a:lnTo>
                  <a:lnTo>
                    <a:pt x="5729802" y="432841"/>
                  </a:lnTo>
                  <a:lnTo>
                    <a:pt x="5801424" y="318201"/>
                  </a:lnTo>
                  <a:lnTo>
                    <a:pt x="5873047" y="199478"/>
                  </a:lnTo>
                  <a:lnTo>
                    <a:pt x="5944669" y="76529"/>
                  </a:lnTo>
                  <a:lnTo>
                    <a:pt x="5987718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2026-05-26T13:56:41Z</dcterms:modified>
  <cp:category/>
</cp:coreProperties>
</file>