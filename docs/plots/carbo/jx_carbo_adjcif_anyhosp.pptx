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156054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49885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84164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18444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1132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2091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305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44009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482745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17024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351304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285584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0653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161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2571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353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34488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7973" y="4391823"/>
              <a:ext cx="6876437" cy="1023966"/>
            </a:xfrm>
            <a:custGeom>
              <a:avLst/>
              <a:pathLst>
                <a:path w="6876437" h="1023966">
                  <a:moveTo>
                    <a:pt x="0" y="1023966"/>
                  </a:moveTo>
                  <a:lnTo>
                    <a:pt x="271438" y="1023966"/>
                  </a:lnTo>
                  <a:lnTo>
                    <a:pt x="271438" y="988849"/>
                  </a:lnTo>
                  <a:lnTo>
                    <a:pt x="361917" y="988849"/>
                  </a:lnTo>
                  <a:lnTo>
                    <a:pt x="361917" y="884185"/>
                  </a:lnTo>
                  <a:lnTo>
                    <a:pt x="542876" y="884185"/>
                  </a:lnTo>
                  <a:lnTo>
                    <a:pt x="542876" y="812799"/>
                  </a:lnTo>
                  <a:lnTo>
                    <a:pt x="723835" y="812799"/>
                  </a:lnTo>
                  <a:lnTo>
                    <a:pt x="723835" y="776793"/>
                  </a:lnTo>
                  <a:lnTo>
                    <a:pt x="814314" y="776793"/>
                  </a:lnTo>
                  <a:lnTo>
                    <a:pt x="814314" y="740448"/>
                  </a:lnTo>
                  <a:lnTo>
                    <a:pt x="904794" y="740448"/>
                  </a:lnTo>
                  <a:lnTo>
                    <a:pt x="904794" y="666534"/>
                  </a:lnTo>
                  <a:lnTo>
                    <a:pt x="1176232" y="666534"/>
                  </a:lnTo>
                  <a:lnTo>
                    <a:pt x="1176232" y="628508"/>
                  </a:lnTo>
                  <a:lnTo>
                    <a:pt x="1357191" y="628508"/>
                  </a:lnTo>
                  <a:lnTo>
                    <a:pt x="1357191" y="590518"/>
                  </a:lnTo>
                  <a:lnTo>
                    <a:pt x="1447670" y="590518"/>
                  </a:lnTo>
                  <a:lnTo>
                    <a:pt x="1447670" y="514962"/>
                  </a:lnTo>
                  <a:lnTo>
                    <a:pt x="1809588" y="514962"/>
                  </a:lnTo>
                  <a:lnTo>
                    <a:pt x="1809588" y="476413"/>
                  </a:lnTo>
                  <a:lnTo>
                    <a:pt x="2081027" y="476413"/>
                  </a:lnTo>
                  <a:lnTo>
                    <a:pt x="2081027" y="437921"/>
                  </a:lnTo>
                  <a:lnTo>
                    <a:pt x="2261985" y="437921"/>
                  </a:lnTo>
                  <a:lnTo>
                    <a:pt x="2261985" y="399348"/>
                  </a:lnTo>
                  <a:lnTo>
                    <a:pt x="2352465" y="399348"/>
                  </a:lnTo>
                  <a:lnTo>
                    <a:pt x="2352465" y="321046"/>
                  </a:lnTo>
                  <a:lnTo>
                    <a:pt x="2804862" y="321046"/>
                  </a:lnTo>
                  <a:lnTo>
                    <a:pt x="2804862" y="281164"/>
                  </a:lnTo>
                  <a:lnTo>
                    <a:pt x="3076300" y="281164"/>
                  </a:lnTo>
                  <a:lnTo>
                    <a:pt x="3076300" y="241434"/>
                  </a:lnTo>
                  <a:lnTo>
                    <a:pt x="3347739" y="241434"/>
                  </a:lnTo>
                  <a:lnTo>
                    <a:pt x="3347739" y="201778"/>
                  </a:lnTo>
                  <a:lnTo>
                    <a:pt x="3890615" y="201778"/>
                  </a:lnTo>
                  <a:lnTo>
                    <a:pt x="3890615" y="162113"/>
                  </a:lnTo>
                  <a:lnTo>
                    <a:pt x="4343012" y="162113"/>
                  </a:lnTo>
                  <a:lnTo>
                    <a:pt x="4343012" y="121880"/>
                  </a:lnTo>
                  <a:lnTo>
                    <a:pt x="6785957" y="121880"/>
                  </a:lnTo>
                  <a:lnTo>
                    <a:pt x="6785957" y="41489"/>
                  </a:lnTo>
                  <a:lnTo>
                    <a:pt x="6876437" y="4148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034080"/>
              <a:ext cx="6876437" cy="2272930"/>
            </a:xfrm>
            <a:custGeom>
              <a:avLst/>
              <a:pathLst>
                <a:path w="6876437" h="2272930">
                  <a:moveTo>
                    <a:pt x="0" y="2272930"/>
                  </a:moveTo>
                  <a:lnTo>
                    <a:pt x="271438" y="2272930"/>
                  </a:lnTo>
                  <a:lnTo>
                    <a:pt x="271438" y="2183607"/>
                  </a:lnTo>
                  <a:lnTo>
                    <a:pt x="361917" y="2183607"/>
                  </a:lnTo>
                  <a:lnTo>
                    <a:pt x="361917" y="1922405"/>
                  </a:lnTo>
                  <a:lnTo>
                    <a:pt x="542876" y="1922405"/>
                  </a:lnTo>
                  <a:lnTo>
                    <a:pt x="542876" y="1748518"/>
                  </a:lnTo>
                  <a:lnTo>
                    <a:pt x="723835" y="1748518"/>
                  </a:lnTo>
                  <a:lnTo>
                    <a:pt x="723835" y="1662107"/>
                  </a:lnTo>
                  <a:lnTo>
                    <a:pt x="814314" y="1662107"/>
                  </a:lnTo>
                  <a:lnTo>
                    <a:pt x="814314" y="1575760"/>
                  </a:lnTo>
                  <a:lnTo>
                    <a:pt x="904794" y="1575760"/>
                  </a:lnTo>
                  <a:lnTo>
                    <a:pt x="904794" y="1402850"/>
                  </a:lnTo>
                  <a:lnTo>
                    <a:pt x="1176232" y="1402850"/>
                  </a:lnTo>
                  <a:lnTo>
                    <a:pt x="1176232" y="1315288"/>
                  </a:lnTo>
                  <a:lnTo>
                    <a:pt x="1357191" y="1315288"/>
                  </a:lnTo>
                  <a:lnTo>
                    <a:pt x="1357191" y="1228749"/>
                  </a:lnTo>
                  <a:lnTo>
                    <a:pt x="1447670" y="1228749"/>
                  </a:lnTo>
                  <a:lnTo>
                    <a:pt x="1447670" y="1059403"/>
                  </a:lnTo>
                  <a:lnTo>
                    <a:pt x="1809588" y="1059403"/>
                  </a:lnTo>
                  <a:lnTo>
                    <a:pt x="1809588" y="974410"/>
                  </a:lnTo>
                  <a:lnTo>
                    <a:pt x="2081027" y="974410"/>
                  </a:lnTo>
                  <a:lnTo>
                    <a:pt x="2081027" y="890484"/>
                  </a:lnTo>
                  <a:lnTo>
                    <a:pt x="2261985" y="890484"/>
                  </a:lnTo>
                  <a:lnTo>
                    <a:pt x="2261985" y="807315"/>
                  </a:lnTo>
                  <a:lnTo>
                    <a:pt x="2352465" y="807315"/>
                  </a:lnTo>
                  <a:lnTo>
                    <a:pt x="2352465" y="641352"/>
                  </a:lnTo>
                  <a:lnTo>
                    <a:pt x="2804862" y="641352"/>
                  </a:lnTo>
                  <a:lnTo>
                    <a:pt x="2804862" y="558281"/>
                  </a:lnTo>
                  <a:lnTo>
                    <a:pt x="3076300" y="558281"/>
                  </a:lnTo>
                  <a:lnTo>
                    <a:pt x="3076300" y="476497"/>
                  </a:lnTo>
                  <a:lnTo>
                    <a:pt x="3347739" y="476497"/>
                  </a:lnTo>
                  <a:lnTo>
                    <a:pt x="3347739" y="395828"/>
                  </a:lnTo>
                  <a:lnTo>
                    <a:pt x="3890615" y="395828"/>
                  </a:lnTo>
                  <a:lnTo>
                    <a:pt x="3890615" y="316093"/>
                  </a:lnTo>
                  <a:lnTo>
                    <a:pt x="4343012" y="316093"/>
                  </a:lnTo>
                  <a:lnTo>
                    <a:pt x="4343012" y="236185"/>
                  </a:lnTo>
                  <a:lnTo>
                    <a:pt x="6785957" y="236185"/>
                  </a:lnTo>
                  <a:lnTo>
                    <a:pt x="6785957" y="79414"/>
                  </a:lnTo>
                  <a:lnTo>
                    <a:pt x="6876437" y="79414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77647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119270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462067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280486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06703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83711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6467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4562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2658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2.60 (95% CI 1.22-5.58), p = 0.014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34151" y="1688767"/>
              <a:ext cx="212168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2026-07-14T09:11:32Z</dcterms:modified>
  <cp:category/>
</cp:coreProperties>
</file>