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5"/>
                  </a:lnTo>
                  <a:lnTo>
                    <a:pt x="2857679" y="356145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2026-05-26T13:56:46Z</dcterms:modified>
  <cp:category/>
</cp:coreProperties>
</file>