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215896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486843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375779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0695" y="302873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0627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4993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59360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43726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485136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4122317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0695" y="339326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0695" y="2664213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8444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82810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67176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1543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35909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60991" y="4368116"/>
              <a:ext cx="7005923" cy="1135911"/>
            </a:xfrm>
            <a:custGeom>
              <a:avLst/>
              <a:pathLst>
                <a:path w="7005923" h="1135911">
                  <a:moveTo>
                    <a:pt x="0" y="1135911"/>
                  </a:moveTo>
                  <a:lnTo>
                    <a:pt x="276549" y="1135911"/>
                  </a:lnTo>
                  <a:lnTo>
                    <a:pt x="276549" y="1096955"/>
                  </a:lnTo>
                  <a:lnTo>
                    <a:pt x="368732" y="1096955"/>
                  </a:lnTo>
                  <a:lnTo>
                    <a:pt x="368732" y="980848"/>
                  </a:lnTo>
                  <a:lnTo>
                    <a:pt x="553099" y="980848"/>
                  </a:lnTo>
                  <a:lnTo>
                    <a:pt x="553099" y="901658"/>
                  </a:lnTo>
                  <a:lnTo>
                    <a:pt x="737465" y="901658"/>
                  </a:lnTo>
                  <a:lnTo>
                    <a:pt x="737465" y="861715"/>
                  </a:lnTo>
                  <a:lnTo>
                    <a:pt x="829648" y="861715"/>
                  </a:lnTo>
                  <a:lnTo>
                    <a:pt x="829648" y="821397"/>
                  </a:lnTo>
                  <a:lnTo>
                    <a:pt x="921832" y="821397"/>
                  </a:lnTo>
                  <a:lnTo>
                    <a:pt x="921832" y="739403"/>
                  </a:lnTo>
                  <a:lnTo>
                    <a:pt x="1198381" y="739403"/>
                  </a:lnTo>
                  <a:lnTo>
                    <a:pt x="1198381" y="697219"/>
                  </a:lnTo>
                  <a:lnTo>
                    <a:pt x="1382748" y="697219"/>
                  </a:lnTo>
                  <a:lnTo>
                    <a:pt x="1382748" y="655076"/>
                  </a:lnTo>
                  <a:lnTo>
                    <a:pt x="1474931" y="655076"/>
                  </a:lnTo>
                  <a:lnTo>
                    <a:pt x="1474931" y="571260"/>
                  </a:lnTo>
                  <a:lnTo>
                    <a:pt x="1843664" y="571260"/>
                  </a:lnTo>
                  <a:lnTo>
                    <a:pt x="1843664" y="528497"/>
                  </a:lnTo>
                  <a:lnTo>
                    <a:pt x="2120213" y="528497"/>
                  </a:lnTo>
                  <a:lnTo>
                    <a:pt x="2120213" y="485797"/>
                  </a:lnTo>
                  <a:lnTo>
                    <a:pt x="2304580" y="485797"/>
                  </a:lnTo>
                  <a:lnTo>
                    <a:pt x="2304580" y="443006"/>
                  </a:lnTo>
                  <a:lnTo>
                    <a:pt x="2396763" y="443006"/>
                  </a:lnTo>
                  <a:lnTo>
                    <a:pt x="2396763" y="356145"/>
                  </a:lnTo>
                  <a:lnTo>
                    <a:pt x="2857679" y="356145"/>
                  </a:lnTo>
                  <a:lnTo>
                    <a:pt x="2857679" y="311903"/>
                  </a:lnTo>
                  <a:lnTo>
                    <a:pt x="3134228" y="311903"/>
                  </a:lnTo>
                  <a:lnTo>
                    <a:pt x="3134228" y="267829"/>
                  </a:lnTo>
                  <a:lnTo>
                    <a:pt x="3410778" y="267829"/>
                  </a:lnTo>
                  <a:lnTo>
                    <a:pt x="3410778" y="223838"/>
                  </a:lnTo>
                  <a:lnTo>
                    <a:pt x="3963877" y="223838"/>
                  </a:lnTo>
                  <a:lnTo>
                    <a:pt x="3963877" y="179836"/>
                  </a:lnTo>
                  <a:lnTo>
                    <a:pt x="4424793" y="179836"/>
                  </a:lnTo>
                  <a:lnTo>
                    <a:pt x="4424793" y="135204"/>
                  </a:lnTo>
                  <a:lnTo>
                    <a:pt x="6913740" y="135204"/>
                  </a:lnTo>
                  <a:lnTo>
                    <a:pt x="6913740" y="46025"/>
                  </a:lnTo>
                  <a:lnTo>
                    <a:pt x="7005923" y="46025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0991" y="2861938"/>
              <a:ext cx="7005923" cy="2521417"/>
            </a:xfrm>
            <a:custGeom>
              <a:avLst/>
              <a:pathLst>
                <a:path w="7005923" h="2521417">
                  <a:moveTo>
                    <a:pt x="0" y="2521417"/>
                  </a:moveTo>
                  <a:lnTo>
                    <a:pt x="276549" y="2521417"/>
                  </a:lnTo>
                  <a:lnTo>
                    <a:pt x="276549" y="2422329"/>
                  </a:lnTo>
                  <a:lnTo>
                    <a:pt x="368732" y="2422329"/>
                  </a:lnTo>
                  <a:lnTo>
                    <a:pt x="368732" y="2132572"/>
                  </a:lnTo>
                  <a:lnTo>
                    <a:pt x="553099" y="2132572"/>
                  </a:lnTo>
                  <a:lnTo>
                    <a:pt x="553099" y="1939675"/>
                  </a:lnTo>
                  <a:lnTo>
                    <a:pt x="737465" y="1939675"/>
                  </a:lnTo>
                  <a:lnTo>
                    <a:pt x="737465" y="1843816"/>
                  </a:lnTo>
                  <a:lnTo>
                    <a:pt x="829648" y="1843816"/>
                  </a:lnTo>
                  <a:lnTo>
                    <a:pt x="829648" y="1748029"/>
                  </a:lnTo>
                  <a:lnTo>
                    <a:pt x="921832" y="1748029"/>
                  </a:lnTo>
                  <a:lnTo>
                    <a:pt x="921832" y="1556216"/>
                  </a:lnTo>
                  <a:lnTo>
                    <a:pt x="1198381" y="1556216"/>
                  </a:lnTo>
                  <a:lnTo>
                    <a:pt x="1198381" y="1459081"/>
                  </a:lnTo>
                  <a:lnTo>
                    <a:pt x="1382748" y="1459081"/>
                  </a:lnTo>
                  <a:lnTo>
                    <a:pt x="1382748" y="1363082"/>
                  </a:lnTo>
                  <a:lnTo>
                    <a:pt x="1474931" y="1363082"/>
                  </a:lnTo>
                  <a:lnTo>
                    <a:pt x="1474931" y="1175222"/>
                  </a:lnTo>
                  <a:lnTo>
                    <a:pt x="1843664" y="1175222"/>
                  </a:lnTo>
                  <a:lnTo>
                    <a:pt x="1843664" y="1080937"/>
                  </a:lnTo>
                  <a:lnTo>
                    <a:pt x="2120213" y="1080937"/>
                  </a:lnTo>
                  <a:lnTo>
                    <a:pt x="2120213" y="987836"/>
                  </a:lnTo>
                  <a:lnTo>
                    <a:pt x="2304580" y="987836"/>
                  </a:lnTo>
                  <a:lnTo>
                    <a:pt x="2304580" y="895575"/>
                  </a:lnTo>
                  <a:lnTo>
                    <a:pt x="2396763" y="895575"/>
                  </a:lnTo>
                  <a:lnTo>
                    <a:pt x="2396763" y="711467"/>
                  </a:lnTo>
                  <a:lnTo>
                    <a:pt x="2857679" y="711467"/>
                  </a:lnTo>
                  <a:lnTo>
                    <a:pt x="2857679" y="619315"/>
                  </a:lnTo>
                  <a:lnTo>
                    <a:pt x="3134228" y="619315"/>
                  </a:lnTo>
                  <a:lnTo>
                    <a:pt x="3134228" y="528590"/>
                  </a:lnTo>
                  <a:lnTo>
                    <a:pt x="3410778" y="528590"/>
                  </a:lnTo>
                  <a:lnTo>
                    <a:pt x="3410778" y="439102"/>
                  </a:lnTo>
                  <a:lnTo>
                    <a:pt x="3963877" y="439102"/>
                  </a:lnTo>
                  <a:lnTo>
                    <a:pt x="3963877" y="350650"/>
                  </a:lnTo>
                  <a:lnTo>
                    <a:pt x="4424793" y="350650"/>
                  </a:lnTo>
                  <a:lnTo>
                    <a:pt x="4424793" y="262006"/>
                  </a:lnTo>
                  <a:lnTo>
                    <a:pt x="6913740" y="262006"/>
                  </a:lnTo>
                  <a:lnTo>
                    <a:pt x="6913740" y="88096"/>
                  </a:lnTo>
                  <a:lnTo>
                    <a:pt x="7005923" y="88096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tx24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4811319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4082266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3353214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262416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95335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276592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460959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4532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829691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6" name="pl36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910695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2.60 (95% CI 1.22-5.58), p = 0.014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10695" y="1669789"/>
              <a:ext cx="16666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2026-05-26T11:33:21Z</dcterms:modified>
  <cp:category/>
</cp:coreProperties>
</file>