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717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90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641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376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392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74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4009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7444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85641"/>
              <a:ext cx="7005923" cy="1119035"/>
            </a:xfrm>
            <a:custGeom>
              <a:avLst/>
              <a:pathLst>
                <a:path w="7005923" h="1119035">
                  <a:moveTo>
                    <a:pt x="0" y="1119035"/>
                  </a:moveTo>
                  <a:lnTo>
                    <a:pt x="276549" y="1119035"/>
                  </a:lnTo>
                  <a:lnTo>
                    <a:pt x="276549" y="1079998"/>
                  </a:lnTo>
                  <a:lnTo>
                    <a:pt x="368732" y="1079998"/>
                  </a:lnTo>
                  <a:lnTo>
                    <a:pt x="368732" y="963850"/>
                  </a:lnTo>
                  <a:lnTo>
                    <a:pt x="553099" y="963850"/>
                  </a:lnTo>
                  <a:lnTo>
                    <a:pt x="553099" y="884808"/>
                  </a:lnTo>
                  <a:lnTo>
                    <a:pt x="737465" y="884808"/>
                  </a:lnTo>
                  <a:lnTo>
                    <a:pt x="737465" y="845006"/>
                  </a:lnTo>
                  <a:lnTo>
                    <a:pt x="829648" y="845006"/>
                  </a:lnTo>
                  <a:lnTo>
                    <a:pt x="829648" y="804919"/>
                  </a:lnTo>
                  <a:lnTo>
                    <a:pt x="921832" y="804919"/>
                  </a:lnTo>
                  <a:lnTo>
                    <a:pt x="921832" y="723350"/>
                  </a:lnTo>
                  <a:lnTo>
                    <a:pt x="1198381" y="723350"/>
                  </a:lnTo>
                  <a:lnTo>
                    <a:pt x="1198381" y="682069"/>
                  </a:lnTo>
                  <a:lnTo>
                    <a:pt x="1382748" y="682069"/>
                  </a:lnTo>
                  <a:lnTo>
                    <a:pt x="1382748" y="640710"/>
                  </a:lnTo>
                  <a:lnTo>
                    <a:pt x="1474931" y="640710"/>
                  </a:lnTo>
                  <a:lnTo>
                    <a:pt x="1474931" y="558495"/>
                  </a:lnTo>
                  <a:lnTo>
                    <a:pt x="1843664" y="558495"/>
                  </a:lnTo>
                  <a:lnTo>
                    <a:pt x="1843664" y="516567"/>
                  </a:lnTo>
                  <a:lnTo>
                    <a:pt x="2120213" y="516567"/>
                  </a:lnTo>
                  <a:lnTo>
                    <a:pt x="2120213" y="474778"/>
                  </a:lnTo>
                  <a:lnTo>
                    <a:pt x="2304580" y="474778"/>
                  </a:lnTo>
                  <a:lnTo>
                    <a:pt x="2304580" y="432870"/>
                  </a:lnTo>
                  <a:lnTo>
                    <a:pt x="2396763" y="432870"/>
                  </a:lnTo>
                  <a:lnTo>
                    <a:pt x="2396763" y="348195"/>
                  </a:lnTo>
                  <a:lnTo>
                    <a:pt x="2857679" y="348195"/>
                  </a:lnTo>
                  <a:lnTo>
                    <a:pt x="2857679" y="305041"/>
                  </a:lnTo>
                  <a:lnTo>
                    <a:pt x="3134228" y="305041"/>
                  </a:lnTo>
                  <a:lnTo>
                    <a:pt x="3134228" y="262052"/>
                  </a:lnTo>
                  <a:lnTo>
                    <a:pt x="3410778" y="262052"/>
                  </a:lnTo>
                  <a:lnTo>
                    <a:pt x="3410778" y="219194"/>
                  </a:lnTo>
                  <a:lnTo>
                    <a:pt x="3963877" y="219194"/>
                  </a:lnTo>
                  <a:lnTo>
                    <a:pt x="3963877" y="176366"/>
                  </a:lnTo>
                  <a:lnTo>
                    <a:pt x="4424793" y="176366"/>
                  </a:lnTo>
                  <a:lnTo>
                    <a:pt x="4424793" y="132948"/>
                  </a:lnTo>
                  <a:lnTo>
                    <a:pt x="6913740" y="132948"/>
                  </a:lnTo>
                  <a:lnTo>
                    <a:pt x="6913740" y="45767"/>
                  </a:lnTo>
                  <a:lnTo>
                    <a:pt x="7005923" y="4576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18481"/>
            </a:xfrm>
            <a:custGeom>
              <a:avLst/>
              <a:pathLst>
                <a:path w="7005923" h="2518481">
                  <a:moveTo>
                    <a:pt x="0" y="2518481"/>
                  </a:moveTo>
                  <a:lnTo>
                    <a:pt x="276549" y="2518481"/>
                  </a:lnTo>
                  <a:lnTo>
                    <a:pt x="276549" y="2416966"/>
                  </a:lnTo>
                  <a:lnTo>
                    <a:pt x="368732" y="2416966"/>
                  </a:lnTo>
                  <a:lnTo>
                    <a:pt x="368732" y="2121132"/>
                  </a:lnTo>
                  <a:lnTo>
                    <a:pt x="553099" y="2121132"/>
                  </a:lnTo>
                  <a:lnTo>
                    <a:pt x="553099" y="1925036"/>
                  </a:lnTo>
                  <a:lnTo>
                    <a:pt x="737465" y="1925036"/>
                  </a:lnTo>
                  <a:lnTo>
                    <a:pt x="737465" y="1827872"/>
                  </a:lnTo>
                  <a:lnTo>
                    <a:pt x="829648" y="1827872"/>
                  </a:lnTo>
                  <a:lnTo>
                    <a:pt x="829648" y="1731071"/>
                  </a:lnTo>
                  <a:lnTo>
                    <a:pt x="921832" y="1731071"/>
                  </a:lnTo>
                  <a:lnTo>
                    <a:pt x="921832" y="1537345"/>
                  </a:lnTo>
                  <a:lnTo>
                    <a:pt x="1198381" y="1537345"/>
                  </a:lnTo>
                  <a:lnTo>
                    <a:pt x="1198381" y="1440945"/>
                  </a:lnTo>
                  <a:lnTo>
                    <a:pt x="1382748" y="1440945"/>
                  </a:lnTo>
                  <a:lnTo>
                    <a:pt x="1382748" y="1345460"/>
                  </a:lnTo>
                  <a:lnTo>
                    <a:pt x="1474931" y="1345460"/>
                  </a:lnTo>
                  <a:lnTo>
                    <a:pt x="1474931" y="1158872"/>
                  </a:lnTo>
                  <a:lnTo>
                    <a:pt x="1843664" y="1158872"/>
                  </a:lnTo>
                  <a:lnTo>
                    <a:pt x="1843664" y="1065347"/>
                  </a:lnTo>
                  <a:lnTo>
                    <a:pt x="2120213" y="1065347"/>
                  </a:lnTo>
                  <a:lnTo>
                    <a:pt x="2120213" y="973221"/>
                  </a:lnTo>
                  <a:lnTo>
                    <a:pt x="2304580" y="973221"/>
                  </a:lnTo>
                  <a:lnTo>
                    <a:pt x="2304580" y="881910"/>
                  </a:lnTo>
                  <a:lnTo>
                    <a:pt x="2396763" y="881910"/>
                  </a:lnTo>
                  <a:lnTo>
                    <a:pt x="2396763" y="700688"/>
                  </a:lnTo>
                  <a:lnTo>
                    <a:pt x="2857679" y="700688"/>
                  </a:lnTo>
                  <a:lnTo>
                    <a:pt x="2857679" y="609989"/>
                  </a:lnTo>
                  <a:lnTo>
                    <a:pt x="3134228" y="609989"/>
                  </a:lnTo>
                  <a:lnTo>
                    <a:pt x="3134228" y="520743"/>
                  </a:lnTo>
                  <a:lnTo>
                    <a:pt x="3410778" y="520743"/>
                  </a:lnTo>
                  <a:lnTo>
                    <a:pt x="3410778" y="432855"/>
                  </a:lnTo>
                  <a:lnTo>
                    <a:pt x="3963877" y="432855"/>
                  </a:lnTo>
                  <a:lnTo>
                    <a:pt x="3963877" y="346102"/>
                  </a:lnTo>
                  <a:lnTo>
                    <a:pt x="4424793" y="346102"/>
                  </a:lnTo>
                  <a:lnTo>
                    <a:pt x="4424793" y="259245"/>
                  </a:lnTo>
                  <a:lnTo>
                    <a:pt x="6913740" y="259245"/>
                  </a:lnTo>
                  <a:lnTo>
                    <a:pt x="6913740" y="88111"/>
                  </a:lnTo>
                  <a:lnTo>
                    <a:pt x="7005923" y="881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38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738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6089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3439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2.67 (95% CI 1.20-5.91), p = 0.016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2026-05-22T09:54:40Z</dcterms:modified>
  <cp:category/>
</cp:coreProperties>
</file>