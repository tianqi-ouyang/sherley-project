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98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98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777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566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93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382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41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960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92822"/>
              <a:ext cx="7005923" cy="1112407"/>
            </a:xfrm>
            <a:custGeom>
              <a:avLst/>
              <a:pathLst>
                <a:path w="7005923" h="1112407">
                  <a:moveTo>
                    <a:pt x="0" y="1112407"/>
                  </a:moveTo>
                  <a:lnTo>
                    <a:pt x="276549" y="1112407"/>
                  </a:lnTo>
                  <a:lnTo>
                    <a:pt x="276549" y="1074168"/>
                  </a:lnTo>
                  <a:lnTo>
                    <a:pt x="368732" y="1074168"/>
                  </a:lnTo>
                  <a:lnTo>
                    <a:pt x="368732" y="960096"/>
                  </a:lnTo>
                  <a:lnTo>
                    <a:pt x="553099" y="960096"/>
                  </a:lnTo>
                  <a:lnTo>
                    <a:pt x="553099" y="882702"/>
                  </a:lnTo>
                  <a:lnTo>
                    <a:pt x="737465" y="882702"/>
                  </a:lnTo>
                  <a:lnTo>
                    <a:pt x="737465" y="843625"/>
                  </a:lnTo>
                  <a:lnTo>
                    <a:pt x="829648" y="843625"/>
                  </a:lnTo>
                  <a:lnTo>
                    <a:pt x="829648" y="804230"/>
                  </a:lnTo>
                  <a:lnTo>
                    <a:pt x="921832" y="804230"/>
                  </a:lnTo>
                  <a:lnTo>
                    <a:pt x="921832" y="724134"/>
                  </a:lnTo>
                  <a:lnTo>
                    <a:pt x="1198381" y="724134"/>
                  </a:lnTo>
                  <a:lnTo>
                    <a:pt x="1198381" y="682959"/>
                  </a:lnTo>
                  <a:lnTo>
                    <a:pt x="1382748" y="682959"/>
                  </a:lnTo>
                  <a:lnTo>
                    <a:pt x="1382748" y="641825"/>
                  </a:lnTo>
                  <a:lnTo>
                    <a:pt x="1474931" y="641825"/>
                  </a:lnTo>
                  <a:lnTo>
                    <a:pt x="1474931" y="559985"/>
                  </a:lnTo>
                  <a:lnTo>
                    <a:pt x="1843664" y="559985"/>
                  </a:lnTo>
                  <a:lnTo>
                    <a:pt x="1843664" y="518140"/>
                  </a:lnTo>
                  <a:lnTo>
                    <a:pt x="2120213" y="518140"/>
                  </a:lnTo>
                  <a:lnTo>
                    <a:pt x="2120213" y="476354"/>
                  </a:lnTo>
                  <a:lnTo>
                    <a:pt x="2304580" y="476354"/>
                  </a:lnTo>
                  <a:lnTo>
                    <a:pt x="2304580" y="434449"/>
                  </a:lnTo>
                  <a:lnTo>
                    <a:pt x="2396763" y="434449"/>
                  </a:lnTo>
                  <a:lnTo>
                    <a:pt x="2396763" y="349565"/>
                  </a:lnTo>
                  <a:lnTo>
                    <a:pt x="2857679" y="349565"/>
                  </a:lnTo>
                  <a:lnTo>
                    <a:pt x="2857679" y="306170"/>
                  </a:lnTo>
                  <a:lnTo>
                    <a:pt x="3134228" y="306170"/>
                  </a:lnTo>
                  <a:lnTo>
                    <a:pt x="3134228" y="262931"/>
                  </a:lnTo>
                  <a:lnTo>
                    <a:pt x="3410778" y="262931"/>
                  </a:lnTo>
                  <a:lnTo>
                    <a:pt x="3410778" y="219773"/>
                  </a:lnTo>
                  <a:lnTo>
                    <a:pt x="3963877" y="219773"/>
                  </a:lnTo>
                  <a:lnTo>
                    <a:pt x="3963877" y="176576"/>
                  </a:lnTo>
                  <a:lnTo>
                    <a:pt x="4424793" y="176576"/>
                  </a:lnTo>
                  <a:lnTo>
                    <a:pt x="4424793" y="132765"/>
                  </a:lnTo>
                  <a:lnTo>
                    <a:pt x="6913740" y="132765"/>
                  </a:lnTo>
                  <a:lnTo>
                    <a:pt x="6913740" y="45222"/>
                  </a:lnTo>
                  <a:lnTo>
                    <a:pt x="7005923" y="4522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19914"/>
            </a:xfrm>
            <a:custGeom>
              <a:avLst/>
              <a:pathLst>
                <a:path w="7005923" h="2519914">
                  <a:moveTo>
                    <a:pt x="0" y="2519914"/>
                  </a:moveTo>
                  <a:lnTo>
                    <a:pt x="276549" y="2519914"/>
                  </a:lnTo>
                  <a:lnTo>
                    <a:pt x="276549" y="2420377"/>
                  </a:lnTo>
                  <a:lnTo>
                    <a:pt x="368732" y="2420377"/>
                  </a:lnTo>
                  <a:lnTo>
                    <a:pt x="368732" y="2129165"/>
                  </a:lnTo>
                  <a:lnTo>
                    <a:pt x="553099" y="2129165"/>
                  </a:lnTo>
                  <a:lnTo>
                    <a:pt x="553099" y="1936417"/>
                  </a:lnTo>
                  <a:lnTo>
                    <a:pt x="737465" y="1936417"/>
                  </a:lnTo>
                  <a:lnTo>
                    <a:pt x="737465" y="1840563"/>
                  </a:lnTo>
                  <a:lnTo>
                    <a:pt x="829648" y="1840563"/>
                  </a:lnTo>
                  <a:lnTo>
                    <a:pt x="829648" y="1744917"/>
                  </a:lnTo>
                  <a:lnTo>
                    <a:pt x="921832" y="1744917"/>
                  </a:lnTo>
                  <a:lnTo>
                    <a:pt x="921832" y="1553492"/>
                  </a:lnTo>
                  <a:lnTo>
                    <a:pt x="1198381" y="1553492"/>
                  </a:lnTo>
                  <a:lnTo>
                    <a:pt x="1198381" y="1456657"/>
                  </a:lnTo>
                  <a:lnTo>
                    <a:pt x="1382748" y="1456657"/>
                  </a:lnTo>
                  <a:lnTo>
                    <a:pt x="1382748" y="1360974"/>
                  </a:lnTo>
                  <a:lnTo>
                    <a:pt x="1474931" y="1360974"/>
                  </a:lnTo>
                  <a:lnTo>
                    <a:pt x="1474931" y="1173724"/>
                  </a:lnTo>
                  <a:lnTo>
                    <a:pt x="1843664" y="1173724"/>
                  </a:lnTo>
                  <a:lnTo>
                    <a:pt x="1843664" y="1079573"/>
                  </a:lnTo>
                  <a:lnTo>
                    <a:pt x="2120213" y="1079573"/>
                  </a:lnTo>
                  <a:lnTo>
                    <a:pt x="2120213" y="986617"/>
                  </a:lnTo>
                  <a:lnTo>
                    <a:pt x="2304580" y="986617"/>
                  </a:lnTo>
                  <a:lnTo>
                    <a:pt x="2304580" y="894459"/>
                  </a:lnTo>
                  <a:lnTo>
                    <a:pt x="2396763" y="894459"/>
                  </a:lnTo>
                  <a:lnTo>
                    <a:pt x="2396763" y="711010"/>
                  </a:lnTo>
                  <a:lnTo>
                    <a:pt x="2857679" y="711010"/>
                  </a:lnTo>
                  <a:lnTo>
                    <a:pt x="2857679" y="618882"/>
                  </a:lnTo>
                  <a:lnTo>
                    <a:pt x="3134228" y="618882"/>
                  </a:lnTo>
                  <a:lnTo>
                    <a:pt x="3134228" y="528190"/>
                  </a:lnTo>
                  <a:lnTo>
                    <a:pt x="3410778" y="528190"/>
                  </a:lnTo>
                  <a:lnTo>
                    <a:pt x="3410778" y="438757"/>
                  </a:lnTo>
                  <a:lnTo>
                    <a:pt x="3963877" y="438757"/>
                  </a:lnTo>
                  <a:lnTo>
                    <a:pt x="3963877" y="350330"/>
                  </a:lnTo>
                  <a:lnTo>
                    <a:pt x="4424793" y="350330"/>
                  </a:lnTo>
                  <a:lnTo>
                    <a:pt x="4424793" y="261748"/>
                  </a:lnTo>
                  <a:lnTo>
                    <a:pt x="6913740" y="261748"/>
                  </a:lnTo>
                  <a:lnTo>
                    <a:pt x="6913740" y="88034"/>
                  </a:lnTo>
                  <a:lnTo>
                    <a:pt x="7005923" y="8803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928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98203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7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5603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2.67 (95% CI 1.23-5.77), p = 0.013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2026-05-22T10:32:49Z</dcterms:modified>
  <cp:category/>
</cp:coreProperties>
</file>