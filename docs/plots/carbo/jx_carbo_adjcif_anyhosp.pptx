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1589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48684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75779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02873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062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499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36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43726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85137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1223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39326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26642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44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281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717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1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3590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4368116"/>
              <a:ext cx="7005923" cy="1135911"/>
            </a:xfrm>
            <a:custGeom>
              <a:avLst/>
              <a:pathLst>
                <a:path w="7005923" h="1135911">
                  <a:moveTo>
                    <a:pt x="0" y="1135911"/>
                  </a:moveTo>
                  <a:lnTo>
                    <a:pt x="276549" y="1135911"/>
                  </a:lnTo>
                  <a:lnTo>
                    <a:pt x="276549" y="1096955"/>
                  </a:lnTo>
                  <a:lnTo>
                    <a:pt x="368732" y="1096955"/>
                  </a:lnTo>
                  <a:lnTo>
                    <a:pt x="368732" y="980848"/>
                  </a:lnTo>
                  <a:lnTo>
                    <a:pt x="553099" y="980848"/>
                  </a:lnTo>
                  <a:lnTo>
                    <a:pt x="553099" y="901658"/>
                  </a:lnTo>
                  <a:lnTo>
                    <a:pt x="737465" y="901658"/>
                  </a:lnTo>
                  <a:lnTo>
                    <a:pt x="737465" y="861715"/>
                  </a:lnTo>
                  <a:lnTo>
                    <a:pt x="829648" y="861715"/>
                  </a:lnTo>
                  <a:lnTo>
                    <a:pt x="829648" y="821397"/>
                  </a:lnTo>
                  <a:lnTo>
                    <a:pt x="921832" y="821397"/>
                  </a:lnTo>
                  <a:lnTo>
                    <a:pt x="921832" y="739403"/>
                  </a:lnTo>
                  <a:lnTo>
                    <a:pt x="1198381" y="739403"/>
                  </a:lnTo>
                  <a:lnTo>
                    <a:pt x="1198381" y="697219"/>
                  </a:lnTo>
                  <a:lnTo>
                    <a:pt x="1382748" y="697219"/>
                  </a:lnTo>
                  <a:lnTo>
                    <a:pt x="1382748" y="655076"/>
                  </a:lnTo>
                  <a:lnTo>
                    <a:pt x="1474931" y="655076"/>
                  </a:lnTo>
                  <a:lnTo>
                    <a:pt x="1474931" y="571260"/>
                  </a:lnTo>
                  <a:lnTo>
                    <a:pt x="1843664" y="571260"/>
                  </a:lnTo>
                  <a:lnTo>
                    <a:pt x="1843664" y="528497"/>
                  </a:lnTo>
                  <a:lnTo>
                    <a:pt x="2120213" y="528497"/>
                  </a:lnTo>
                  <a:lnTo>
                    <a:pt x="2120213" y="485797"/>
                  </a:lnTo>
                  <a:lnTo>
                    <a:pt x="2304580" y="485797"/>
                  </a:lnTo>
                  <a:lnTo>
                    <a:pt x="2304580" y="443006"/>
                  </a:lnTo>
                  <a:lnTo>
                    <a:pt x="2396763" y="443006"/>
                  </a:lnTo>
                  <a:lnTo>
                    <a:pt x="2396763" y="356144"/>
                  </a:lnTo>
                  <a:lnTo>
                    <a:pt x="2857679" y="356144"/>
                  </a:lnTo>
                  <a:lnTo>
                    <a:pt x="2857679" y="311903"/>
                  </a:lnTo>
                  <a:lnTo>
                    <a:pt x="3134228" y="311903"/>
                  </a:lnTo>
                  <a:lnTo>
                    <a:pt x="3134228" y="267829"/>
                  </a:lnTo>
                  <a:lnTo>
                    <a:pt x="3410778" y="267829"/>
                  </a:lnTo>
                  <a:lnTo>
                    <a:pt x="3410778" y="223838"/>
                  </a:lnTo>
                  <a:lnTo>
                    <a:pt x="3963877" y="223838"/>
                  </a:lnTo>
                  <a:lnTo>
                    <a:pt x="3963877" y="179836"/>
                  </a:lnTo>
                  <a:lnTo>
                    <a:pt x="4424793" y="179836"/>
                  </a:lnTo>
                  <a:lnTo>
                    <a:pt x="4424793" y="135204"/>
                  </a:lnTo>
                  <a:lnTo>
                    <a:pt x="6913740" y="135204"/>
                  </a:lnTo>
                  <a:lnTo>
                    <a:pt x="6913740" y="46025"/>
                  </a:lnTo>
                  <a:lnTo>
                    <a:pt x="7005923" y="4602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521417"/>
            </a:xfrm>
            <a:custGeom>
              <a:avLst/>
              <a:pathLst>
                <a:path w="7005923" h="2521417">
                  <a:moveTo>
                    <a:pt x="0" y="2521417"/>
                  </a:moveTo>
                  <a:lnTo>
                    <a:pt x="276549" y="2521417"/>
                  </a:lnTo>
                  <a:lnTo>
                    <a:pt x="276549" y="2422329"/>
                  </a:lnTo>
                  <a:lnTo>
                    <a:pt x="368732" y="2422329"/>
                  </a:lnTo>
                  <a:lnTo>
                    <a:pt x="368732" y="2132572"/>
                  </a:lnTo>
                  <a:lnTo>
                    <a:pt x="553099" y="2132572"/>
                  </a:lnTo>
                  <a:lnTo>
                    <a:pt x="553099" y="1939675"/>
                  </a:lnTo>
                  <a:lnTo>
                    <a:pt x="737465" y="1939675"/>
                  </a:lnTo>
                  <a:lnTo>
                    <a:pt x="737465" y="1843816"/>
                  </a:lnTo>
                  <a:lnTo>
                    <a:pt x="829648" y="1843816"/>
                  </a:lnTo>
                  <a:lnTo>
                    <a:pt x="829648" y="1748029"/>
                  </a:lnTo>
                  <a:lnTo>
                    <a:pt x="921832" y="1748029"/>
                  </a:lnTo>
                  <a:lnTo>
                    <a:pt x="921832" y="1556216"/>
                  </a:lnTo>
                  <a:lnTo>
                    <a:pt x="1198381" y="1556216"/>
                  </a:lnTo>
                  <a:lnTo>
                    <a:pt x="1198381" y="1459081"/>
                  </a:lnTo>
                  <a:lnTo>
                    <a:pt x="1382748" y="1459081"/>
                  </a:lnTo>
                  <a:lnTo>
                    <a:pt x="1382748" y="1363082"/>
                  </a:lnTo>
                  <a:lnTo>
                    <a:pt x="1474931" y="1363082"/>
                  </a:lnTo>
                  <a:lnTo>
                    <a:pt x="1474931" y="1175222"/>
                  </a:lnTo>
                  <a:lnTo>
                    <a:pt x="1843664" y="1175222"/>
                  </a:lnTo>
                  <a:lnTo>
                    <a:pt x="1843664" y="1080937"/>
                  </a:lnTo>
                  <a:lnTo>
                    <a:pt x="2120213" y="1080937"/>
                  </a:lnTo>
                  <a:lnTo>
                    <a:pt x="2120213" y="987836"/>
                  </a:lnTo>
                  <a:lnTo>
                    <a:pt x="2304580" y="987836"/>
                  </a:lnTo>
                  <a:lnTo>
                    <a:pt x="2304580" y="895575"/>
                  </a:lnTo>
                  <a:lnTo>
                    <a:pt x="2396763" y="895575"/>
                  </a:lnTo>
                  <a:lnTo>
                    <a:pt x="2396763" y="711467"/>
                  </a:lnTo>
                  <a:lnTo>
                    <a:pt x="2857679" y="711467"/>
                  </a:lnTo>
                  <a:lnTo>
                    <a:pt x="2857679" y="619315"/>
                  </a:lnTo>
                  <a:lnTo>
                    <a:pt x="3134228" y="619315"/>
                  </a:lnTo>
                  <a:lnTo>
                    <a:pt x="3134228" y="528590"/>
                  </a:lnTo>
                  <a:lnTo>
                    <a:pt x="3410778" y="528590"/>
                  </a:lnTo>
                  <a:lnTo>
                    <a:pt x="3410778" y="439102"/>
                  </a:lnTo>
                  <a:lnTo>
                    <a:pt x="3963877" y="439102"/>
                  </a:lnTo>
                  <a:lnTo>
                    <a:pt x="3963877" y="350650"/>
                  </a:lnTo>
                  <a:lnTo>
                    <a:pt x="4424793" y="350650"/>
                  </a:lnTo>
                  <a:lnTo>
                    <a:pt x="4424793" y="262006"/>
                  </a:lnTo>
                  <a:lnTo>
                    <a:pt x="6913740" y="262006"/>
                  </a:lnTo>
                  <a:lnTo>
                    <a:pt x="6913740" y="88096"/>
                  </a:lnTo>
                  <a:lnTo>
                    <a:pt x="7005923" y="8809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81131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08226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35321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262416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95335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65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6095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453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2969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pl36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2.60 (95% CI 1.22-5.58), p = 0.014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2026-05-22T13:30:03Z</dcterms:modified>
  <cp:category/>
</cp:coreProperties>
</file>