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86078"/>
            </a:xfrm>
            <a:custGeom>
              <a:avLst/>
              <a:pathLst>
                <a:path w="7090630" h="3286078">
                  <a:moveTo>
                    <a:pt x="2707695" y="0"/>
                  </a:moveTo>
                  <a:lnTo>
                    <a:pt x="2721655" y="32291"/>
                  </a:lnTo>
                  <a:lnTo>
                    <a:pt x="2793278" y="190376"/>
                  </a:lnTo>
                  <a:lnTo>
                    <a:pt x="2864901" y="341221"/>
                  </a:lnTo>
                  <a:lnTo>
                    <a:pt x="2936523" y="485156"/>
                  </a:lnTo>
                  <a:lnTo>
                    <a:pt x="3008146" y="622499"/>
                  </a:lnTo>
                  <a:lnTo>
                    <a:pt x="3079768" y="753551"/>
                  </a:lnTo>
                  <a:lnTo>
                    <a:pt x="3151391" y="878601"/>
                  </a:lnTo>
                  <a:lnTo>
                    <a:pt x="3223013" y="997923"/>
                  </a:lnTo>
                  <a:lnTo>
                    <a:pt x="3294636" y="1111780"/>
                  </a:lnTo>
                  <a:lnTo>
                    <a:pt x="3366258" y="1220422"/>
                  </a:lnTo>
                  <a:lnTo>
                    <a:pt x="3437881" y="1324088"/>
                  </a:lnTo>
                  <a:lnTo>
                    <a:pt x="3509503" y="1423005"/>
                  </a:lnTo>
                  <a:lnTo>
                    <a:pt x="3581126" y="1517392"/>
                  </a:lnTo>
                  <a:lnTo>
                    <a:pt x="3652748" y="1607456"/>
                  </a:lnTo>
                  <a:lnTo>
                    <a:pt x="3724371" y="1693395"/>
                  </a:lnTo>
                  <a:lnTo>
                    <a:pt x="3795993" y="1775397"/>
                  </a:lnTo>
                  <a:lnTo>
                    <a:pt x="3867616" y="1853644"/>
                  </a:lnTo>
                  <a:lnTo>
                    <a:pt x="3939238" y="1928307"/>
                  </a:lnTo>
                  <a:lnTo>
                    <a:pt x="4010861" y="1999550"/>
                  </a:lnTo>
                  <a:lnTo>
                    <a:pt x="4082483" y="2067529"/>
                  </a:lnTo>
                  <a:lnTo>
                    <a:pt x="4154106" y="2132396"/>
                  </a:lnTo>
                  <a:lnTo>
                    <a:pt x="4225729" y="2194291"/>
                  </a:lnTo>
                  <a:lnTo>
                    <a:pt x="4297351" y="2253351"/>
                  </a:lnTo>
                  <a:lnTo>
                    <a:pt x="4368974" y="2309706"/>
                  </a:lnTo>
                  <a:lnTo>
                    <a:pt x="4440596" y="2363480"/>
                  </a:lnTo>
                  <a:lnTo>
                    <a:pt x="4512219" y="2414791"/>
                  </a:lnTo>
                  <a:lnTo>
                    <a:pt x="4583841" y="2463752"/>
                  </a:lnTo>
                  <a:lnTo>
                    <a:pt x="4655464" y="2510470"/>
                  </a:lnTo>
                  <a:lnTo>
                    <a:pt x="4727086" y="2555049"/>
                  </a:lnTo>
                  <a:lnTo>
                    <a:pt x="4798709" y="2597585"/>
                  </a:lnTo>
                  <a:lnTo>
                    <a:pt x="4870331" y="2638174"/>
                  </a:lnTo>
                  <a:lnTo>
                    <a:pt x="4941954" y="2652663"/>
                  </a:lnTo>
                  <a:lnTo>
                    <a:pt x="5013576" y="2649909"/>
                  </a:lnTo>
                  <a:lnTo>
                    <a:pt x="5085199" y="2647146"/>
                  </a:lnTo>
                  <a:lnTo>
                    <a:pt x="5156821" y="2644374"/>
                  </a:lnTo>
                  <a:lnTo>
                    <a:pt x="5228444" y="2641593"/>
                  </a:lnTo>
                  <a:lnTo>
                    <a:pt x="5300066" y="2638802"/>
                  </a:lnTo>
                  <a:lnTo>
                    <a:pt x="5371689" y="2636002"/>
                  </a:lnTo>
                  <a:lnTo>
                    <a:pt x="5443311" y="2633193"/>
                  </a:lnTo>
                  <a:lnTo>
                    <a:pt x="5514934" y="2630375"/>
                  </a:lnTo>
                  <a:lnTo>
                    <a:pt x="5586557" y="2627547"/>
                  </a:lnTo>
                  <a:lnTo>
                    <a:pt x="5658179" y="2624710"/>
                  </a:lnTo>
                  <a:lnTo>
                    <a:pt x="5729802" y="2621864"/>
                  </a:lnTo>
                  <a:lnTo>
                    <a:pt x="5801424" y="2619008"/>
                  </a:lnTo>
                  <a:lnTo>
                    <a:pt x="5873047" y="2616143"/>
                  </a:lnTo>
                  <a:lnTo>
                    <a:pt x="5944669" y="2613268"/>
                  </a:lnTo>
                  <a:lnTo>
                    <a:pt x="6016292" y="2610383"/>
                  </a:lnTo>
                  <a:lnTo>
                    <a:pt x="6087914" y="2607489"/>
                  </a:lnTo>
                  <a:lnTo>
                    <a:pt x="6159537" y="2604586"/>
                  </a:lnTo>
                  <a:lnTo>
                    <a:pt x="6231159" y="2601673"/>
                  </a:lnTo>
                  <a:lnTo>
                    <a:pt x="6302782" y="2598750"/>
                  </a:lnTo>
                  <a:lnTo>
                    <a:pt x="6374404" y="2595817"/>
                  </a:lnTo>
                  <a:lnTo>
                    <a:pt x="6446027" y="2592875"/>
                  </a:lnTo>
                  <a:lnTo>
                    <a:pt x="6517649" y="2589923"/>
                  </a:lnTo>
                  <a:lnTo>
                    <a:pt x="6589272" y="2586961"/>
                  </a:lnTo>
                  <a:lnTo>
                    <a:pt x="6660894" y="2583990"/>
                  </a:lnTo>
                  <a:lnTo>
                    <a:pt x="6732517" y="2581008"/>
                  </a:lnTo>
                  <a:lnTo>
                    <a:pt x="6804139" y="2578017"/>
                  </a:lnTo>
                  <a:lnTo>
                    <a:pt x="6875762" y="2575016"/>
                  </a:lnTo>
                  <a:lnTo>
                    <a:pt x="6947385" y="2572005"/>
                  </a:lnTo>
                  <a:lnTo>
                    <a:pt x="7019007" y="2568984"/>
                  </a:lnTo>
                  <a:lnTo>
                    <a:pt x="7090630" y="2565953"/>
                  </a:lnTo>
                  <a:lnTo>
                    <a:pt x="7090630" y="3286078"/>
                  </a:lnTo>
                  <a:lnTo>
                    <a:pt x="7019007" y="3276589"/>
                  </a:lnTo>
                  <a:lnTo>
                    <a:pt x="6947385" y="3266646"/>
                  </a:lnTo>
                  <a:lnTo>
                    <a:pt x="6875762" y="3256224"/>
                  </a:lnTo>
                  <a:lnTo>
                    <a:pt x="6804139" y="3245303"/>
                  </a:lnTo>
                  <a:lnTo>
                    <a:pt x="6732517" y="3233858"/>
                  </a:lnTo>
                  <a:lnTo>
                    <a:pt x="6660894" y="3221863"/>
                  </a:lnTo>
                  <a:lnTo>
                    <a:pt x="6589272" y="3209292"/>
                  </a:lnTo>
                  <a:lnTo>
                    <a:pt x="6517649" y="3196118"/>
                  </a:lnTo>
                  <a:lnTo>
                    <a:pt x="6446027" y="3182312"/>
                  </a:lnTo>
                  <a:lnTo>
                    <a:pt x="6374404" y="3167842"/>
                  </a:lnTo>
                  <a:lnTo>
                    <a:pt x="6302782" y="3152679"/>
                  </a:lnTo>
                  <a:lnTo>
                    <a:pt x="6231159" y="3136787"/>
                  </a:lnTo>
                  <a:lnTo>
                    <a:pt x="6159537" y="3120133"/>
                  </a:lnTo>
                  <a:lnTo>
                    <a:pt x="6087914" y="3102679"/>
                  </a:lnTo>
                  <a:lnTo>
                    <a:pt x="6016292" y="3084387"/>
                  </a:lnTo>
                  <a:lnTo>
                    <a:pt x="5944669" y="3065218"/>
                  </a:lnTo>
                  <a:lnTo>
                    <a:pt x="5873047" y="3045128"/>
                  </a:lnTo>
                  <a:lnTo>
                    <a:pt x="5801424" y="3024074"/>
                  </a:lnTo>
                  <a:lnTo>
                    <a:pt x="5729802" y="3002009"/>
                  </a:lnTo>
                  <a:lnTo>
                    <a:pt x="5658179" y="2978885"/>
                  </a:lnTo>
                  <a:lnTo>
                    <a:pt x="5586557" y="2954651"/>
                  </a:lnTo>
                  <a:lnTo>
                    <a:pt x="5514934" y="2929254"/>
                  </a:lnTo>
                  <a:lnTo>
                    <a:pt x="5443311" y="2902638"/>
                  </a:lnTo>
                  <a:lnTo>
                    <a:pt x="5371689" y="2874744"/>
                  </a:lnTo>
                  <a:lnTo>
                    <a:pt x="5300066" y="2845511"/>
                  </a:lnTo>
                  <a:lnTo>
                    <a:pt x="5228444" y="2814875"/>
                  </a:lnTo>
                  <a:lnTo>
                    <a:pt x="5156821" y="2782769"/>
                  </a:lnTo>
                  <a:lnTo>
                    <a:pt x="5085199" y="2749121"/>
                  </a:lnTo>
                  <a:lnTo>
                    <a:pt x="5013576" y="2713858"/>
                  </a:lnTo>
                  <a:lnTo>
                    <a:pt x="4941954" y="2676903"/>
                  </a:lnTo>
                  <a:lnTo>
                    <a:pt x="4870331" y="2655408"/>
                  </a:lnTo>
                  <a:lnTo>
                    <a:pt x="4798709" y="2658144"/>
                  </a:lnTo>
                  <a:lnTo>
                    <a:pt x="4727086" y="2660870"/>
                  </a:lnTo>
                  <a:lnTo>
                    <a:pt x="4655464" y="2663588"/>
                  </a:lnTo>
                  <a:lnTo>
                    <a:pt x="4583841" y="2666297"/>
                  </a:lnTo>
                  <a:lnTo>
                    <a:pt x="4512219" y="2668996"/>
                  </a:lnTo>
                  <a:lnTo>
                    <a:pt x="4440596" y="2671687"/>
                  </a:lnTo>
                  <a:lnTo>
                    <a:pt x="4368974" y="2674369"/>
                  </a:lnTo>
                  <a:lnTo>
                    <a:pt x="4297351" y="2677042"/>
                  </a:lnTo>
                  <a:lnTo>
                    <a:pt x="4225729" y="2679706"/>
                  </a:lnTo>
                  <a:lnTo>
                    <a:pt x="4154106" y="2682362"/>
                  </a:lnTo>
                  <a:lnTo>
                    <a:pt x="4082483" y="2685008"/>
                  </a:lnTo>
                  <a:lnTo>
                    <a:pt x="4010861" y="2687646"/>
                  </a:lnTo>
                  <a:lnTo>
                    <a:pt x="3939238" y="2690276"/>
                  </a:lnTo>
                  <a:lnTo>
                    <a:pt x="3867616" y="2692896"/>
                  </a:lnTo>
                  <a:lnTo>
                    <a:pt x="3795993" y="2695508"/>
                  </a:lnTo>
                  <a:lnTo>
                    <a:pt x="3724371" y="2698111"/>
                  </a:lnTo>
                  <a:lnTo>
                    <a:pt x="3652748" y="2700706"/>
                  </a:lnTo>
                  <a:lnTo>
                    <a:pt x="3581126" y="2703292"/>
                  </a:lnTo>
                  <a:lnTo>
                    <a:pt x="3509503" y="2705870"/>
                  </a:lnTo>
                  <a:lnTo>
                    <a:pt x="3437881" y="2708439"/>
                  </a:lnTo>
                  <a:lnTo>
                    <a:pt x="3366258" y="2710999"/>
                  </a:lnTo>
                  <a:lnTo>
                    <a:pt x="3294636" y="2713551"/>
                  </a:lnTo>
                  <a:lnTo>
                    <a:pt x="3223013" y="2716095"/>
                  </a:lnTo>
                  <a:lnTo>
                    <a:pt x="3151391" y="2718630"/>
                  </a:lnTo>
                  <a:lnTo>
                    <a:pt x="3079768" y="2721157"/>
                  </a:lnTo>
                  <a:lnTo>
                    <a:pt x="3008146" y="2723676"/>
                  </a:lnTo>
                  <a:lnTo>
                    <a:pt x="2936523" y="2726186"/>
                  </a:lnTo>
                  <a:lnTo>
                    <a:pt x="2864901" y="2728688"/>
                  </a:lnTo>
                  <a:lnTo>
                    <a:pt x="2793278" y="2731181"/>
                  </a:lnTo>
                  <a:lnTo>
                    <a:pt x="2721655" y="2733667"/>
                  </a:lnTo>
                  <a:lnTo>
                    <a:pt x="2650033" y="2736144"/>
                  </a:lnTo>
                  <a:lnTo>
                    <a:pt x="2578410" y="2738613"/>
                  </a:lnTo>
                  <a:lnTo>
                    <a:pt x="2506788" y="2741074"/>
                  </a:lnTo>
                  <a:lnTo>
                    <a:pt x="2435165" y="2743527"/>
                  </a:lnTo>
                  <a:lnTo>
                    <a:pt x="2363543" y="2745972"/>
                  </a:lnTo>
                  <a:lnTo>
                    <a:pt x="2291920" y="2748408"/>
                  </a:lnTo>
                  <a:lnTo>
                    <a:pt x="2220298" y="2750837"/>
                  </a:lnTo>
                  <a:lnTo>
                    <a:pt x="2148675" y="2753257"/>
                  </a:lnTo>
                  <a:lnTo>
                    <a:pt x="2077053" y="2755670"/>
                  </a:lnTo>
                  <a:lnTo>
                    <a:pt x="2005430" y="2758074"/>
                  </a:lnTo>
                  <a:lnTo>
                    <a:pt x="1933808" y="2760471"/>
                  </a:lnTo>
                  <a:lnTo>
                    <a:pt x="1862185" y="2762860"/>
                  </a:lnTo>
                  <a:lnTo>
                    <a:pt x="1790563" y="2765240"/>
                  </a:lnTo>
                  <a:lnTo>
                    <a:pt x="1718940" y="2767613"/>
                  </a:lnTo>
                  <a:lnTo>
                    <a:pt x="1647318" y="2769978"/>
                  </a:lnTo>
                  <a:lnTo>
                    <a:pt x="1575695" y="2772336"/>
                  </a:lnTo>
                  <a:lnTo>
                    <a:pt x="1504073" y="2774685"/>
                  </a:lnTo>
                  <a:lnTo>
                    <a:pt x="1432450" y="2777027"/>
                  </a:lnTo>
                  <a:lnTo>
                    <a:pt x="1360827" y="2779361"/>
                  </a:lnTo>
                  <a:lnTo>
                    <a:pt x="1289205" y="2781687"/>
                  </a:lnTo>
                  <a:lnTo>
                    <a:pt x="1217582" y="2784006"/>
                  </a:lnTo>
                  <a:lnTo>
                    <a:pt x="1145960" y="2786317"/>
                  </a:lnTo>
                  <a:lnTo>
                    <a:pt x="1074337" y="2788620"/>
                  </a:lnTo>
                  <a:lnTo>
                    <a:pt x="1002715" y="2790916"/>
                  </a:lnTo>
                  <a:lnTo>
                    <a:pt x="931092" y="2793204"/>
                  </a:lnTo>
                  <a:lnTo>
                    <a:pt x="859470" y="2795485"/>
                  </a:lnTo>
                  <a:lnTo>
                    <a:pt x="787847" y="2797758"/>
                  </a:lnTo>
                  <a:lnTo>
                    <a:pt x="716225" y="2800024"/>
                  </a:lnTo>
                  <a:lnTo>
                    <a:pt x="644602" y="2802282"/>
                  </a:lnTo>
                  <a:lnTo>
                    <a:pt x="572980" y="2804532"/>
                  </a:lnTo>
                  <a:lnTo>
                    <a:pt x="501357" y="2806775"/>
                  </a:lnTo>
                  <a:lnTo>
                    <a:pt x="429735" y="2809011"/>
                  </a:lnTo>
                  <a:lnTo>
                    <a:pt x="358112" y="2811240"/>
                  </a:lnTo>
                  <a:lnTo>
                    <a:pt x="286490" y="2813461"/>
                  </a:lnTo>
                  <a:lnTo>
                    <a:pt x="214867" y="2815674"/>
                  </a:lnTo>
                  <a:lnTo>
                    <a:pt x="143245" y="2817881"/>
                  </a:lnTo>
                  <a:lnTo>
                    <a:pt x="71622" y="2820080"/>
                  </a:lnTo>
                  <a:lnTo>
                    <a:pt x="0" y="282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79745" y="2073503"/>
              <a:ext cx="4382934" cy="2652663"/>
            </a:xfrm>
            <a:custGeom>
              <a:avLst/>
              <a:pathLst>
                <a:path w="4382934" h="2652663">
                  <a:moveTo>
                    <a:pt x="0" y="0"/>
                  </a:moveTo>
                  <a:lnTo>
                    <a:pt x="13960" y="32291"/>
                  </a:lnTo>
                  <a:lnTo>
                    <a:pt x="85582" y="190376"/>
                  </a:lnTo>
                  <a:lnTo>
                    <a:pt x="157205" y="341221"/>
                  </a:lnTo>
                  <a:lnTo>
                    <a:pt x="228827" y="485156"/>
                  </a:lnTo>
                  <a:lnTo>
                    <a:pt x="300450" y="622499"/>
                  </a:lnTo>
                  <a:lnTo>
                    <a:pt x="372072" y="753551"/>
                  </a:lnTo>
                  <a:lnTo>
                    <a:pt x="443695" y="878601"/>
                  </a:lnTo>
                  <a:lnTo>
                    <a:pt x="515317" y="997923"/>
                  </a:lnTo>
                  <a:lnTo>
                    <a:pt x="586940" y="1111780"/>
                  </a:lnTo>
                  <a:lnTo>
                    <a:pt x="658562" y="1220422"/>
                  </a:lnTo>
                  <a:lnTo>
                    <a:pt x="730185" y="1324088"/>
                  </a:lnTo>
                  <a:lnTo>
                    <a:pt x="801807" y="1423005"/>
                  </a:lnTo>
                  <a:lnTo>
                    <a:pt x="873430" y="1517392"/>
                  </a:lnTo>
                  <a:lnTo>
                    <a:pt x="945052" y="1607456"/>
                  </a:lnTo>
                  <a:lnTo>
                    <a:pt x="1016675" y="1693395"/>
                  </a:lnTo>
                  <a:lnTo>
                    <a:pt x="1088298" y="1775397"/>
                  </a:lnTo>
                  <a:lnTo>
                    <a:pt x="1159920" y="1853644"/>
                  </a:lnTo>
                  <a:lnTo>
                    <a:pt x="1231543" y="1928307"/>
                  </a:lnTo>
                  <a:lnTo>
                    <a:pt x="1303165" y="1999550"/>
                  </a:lnTo>
                  <a:lnTo>
                    <a:pt x="1374788" y="2067529"/>
                  </a:lnTo>
                  <a:lnTo>
                    <a:pt x="1446410" y="2132396"/>
                  </a:lnTo>
                  <a:lnTo>
                    <a:pt x="1518033" y="2194291"/>
                  </a:lnTo>
                  <a:lnTo>
                    <a:pt x="1589655" y="2253351"/>
                  </a:lnTo>
                  <a:lnTo>
                    <a:pt x="1661278" y="2309706"/>
                  </a:lnTo>
                  <a:lnTo>
                    <a:pt x="1732900" y="2363480"/>
                  </a:lnTo>
                  <a:lnTo>
                    <a:pt x="1804523" y="2414791"/>
                  </a:lnTo>
                  <a:lnTo>
                    <a:pt x="1876145" y="2463752"/>
                  </a:lnTo>
                  <a:lnTo>
                    <a:pt x="1947768" y="2510470"/>
                  </a:lnTo>
                  <a:lnTo>
                    <a:pt x="2019390" y="2555049"/>
                  </a:lnTo>
                  <a:lnTo>
                    <a:pt x="2091013" y="2597585"/>
                  </a:lnTo>
                  <a:lnTo>
                    <a:pt x="2162635" y="2638174"/>
                  </a:lnTo>
                  <a:lnTo>
                    <a:pt x="2234258" y="2652663"/>
                  </a:lnTo>
                  <a:lnTo>
                    <a:pt x="2305880" y="2649909"/>
                  </a:lnTo>
                  <a:lnTo>
                    <a:pt x="2377503" y="2647146"/>
                  </a:lnTo>
                  <a:lnTo>
                    <a:pt x="2449125" y="2644374"/>
                  </a:lnTo>
                  <a:lnTo>
                    <a:pt x="2520748" y="2641593"/>
                  </a:lnTo>
                  <a:lnTo>
                    <a:pt x="2592371" y="2638802"/>
                  </a:lnTo>
                  <a:lnTo>
                    <a:pt x="2663993" y="2636002"/>
                  </a:lnTo>
                  <a:lnTo>
                    <a:pt x="2735616" y="2633193"/>
                  </a:lnTo>
                  <a:lnTo>
                    <a:pt x="2807238" y="2630375"/>
                  </a:lnTo>
                  <a:lnTo>
                    <a:pt x="2878861" y="2627547"/>
                  </a:lnTo>
                  <a:lnTo>
                    <a:pt x="2950483" y="2624710"/>
                  </a:lnTo>
                  <a:lnTo>
                    <a:pt x="3022106" y="2621864"/>
                  </a:lnTo>
                  <a:lnTo>
                    <a:pt x="3093728" y="2619008"/>
                  </a:lnTo>
                  <a:lnTo>
                    <a:pt x="3165351" y="2616143"/>
                  </a:lnTo>
                  <a:lnTo>
                    <a:pt x="3236973" y="2613268"/>
                  </a:lnTo>
                  <a:lnTo>
                    <a:pt x="3308596" y="2610383"/>
                  </a:lnTo>
                  <a:lnTo>
                    <a:pt x="3380218" y="2607489"/>
                  </a:lnTo>
                  <a:lnTo>
                    <a:pt x="3451841" y="2604586"/>
                  </a:lnTo>
                  <a:lnTo>
                    <a:pt x="3523463" y="2601673"/>
                  </a:lnTo>
                  <a:lnTo>
                    <a:pt x="3595086" y="2598750"/>
                  </a:lnTo>
                  <a:lnTo>
                    <a:pt x="3666708" y="2595817"/>
                  </a:lnTo>
                  <a:lnTo>
                    <a:pt x="3738331" y="2592875"/>
                  </a:lnTo>
                  <a:lnTo>
                    <a:pt x="3809953" y="2589923"/>
                  </a:lnTo>
                  <a:lnTo>
                    <a:pt x="3881576" y="2586961"/>
                  </a:lnTo>
                  <a:lnTo>
                    <a:pt x="3953199" y="2583990"/>
                  </a:lnTo>
                  <a:lnTo>
                    <a:pt x="4024821" y="2581008"/>
                  </a:lnTo>
                  <a:lnTo>
                    <a:pt x="4096444" y="2578017"/>
                  </a:lnTo>
                  <a:lnTo>
                    <a:pt x="4168066" y="2575016"/>
                  </a:lnTo>
                  <a:lnTo>
                    <a:pt x="4239689" y="2572005"/>
                  </a:lnTo>
                  <a:lnTo>
                    <a:pt x="4311311" y="2568984"/>
                  </a:lnTo>
                  <a:lnTo>
                    <a:pt x="4382934" y="25659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911"/>
              <a:ext cx="7090630" cy="630669"/>
            </a:xfrm>
            <a:custGeom>
              <a:avLst/>
              <a:pathLst>
                <a:path w="7090630" h="630669">
                  <a:moveTo>
                    <a:pt x="7090630" y="630669"/>
                  </a:moveTo>
                  <a:lnTo>
                    <a:pt x="7019007" y="621181"/>
                  </a:lnTo>
                  <a:lnTo>
                    <a:pt x="6947385" y="611237"/>
                  </a:lnTo>
                  <a:lnTo>
                    <a:pt x="6875762" y="600816"/>
                  </a:lnTo>
                  <a:lnTo>
                    <a:pt x="6804139" y="589895"/>
                  </a:lnTo>
                  <a:lnTo>
                    <a:pt x="6732517" y="578449"/>
                  </a:lnTo>
                  <a:lnTo>
                    <a:pt x="6660894" y="566454"/>
                  </a:lnTo>
                  <a:lnTo>
                    <a:pt x="6589272" y="553884"/>
                  </a:lnTo>
                  <a:lnTo>
                    <a:pt x="6517649" y="540710"/>
                  </a:lnTo>
                  <a:lnTo>
                    <a:pt x="6446027" y="526903"/>
                  </a:lnTo>
                  <a:lnTo>
                    <a:pt x="6374404" y="512434"/>
                  </a:lnTo>
                  <a:lnTo>
                    <a:pt x="6302782" y="497270"/>
                  </a:lnTo>
                  <a:lnTo>
                    <a:pt x="6231159" y="481379"/>
                  </a:lnTo>
                  <a:lnTo>
                    <a:pt x="6159537" y="464724"/>
                  </a:lnTo>
                  <a:lnTo>
                    <a:pt x="6087914" y="447270"/>
                  </a:lnTo>
                  <a:lnTo>
                    <a:pt x="6016292" y="428979"/>
                  </a:lnTo>
                  <a:lnTo>
                    <a:pt x="5944669" y="409809"/>
                  </a:lnTo>
                  <a:lnTo>
                    <a:pt x="5873047" y="389719"/>
                  </a:lnTo>
                  <a:lnTo>
                    <a:pt x="5801424" y="368665"/>
                  </a:lnTo>
                  <a:lnTo>
                    <a:pt x="5729802" y="346600"/>
                  </a:lnTo>
                  <a:lnTo>
                    <a:pt x="5658179" y="323477"/>
                  </a:lnTo>
                  <a:lnTo>
                    <a:pt x="5586557" y="299243"/>
                  </a:lnTo>
                  <a:lnTo>
                    <a:pt x="5514934" y="273846"/>
                  </a:lnTo>
                  <a:lnTo>
                    <a:pt x="5443311" y="247229"/>
                  </a:lnTo>
                  <a:lnTo>
                    <a:pt x="5371689" y="219336"/>
                  </a:lnTo>
                  <a:lnTo>
                    <a:pt x="5300066" y="190103"/>
                  </a:lnTo>
                  <a:lnTo>
                    <a:pt x="5228444" y="159467"/>
                  </a:lnTo>
                  <a:lnTo>
                    <a:pt x="5156821" y="127360"/>
                  </a:lnTo>
                  <a:lnTo>
                    <a:pt x="5085199" y="93713"/>
                  </a:lnTo>
                  <a:lnTo>
                    <a:pt x="5013576" y="58450"/>
                  </a:lnTo>
                  <a:lnTo>
                    <a:pt x="4941954" y="21495"/>
                  </a:lnTo>
                  <a:lnTo>
                    <a:pt x="4870331" y="0"/>
                  </a:lnTo>
                  <a:lnTo>
                    <a:pt x="4798709" y="2735"/>
                  </a:lnTo>
                  <a:lnTo>
                    <a:pt x="4727086" y="5462"/>
                  </a:lnTo>
                  <a:lnTo>
                    <a:pt x="4655464" y="8180"/>
                  </a:lnTo>
                  <a:lnTo>
                    <a:pt x="4583841" y="10888"/>
                  </a:lnTo>
                  <a:lnTo>
                    <a:pt x="4512219" y="13588"/>
                  </a:lnTo>
                  <a:lnTo>
                    <a:pt x="4440596" y="16279"/>
                  </a:lnTo>
                  <a:lnTo>
                    <a:pt x="4368974" y="18961"/>
                  </a:lnTo>
                  <a:lnTo>
                    <a:pt x="4297351" y="21634"/>
                  </a:lnTo>
                  <a:lnTo>
                    <a:pt x="4225729" y="24298"/>
                  </a:lnTo>
                  <a:lnTo>
                    <a:pt x="4154106" y="26953"/>
                  </a:lnTo>
                  <a:lnTo>
                    <a:pt x="4082483" y="29600"/>
                  </a:lnTo>
                  <a:lnTo>
                    <a:pt x="4010861" y="32238"/>
                  </a:lnTo>
                  <a:lnTo>
                    <a:pt x="3939238" y="34867"/>
                  </a:lnTo>
                  <a:lnTo>
                    <a:pt x="3867616" y="37488"/>
                  </a:lnTo>
                  <a:lnTo>
                    <a:pt x="3795993" y="40100"/>
                  </a:lnTo>
                  <a:lnTo>
                    <a:pt x="3724371" y="42703"/>
                  </a:lnTo>
                  <a:lnTo>
                    <a:pt x="3652748" y="45298"/>
                  </a:lnTo>
                  <a:lnTo>
                    <a:pt x="3581126" y="47884"/>
                  </a:lnTo>
                  <a:lnTo>
                    <a:pt x="3509503" y="50461"/>
                  </a:lnTo>
                  <a:lnTo>
                    <a:pt x="3437881" y="53030"/>
                  </a:lnTo>
                  <a:lnTo>
                    <a:pt x="3366258" y="55591"/>
                  </a:lnTo>
                  <a:lnTo>
                    <a:pt x="3294636" y="58143"/>
                  </a:lnTo>
                  <a:lnTo>
                    <a:pt x="3223013" y="60687"/>
                  </a:lnTo>
                  <a:lnTo>
                    <a:pt x="3151391" y="63222"/>
                  </a:lnTo>
                  <a:lnTo>
                    <a:pt x="3079768" y="65749"/>
                  </a:lnTo>
                  <a:lnTo>
                    <a:pt x="3008146" y="68267"/>
                  </a:lnTo>
                  <a:lnTo>
                    <a:pt x="2936523" y="70777"/>
                  </a:lnTo>
                  <a:lnTo>
                    <a:pt x="2864901" y="73279"/>
                  </a:lnTo>
                  <a:lnTo>
                    <a:pt x="2793278" y="75773"/>
                  </a:lnTo>
                  <a:lnTo>
                    <a:pt x="2721655" y="78259"/>
                  </a:lnTo>
                  <a:lnTo>
                    <a:pt x="2650033" y="80736"/>
                  </a:lnTo>
                  <a:lnTo>
                    <a:pt x="2578410" y="83205"/>
                  </a:lnTo>
                  <a:lnTo>
                    <a:pt x="2506788" y="85666"/>
                  </a:lnTo>
                  <a:lnTo>
                    <a:pt x="2435165" y="88118"/>
                  </a:lnTo>
                  <a:lnTo>
                    <a:pt x="2363543" y="90563"/>
                  </a:lnTo>
                  <a:lnTo>
                    <a:pt x="2291920" y="93000"/>
                  </a:lnTo>
                  <a:lnTo>
                    <a:pt x="2220298" y="95428"/>
                  </a:lnTo>
                  <a:lnTo>
                    <a:pt x="2148675" y="97849"/>
                  </a:lnTo>
                  <a:lnTo>
                    <a:pt x="2077053" y="100261"/>
                  </a:lnTo>
                  <a:lnTo>
                    <a:pt x="2005430" y="102666"/>
                  </a:lnTo>
                  <a:lnTo>
                    <a:pt x="1933808" y="105063"/>
                  </a:lnTo>
                  <a:lnTo>
                    <a:pt x="1862185" y="107451"/>
                  </a:lnTo>
                  <a:lnTo>
                    <a:pt x="1790563" y="109832"/>
                  </a:lnTo>
                  <a:lnTo>
                    <a:pt x="1718940" y="112205"/>
                  </a:lnTo>
                  <a:lnTo>
                    <a:pt x="1647318" y="114570"/>
                  </a:lnTo>
                  <a:lnTo>
                    <a:pt x="1575695" y="116927"/>
                  </a:lnTo>
                  <a:lnTo>
                    <a:pt x="1504073" y="119277"/>
                  </a:lnTo>
                  <a:lnTo>
                    <a:pt x="1432450" y="121619"/>
                  </a:lnTo>
                  <a:lnTo>
                    <a:pt x="1360827" y="123953"/>
                  </a:lnTo>
                  <a:lnTo>
                    <a:pt x="1289205" y="126279"/>
                  </a:lnTo>
                  <a:lnTo>
                    <a:pt x="1217582" y="128598"/>
                  </a:lnTo>
                  <a:lnTo>
                    <a:pt x="1145960" y="130909"/>
                  </a:lnTo>
                  <a:lnTo>
                    <a:pt x="1074337" y="133212"/>
                  </a:lnTo>
                  <a:lnTo>
                    <a:pt x="1002715" y="135508"/>
                  </a:lnTo>
                  <a:lnTo>
                    <a:pt x="931092" y="137796"/>
                  </a:lnTo>
                  <a:lnTo>
                    <a:pt x="859470" y="140077"/>
                  </a:lnTo>
                  <a:lnTo>
                    <a:pt x="787847" y="142350"/>
                  </a:lnTo>
                  <a:lnTo>
                    <a:pt x="716225" y="144615"/>
                  </a:lnTo>
                  <a:lnTo>
                    <a:pt x="644602" y="146873"/>
                  </a:lnTo>
                  <a:lnTo>
                    <a:pt x="572980" y="149124"/>
                  </a:lnTo>
                  <a:lnTo>
                    <a:pt x="501357" y="151367"/>
                  </a:lnTo>
                  <a:lnTo>
                    <a:pt x="429735" y="153603"/>
                  </a:lnTo>
                  <a:lnTo>
                    <a:pt x="358112" y="155831"/>
                  </a:lnTo>
                  <a:lnTo>
                    <a:pt x="286490" y="158052"/>
                  </a:lnTo>
                  <a:lnTo>
                    <a:pt x="214867" y="160266"/>
                  </a:lnTo>
                  <a:lnTo>
                    <a:pt x="143245" y="162472"/>
                  </a:lnTo>
                  <a:lnTo>
                    <a:pt x="71622" y="164672"/>
                  </a:lnTo>
                  <a:lnTo>
                    <a:pt x="0" y="166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4533" y="2073503"/>
              <a:ext cx="6908146" cy="3057813"/>
            </a:xfrm>
            <a:custGeom>
              <a:avLst/>
              <a:pathLst>
                <a:path w="6908146" h="3057813">
                  <a:moveTo>
                    <a:pt x="0" y="0"/>
                  </a:moveTo>
                  <a:lnTo>
                    <a:pt x="32383" y="34354"/>
                  </a:lnTo>
                  <a:lnTo>
                    <a:pt x="104006" y="108697"/>
                  </a:lnTo>
                  <a:lnTo>
                    <a:pt x="175628" y="181438"/>
                  </a:lnTo>
                  <a:lnTo>
                    <a:pt x="247251" y="252611"/>
                  </a:lnTo>
                  <a:lnTo>
                    <a:pt x="318873" y="322251"/>
                  </a:lnTo>
                  <a:lnTo>
                    <a:pt x="390496" y="390389"/>
                  </a:lnTo>
                  <a:lnTo>
                    <a:pt x="462118" y="457059"/>
                  </a:lnTo>
                  <a:lnTo>
                    <a:pt x="533741" y="522292"/>
                  </a:lnTo>
                  <a:lnTo>
                    <a:pt x="605363" y="586119"/>
                  </a:lnTo>
                  <a:lnTo>
                    <a:pt x="676986" y="648570"/>
                  </a:lnTo>
                  <a:lnTo>
                    <a:pt x="748608" y="709676"/>
                  </a:lnTo>
                  <a:lnTo>
                    <a:pt x="820231" y="769464"/>
                  </a:lnTo>
                  <a:lnTo>
                    <a:pt x="891853" y="827964"/>
                  </a:lnTo>
                  <a:lnTo>
                    <a:pt x="963476" y="885203"/>
                  </a:lnTo>
                  <a:lnTo>
                    <a:pt x="1035098" y="941208"/>
                  </a:lnTo>
                  <a:lnTo>
                    <a:pt x="1106721" y="996006"/>
                  </a:lnTo>
                  <a:lnTo>
                    <a:pt x="1178344" y="1049624"/>
                  </a:lnTo>
                  <a:lnTo>
                    <a:pt x="1249966" y="1102085"/>
                  </a:lnTo>
                  <a:lnTo>
                    <a:pt x="1321589" y="1153416"/>
                  </a:lnTo>
                  <a:lnTo>
                    <a:pt x="1393211" y="1203641"/>
                  </a:lnTo>
                  <a:lnTo>
                    <a:pt x="1464834" y="1252783"/>
                  </a:lnTo>
                  <a:lnTo>
                    <a:pt x="1536456" y="1300866"/>
                  </a:lnTo>
                  <a:lnTo>
                    <a:pt x="1608079" y="1347913"/>
                  </a:lnTo>
                  <a:lnTo>
                    <a:pt x="1679701" y="1393946"/>
                  </a:lnTo>
                  <a:lnTo>
                    <a:pt x="1751324" y="1438986"/>
                  </a:lnTo>
                  <a:lnTo>
                    <a:pt x="1822946" y="1483056"/>
                  </a:lnTo>
                  <a:lnTo>
                    <a:pt x="1894569" y="1526176"/>
                  </a:lnTo>
                  <a:lnTo>
                    <a:pt x="1966191" y="1568367"/>
                  </a:lnTo>
                  <a:lnTo>
                    <a:pt x="2037814" y="1609648"/>
                  </a:lnTo>
                  <a:lnTo>
                    <a:pt x="2109436" y="1650040"/>
                  </a:lnTo>
                  <a:lnTo>
                    <a:pt x="2181059" y="1689561"/>
                  </a:lnTo>
                  <a:lnTo>
                    <a:pt x="2252681" y="1728230"/>
                  </a:lnTo>
                  <a:lnTo>
                    <a:pt x="2324304" y="1766066"/>
                  </a:lnTo>
                  <a:lnTo>
                    <a:pt x="2395926" y="1803087"/>
                  </a:lnTo>
                  <a:lnTo>
                    <a:pt x="2467549" y="1839309"/>
                  </a:lnTo>
                  <a:lnTo>
                    <a:pt x="2539172" y="1874751"/>
                  </a:lnTo>
                  <a:lnTo>
                    <a:pt x="2610794" y="1909429"/>
                  </a:lnTo>
                  <a:lnTo>
                    <a:pt x="2682417" y="1943360"/>
                  </a:lnTo>
                  <a:lnTo>
                    <a:pt x="2754039" y="1976559"/>
                  </a:lnTo>
                  <a:lnTo>
                    <a:pt x="2825662" y="2009043"/>
                  </a:lnTo>
                  <a:lnTo>
                    <a:pt x="2897284" y="2040827"/>
                  </a:lnTo>
                  <a:lnTo>
                    <a:pt x="2968907" y="2071925"/>
                  </a:lnTo>
                  <a:lnTo>
                    <a:pt x="3040529" y="2102354"/>
                  </a:lnTo>
                  <a:lnTo>
                    <a:pt x="3112152" y="2132126"/>
                  </a:lnTo>
                  <a:lnTo>
                    <a:pt x="3183774" y="2161257"/>
                  </a:lnTo>
                  <a:lnTo>
                    <a:pt x="3255397" y="2189760"/>
                  </a:lnTo>
                  <a:lnTo>
                    <a:pt x="3327019" y="2217649"/>
                  </a:lnTo>
                  <a:lnTo>
                    <a:pt x="3398642" y="2244937"/>
                  </a:lnTo>
                  <a:lnTo>
                    <a:pt x="3470264" y="2271636"/>
                  </a:lnTo>
                  <a:lnTo>
                    <a:pt x="3541887" y="2297760"/>
                  </a:lnTo>
                  <a:lnTo>
                    <a:pt x="3613509" y="2323321"/>
                  </a:lnTo>
                  <a:lnTo>
                    <a:pt x="3685132" y="2348331"/>
                  </a:lnTo>
                  <a:lnTo>
                    <a:pt x="3756754" y="2372803"/>
                  </a:lnTo>
                  <a:lnTo>
                    <a:pt x="3828377" y="2396746"/>
                  </a:lnTo>
                  <a:lnTo>
                    <a:pt x="3900000" y="2420174"/>
                  </a:lnTo>
                  <a:lnTo>
                    <a:pt x="3971622" y="2443097"/>
                  </a:lnTo>
                  <a:lnTo>
                    <a:pt x="4043245" y="2465525"/>
                  </a:lnTo>
                  <a:lnTo>
                    <a:pt x="4114867" y="2487471"/>
                  </a:lnTo>
                  <a:lnTo>
                    <a:pt x="4186490" y="2508943"/>
                  </a:lnTo>
                  <a:lnTo>
                    <a:pt x="4258112" y="2529953"/>
                  </a:lnTo>
                  <a:lnTo>
                    <a:pt x="4329735" y="2550509"/>
                  </a:lnTo>
                  <a:lnTo>
                    <a:pt x="4401357" y="2570623"/>
                  </a:lnTo>
                  <a:lnTo>
                    <a:pt x="4472980" y="2590303"/>
                  </a:lnTo>
                  <a:lnTo>
                    <a:pt x="4544602" y="2609559"/>
                  </a:lnTo>
                  <a:lnTo>
                    <a:pt x="4616225" y="2628400"/>
                  </a:lnTo>
                  <a:lnTo>
                    <a:pt x="4687847" y="2646835"/>
                  </a:lnTo>
                  <a:lnTo>
                    <a:pt x="4759470" y="2664873"/>
                  </a:lnTo>
                  <a:lnTo>
                    <a:pt x="4831092" y="2682522"/>
                  </a:lnTo>
                  <a:lnTo>
                    <a:pt x="4902715" y="2699790"/>
                  </a:lnTo>
                  <a:lnTo>
                    <a:pt x="4974337" y="2716686"/>
                  </a:lnTo>
                  <a:lnTo>
                    <a:pt x="5045960" y="2733218"/>
                  </a:lnTo>
                  <a:lnTo>
                    <a:pt x="5117582" y="2749394"/>
                  </a:lnTo>
                  <a:lnTo>
                    <a:pt x="5189205" y="2765221"/>
                  </a:lnTo>
                  <a:lnTo>
                    <a:pt x="5260828" y="2780707"/>
                  </a:lnTo>
                  <a:lnTo>
                    <a:pt x="5332450" y="2795860"/>
                  </a:lnTo>
                  <a:lnTo>
                    <a:pt x="5404073" y="2810686"/>
                  </a:lnTo>
                  <a:lnTo>
                    <a:pt x="5475695" y="2825192"/>
                  </a:lnTo>
                  <a:lnTo>
                    <a:pt x="5547318" y="2839385"/>
                  </a:lnTo>
                  <a:lnTo>
                    <a:pt x="5618940" y="2853273"/>
                  </a:lnTo>
                  <a:lnTo>
                    <a:pt x="5690563" y="2866861"/>
                  </a:lnTo>
                  <a:lnTo>
                    <a:pt x="5762185" y="2880157"/>
                  </a:lnTo>
                  <a:lnTo>
                    <a:pt x="5833808" y="2893166"/>
                  </a:lnTo>
                  <a:lnTo>
                    <a:pt x="5905430" y="2905894"/>
                  </a:lnTo>
                  <a:lnTo>
                    <a:pt x="5977053" y="2918348"/>
                  </a:lnTo>
                  <a:lnTo>
                    <a:pt x="6048675" y="2930534"/>
                  </a:lnTo>
                  <a:lnTo>
                    <a:pt x="6120298" y="2942457"/>
                  </a:lnTo>
                  <a:lnTo>
                    <a:pt x="6191920" y="2954124"/>
                  </a:lnTo>
                  <a:lnTo>
                    <a:pt x="6263543" y="2965538"/>
                  </a:lnTo>
                  <a:lnTo>
                    <a:pt x="6335165" y="2976707"/>
                  </a:lnTo>
                  <a:lnTo>
                    <a:pt x="6406788" y="2987635"/>
                  </a:lnTo>
                  <a:lnTo>
                    <a:pt x="6478410" y="2998327"/>
                  </a:lnTo>
                  <a:lnTo>
                    <a:pt x="6550033" y="3008790"/>
                  </a:lnTo>
                  <a:lnTo>
                    <a:pt x="6621656" y="3019026"/>
                  </a:lnTo>
                  <a:lnTo>
                    <a:pt x="6693278" y="3029042"/>
                  </a:lnTo>
                  <a:lnTo>
                    <a:pt x="6764901" y="3038842"/>
                  </a:lnTo>
                  <a:lnTo>
                    <a:pt x="6836523" y="3048431"/>
                  </a:lnTo>
                  <a:lnTo>
                    <a:pt x="6908146" y="3057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(0.94-1.00)  |  per IQR (Δ = 18.2): 0.60 (0.33-1.08)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2026-05-22T10:32:40Z</dcterms:modified>
  <cp:category/>
</cp:coreProperties>
</file>