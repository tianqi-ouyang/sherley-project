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46833"/>
            </a:xfrm>
            <a:custGeom>
              <a:avLst/>
              <a:pathLst>
                <a:path w="7090630" h="3246833">
                  <a:moveTo>
                    <a:pt x="2390939" y="0"/>
                  </a:moveTo>
                  <a:lnTo>
                    <a:pt x="2435165" y="87687"/>
                  </a:lnTo>
                  <a:lnTo>
                    <a:pt x="2506788" y="223993"/>
                  </a:lnTo>
                  <a:lnTo>
                    <a:pt x="2578410" y="354829"/>
                  </a:lnTo>
                  <a:lnTo>
                    <a:pt x="2650033" y="480413"/>
                  </a:lnTo>
                  <a:lnTo>
                    <a:pt x="2721655" y="600956"/>
                  </a:lnTo>
                  <a:lnTo>
                    <a:pt x="2793278" y="716662"/>
                  </a:lnTo>
                  <a:lnTo>
                    <a:pt x="2864901" y="827723"/>
                  </a:lnTo>
                  <a:lnTo>
                    <a:pt x="2936523" y="934327"/>
                  </a:lnTo>
                  <a:lnTo>
                    <a:pt x="3008146" y="1036652"/>
                  </a:lnTo>
                  <a:lnTo>
                    <a:pt x="3079768" y="1134870"/>
                  </a:lnTo>
                  <a:lnTo>
                    <a:pt x="3151391" y="1229146"/>
                  </a:lnTo>
                  <a:lnTo>
                    <a:pt x="3223013" y="1319638"/>
                  </a:lnTo>
                  <a:lnTo>
                    <a:pt x="3294636" y="1406498"/>
                  </a:lnTo>
                  <a:lnTo>
                    <a:pt x="3366258" y="1489871"/>
                  </a:lnTo>
                  <a:lnTo>
                    <a:pt x="3437881" y="1569899"/>
                  </a:lnTo>
                  <a:lnTo>
                    <a:pt x="3509503" y="1646714"/>
                  </a:lnTo>
                  <a:lnTo>
                    <a:pt x="3581126" y="1720446"/>
                  </a:lnTo>
                  <a:lnTo>
                    <a:pt x="3652748" y="1791219"/>
                  </a:lnTo>
                  <a:lnTo>
                    <a:pt x="3724371" y="1859151"/>
                  </a:lnTo>
                  <a:lnTo>
                    <a:pt x="3795993" y="1924357"/>
                  </a:lnTo>
                  <a:lnTo>
                    <a:pt x="3867616" y="1986946"/>
                  </a:lnTo>
                  <a:lnTo>
                    <a:pt x="3939238" y="2047022"/>
                  </a:lnTo>
                  <a:lnTo>
                    <a:pt x="4010861" y="2104687"/>
                  </a:lnTo>
                  <a:lnTo>
                    <a:pt x="4082483" y="2160038"/>
                  </a:lnTo>
                  <a:lnTo>
                    <a:pt x="4154106" y="2213167"/>
                  </a:lnTo>
                  <a:lnTo>
                    <a:pt x="4225729" y="2264164"/>
                  </a:lnTo>
                  <a:lnTo>
                    <a:pt x="4297351" y="2313114"/>
                  </a:lnTo>
                  <a:lnTo>
                    <a:pt x="4368974" y="2360099"/>
                  </a:lnTo>
                  <a:lnTo>
                    <a:pt x="4440596" y="2405198"/>
                  </a:lnTo>
                  <a:lnTo>
                    <a:pt x="4512219" y="2448487"/>
                  </a:lnTo>
                  <a:lnTo>
                    <a:pt x="4583841" y="2490039"/>
                  </a:lnTo>
                  <a:lnTo>
                    <a:pt x="4655464" y="2529923"/>
                  </a:lnTo>
                  <a:lnTo>
                    <a:pt x="4727086" y="2568206"/>
                  </a:lnTo>
                  <a:lnTo>
                    <a:pt x="4798709" y="2604953"/>
                  </a:lnTo>
                  <a:lnTo>
                    <a:pt x="4870331" y="2640225"/>
                  </a:lnTo>
                  <a:lnTo>
                    <a:pt x="4941954" y="2647317"/>
                  </a:lnTo>
                  <a:lnTo>
                    <a:pt x="5013576" y="2635371"/>
                  </a:lnTo>
                  <a:lnTo>
                    <a:pt x="5085199" y="2623255"/>
                  </a:lnTo>
                  <a:lnTo>
                    <a:pt x="5156821" y="2610966"/>
                  </a:lnTo>
                  <a:lnTo>
                    <a:pt x="5228444" y="2598501"/>
                  </a:lnTo>
                  <a:lnTo>
                    <a:pt x="5300066" y="2585858"/>
                  </a:lnTo>
                  <a:lnTo>
                    <a:pt x="5371689" y="2573035"/>
                  </a:lnTo>
                  <a:lnTo>
                    <a:pt x="5443311" y="2560028"/>
                  </a:lnTo>
                  <a:lnTo>
                    <a:pt x="5514934" y="2546836"/>
                  </a:lnTo>
                  <a:lnTo>
                    <a:pt x="5586557" y="2533455"/>
                  </a:lnTo>
                  <a:lnTo>
                    <a:pt x="5658179" y="2519883"/>
                  </a:lnTo>
                  <a:lnTo>
                    <a:pt x="5729802" y="2506118"/>
                  </a:lnTo>
                  <a:lnTo>
                    <a:pt x="5801424" y="2492156"/>
                  </a:lnTo>
                  <a:lnTo>
                    <a:pt x="5873047" y="2477994"/>
                  </a:lnTo>
                  <a:lnTo>
                    <a:pt x="5944669" y="2463630"/>
                  </a:lnTo>
                  <a:lnTo>
                    <a:pt x="6016292" y="2449061"/>
                  </a:lnTo>
                  <a:lnTo>
                    <a:pt x="6087914" y="2434284"/>
                  </a:lnTo>
                  <a:lnTo>
                    <a:pt x="6159537" y="2419296"/>
                  </a:lnTo>
                  <a:lnTo>
                    <a:pt x="6231159" y="2404093"/>
                  </a:lnTo>
                  <a:lnTo>
                    <a:pt x="6302782" y="2388674"/>
                  </a:lnTo>
                  <a:lnTo>
                    <a:pt x="6374404" y="2373035"/>
                  </a:lnTo>
                  <a:lnTo>
                    <a:pt x="6446027" y="2357172"/>
                  </a:lnTo>
                  <a:lnTo>
                    <a:pt x="6517649" y="2341082"/>
                  </a:lnTo>
                  <a:lnTo>
                    <a:pt x="6589272" y="2324763"/>
                  </a:lnTo>
                  <a:lnTo>
                    <a:pt x="6660894" y="2308211"/>
                  </a:lnTo>
                  <a:lnTo>
                    <a:pt x="6732517" y="2291422"/>
                  </a:lnTo>
                  <a:lnTo>
                    <a:pt x="6804139" y="2274394"/>
                  </a:lnTo>
                  <a:lnTo>
                    <a:pt x="6875762" y="2257122"/>
                  </a:lnTo>
                  <a:lnTo>
                    <a:pt x="6947385" y="2239604"/>
                  </a:lnTo>
                  <a:lnTo>
                    <a:pt x="7019007" y="2221835"/>
                  </a:lnTo>
                  <a:lnTo>
                    <a:pt x="7090630" y="2203813"/>
                  </a:lnTo>
                  <a:lnTo>
                    <a:pt x="7090630" y="3246833"/>
                  </a:lnTo>
                  <a:lnTo>
                    <a:pt x="7019007" y="3236927"/>
                  </a:lnTo>
                  <a:lnTo>
                    <a:pt x="6947385" y="3226606"/>
                  </a:lnTo>
                  <a:lnTo>
                    <a:pt x="6875762" y="3215854"/>
                  </a:lnTo>
                  <a:lnTo>
                    <a:pt x="6804139" y="3204652"/>
                  </a:lnTo>
                  <a:lnTo>
                    <a:pt x="6732517" y="3192982"/>
                  </a:lnTo>
                  <a:lnTo>
                    <a:pt x="6660894" y="3180823"/>
                  </a:lnTo>
                  <a:lnTo>
                    <a:pt x="6589272" y="3168157"/>
                  </a:lnTo>
                  <a:lnTo>
                    <a:pt x="6517649" y="3154960"/>
                  </a:lnTo>
                  <a:lnTo>
                    <a:pt x="6446027" y="3141212"/>
                  </a:lnTo>
                  <a:lnTo>
                    <a:pt x="6374404" y="3126889"/>
                  </a:lnTo>
                  <a:lnTo>
                    <a:pt x="6302782" y="3111967"/>
                  </a:lnTo>
                  <a:lnTo>
                    <a:pt x="6231159" y="3096421"/>
                  </a:lnTo>
                  <a:lnTo>
                    <a:pt x="6159537" y="3080225"/>
                  </a:lnTo>
                  <a:lnTo>
                    <a:pt x="6087914" y="3063352"/>
                  </a:lnTo>
                  <a:lnTo>
                    <a:pt x="6016292" y="3045774"/>
                  </a:lnTo>
                  <a:lnTo>
                    <a:pt x="5944669" y="3027460"/>
                  </a:lnTo>
                  <a:lnTo>
                    <a:pt x="5873047" y="3008380"/>
                  </a:lnTo>
                  <a:lnTo>
                    <a:pt x="5801424" y="2988503"/>
                  </a:lnTo>
                  <a:lnTo>
                    <a:pt x="5729802" y="2967794"/>
                  </a:lnTo>
                  <a:lnTo>
                    <a:pt x="5658179" y="2946220"/>
                  </a:lnTo>
                  <a:lnTo>
                    <a:pt x="5586557" y="2923743"/>
                  </a:lnTo>
                  <a:lnTo>
                    <a:pt x="5514934" y="2900327"/>
                  </a:lnTo>
                  <a:lnTo>
                    <a:pt x="5443311" y="2875931"/>
                  </a:lnTo>
                  <a:lnTo>
                    <a:pt x="5371689" y="2850515"/>
                  </a:lnTo>
                  <a:lnTo>
                    <a:pt x="5300066" y="2824037"/>
                  </a:lnTo>
                  <a:lnTo>
                    <a:pt x="5228444" y="2796451"/>
                  </a:lnTo>
                  <a:lnTo>
                    <a:pt x="5156821" y="2767712"/>
                  </a:lnTo>
                  <a:lnTo>
                    <a:pt x="5085199" y="2737771"/>
                  </a:lnTo>
                  <a:lnTo>
                    <a:pt x="5013576" y="2706578"/>
                  </a:lnTo>
                  <a:lnTo>
                    <a:pt x="4941954" y="2674081"/>
                  </a:lnTo>
                  <a:lnTo>
                    <a:pt x="4870331" y="2659095"/>
                  </a:lnTo>
                  <a:lnTo>
                    <a:pt x="4798709" y="2670706"/>
                  </a:lnTo>
                  <a:lnTo>
                    <a:pt x="4727086" y="2682154"/>
                  </a:lnTo>
                  <a:lnTo>
                    <a:pt x="4655464" y="2693441"/>
                  </a:lnTo>
                  <a:lnTo>
                    <a:pt x="4583841" y="2704569"/>
                  </a:lnTo>
                  <a:lnTo>
                    <a:pt x="4512219" y="2715541"/>
                  </a:lnTo>
                  <a:lnTo>
                    <a:pt x="4440596" y="2726357"/>
                  </a:lnTo>
                  <a:lnTo>
                    <a:pt x="4368974" y="2737022"/>
                  </a:lnTo>
                  <a:lnTo>
                    <a:pt x="4297351" y="2747536"/>
                  </a:lnTo>
                  <a:lnTo>
                    <a:pt x="4225729" y="2757903"/>
                  </a:lnTo>
                  <a:lnTo>
                    <a:pt x="4154106" y="2768123"/>
                  </a:lnTo>
                  <a:lnTo>
                    <a:pt x="4082483" y="2778199"/>
                  </a:lnTo>
                  <a:lnTo>
                    <a:pt x="4010861" y="2788134"/>
                  </a:lnTo>
                  <a:lnTo>
                    <a:pt x="3939238" y="2797929"/>
                  </a:lnTo>
                  <a:lnTo>
                    <a:pt x="3867616" y="2807585"/>
                  </a:lnTo>
                  <a:lnTo>
                    <a:pt x="3795993" y="2817106"/>
                  </a:lnTo>
                  <a:lnTo>
                    <a:pt x="3724371" y="2826493"/>
                  </a:lnTo>
                  <a:lnTo>
                    <a:pt x="3652748" y="2835747"/>
                  </a:lnTo>
                  <a:lnTo>
                    <a:pt x="3581126" y="2844872"/>
                  </a:lnTo>
                  <a:lnTo>
                    <a:pt x="3509503" y="2853867"/>
                  </a:lnTo>
                  <a:lnTo>
                    <a:pt x="3437881" y="2862737"/>
                  </a:lnTo>
                  <a:lnTo>
                    <a:pt x="3366258" y="2871481"/>
                  </a:lnTo>
                  <a:lnTo>
                    <a:pt x="3294636" y="2880102"/>
                  </a:lnTo>
                  <a:lnTo>
                    <a:pt x="3223013" y="2888602"/>
                  </a:lnTo>
                  <a:lnTo>
                    <a:pt x="3151391" y="2896982"/>
                  </a:lnTo>
                  <a:lnTo>
                    <a:pt x="3079768" y="2905244"/>
                  </a:lnTo>
                  <a:lnTo>
                    <a:pt x="3008146" y="2913389"/>
                  </a:lnTo>
                  <a:lnTo>
                    <a:pt x="2936523" y="2921420"/>
                  </a:lnTo>
                  <a:lnTo>
                    <a:pt x="2864901" y="2929338"/>
                  </a:lnTo>
                  <a:lnTo>
                    <a:pt x="2793278" y="2937145"/>
                  </a:lnTo>
                  <a:lnTo>
                    <a:pt x="2721655" y="2944841"/>
                  </a:lnTo>
                  <a:lnTo>
                    <a:pt x="2650033" y="2952429"/>
                  </a:lnTo>
                  <a:lnTo>
                    <a:pt x="2578410" y="2959911"/>
                  </a:lnTo>
                  <a:lnTo>
                    <a:pt x="2506788" y="2967286"/>
                  </a:lnTo>
                  <a:lnTo>
                    <a:pt x="2435165" y="2974559"/>
                  </a:lnTo>
                  <a:lnTo>
                    <a:pt x="2363543" y="2981728"/>
                  </a:lnTo>
                  <a:lnTo>
                    <a:pt x="2291920" y="2988797"/>
                  </a:lnTo>
                  <a:lnTo>
                    <a:pt x="2220298" y="2995766"/>
                  </a:lnTo>
                  <a:lnTo>
                    <a:pt x="2148675" y="3002637"/>
                  </a:lnTo>
                  <a:lnTo>
                    <a:pt x="2077053" y="3009412"/>
                  </a:lnTo>
                  <a:lnTo>
                    <a:pt x="2005430" y="3016091"/>
                  </a:lnTo>
                  <a:lnTo>
                    <a:pt x="1933808" y="3022675"/>
                  </a:lnTo>
                  <a:lnTo>
                    <a:pt x="1862185" y="3029168"/>
                  </a:lnTo>
                  <a:lnTo>
                    <a:pt x="1790563" y="3035568"/>
                  </a:lnTo>
                  <a:lnTo>
                    <a:pt x="1718940" y="3041879"/>
                  </a:lnTo>
                  <a:lnTo>
                    <a:pt x="1647318" y="3048101"/>
                  </a:lnTo>
                  <a:lnTo>
                    <a:pt x="1575695" y="3054235"/>
                  </a:lnTo>
                  <a:lnTo>
                    <a:pt x="1504073" y="3060283"/>
                  </a:lnTo>
                  <a:lnTo>
                    <a:pt x="1432450" y="3066245"/>
                  </a:lnTo>
                  <a:lnTo>
                    <a:pt x="1360827" y="3072124"/>
                  </a:lnTo>
                  <a:lnTo>
                    <a:pt x="1289205" y="3077920"/>
                  </a:lnTo>
                  <a:lnTo>
                    <a:pt x="1217582" y="3083634"/>
                  </a:lnTo>
                  <a:lnTo>
                    <a:pt x="1145960" y="3089268"/>
                  </a:lnTo>
                  <a:lnTo>
                    <a:pt x="1074337" y="3094823"/>
                  </a:lnTo>
                  <a:lnTo>
                    <a:pt x="1002715" y="3100299"/>
                  </a:lnTo>
                  <a:lnTo>
                    <a:pt x="931092" y="3105698"/>
                  </a:lnTo>
                  <a:lnTo>
                    <a:pt x="859470" y="3111021"/>
                  </a:lnTo>
                  <a:lnTo>
                    <a:pt x="787847" y="3116269"/>
                  </a:lnTo>
                  <a:lnTo>
                    <a:pt x="716225" y="3121444"/>
                  </a:lnTo>
                  <a:lnTo>
                    <a:pt x="644602" y="3126545"/>
                  </a:lnTo>
                  <a:lnTo>
                    <a:pt x="572980" y="3131575"/>
                  </a:lnTo>
                  <a:lnTo>
                    <a:pt x="501357" y="3136534"/>
                  </a:lnTo>
                  <a:lnTo>
                    <a:pt x="429735" y="3141423"/>
                  </a:lnTo>
                  <a:lnTo>
                    <a:pt x="358112" y="3146243"/>
                  </a:lnTo>
                  <a:lnTo>
                    <a:pt x="286490" y="3150995"/>
                  </a:lnTo>
                  <a:lnTo>
                    <a:pt x="214867" y="3155680"/>
                  </a:lnTo>
                  <a:lnTo>
                    <a:pt x="143245" y="3160300"/>
                  </a:lnTo>
                  <a:lnTo>
                    <a:pt x="71622" y="3164854"/>
                  </a:lnTo>
                  <a:lnTo>
                    <a:pt x="0" y="31693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62988" y="2073503"/>
              <a:ext cx="4699690" cy="2647317"/>
            </a:xfrm>
            <a:custGeom>
              <a:avLst/>
              <a:pathLst>
                <a:path w="4699690" h="2647317">
                  <a:moveTo>
                    <a:pt x="0" y="0"/>
                  </a:moveTo>
                  <a:lnTo>
                    <a:pt x="44226" y="87687"/>
                  </a:lnTo>
                  <a:lnTo>
                    <a:pt x="115849" y="223993"/>
                  </a:lnTo>
                  <a:lnTo>
                    <a:pt x="187471" y="354829"/>
                  </a:lnTo>
                  <a:lnTo>
                    <a:pt x="259094" y="480413"/>
                  </a:lnTo>
                  <a:lnTo>
                    <a:pt x="330716" y="600956"/>
                  </a:lnTo>
                  <a:lnTo>
                    <a:pt x="402339" y="716662"/>
                  </a:lnTo>
                  <a:lnTo>
                    <a:pt x="473961" y="827723"/>
                  </a:lnTo>
                  <a:lnTo>
                    <a:pt x="545584" y="934327"/>
                  </a:lnTo>
                  <a:lnTo>
                    <a:pt x="617206" y="1036652"/>
                  </a:lnTo>
                  <a:lnTo>
                    <a:pt x="688829" y="1134870"/>
                  </a:lnTo>
                  <a:lnTo>
                    <a:pt x="760451" y="1229146"/>
                  </a:lnTo>
                  <a:lnTo>
                    <a:pt x="832074" y="1319638"/>
                  </a:lnTo>
                  <a:lnTo>
                    <a:pt x="903696" y="1406498"/>
                  </a:lnTo>
                  <a:lnTo>
                    <a:pt x="975319" y="1489871"/>
                  </a:lnTo>
                  <a:lnTo>
                    <a:pt x="1046941" y="1569899"/>
                  </a:lnTo>
                  <a:lnTo>
                    <a:pt x="1118564" y="1646714"/>
                  </a:lnTo>
                  <a:lnTo>
                    <a:pt x="1190186" y="1720446"/>
                  </a:lnTo>
                  <a:lnTo>
                    <a:pt x="1261809" y="1791219"/>
                  </a:lnTo>
                  <a:lnTo>
                    <a:pt x="1333431" y="1859151"/>
                  </a:lnTo>
                  <a:lnTo>
                    <a:pt x="1405054" y="1924357"/>
                  </a:lnTo>
                  <a:lnTo>
                    <a:pt x="1476677" y="1986946"/>
                  </a:lnTo>
                  <a:lnTo>
                    <a:pt x="1548299" y="2047022"/>
                  </a:lnTo>
                  <a:lnTo>
                    <a:pt x="1619922" y="2104687"/>
                  </a:lnTo>
                  <a:lnTo>
                    <a:pt x="1691544" y="2160038"/>
                  </a:lnTo>
                  <a:lnTo>
                    <a:pt x="1763167" y="2213167"/>
                  </a:lnTo>
                  <a:lnTo>
                    <a:pt x="1834789" y="2264164"/>
                  </a:lnTo>
                  <a:lnTo>
                    <a:pt x="1906412" y="2313114"/>
                  </a:lnTo>
                  <a:lnTo>
                    <a:pt x="1978034" y="2360099"/>
                  </a:lnTo>
                  <a:lnTo>
                    <a:pt x="2049657" y="2405198"/>
                  </a:lnTo>
                  <a:lnTo>
                    <a:pt x="2121279" y="2448487"/>
                  </a:lnTo>
                  <a:lnTo>
                    <a:pt x="2192902" y="2490039"/>
                  </a:lnTo>
                  <a:lnTo>
                    <a:pt x="2264524" y="2529923"/>
                  </a:lnTo>
                  <a:lnTo>
                    <a:pt x="2336147" y="2568206"/>
                  </a:lnTo>
                  <a:lnTo>
                    <a:pt x="2407769" y="2604953"/>
                  </a:lnTo>
                  <a:lnTo>
                    <a:pt x="2479392" y="2640225"/>
                  </a:lnTo>
                  <a:lnTo>
                    <a:pt x="2551014" y="2647317"/>
                  </a:lnTo>
                  <a:lnTo>
                    <a:pt x="2622637" y="2635371"/>
                  </a:lnTo>
                  <a:lnTo>
                    <a:pt x="2694259" y="2623255"/>
                  </a:lnTo>
                  <a:lnTo>
                    <a:pt x="2765882" y="2610966"/>
                  </a:lnTo>
                  <a:lnTo>
                    <a:pt x="2837504" y="2598501"/>
                  </a:lnTo>
                  <a:lnTo>
                    <a:pt x="2909127" y="2585858"/>
                  </a:lnTo>
                  <a:lnTo>
                    <a:pt x="2980750" y="2573035"/>
                  </a:lnTo>
                  <a:lnTo>
                    <a:pt x="3052372" y="2560028"/>
                  </a:lnTo>
                  <a:lnTo>
                    <a:pt x="3123995" y="2546836"/>
                  </a:lnTo>
                  <a:lnTo>
                    <a:pt x="3195617" y="2533455"/>
                  </a:lnTo>
                  <a:lnTo>
                    <a:pt x="3267240" y="2519883"/>
                  </a:lnTo>
                  <a:lnTo>
                    <a:pt x="3338862" y="2506118"/>
                  </a:lnTo>
                  <a:lnTo>
                    <a:pt x="3410485" y="2492156"/>
                  </a:lnTo>
                  <a:lnTo>
                    <a:pt x="3482107" y="2477994"/>
                  </a:lnTo>
                  <a:lnTo>
                    <a:pt x="3553730" y="2463630"/>
                  </a:lnTo>
                  <a:lnTo>
                    <a:pt x="3625352" y="2449061"/>
                  </a:lnTo>
                  <a:lnTo>
                    <a:pt x="3696975" y="2434284"/>
                  </a:lnTo>
                  <a:lnTo>
                    <a:pt x="3768597" y="2419296"/>
                  </a:lnTo>
                  <a:lnTo>
                    <a:pt x="3840220" y="2404093"/>
                  </a:lnTo>
                  <a:lnTo>
                    <a:pt x="3911842" y="2388674"/>
                  </a:lnTo>
                  <a:lnTo>
                    <a:pt x="3983465" y="2373035"/>
                  </a:lnTo>
                  <a:lnTo>
                    <a:pt x="4055087" y="2357172"/>
                  </a:lnTo>
                  <a:lnTo>
                    <a:pt x="4126710" y="2341082"/>
                  </a:lnTo>
                  <a:lnTo>
                    <a:pt x="4198332" y="2324763"/>
                  </a:lnTo>
                  <a:lnTo>
                    <a:pt x="4269955" y="2308211"/>
                  </a:lnTo>
                  <a:lnTo>
                    <a:pt x="4341578" y="2291422"/>
                  </a:lnTo>
                  <a:lnTo>
                    <a:pt x="4413200" y="2274394"/>
                  </a:lnTo>
                  <a:lnTo>
                    <a:pt x="4484823" y="2257122"/>
                  </a:lnTo>
                  <a:lnTo>
                    <a:pt x="4556445" y="2239604"/>
                  </a:lnTo>
                  <a:lnTo>
                    <a:pt x="4628068" y="2221835"/>
                  </a:lnTo>
                  <a:lnTo>
                    <a:pt x="4699690" y="2203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98"/>
              <a:ext cx="7090630" cy="587738"/>
            </a:xfrm>
            <a:custGeom>
              <a:avLst/>
              <a:pathLst>
                <a:path w="7090630" h="587738">
                  <a:moveTo>
                    <a:pt x="7090630" y="587738"/>
                  </a:moveTo>
                  <a:lnTo>
                    <a:pt x="7019007" y="577832"/>
                  </a:lnTo>
                  <a:lnTo>
                    <a:pt x="6947385" y="567511"/>
                  </a:lnTo>
                  <a:lnTo>
                    <a:pt x="6875762" y="556759"/>
                  </a:lnTo>
                  <a:lnTo>
                    <a:pt x="6804139" y="545557"/>
                  </a:lnTo>
                  <a:lnTo>
                    <a:pt x="6732517" y="533887"/>
                  </a:lnTo>
                  <a:lnTo>
                    <a:pt x="6660894" y="521728"/>
                  </a:lnTo>
                  <a:lnTo>
                    <a:pt x="6589272" y="509062"/>
                  </a:lnTo>
                  <a:lnTo>
                    <a:pt x="6517649" y="495865"/>
                  </a:lnTo>
                  <a:lnTo>
                    <a:pt x="6446027" y="482117"/>
                  </a:lnTo>
                  <a:lnTo>
                    <a:pt x="6374404" y="467794"/>
                  </a:lnTo>
                  <a:lnTo>
                    <a:pt x="6302782" y="452872"/>
                  </a:lnTo>
                  <a:lnTo>
                    <a:pt x="6231159" y="437326"/>
                  </a:lnTo>
                  <a:lnTo>
                    <a:pt x="6159537" y="421130"/>
                  </a:lnTo>
                  <a:lnTo>
                    <a:pt x="6087914" y="404257"/>
                  </a:lnTo>
                  <a:lnTo>
                    <a:pt x="6016292" y="386678"/>
                  </a:lnTo>
                  <a:lnTo>
                    <a:pt x="5944669" y="368365"/>
                  </a:lnTo>
                  <a:lnTo>
                    <a:pt x="5873047" y="349285"/>
                  </a:lnTo>
                  <a:lnTo>
                    <a:pt x="5801424" y="329408"/>
                  </a:lnTo>
                  <a:lnTo>
                    <a:pt x="5729802" y="308699"/>
                  </a:lnTo>
                  <a:lnTo>
                    <a:pt x="5658179" y="287125"/>
                  </a:lnTo>
                  <a:lnTo>
                    <a:pt x="5586557" y="264648"/>
                  </a:lnTo>
                  <a:lnTo>
                    <a:pt x="5514934" y="241232"/>
                  </a:lnTo>
                  <a:lnTo>
                    <a:pt x="5443311" y="216836"/>
                  </a:lnTo>
                  <a:lnTo>
                    <a:pt x="5371689" y="191420"/>
                  </a:lnTo>
                  <a:lnTo>
                    <a:pt x="5300066" y="164942"/>
                  </a:lnTo>
                  <a:lnTo>
                    <a:pt x="5228444" y="137356"/>
                  </a:lnTo>
                  <a:lnTo>
                    <a:pt x="5156821" y="108617"/>
                  </a:lnTo>
                  <a:lnTo>
                    <a:pt x="5085199" y="78676"/>
                  </a:lnTo>
                  <a:lnTo>
                    <a:pt x="5013576" y="47483"/>
                  </a:lnTo>
                  <a:lnTo>
                    <a:pt x="4941954" y="14986"/>
                  </a:lnTo>
                  <a:lnTo>
                    <a:pt x="4870331" y="0"/>
                  </a:lnTo>
                  <a:lnTo>
                    <a:pt x="4798709" y="11611"/>
                  </a:lnTo>
                  <a:lnTo>
                    <a:pt x="4727086" y="23059"/>
                  </a:lnTo>
                  <a:lnTo>
                    <a:pt x="4655464" y="34346"/>
                  </a:lnTo>
                  <a:lnTo>
                    <a:pt x="4583841" y="45474"/>
                  </a:lnTo>
                  <a:lnTo>
                    <a:pt x="4512219" y="56446"/>
                  </a:lnTo>
                  <a:lnTo>
                    <a:pt x="4440596" y="67262"/>
                  </a:lnTo>
                  <a:lnTo>
                    <a:pt x="4368974" y="77927"/>
                  </a:lnTo>
                  <a:lnTo>
                    <a:pt x="4297351" y="88441"/>
                  </a:lnTo>
                  <a:lnTo>
                    <a:pt x="4225729" y="98808"/>
                  </a:lnTo>
                  <a:lnTo>
                    <a:pt x="4154106" y="109028"/>
                  </a:lnTo>
                  <a:lnTo>
                    <a:pt x="4082483" y="119104"/>
                  </a:lnTo>
                  <a:lnTo>
                    <a:pt x="4010861" y="129039"/>
                  </a:lnTo>
                  <a:lnTo>
                    <a:pt x="3939238" y="138834"/>
                  </a:lnTo>
                  <a:lnTo>
                    <a:pt x="3867616" y="148490"/>
                  </a:lnTo>
                  <a:lnTo>
                    <a:pt x="3795993" y="158011"/>
                  </a:lnTo>
                  <a:lnTo>
                    <a:pt x="3724371" y="167398"/>
                  </a:lnTo>
                  <a:lnTo>
                    <a:pt x="3652748" y="176652"/>
                  </a:lnTo>
                  <a:lnTo>
                    <a:pt x="3581126" y="185777"/>
                  </a:lnTo>
                  <a:lnTo>
                    <a:pt x="3509503" y="194772"/>
                  </a:lnTo>
                  <a:lnTo>
                    <a:pt x="3437881" y="203641"/>
                  </a:lnTo>
                  <a:lnTo>
                    <a:pt x="3366258" y="212386"/>
                  </a:lnTo>
                  <a:lnTo>
                    <a:pt x="3294636" y="221007"/>
                  </a:lnTo>
                  <a:lnTo>
                    <a:pt x="3223013" y="229506"/>
                  </a:lnTo>
                  <a:lnTo>
                    <a:pt x="3151391" y="237887"/>
                  </a:lnTo>
                  <a:lnTo>
                    <a:pt x="3079768" y="246149"/>
                  </a:lnTo>
                  <a:lnTo>
                    <a:pt x="3008146" y="254294"/>
                  </a:lnTo>
                  <a:lnTo>
                    <a:pt x="2936523" y="262325"/>
                  </a:lnTo>
                  <a:lnTo>
                    <a:pt x="2864901" y="270243"/>
                  </a:lnTo>
                  <a:lnTo>
                    <a:pt x="2793278" y="278050"/>
                  </a:lnTo>
                  <a:lnTo>
                    <a:pt x="2721655" y="285746"/>
                  </a:lnTo>
                  <a:lnTo>
                    <a:pt x="2650033" y="293334"/>
                  </a:lnTo>
                  <a:lnTo>
                    <a:pt x="2578410" y="300815"/>
                  </a:lnTo>
                  <a:lnTo>
                    <a:pt x="2506788" y="308191"/>
                  </a:lnTo>
                  <a:lnTo>
                    <a:pt x="2435165" y="315464"/>
                  </a:lnTo>
                  <a:lnTo>
                    <a:pt x="2363543" y="322633"/>
                  </a:lnTo>
                  <a:lnTo>
                    <a:pt x="2291920" y="329702"/>
                  </a:lnTo>
                  <a:lnTo>
                    <a:pt x="2220298" y="336671"/>
                  </a:lnTo>
                  <a:lnTo>
                    <a:pt x="2148675" y="343542"/>
                  </a:lnTo>
                  <a:lnTo>
                    <a:pt x="2077053" y="350317"/>
                  </a:lnTo>
                  <a:lnTo>
                    <a:pt x="2005430" y="356995"/>
                  </a:lnTo>
                  <a:lnTo>
                    <a:pt x="1933808" y="363580"/>
                  </a:lnTo>
                  <a:lnTo>
                    <a:pt x="1862185" y="370073"/>
                  </a:lnTo>
                  <a:lnTo>
                    <a:pt x="1790563" y="376473"/>
                  </a:lnTo>
                  <a:lnTo>
                    <a:pt x="1718940" y="382784"/>
                  </a:lnTo>
                  <a:lnTo>
                    <a:pt x="1647318" y="389006"/>
                  </a:lnTo>
                  <a:lnTo>
                    <a:pt x="1575695" y="395140"/>
                  </a:lnTo>
                  <a:lnTo>
                    <a:pt x="1504073" y="401188"/>
                  </a:lnTo>
                  <a:lnTo>
                    <a:pt x="1432450" y="407150"/>
                  </a:lnTo>
                  <a:lnTo>
                    <a:pt x="1360827" y="413029"/>
                  </a:lnTo>
                  <a:lnTo>
                    <a:pt x="1289205" y="418825"/>
                  </a:lnTo>
                  <a:lnTo>
                    <a:pt x="1217582" y="424539"/>
                  </a:lnTo>
                  <a:lnTo>
                    <a:pt x="1145960" y="430173"/>
                  </a:lnTo>
                  <a:lnTo>
                    <a:pt x="1074337" y="435728"/>
                  </a:lnTo>
                  <a:lnTo>
                    <a:pt x="1002715" y="441204"/>
                  </a:lnTo>
                  <a:lnTo>
                    <a:pt x="931092" y="446603"/>
                  </a:lnTo>
                  <a:lnTo>
                    <a:pt x="859470" y="451926"/>
                  </a:lnTo>
                  <a:lnTo>
                    <a:pt x="787847" y="457174"/>
                  </a:lnTo>
                  <a:lnTo>
                    <a:pt x="716225" y="462349"/>
                  </a:lnTo>
                  <a:lnTo>
                    <a:pt x="644602" y="467450"/>
                  </a:lnTo>
                  <a:lnTo>
                    <a:pt x="572980" y="472480"/>
                  </a:lnTo>
                  <a:lnTo>
                    <a:pt x="501357" y="477439"/>
                  </a:lnTo>
                  <a:lnTo>
                    <a:pt x="429735" y="482328"/>
                  </a:lnTo>
                  <a:lnTo>
                    <a:pt x="358112" y="487148"/>
                  </a:lnTo>
                  <a:lnTo>
                    <a:pt x="286490" y="491900"/>
                  </a:lnTo>
                  <a:lnTo>
                    <a:pt x="214867" y="496585"/>
                  </a:lnTo>
                  <a:lnTo>
                    <a:pt x="143245" y="501205"/>
                  </a:lnTo>
                  <a:lnTo>
                    <a:pt x="71622" y="505759"/>
                  </a:lnTo>
                  <a:lnTo>
                    <a:pt x="0" y="51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3913"/>
              <a:ext cx="7090630" cy="1522670"/>
            </a:xfrm>
            <a:custGeom>
              <a:avLst/>
              <a:pathLst>
                <a:path w="7090630" h="1522670">
                  <a:moveTo>
                    <a:pt x="0" y="0"/>
                  </a:moveTo>
                  <a:lnTo>
                    <a:pt x="71622" y="27580"/>
                  </a:lnTo>
                  <a:lnTo>
                    <a:pt x="143245" y="54794"/>
                  </a:lnTo>
                  <a:lnTo>
                    <a:pt x="214867" y="81645"/>
                  </a:lnTo>
                  <a:lnTo>
                    <a:pt x="286490" y="108140"/>
                  </a:lnTo>
                  <a:lnTo>
                    <a:pt x="358112" y="134282"/>
                  </a:lnTo>
                  <a:lnTo>
                    <a:pt x="429735" y="160076"/>
                  </a:lnTo>
                  <a:lnTo>
                    <a:pt x="501357" y="185527"/>
                  </a:lnTo>
                  <a:lnTo>
                    <a:pt x="572980" y="210640"/>
                  </a:lnTo>
                  <a:lnTo>
                    <a:pt x="644602" y="235419"/>
                  </a:lnTo>
                  <a:lnTo>
                    <a:pt x="716225" y="259868"/>
                  </a:lnTo>
                  <a:lnTo>
                    <a:pt x="787847" y="283991"/>
                  </a:lnTo>
                  <a:lnTo>
                    <a:pt x="859470" y="307794"/>
                  </a:lnTo>
                  <a:lnTo>
                    <a:pt x="931092" y="331280"/>
                  </a:lnTo>
                  <a:lnTo>
                    <a:pt x="1002715" y="354454"/>
                  </a:lnTo>
                  <a:lnTo>
                    <a:pt x="1074337" y="377319"/>
                  </a:lnTo>
                  <a:lnTo>
                    <a:pt x="1145960" y="399881"/>
                  </a:lnTo>
                  <a:lnTo>
                    <a:pt x="1217582" y="422142"/>
                  </a:lnTo>
                  <a:lnTo>
                    <a:pt x="1289205" y="444107"/>
                  </a:lnTo>
                  <a:lnTo>
                    <a:pt x="1360827" y="465780"/>
                  </a:lnTo>
                  <a:lnTo>
                    <a:pt x="1432450" y="487164"/>
                  </a:lnTo>
                  <a:lnTo>
                    <a:pt x="1504073" y="508264"/>
                  </a:lnTo>
                  <a:lnTo>
                    <a:pt x="1575695" y="529084"/>
                  </a:lnTo>
                  <a:lnTo>
                    <a:pt x="1647318" y="549626"/>
                  </a:lnTo>
                  <a:lnTo>
                    <a:pt x="1718940" y="569895"/>
                  </a:lnTo>
                  <a:lnTo>
                    <a:pt x="1790563" y="589895"/>
                  </a:lnTo>
                  <a:lnTo>
                    <a:pt x="1862185" y="609628"/>
                  </a:lnTo>
                  <a:lnTo>
                    <a:pt x="1933808" y="629099"/>
                  </a:lnTo>
                  <a:lnTo>
                    <a:pt x="2005430" y="648311"/>
                  </a:lnTo>
                  <a:lnTo>
                    <a:pt x="2077053" y="667268"/>
                  </a:lnTo>
                  <a:lnTo>
                    <a:pt x="2148675" y="685972"/>
                  </a:lnTo>
                  <a:lnTo>
                    <a:pt x="2220298" y="704427"/>
                  </a:lnTo>
                  <a:lnTo>
                    <a:pt x="2291920" y="722637"/>
                  </a:lnTo>
                  <a:lnTo>
                    <a:pt x="2363543" y="740605"/>
                  </a:lnTo>
                  <a:lnTo>
                    <a:pt x="2435165" y="758334"/>
                  </a:lnTo>
                  <a:lnTo>
                    <a:pt x="2506788" y="775826"/>
                  </a:lnTo>
                  <a:lnTo>
                    <a:pt x="2578410" y="793087"/>
                  </a:lnTo>
                  <a:lnTo>
                    <a:pt x="2650033" y="810117"/>
                  </a:lnTo>
                  <a:lnTo>
                    <a:pt x="2721655" y="826921"/>
                  </a:lnTo>
                  <a:lnTo>
                    <a:pt x="2793278" y="843502"/>
                  </a:lnTo>
                  <a:lnTo>
                    <a:pt x="2864901" y="859861"/>
                  </a:lnTo>
                  <a:lnTo>
                    <a:pt x="2936523" y="876004"/>
                  </a:lnTo>
                  <a:lnTo>
                    <a:pt x="3008146" y="891931"/>
                  </a:lnTo>
                  <a:lnTo>
                    <a:pt x="3079768" y="907647"/>
                  </a:lnTo>
                  <a:lnTo>
                    <a:pt x="3151391" y="923154"/>
                  </a:lnTo>
                  <a:lnTo>
                    <a:pt x="3223013" y="938454"/>
                  </a:lnTo>
                  <a:lnTo>
                    <a:pt x="3294636" y="953551"/>
                  </a:lnTo>
                  <a:lnTo>
                    <a:pt x="3366258" y="968447"/>
                  </a:lnTo>
                  <a:lnTo>
                    <a:pt x="3437881" y="983144"/>
                  </a:lnTo>
                  <a:lnTo>
                    <a:pt x="3509503" y="997647"/>
                  </a:lnTo>
                  <a:lnTo>
                    <a:pt x="3581126" y="1011956"/>
                  </a:lnTo>
                  <a:lnTo>
                    <a:pt x="3652748" y="1026075"/>
                  </a:lnTo>
                  <a:lnTo>
                    <a:pt x="3724371" y="1040006"/>
                  </a:lnTo>
                  <a:lnTo>
                    <a:pt x="3795993" y="1053752"/>
                  </a:lnTo>
                  <a:lnTo>
                    <a:pt x="3867616" y="1067315"/>
                  </a:lnTo>
                  <a:lnTo>
                    <a:pt x="3939238" y="1080698"/>
                  </a:lnTo>
                  <a:lnTo>
                    <a:pt x="4010861" y="1093902"/>
                  </a:lnTo>
                  <a:lnTo>
                    <a:pt x="4082483" y="1106931"/>
                  </a:lnTo>
                  <a:lnTo>
                    <a:pt x="4154106" y="1119787"/>
                  </a:lnTo>
                  <a:lnTo>
                    <a:pt x="4225729" y="1132472"/>
                  </a:lnTo>
                  <a:lnTo>
                    <a:pt x="4297351" y="1144987"/>
                  </a:lnTo>
                  <a:lnTo>
                    <a:pt x="4368974" y="1157337"/>
                  </a:lnTo>
                  <a:lnTo>
                    <a:pt x="4440596" y="1169522"/>
                  </a:lnTo>
                  <a:lnTo>
                    <a:pt x="4512219" y="1181545"/>
                  </a:lnTo>
                  <a:lnTo>
                    <a:pt x="4583841" y="1193408"/>
                  </a:lnTo>
                  <a:lnTo>
                    <a:pt x="4655464" y="1205113"/>
                  </a:lnTo>
                  <a:lnTo>
                    <a:pt x="4727086" y="1216663"/>
                  </a:lnTo>
                  <a:lnTo>
                    <a:pt x="4798709" y="1228059"/>
                  </a:lnTo>
                  <a:lnTo>
                    <a:pt x="4870331" y="1239303"/>
                  </a:lnTo>
                  <a:lnTo>
                    <a:pt x="4941954" y="1250398"/>
                  </a:lnTo>
                  <a:lnTo>
                    <a:pt x="5013576" y="1261345"/>
                  </a:lnTo>
                  <a:lnTo>
                    <a:pt x="5085199" y="1272146"/>
                  </a:lnTo>
                  <a:lnTo>
                    <a:pt x="5156821" y="1282804"/>
                  </a:lnTo>
                  <a:lnTo>
                    <a:pt x="5228444" y="1293320"/>
                  </a:lnTo>
                  <a:lnTo>
                    <a:pt x="5300066" y="1303696"/>
                  </a:lnTo>
                  <a:lnTo>
                    <a:pt x="5371689" y="1313935"/>
                  </a:lnTo>
                  <a:lnTo>
                    <a:pt x="5443311" y="1324037"/>
                  </a:lnTo>
                  <a:lnTo>
                    <a:pt x="5514934" y="1334004"/>
                  </a:lnTo>
                  <a:lnTo>
                    <a:pt x="5586557" y="1343839"/>
                  </a:lnTo>
                  <a:lnTo>
                    <a:pt x="5658179" y="1353543"/>
                  </a:lnTo>
                  <a:lnTo>
                    <a:pt x="5729802" y="1363118"/>
                  </a:lnTo>
                  <a:lnTo>
                    <a:pt x="5801424" y="1372566"/>
                  </a:lnTo>
                  <a:lnTo>
                    <a:pt x="5873047" y="1381888"/>
                  </a:lnTo>
                  <a:lnTo>
                    <a:pt x="5944669" y="1391086"/>
                  </a:lnTo>
                  <a:lnTo>
                    <a:pt x="6016292" y="1400162"/>
                  </a:lnTo>
                  <a:lnTo>
                    <a:pt x="6087914" y="1409117"/>
                  </a:lnTo>
                  <a:lnTo>
                    <a:pt x="6159537" y="1417952"/>
                  </a:lnTo>
                  <a:lnTo>
                    <a:pt x="6231159" y="1426671"/>
                  </a:lnTo>
                  <a:lnTo>
                    <a:pt x="6302782" y="1435273"/>
                  </a:lnTo>
                  <a:lnTo>
                    <a:pt x="6374404" y="1443761"/>
                  </a:lnTo>
                  <a:lnTo>
                    <a:pt x="6446027" y="1452136"/>
                  </a:lnTo>
                  <a:lnTo>
                    <a:pt x="6517649" y="1460399"/>
                  </a:lnTo>
                  <a:lnTo>
                    <a:pt x="6589272" y="1468553"/>
                  </a:lnTo>
                  <a:lnTo>
                    <a:pt x="6660894" y="1476598"/>
                  </a:lnTo>
                  <a:lnTo>
                    <a:pt x="6732517" y="1484536"/>
                  </a:lnTo>
                  <a:lnTo>
                    <a:pt x="6804139" y="1492369"/>
                  </a:lnTo>
                  <a:lnTo>
                    <a:pt x="6875762" y="1500097"/>
                  </a:lnTo>
                  <a:lnTo>
                    <a:pt x="6947385" y="1507722"/>
                  </a:lnTo>
                  <a:lnTo>
                    <a:pt x="7019007" y="1515246"/>
                  </a:lnTo>
                  <a:lnTo>
                    <a:pt x="7090630" y="1522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2026-06-02T08:49:29Z</dcterms:modified>
  <cp:category/>
</cp:coreProperties>
</file>