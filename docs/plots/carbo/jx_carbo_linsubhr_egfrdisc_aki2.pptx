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874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373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872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371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4124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6229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1121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9620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299788"/>
            </a:xfrm>
            <a:custGeom>
              <a:avLst/>
              <a:pathLst>
                <a:path w="7090630" h="3299788">
                  <a:moveTo>
                    <a:pt x="2812410" y="0"/>
                  </a:moveTo>
                  <a:lnTo>
                    <a:pt x="2864901" y="124254"/>
                  </a:lnTo>
                  <a:lnTo>
                    <a:pt x="2936523" y="285651"/>
                  </a:lnTo>
                  <a:lnTo>
                    <a:pt x="3008146" y="439295"/>
                  </a:lnTo>
                  <a:lnTo>
                    <a:pt x="3079768" y="585557"/>
                  </a:lnTo>
                  <a:lnTo>
                    <a:pt x="3151391" y="724792"/>
                  </a:lnTo>
                  <a:lnTo>
                    <a:pt x="3223013" y="857338"/>
                  </a:lnTo>
                  <a:lnTo>
                    <a:pt x="3294636" y="983516"/>
                  </a:lnTo>
                  <a:lnTo>
                    <a:pt x="3366258" y="1103633"/>
                  </a:lnTo>
                  <a:lnTo>
                    <a:pt x="3437881" y="1217979"/>
                  </a:lnTo>
                  <a:lnTo>
                    <a:pt x="3509503" y="1326831"/>
                  </a:lnTo>
                  <a:lnTo>
                    <a:pt x="3581126" y="1430454"/>
                  </a:lnTo>
                  <a:lnTo>
                    <a:pt x="3652748" y="1529098"/>
                  </a:lnTo>
                  <a:lnTo>
                    <a:pt x="3724371" y="1623004"/>
                  </a:lnTo>
                  <a:lnTo>
                    <a:pt x="3795993" y="1712398"/>
                  </a:lnTo>
                  <a:lnTo>
                    <a:pt x="3867616" y="1797497"/>
                  </a:lnTo>
                  <a:lnTo>
                    <a:pt x="3939238" y="1878508"/>
                  </a:lnTo>
                  <a:lnTo>
                    <a:pt x="4010861" y="1955628"/>
                  </a:lnTo>
                  <a:lnTo>
                    <a:pt x="4082483" y="2029042"/>
                  </a:lnTo>
                  <a:lnTo>
                    <a:pt x="4154106" y="2098929"/>
                  </a:lnTo>
                  <a:lnTo>
                    <a:pt x="4225729" y="2165458"/>
                  </a:lnTo>
                  <a:lnTo>
                    <a:pt x="4297351" y="2228792"/>
                  </a:lnTo>
                  <a:lnTo>
                    <a:pt x="4368974" y="2289083"/>
                  </a:lnTo>
                  <a:lnTo>
                    <a:pt x="4440596" y="2346477"/>
                  </a:lnTo>
                  <a:lnTo>
                    <a:pt x="4512219" y="2401114"/>
                  </a:lnTo>
                  <a:lnTo>
                    <a:pt x="4583841" y="2453126"/>
                  </a:lnTo>
                  <a:lnTo>
                    <a:pt x="4655464" y="2502639"/>
                  </a:lnTo>
                  <a:lnTo>
                    <a:pt x="4727086" y="2549773"/>
                  </a:lnTo>
                  <a:lnTo>
                    <a:pt x="4798709" y="2594644"/>
                  </a:lnTo>
                  <a:lnTo>
                    <a:pt x="4870331" y="2637358"/>
                  </a:lnTo>
                  <a:lnTo>
                    <a:pt x="4941954" y="2654968"/>
                  </a:lnTo>
                  <a:lnTo>
                    <a:pt x="5013576" y="2656127"/>
                  </a:lnTo>
                  <a:lnTo>
                    <a:pt x="5085199" y="2657285"/>
                  </a:lnTo>
                  <a:lnTo>
                    <a:pt x="5156821" y="2658442"/>
                  </a:lnTo>
                  <a:lnTo>
                    <a:pt x="5228444" y="2659596"/>
                  </a:lnTo>
                  <a:lnTo>
                    <a:pt x="5300066" y="2660750"/>
                  </a:lnTo>
                  <a:lnTo>
                    <a:pt x="5371689" y="2661901"/>
                  </a:lnTo>
                  <a:lnTo>
                    <a:pt x="5443311" y="2663051"/>
                  </a:lnTo>
                  <a:lnTo>
                    <a:pt x="5514934" y="2664200"/>
                  </a:lnTo>
                  <a:lnTo>
                    <a:pt x="5586557" y="2665346"/>
                  </a:lnTo>
                  <a:lnTo>
                    <a:pt x="5658179" y="2666491"/>
                  </a:lnTo>
                  <a:lnTo>
                    <a:pt x="5729802" y="2667635"/>
                  </a:lnTo>
                  <a:lnTo>
                    <a:pt x="5801424" y="2668777"/>
                  </a:lnTo>
                  <a:lnTo>
                    <a:pt x="5873047" y="2669917"/>
                  </a:lnTo>
                  <a:lnTo>
                    <a:pt x="5944669" y="2671056"/>
                  </a:lnTo>
                  <a:lnTo>
                    <a:pt x="6016292" y="2672193"/>
                  </a:lnTo>
                  <a:lnTo>
                    <a:pt x="6087914" y="2673329"/>
                  </a:lnTo>
                  <a:lnTo>
                    <a:pt x="6159537" y="2674463"/>
                  </a:lnTo>
                  <a:lnTo>
                    <a:pt x="6231159" y="2675595"/>
                  </a:lnTo>
                  <a:lnTo>
                    <a:pt x="6302782" y="2676726"/>
                  </a:lnTo>
                  <a:lnTo>
                    <a:pt x="6374404" y="2677855"/>
                  </a:lnTo>
                  <a:lnTo>
                    <a:pt x="6446027" y="2678983"/>
                  </a:lnTo>
                  <a:lnTo>
                    <a:pt x="6517649" y="2680109"/>
                  </a:lnTo>
                  <a:lnTo>
                    <a:pt x="6589272" y="2681233"/>
                  </a:lnTo>
                  <a:lnTo>
                    <a:pt x="6660894" y="2682356"/>
                  </a:lnTo>
                  <a:lnTo>
                    <a:pt x="6732517" y="2683478"/>
                  </a:lnTo>
                  <a:lnTo>
                    <a:pt x="6804139" y="2684597"/>
                  </a:lnTo>
                  <a:lnTo>
                    <a:pt x="6875762" y="2685716"/>
                  </a:lnTo>
                  <a:lnTo>
                    <a:pt x="6947385" y="2686832"/>
                  </a:lnTo>
                  <a:lnTo>
                    <a:pt x="7019007" y="2687947"/>
                  </a:lnTo>
                  <a:lnTo>
                    <a:pt x="7090630" y="2689061"/>
                  </a:lnTo>
                  <a:lnTo>
                    <a:pt x="7090630" y="3299788"/>
                  </a:lnTo>
                  <a:lnTo>
                    <a:pt x="7019007" y="3290505"/>
                  </a:lnTo>
                  <a:lnTo>
                    <a:pt x="6947385" y="3280752"/>
                  </a:lnTo>
                  <a:lnTo>
                    <a:pt x="6875762" y="3270508"/>
                  </a:lnTo>
                  <a:lnTo>
                    <a:pt x="6804139" y="3259746"/>
                  </a:lnTo>
                  <a:lnTo>
                    <a:pt x="6732517" y="3248442"/>
                  </a:lnTo>
                  <a:lnTo>
                    <a:pt x="6660894" y="3236567"/>
                  </a:lnTo>
                  <a:lnTo>
                    <a:pt x="6589272" y="3224092"/>
                  </a:lnTo>
                  <a:lnTo>
                    <a:pt x="6517649" y="3210989"/>
                  </a:lnTo>
                  <a:lnTo>
                    <a:pt x="6446027" y="3197223"/>
                  </a:lnTo>
                  <a:lnTo>
                    <a:pt x="6374404" y="3182764"/>
                  </a:lnTo>
                  <a:lnTo>
                    <a:pt x="6302782" y="3167574"/>
                  </a:lnTo>
                  <a:lnTo>
                    <a:pt x="6231159" y="3151618"/>
                  </a:lnTo>
                  <a:lnTo>
                    <a:pt x="6159537" y="3134856"/>
                  </a:lnTo>
                  <a:lnTo>
                    <a:pt x="6087914" y="3117249"/>
                  </a:lnTo>
                  <a:lnTo>
                    <a:pt x="6016292" y="3098753"/>
                  </a:lnTo>
                  <a:lnTo>
                    <a:pt x="5944669" y="3079324"/>
                  </a:lnTo>
                  <a:lnTo>
                    <a:pt x="5873047" y="3058914"/>
                  </a:lnTo>
                  <a:lnTo>
                    <a:pt x="5801424" y="3037474"/>
                  </a:lnTo>
                  <a:lnTo>
                    <a:pt x="5729802" y="3014952"/>
                  </a:lnTo>
                  <a:lnTo>
                    <a:pt x="5658179" y="2991294"/>
                  </a:lnTo>
                  <a:lnTo>
                    <a:pt x="5586557" y="2966441"/>
                  </a:lnTo>
                  <a:lnTo>
                    <a:pt x="5514934" y="2940334"/>
                  </a:lnTo>
                  <a:lnTo>
                    <a:pt x="5443311" y="2912910"/>
                  </a:lnTo>
                  <a:lnTo>
                    <a:pt x="5371689" y="2884102"/>
                  </a:lnTo>
                  <a:lnTo>
                    <a:pt x="5300066" y="2853840"/>
                  </a:lnTo>
                  <a:lnTo>
                    <a:pt x="5228444" y="2822051"/>
                  </a:lnTo>
                  <a:lnTo>
                    <a:pt x="5156821" y="2788657"/>
                  </a:lnTo>
                  <a:lnTo>
                    <a:pt x="5085199" y="2753578"/>
                  </a:lnTo>
                  <a:lnTo>
                    <a:pt x="5013576" y="2716729"/>
                  </a:lnTo>
                  <a:lnTo>
                    <a:pt x="4941954" y="2678020"/>
                  </a:lnTo>
                  <a:lnTo>
                    <a:pt x="4870331" y="2653806"/>
                  </a:lnTo>
                  <a:lnTo>
                    <a:pt x="4798709" y="2652643"/>
                  </a:lnTo>
                  <a:lnTo>
                    <a:pt x="4727086" y="2651479"/>
                  </a:lnTo>
                  <a:lnTo>
                    <a:pt x="4655464" y="2650313"/>
                  </a:lnTo>
                  <a:lnTo>
                    <a:pt x="4583841" y="2649145"/>
                  </a:lnTo>
                  <a:lnTo>
                    <a:pt x="4512219" y="2647975"/>
                  </a:lnTo>
                  <a:lnTo>
                    <a:pt x="4440596" y="2646804"/>
                  </a:lnTo>
                  <a:lnTo>
                    <a:pt x="4368974" y="2645631"/>
                  </a:lnTo>
                  <a:lnTo>
                    <a:pt x="4297351" y="2644457"/>
                  </a:lnTo>
                  <a:lnTo>
                    <a:pt x="4225729" y="2643281"/>
                  </a:lnTo>
                  <a:lnTo>
                    <a:pt x="4154106" y="2642103"/>
                  </a:lnTo>
                  <a:lnTo>
                    <a:pt x="4082483" y="2640924"/>
                  </a:lnTo>
                  <a:lnTo>
                    <a:pt x="4010861" y="2639743"/>
                  </a:lnTo>
                  <a:lnTo>
                    <a:pt x="3939238" y="2638560"/>
                  </a:lnTo>
                  <a:lnTo>
                    <a:pt x="3867616" y="2637376"/>
                  </a:lnTo>
                  <a:lnTo>
                    <a:pt x="3795993" y="2636190"/>
                  </a:lnTo>
                  <a:lnTo>
                    <a:pt x="3724371" y="2635003"/>
                  </a:lnTo>
                  <a:lnTo>
                    <a:pt x="3652748" y="2633813"/>
                  </a:lnTo>
                  <a:lnTo>
                    <a:pt x="3581126" y="2632622"/>
                  </a:lnTo>
                  <a:lnTo>
                    <a:pt x="3509503" y="2631430"/>
                  </a:lnTo>
                  <a:lnTo>
                    <a:pt x="3437881" y="2630236"/>
                  </a:lnTo>
                  <a:lnTo>
                    <a:pt x="3366258" y="2629040"/>
                  </a:lnTo>
                  <a:lnTo>
                    <a:pt x="3294636" y="2627842"/>
                  </a:lnTo>
                  <a:lnTo>
                    <a:pt x="3223013" y="2626643"/>
                  </a:lnTo>
                  <a:lnTo>
                    <a:pt x="3151391" y="2625442"/>
                  </a:lnTo>
                  <a:lnTo>
                    <a:pt x="3079768" y="2624239"/>
                  </a:lnTo>
                  <a:lnTo>
                    <a:pt x="3008146" y="2623035"/>
                  </a:lnTo>
                  <a:lnTo>
                    <a:pt x="2936523" y="2621829"/>
                  </a:lnTo>
                  <a:lnTo>
                    <a:pt x="2864901" y="2620621"/>
                  </a:lnTo>
                  <a:lnTo>
                    <a:pt x="2793278" y="2619411"/>
                  </a:lnTo>
                  <a:lnTo>
                    <a:pt x="2721655" y="2618200"/>
                  </a:lnTo>
                  <a:lnTo>
                    <a:pt x="2650033" y="2616988"/>
                  </a:lnTo>
                  <a:lnTo>
                    <a:pt x="2578410" y="2615773"/>
                  </a:lnTo>
                  <a:lnTo>
                    <a:pt x="2506788" y="2614557"/>
                  </a:lnTo>
                  <a:lnTo>
                    <a:pt x="2435165" y="2613339"/>
                  </a:lnTo>
                  <a:lnTo>
                    <a:pt x="2363543" y="2612119"/>
                  </a:lnTo>
                  <a:lnTo>
                    <a:pt x="2291920" y="2610898"/>
                  </a:lnTo>
                  <a:lnTo>
                    <a:pt x="2220298" y="2609675"/>
                  </a:lnTo>
                  <a:lnTo>
                    <a:pt x="2148675" y="2608450"/>
                  </a:lnTo>
                  <a:lnTo>
                    <a:pt x="2077053" y="2607224"/>
                  </a:lnTo>
                  <a:lnTo>
                    <a:pt x="2005430" y="2605995"/>
                  </a:lnTo>
                  <a:lnTo>
                    <a:pt x="1933808" y="2604766"/>
                  </a:lnTo>
                  <a:lnTo>
                    <a:pt x="1862185" y="2603534"/>
                  </a:lnTo>
                  <a:lnTo>
                    <a:pt x="1790563" y="2602301"/>
                  </a:lnTo>
                  <a:lnTo>
                    <a:pt x="1718940" y="2601065"/>
                  </a:lnTo>
                  <a:lnTo>
                    <a:pt x="1647318" y="2599829"/>
                  </a:lnTo>
                  <a:lnTo>
                    <a:pt x="1575695" y="2598590"/>
                  </a:lnTo>
                  <a:lnTo>
                    <a:pt x="1504073" y="2597350"/>
                  </a:lnTo>
                  <a:lnTo>
                    <a:pt x="1432450" y="2596108"/>
                  </a:lnTo>
                  <a:lnTo>
                    <a:pt x="1360827" y="2594864"/>
                  </a:lnTo>
                  <a:lnTo>
                    <a:pt x="1289205" y="2593618"/>
                  </a:lnTo>
                  <a:lnTo>
                    <a:pt x="1217582" y="2592371"/>
                  </a:lnTo>
                  <a:lnTo>
                    <a:pt x="1145960" y="2591122"/>
                  </a:lnTo>
                  <a:lnTo>
                    <a:pt x="1074337" y="2589871"/>
                  </a:lnTo>
                  <a:lnTo>
                    <a:pt x="1002715" y="2588619"/>
                  </a:lnTo>
                  <a:lnTo>
                    <a:pt x="931092" y="2587365"/>
                  </a:lnTo>
                  <a:lnTo>
                    <a:pt x="859470" y="2586109"/>
                  </a:lnTo>
                  <a:lnTo>
                    <a:pt x="787847" y="2584851"/>
                  </a:lnTo>
                  <a:lnTo>
                    <a:pt x="716225" y="2583591"/>
                  </a:lnTo>
                  <a:lnTo>
                    <a:pt x="644602" y="2582330"/>
                  </a:lnTo>
                  <a:lnTo>
                    <a:pt x="572980" y="2581067"/>
                  </a:lnTo>
                  <a:lnTo>
                    <a:pt x="501357" y="2579802"/>
                  </a:lnTo>
                  <a:lnTo>
                    <a:pt x="429735" y="2578535"/>
                  </a:lnTo>
                  <a:lnTo>
                    <a:pt x="358112" y="2577267"/>
                  </a:lnTo>
                  <a:lnTo>
                    <a:pt x="286490" y="2575997"/>
                  </a:lnTo>
                  <a:lnTo>
                    <a:pt x="214867" y="2574725"/>
                  </a:lnTo>
                  <a:lnTo>
                    <a:pt x="143245" y="2573451"/>
                  </a:lnTo>
                  <a:lnTo>
                    <a:pt x="71622" y="2572176"/>
                  </a:lnTo>
                  <a:lnTo>
                    <a:pt x="0" y="257089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984459" y="2073503"/>
              <a:ext cx="4278219" cy="2689061"/>
            </a:xfrm>
            <a:custGeom>
              <a:avLst/>
              <a:pathLst>
                <a:path w="4278219" h="2689061">
                  <a:moveTo>
                    <a:pt x="0" y="0"/>
                  </a:moveTo>
                  <a:lnTo>
                    <a:pt x="52490" y="124254"/>
                  </a:lnTo>
                  <a:lnTo>
                    <a:pt x="124113" y="285651"/>
                  </a:lnTo>
                  <a:lnTo>
                    <a:pt x="195735" y="439295"/>
                  </a:lnTo>
                  <a:lnTo>
                    <a:pt x="267358" y="585557"/>
                  </a:lnTo>
                  <a:lnTo>
                    <a:pt x="338980" y="724792"/>
                  </a:lnTo>
                  <a:lnTo>
                    <a:pt x="410603" y="857338"/>
                  </a:lnTo>
                  <a:lnTo>
                    <a:pt x="482225" y="983516"/>
                  </a:lnTo>
                  <a:lnTo>
                    <a:pt x="553848" y="1103633"/>
                  </a:lnTo>
                  <a:lnTo>
                    <a:pt x="625471" y="1217979"/>
                  </a:lnTo>
                  <a:lnTo>
                    <a:pt x="697093" y="1326831"/>
                  </a:lnTo>
                  <a:lnTo>
                    <a:pt x="768716" y="1430454"/>
                  </a:lnTo>
                  <a:lnTo>
                    <a:pt x="840338" y="1529098"/>
                  </a:lnTo>
                  <a:lnTo>
                    <a:pt x="911961" y="1623004"/>
                  </a:lnTo>
                  <a:lnTo>
                    <a:pt x="983583" y="1712398"/>
                  </a:lnTo>
                  <a:lnTo>
                    <a:pt x="1055206" y="1797497"/>
                  </a:lnTo>
                  <a:lnTo>
                    <a:pt x="1126828" y="1878508"/>
                  </a:lnTo>
                  <a:lnTo>
                    <a:pt x="1198451" y="1955628"/>
                  </a:lnTo>
                  <a:lnTo>
                    <a:pt x="1270073" y="2029042"/>
                  </a:lnTo>
                  <a:lnTo>
                    <a:pt x="1341696" y="2098929"/>
                  </a:lnTo>
                  <a:lnTo>
                    <a:pt x="1413318" y="2165458"/>
                  </a:lnTo>
                  <a:lnTo>
                    <a:pt x="1484941" y="2228792"/>
                  </a:lnTo>
                  <a:lnTo>
                    <a:pt x="1556563" y="2289083"/>
                  </a:lnTo>
                  <a:lnTo>
                    <a:pt x="1628186" y="2346477"/>
                  </a:lnTo>
                  <a:lnTo>
                    <a:pt x="1699808" y="2401114"/>
                  </a:lnTo>
                  <a:lnTo>
                    <a:pt x="1771431" y="2453126"/>
                  </a:lnTo>
                  <a:lnTo>
                    <a:pt x="1843053" y="2502639"/>
                  </a:lnTo>
                  <a:lnTo>
                    <a:pt x="1914676" y="2549773"/>
                  </a:lnTo>
                  <a:lnTo>
                    <a:pt x="1986299" y="2594644"/>
                  </a:lnTo>
                  <a:lnTo>
                    <a:pt x="2057921" y="2637358"/>
                  </a:lnTo>
                  <a:lnTo>
                    <a:pt x="2129544" y="2654968"/>
                  </a:lnTo>
                  <a:lnTo>
                    <a:pt x="2201166" y="2656127"/>
                  </a:lnTo>
                  <a:lnTo>
                    <a:pt x="2272789" y="2657285"/>
                  </a:lnTo>
                  <a:lnTo>
                    <a:pt x="2344411" y="2658442"/>
                  </a:lnTo>
                  <a:lnTo>
                    <a:pt x="2416034" y="2659596"/>
                  </a:lnTo>
                  <a:lnTo>
                    <a:pt x="2487656" y="2660750"/>
                  </a:lnTo>
                  <a:lnTo>
                    <a:pt x="2559279" y="2661901"/>
                  </a:lnTo>
                  <a:lnTo>
                    <a:pt x="2630901" y="2663051"/>
                  </a:lnTo>
                  <a:lnTo>
                    <a:pt x="2702524" y="2664200"/>
                  </a:lnTo>
                  <a:lnTo>
                    <a:pt x="2774146" y="2665346"/>
                  </a:lnTo>
                  <a:lnTo>
                    <a:pt x="2845769" y="2666491"/>
                  </a:lnTo>
                  <a:lnTo>
                    <a:pt x="2917391" y="2667635"/>
                  </a:lnTo>
                  <a:lnTo>
                    <a:pt x="2989014" y="2668777"/>
                  </a:lnTo>
                  <a:lnTo>
                    <a:pt x="3060636" y="2669917"/>
                  </a:lnTo>
                  <a:lnTo>
                    <a:pt x="3132259" y="2671056"/>
                  </a:lnTo>
                  <a:lnTo>
                    <a:pt x="3203881" y="2672193"/>
                  </a:lnTo>
                  <a:lnTo>
                    <a:pt x="3275504" y="2673329"/>
                  </a:lnTo>
                  <a:lnTo>
                    <a:pt x="3347126" y="2674463"/>
                  </a:lnTo>
                  <a:lnTo>
                    <a:pt x="3418749" y="2675595"/>
                  </a:lnTo>
                  <a:lnTo>
                    <a:pt x="3490372" y="2676726"/>
                  </a:lnTo>
                  <a:lnTo>
                    <a:pt x="3561994" y="2677855"/>
                  </a:lnTo>
                  <a:lnTo>
                    <a:pt x="3633617" y="2678983"/>
                  </a:lnTo>
                  <a:lnTo>
                    <a:pt x="3705239" y="2680109"/>
                  </a:lnTo>
                  <a:lnTo>
                    <a:pt x="3776862" y="2681233"/>
                  </a:lnTo>
                  <a:lnTo>
                    <a:pt x="3848484" y="2682356"/>
                  </a:lnTo>
                  <a:lnTo>
                    <a:pt x="3920107" y="2683478"/>
                  </a:lnTo>
                  <a:lnTo>
                    <a:pt x="3991729" y="2684597"/>
                  </a:lnTo>
                  <a:lnTo>
                    <a:pt x="4063352" y="2685716"/>
                  </a:lnTo>
                  <a:lnTo>
                    <a:pt x="4134974" y="2686832"/>
                  </a:lnTo>
                  <a:lnTo>
                    <a:pt x="4206597" y="2687947"/>
                  </a:lnTo>
                  <a:lnTo>
                    <a:pt x="4278219" y="268906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644401"/>
              <a:ext cx="7090630" cy="728889"/>
            </a:xfrm>
            <a:custGeom>
              <a:avLst/>
              <a:pathLst>
                <a:path w="7090630" h="728889">
                  <a:moveTo>
                    <a:pt x="7090630" y="728889"/>
                  </a:moveTo>
                  <a:lnTo>
                    <a:pt x="7019007" y="719606"/>
                  </a:lnTo>
                  <a:lnTo>
                    <a:pt x="6947385" y="709853"/>
                  </a:lnTo>
                  <a:lnTo>
                    <a:pt x="6875762" y="699609"/>
                  </a:lnTo>
                  <a:lnTo>
                    <a:pt x="6804139" y="688847"/>
                  </a:lnTo>
                  <a:lnTo>
                    <a:pt x="6732517" y="677543"/>
                  </a:lnTo>
                  <a:lnTo>
                    <a:pt x="6660894" y="665668"/>
                  </a:lnTo>
                  <a:lnTo>
                    <a:pt x="6589272" y="653194"/>
                  </a:lnTo>
                  <a:lnTo>
                    <a:pt x="6517649" y="640090"/>
                  </a:lnTo>
                  <a:lnTo>
                    <a:pt x="6446027" y="626324"/>
                  </a:lnTo>
                  <a:lnTo>
                    <a:pt x="6374404" y="611865"/>
                  </a:lnTo>
                  <a:lnTo>
                    <a:pt x="6302782" y="596675"/>
                  </a:lnTo>
                  <a:lnTo>
                    <a:pt x="6231159" y="580719"/>
                  </a:lnTo>
                  <a:lnTo>
                    <a:pt x="6159537" y="563957"/>
                  </a:lnTo>
                  <a:lnTo>
                    <a:pt x="6087914" y="546350"/>
                  </a:lnTo>
                  <a:lnTo>
                    <a:pt x="6016292" y="527854"/>
                  </a:lnTo>
                  <a:lnTo>
                    <a:pt x="5944669" y="508425"/>
                  </a:lnTo>
                  <a:lnTo>
                    <a:pt x="5873047" y="488015"/>
                  </a:lnTo>
                  <a:lnTo>
                    <a:pt x="5801424" y="466575"/>
                  </a:lnTo>
                  <a:lnTo>
                    <a:pt x="5729802" y="444053"/>
                  </a:lnTo>
                  <a:lnTo>
                    <a:pt x="5658179" y="420395"/>
                  </a:lnTo>
                  <a:lnTo>
                    <a:pt x="5586557" y="395542"/>
                  </a:lnTo>
                  <a:lnTo>
                    <a:pt x="5514934" y="369436"/>
                  </a:lnTo>
                  <a:lnTo>
                    <a:pt x="5443311" y="342011"/>
                  </a:lnTo>
                  <a:lnTo>
                    <a:pt x="5371689" y="313203"/>
                  </a:lnTo>
                  <a:lnTo>
                    <a:pt x="5300066" y="282941"/>
                  </a:lnTo>
                  <a:lnTo>
                    <a:pt x="5228444" y="251152"/>
                  </a:lnTo>
                  <a:lnTo>
                    <a:pt x="5156821" y="217758"/>
                  </a:lnTo>
                  <a:lnTo>
                    <a:pt x="5085199" y="182679"/>
                  </a:lnTo>
                  <a:lnTo>
                    <a:pt x="5013576" y="145830"/>
                  </a:lnTo>
                  <a:lnTo>
                    <a:pt x="4941954" y="107121"/>
                  </a:lnTo>
                  <a:lnTo>
                    <a:pt x="4870331" y="82907"/>
                  </a:lnTo>
                  <a:lnTo>
                    <a:pt x="4798709" y="81744"/>
                  </a:lnTo>
                  <a:lnTo>
                    <a:pt x="4727086" y="80580"/>
                  </a:lnTo>
                  <a:lnTo>
                    <a:pt x="4655464" y="79414"/>
                  </a:lnTo>
                  <a:lnTo>
                    <a:pt x="4583841" y="78246"/>
                  </a:lnTo>
                  <a:lnTo>
                    <a:pt x="4512219" y="77076"/>
                  </a:lnTo>
                  <a:lnTo>
                    <a:pt x="4440596" y="75905"/>
                  </a:lnTo>
                  <a:lnTo>
                    <a:pt x="4368974" y="74733"/>
                  </a:lnTo>
                  <a:lnTo>
                    <a:pt x="4297351" y="73558"/>
                  </a:lnTo>
                  <a:lnTo>
                    <a:pt x="4225729" y="72382"/>
                  </a:lnTo>
                  <a:lnTo>
                    <a:pt x="4154106" y="71204"/>
                  </a:lnTo>
                  <a:lnTo>
                    <a:pt x="4082483" y="70025"/>
                  </a:lnTo>
                  <a:lnTo>
                    <a:pt x="4010861" y="68844"/>
                  </a:lnTo>
                  <a:lnTo>
                    <a:pt x="3939238" y="67662"/>
                  </a:lnTo>
                  <a:lnTo>
                    <a:pt x="3867616" y="66477"/>
                  </a:lnTo>
                  <a:lnTo>
                    <a:pt x="3795993" y="65291"/>
                  </a:lnTo>
                  <a:lnTo>
                    <a:pt x="3724371" y="64104"/>
                  </a:lnTo>
                  <a:lnTo>
                    <a:pt x="3652748" y="62914"/>
                  </a:lnTo>
                  <a:lnTo>
                    <a:pt x="3581126" y="61724"/>
                  </a:lnTo>
                  <a:lnTo>
                    <a:pt x="3509503" y="60531"/>
                  </a:lnTo>
                  <a:lnTo>
                    <a:pt x="3437881" y="59337"/>
                  </a:lnTo>
                  <a:lnTo>
                    <a:pt x="3366258" y="58141"/>
                  </a:lnTo>
                  <a:lnTo>
                    <a:pt x="3294636" y="56943"/>
                  </a:lnTo>
                  <a:lnTo>
                    <a:pt x="3223013" y="55744"/>
                  </a:lnTo>
                  <a:lnTo>
                    <a:pt x="3151391" y="54543"/>
                  </a:lnTo>
                  <a:lnTo>
                    <a:pt x="3079768" y="53340"/>
                  </a:lnTo>
                  <a:lnTo>
                    <a:pt x="3008146" y="52136"/>
                  </a:lnTo>
                  <a:lnTo>
                    <a:pt x="2936523" y="50930"/>
                  </a:lnTo>
                  <a:lnTo>
                    <a:pt x="2864901" y="49722"/>
                  </a:lnTo>
                  <a:lnTo>
                    <a:pt x="2793278" y="48513"/>
                  </a:lnTo>
                  <a:lnTo>
                    <a:pt x="2721655" y="47301"/>
                  </a:lnTo>
                  <a:lnTo>
                    <a:pt x="2650033" y="46089"/>
                  </a:lnTo>
                  <a:lnTo>
                    <a:pt x="2578410" y="44874"/>
                  </a:lnTo>
                  <a:lnTo>
                    <a:pt x="2506788" y="43658"/>
                  </a:lnTo>
                  <a:lnTo>
                    <a:pt x="2435165" y="42440"/>
                  </a:lnTo>
                  <a:lnTo>
                    <a:pt x="2363543" y="41220"/>
                  </a:lnTo>
                  <a:lnTo>
                    <a:pt x="2291920" y="39999"/>
                  </a:lnTo>
                  <a:lnTo>
                    <a:pt x="2220298" y="38776"/>
                  </a:lnTo>
                  <a:lnTo>
                    <a:pt x="2148675" y="37551"/>
                  </a:lnTo>
                  <a:lnTo>
                    <a:pt x="2077053" y="36325"/>
                  </a:lnTo>
                  <a:lnTo>
                    <a:pt x="2005430" y="35097"/>
                  </a:lnTo>
                  <a:lnTo>
                    <a:pt x="1933808" y="33867"/>
                  </a:lnTo>
                  <a:lnTo>
                    <a:pt x="1862185" y="32635"/>
                  </a:lnTo>
                  <a:lnTo>
                    <a:pt x="1790563" y="31402"/>
                  </a:lnTo>
                  <a:lnTo>
                    <a:pt x="1718940" y="30167"/>
                  </a:lnTo>
                  <a:lnTo>
                    <a:pt x="1647318" y="28930"/>
                  </a:lnTo>
                  <a:lnTo>
                    <a:pt x="1575695" y="27691"/>
                  </a:lnTo>
                  <a:lnTo>
                    <a:pt x="1504073" y="26451"/>
                  </a:lnTo>
                  <a:lnTo>
                    <a:pt x="1432450" y="25209"/>
                  </a:lnTo>
                  <a:lnTo>
                    <a:pt x="1360827" y="23965"/>
                  </a:lnTo>
                  <a:lnTo>
                    <a:pt x="1289205" y="22720"/>
                  </a:lnTo>
                  <a:lnTo>
                    <a:pt x="1217582" y="21472"/>
                  </a:lnTo>
                  <a:lnTo>
                    <a:pt x="1145960" y="20223"/>
                  </a:lnTo>
                  <a:lnTo>
                    <a:pt x="1074337" y="18973"/>
                  </a:lnTo>
                  <a:lnTo>
                    <a:pt x="1002715" y="17720"/>
                  </a:lnTo>
                  <a:lnTo>
                    <a:pt x="931092" y="16466"/>
                  </a:lnTo>
                  <a:lnTo>
                    <a:pt x="859470" y="15210"/>
                  </a:lnTo>
                  <a:lnTo>
                    <a:pt x="787847" y="13952"/>
                  </a:lnTo>
                  <a:lnTo>
                    <a:pt x="716225" y="12692"/>
                  </a:lnTo>
                  <a:lnTo>
                    <a:pt x="644602" y="11431"/>
                  </a:lnTo>
                  <a:lnTo>
                    <a:pt x="572980" y="10168"/>
                  </a:lnTo>
                  <a:lnTo>
                    <a:pt x="501357" y="8903"/>
                  </a:lnTo>
                  <a:lnTo>
                    <a:pt x="429735" y="7637"/>
                  </a:lnTo>
                  <a:lnTo>
                    <a:pt x="358112" y="6368"/>
                  </a:lnTo>
                  <a:lnTo>
                    <a:pt x="286490" y="5098"/>
                  </a:lnTo>
                  <a:lnTo>
                    <a:pt x="214867" y="3826"/>
                  </a:lnTo>
                  <a:lnTo>
                    <a:pt x="143245" y="2552"/>
                  </a:lnTo>
                  <a:lnTo>
                    <a:pt x="71622" y="127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012110" y="2073503"/>
              <a:ext cx="6250569" cy="3101400"/>
            </a:xfrm>
            <a:custGeom>
              <a:avLst/>
              <a:pathLst>
                <a:path w="6250569" h="3101400">
                  <a:moveTo>
                    <a:pt x="0" y="0"/>
                  </a:moveTo>
                  <a:lnTo>
                    <a:pt x="19409" y="24039"/>
                  </a:lnTo>
                  <a:lnTo>
                    <a:pt x="91031" y="110530"/>
                  </a:lnTo>
                  <a:lnTo>
                    <a:pt x="162654" y="194859"/>
                  </a:lnTo>
                  <a:lnTo>
                    <a:pt x="234276" y="277080"/>
                  </a:lnTo>
                  <a:lnTo>
                    <a:pt x="305899" y="357245"/>
                  </a:lnTo>
                  <a:lnTo>
                    <a:pt x="377521" y="435407"/>
                  </a:lnTo>
                  <a:lnTo>
                    <a:pt x="449144" y="511614"/>
                  </a:lnTo>
                  <a:lnTo>
                    <a:pt x="520766" y="585916"/>
                  </a:lnTo>
                  <a:lnTo>
                    <a:pt x="592389" y="658361"/>
                  </a:lnTo>
                  <a:lnTo>
                    <a:pt x="664012" y="728994"/>
                  </a:lnTo>
                  <a:lnTo>
                    <a:pt x="735634" y="797862"/>
                  </a:lnTo>
                  <a:lnTo>
                    <a:pt x="807257" y="865008"/>
                  </a:lnTo>
                  <a:lnTo>
                    <a:pt x="878879" y="930475"/>
                  </a:lnTo>
                  <a:lnTo>
                    <a:pt x="950502" y="994306"/>
                  </a:lnTo>
                  <a:lnTo>
                    <a:pt x="1022124" y="1056541"/>
                  </a:lnTo>
                  <a:lnTo>
                    <a:pt x="1093747" y="1117220"/>
                  </a:lnTo>
                  <a:lnTo>
                    <a:pt x="1165369" y="1176382"/>
                  </a:lnTo>
                  <a:lnTo>
                    <a:pt x="1236992" y="1234065"/>
                  </a:lnTo>
                  <a:lnTo>
                    <a:pt x="1308614" y="1290306"/>
                  </a:lnTo>
                  <a:lnTo>
                    <a:pt x="1380237" y="1345141"/>
                  </a:lnTo>
                  <a:lnTo>
                    <a:pt x="1451859" y="1398606"/>
                  </a:lnTo>
                  <a:lnTo>
                    <a:pt x="1523482" y="1450733"/>
                  </a:lnTo>
                  <a:lnTo>
                    <a:pt x="1595104" y="1501558"/>
                  </a:lnTo>
                  <a:lnTo>
                    <a:pt x="1666727" y="1551112"/>
                  </a:lnTo>
                  <a:lnTo>
                    <a:pt x="1738349" y="1599427"/>
                  </a:lnTo>
                  <a:lnTo>
                    <a:pt x="1809972" y="1646534"/>
                  </a:lnTo>
                  <a:lnTo>
                    <a:pt x="1881594" y="1692463"/>
                  </a:lnTo>
                  <a:lnTo>
                    <a:pt x="1953217" y="1737245"/>
                  </a:lnTo>
                  <a:lnTo>
                    <a:pt x="2024840" y="1780907"/>
                  </a:lnTo>
                  <a:lnTo>
                    <a:pt x="2096462" y="1823477"/>
                  </a:lnTo>
                  <a:lnTo>
                    <a:pt x="2168085" y="1864983"/>
                  </a:lnTo>
                  <a:lnTo>
                    <a:pt x="2239707" y="1905451"/>
                  </a:lnTo>
                  <a:lnTo>
                    <a:pt x="2311330" y="1944908"/>
                  </a:lnTo>
                  <a:lnTo>
                    <a:pt x="2382952" y="1983378"/>
                  </a:lnTo>
                  <a:lnTo>
                    <a:pt x="2454575" y="2020887"/>
                  </a:lnTo>
                  <a:lnTo>
                    <a:pt x="2526197" y="2057458"/>
                  </a:lnTo>
                  <a:lnTo>
                    <a:pt x="2597820" y="2093114"/>
                  </a:lnTo>
                  <a:lnTo>
                    <a:pt x="2669442" y="2127880"/>
                  </a:lnTo>
                  <a:lnTo>
                    <a:pt x="2741065" y="2161776"/>
                  </a:lnTo>
                  <a:lnTo>
                    <a:pt x="2812687" y="2194824"/>
                  </a:lnTo>
                  <a:lnTo>
                    <a:pt x="2884310" y="2227047"/>
                  </a:lnTo>
                  <a:lnTo>
                    <a:pt x="2955932" y="2258464"/>
                  </a:lnTo>
                  <a:lnTo>
                    <a:pt x="3027555" y="2289095"/>
                  </a:lnTo>
                  <a:lnTo>
                    <a:pt x="3099177" y="2318961"/>
                  </a:lnTo>
                  <a:lnTo>
                    <a:pt x="3170800" y="2348080"/>
                  </a:lnTo>
                  <a:lnTo>
                    <a:pt x="3242422" y="2376472"/>
                  </a:lnTo>
                  <a:lnTo>
                    <a:pt x="3314045" y="2404153"/>
                  </a:lnTo>
                  <a:lnTo>
                    <a:pt x="3385668" y="2431142"/>
                  </a:lnTo>
                  <a:lnTo>
                    <a:pt x="3457290" y="2457457"/>
                  </a:lnTo>
                  <a:lnTo>
                    <a:pt x="3528913" y="2483114"/>
                  </a:lnTo>
                  <a:lnTo>
                    <a:pt x="3600535" y="2508129"/>
                  </a:lnTo>
                  <a:lnTo>
                    <a:pt x="3672158" y="2532519"/>
                  </a:lnTo>
                  <a:lnTo>
                    <a:pt x="3743780" y="2556299"/>
                  </a:lnTo>
                  <a:lnTo>
                    <a:pt x="3815403" y="2579485"/>
                  </a:lnTo>
                  <a:lnTo>
                    <a:pt x="3887025" y="2602091"/>
                  </a:lnTo>
                  <a:lnTo>
                    <a:pt x="3958648" y="2624132"/>
                  </a:lnTo>
                  <a:lnTo>
                    <a:pt x="4030270" y="2645622"/>
                  </a:lnTo>
                  <a:lnTo>
                    <a:pt x="4101893" y="2666575"/>
                  </a:lnTo>
                  <a:lnTo>
                    <a:pt x="4173515" y="2687004"/>
                  </a:lnTo>
                  <a:lnTo>
                    <a:pt x="4245138" y="2706922"/>
                  </a:lnTo>
                  <a:lnTo>
                    <a:pt x="4316760" y="2726343"/>
                  </a:lnTo>
                  <a:lnTo>
                    <a:pt x="4388383" y="2745277"/>
                  </a:lnTo>
                  <a:lnTo>
                    <a:pt x="4460005" y="2763739"/>
                  </a:lnTo>
                  <a:lnTo>
                    <a:pt x="4531628" y="2781739"/>
                  </a:lnTo>
                  <a:lnTo>
                    <a:pt x="4603250" y="2799289"/>
                  </a:lnTo>
                  <a:lnTo>
                    <a:pt x="4674873" y="2816400"/>
                  </a:lnTo>
                  <a:lnTo>
                    <a:pt x="4746496" y="2833083"/>
                  </a:lnTo>
                  <a:lnTo>
                    <a:pt x="4818118" y="2849349"/>
                  </a:lnTo>
                  <a:lnTo>
                    <a:pt x="4889741" y="2865209"/>
                  </a:lnTo>
                  <a:lnTo>
                    <a:pt x="4961363" y="2880672"/>
                  </a:lnTo>
                  <a:lnTo>
                    <a:pt x="5032986" y="2895749"/>
                  </a:lnTo>
                  <a:lnTo>
                    <a:pt x="5104608" y="2910449"/>
                  </a:lnTo>
                  <a:lnTo>
                    <a:pt x="5176231" y="2924781"/>
                  </a:lnTo>
                  <a:lnTo>
                    <a:pt x="5247853" y="2938755"/>
                  </a:lnTo>
                  <a:lnTo>
                    <a:pt x="5319476" y="2952379"/>
                  </a:lnTo>
                  <a:lnTo>
                    <a:pt x="5391098" y="2965663"/>
                  </a:lnTo>
                  <a:lnTo>
                    <a:pt x="5462721" y="2978615"/>
                  </a:lnTo>
                  <a:lnTo>
                    <a:pt x="5534343" y="2991243"/>
                  </a:lnTo>
                  <a:lnTo>
                    <a:pt x="5605966" y="3003556"/>
                  </a:lnTo>
                  <a:lnTo>
                    <a:pt x="5677588" y="3015560"/>
                  </a:lnTo>
                  <a:lnTo>
                    <a:pt x="5749211" y="3027265"/>
                  </a:lnTo>
                  <a:lnTo>
                    <a:pt x="5820833" y="3038676"/>
                  </a:lnTo>
                  <a:lnTo>
                    <a:pt x="5892456" y="3049803"/>
                  </a:lnTo>
                  <a:lnTo>
                    <a:pt x="5964078" y="3060651"/>
                  </a:lnTo>
                  <a:lnTo>
                    <a:pt x="6035701" y="3071229"/>
                  </a:lnTo>
                  <a:lnTo>
                    <a:pt x="6107324" y="3081541"/>
                  </a:lnTo>
                  <a:lnTo>
                    <a:pt x="6178946" y="3091596"/>
                  </a:lnTo>
                  <a:lnTo>
                    <a:pt x="6250569" y="310140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60717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051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73353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tx29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33163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418150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6081080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789986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9" name="tx39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7517" y="1896563"/>
              <a:ext cx="486991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 mL/min: 0.97 (0.94-1.00)  |  per IQR (Δ = 18.2): 0.55 (0.31-0.97)  |  IQR: [-11.5, 6.7]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669789"/>
              <a:ext cx="1936790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2026-05-22T09:54:30Z</dcterms:modified>
  <cp:category/>
</cp:coreProperties>
</file>