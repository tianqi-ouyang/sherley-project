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20629"/>
            </a:xfrm>
            <a:custGeom>
              <a:avLst/>
              <a:pathLst>
                <a:path w="7090630" h="3420629">
                  <a:moveTo>
                    <a:pt x="3679761" y="0"/>
                  </a:moveTo>
                  <a:lnTo>
                    <a:pt x="3724371" y="180734"/>
                  </a:lnTo>
                  <a:lnTo>
                    <a:pt x="3795993" y="447473"/>
                  </a:lnTo>
                  <a:lnTo>
                    <a:pt x="3867616" y="692671"/>
                  </a:lnTo>
                  <a:lnTo>
                    <a:pt x="3939238" y="918068"/>
                  </a:lnTo>
                  <a:lnTo>
                    <a:pt x="4010861" y="1125263"/>
                  </a:lnTo>
                  <a:lnTo>
                    <a:pt x="4082483" y="1315726"/>
                  </a:lnTo>
                  <a:lnTo>
                    <a:pt x="4154106" y="1490807"/>
                  </a:lnTo>
                  <a:lnTo>
                    <a:pt x="4225729" y="1651749"/>
                  </a:lnTo>
                  <a:lnTo>
                    <a:pt x="4297351" y="1799695"/>
                  </a:lnTo>
                  <a:lnTo>
                    <a:pt x="4368974" y="1935693"/>
                  </a:lnTo>
                  <a:lnTo>
                    <a:pt x="4440596" y="2060708"/>
                  </a:lnTo>
                  <a:lnTo>
                    <a:pt x="4512219" y="2175627"/>
                  </a:lnTo>
                  <a:lnTo>
                    <a:pt x="4583841" y="2281266"/>
                  </a:lnTo>
                  <a:lnTo>
                    <a:pt x="4655464" y="2378374"/>
                  </a:lnTo>
                  <a:lnTo>
                    <a:pt x="4727086" y="2467640"/>
                  </a:lnTo>
                  <a:lnTo>
                    <a:pt x="4798709" y="2549697"/>
                  </a:lnTo>
                  <a:lnTo>
                    <a:pt x="4870331" y="2625127"/>
                  </a:lnTo>
                  <a:lnTo>
                    <a:pt x="4941954" y="2653831"/>
                  </a:lnTo>
                  <a:lnTo>
                    <a:pt x="5013576" y="2653063"/>
                  </a:lnTo>
                  <a:lnTo>
                    <a:pt x="5085199" y="2652295"/>
                  </a:lnTo>
                  <a:lnTo>
                    <a:pt x="5156821" y="2651526"/>
                  </a:lnTo>
                  <a:lnTo>
                    <a:pt x="5228444" y="2650756"/>
                  </a:lnTo>
                  <a:lnTo>
                    <a:pt x="5300066" y="2649986"/>
                  </a:lnTo>
                  <a:lnTo>
                    <a:pt x="5371689" y="2649215"/>
                  </a:lnTo>
                  <a:lnTo>
                    <a:pt x="5443311" y="2648443"/>
                  </a:lnTo>
                  <a:lnTo>
                    <a:pt x="5514934" y="2647671"/>
                  </a:lnTo>
                  <a:lnTo>
                    <a:pt x="5586557" y="2646897"/>
                  </a:lnTo>
                  <a:lnTo>
                    <a:pt x="5658179" y="2646123"/>
                  </a:lnTo>
                  <a:lnTo>
                    <a:pt x="5729802" y="2645349"/>
                  </a:lnTo>
                  <a:lnTo>
                    <a:pt x="5801424" y="2644573"/>
                  </a:lnTo>
                  <a:lnTo>
                    <a:pt x="5873047" y="2643797"/>
                  </a:lnTo>
                  <a:lnTo>
                    <a:pt x="5944669" y="2643020"/>
                  </a:lnTo>
                  <a:lnTo>
                    <a:pt x="6016292" y="2642243"/>
                  </a:lnTo>
                  <a:lnTo>
                    <a:pt x="6087914" y="2641465"/>
                  </a:lnTo>
                  <a:lnTo>
                    <a:pt x="6159537" y="2640686"/>
                  </a:lnTo>
                  <a:lnTo>
                    <a:pt x="6231159" y="2639906"/>
                  </a:lnTo>
                  <a:lnTo>
                    <a:pt x="6302782" y="2639126"/>
                  </a:lnTo>
                  <a:lnTo>
                    <a:pt x="6374404" y="2638345"/>
                  </a:lnTo>
                  <a:lnTo>
                    <a:pt x="6446027" y="2637563"/>
                  </a:lnTo>
                  <a:lnTo>
                    <a:pt x="6517649" y="2636780"/>
                  </a:lnTo>
                  <a:lnTo>
                    <a:pt x="6589272" y="2635997"/>
                  </a:lnTo>
                  <a:lnTo>
                    <a:pt x="6660894" y="2635213"/>
                  </a:lnTo>
                  <a:lnTo>
                    <a:pt x="6732517" y="2634428"/>
                  </a:lnTo>
                  <a:lnTo>
                    <a:pt x="6804139" y="2633643"/>
                  </a:lnTo>
                  <a:lnTo>
                    <a:pt x="6875762" y="2632857"/>
                  </a:lnTo>
                  <a:lnTo>
                    <a:pt x="6947385" y="2632070"/>
                  </a:lnTo>
                  <a:lnTo>
                    <a:pt x="7019007" y="2631282"/>
                  </a:lnTo>
                  <a:lnTo>
                    <a:pt x="7090630" y="2630494"/>
                  </a:lnTo>
                  <a:lnTo>
                    <a:pt x="7090630" y="3420629"/>
                  </a:lnTo>
                  <a:lnTo>
                    <a:pt x="7019007" y="3415084"/>
                  </a:lnTo>
                  <a:lnTo>
                    <a:pt x="6947385" y="3409052"/>
                  </a:lnTo>
                  <a:lnTo>
                    <a:pt x="6875762" y="3402490"/>
                  </a:lnTo>
                  <a:lnTo>
                    <a:pt x="6804139" y="3395351"/>
                  </a:lnTo>
                  <a:lnTo>
                    <a:pt x="6732517" y="3387586"/>
                  </a:lnTo>
                  <a:lnTo>
                    <a:pt x="6660894" y="3379138"/>
                  </a:lnTo>
                  <a:lnTo>
                    <a:pt x="6589272" y="3369948"/>
                  </a:lnTo>
                  <a:lnTo>
                    <a:pt x="6517649" y="3359951"/>
                  </a:lnTo>
                  <a:lnTo>
                    <a:pt x="6446027" y="3349075"/>
                  </a:lnTo>
                  <a:lnTo>
                    <a:pt x="6374404" y="3337244"/>
                  </a:lnTo>
                  <a:lnTo>
                    <a:pt x="6302782" y="3324374"/>
                  </a:lnTo>
                  <a:lnTo>
                    <a:pt x="6231159" y="3310373"/>
                  </a:lnTo>
                  <a:lnTo>
                    <a:pt x="6159537" y="3295142"/>
                  </a:lnTo>
                  <a:lnTo>
                    <a:pt x="6087914" y="3278573"/>
                  </a:lnTo>
                  <a:lnTo>
                    <a:pt x="6016292" y="3260548"/>
                  </a:lnTo>
                  <a:lnTo>
                    <a:pt x="5944669" y="3240940"/>
                  </a:lnTo>
                  <a:lnTo>
                    <a:pt x="5873047" y="3219609"/>
                  </a:lnTo>
                  <a:lnTo>
                    <a:pt x="5801424" y="3196405"/>
                  </a:lnTo>
                  <a:lnTo>
                    <a:pt x="5729802" y="3171161"/>
                  </a:lnTo>
                  <a:lnTo>
                    <a:pt x="5658179" y="3143701"/>
                  </a:lnTo>
                  <a:lnTo>
                    <a:pt x="5586557" y="3113827"/>
                  </a:lnTo>
                  <a:lnTo>
                    <a:pt x="5514934" y="3081329"/>
                  </a:lnTo>
                  <a:lnTo>
                    <a:pt x="5443311" y="3045977"/>
                  </a:lnTo>
                  <a:lnTo>
                    <a:pt x="5371689" y="3007518"/>
                  </a:lnTo>
                  <a:lnTo>
                    <a:pt x="5300066" y="2965681"/>
                  </a:lnTo>
                  <a:lnTo>
                    <a:pt x="5228444" y="2920169"/>
                  </a:lnTo>
                  <a:lnTo>
                    <a:pt x="5156821" y="2870658"/>
                  </a:lnTo>
                  <a:lnTo>
                    <a:pt x="5085199" y="2816798"/>
                  </a:lnTo>
                  <a:lnTo>
                    <a:pt x="5013576" y="2758206"/>
                  </a:lnTo>
                  <a:lnTo>
                    <a:pt x="4941954" y="2694466"/>
                  </a:lnTo>
                  <a:lnTo>
                    <a:pt x="4870331" y="2654597"/>
                  </a:lnTo>
                  <a:lnTo>
                    <a:pt x="4798709" y="2655363"/>
                  </a:lnTo>
                  <a:lnTo>
                    <a:pt x="4727086" y="2656129"/>
                  </a:lnTo>
                  <a:lnTo>
                    <a:pt x="4655464" y="2656894"/>
                  </a:lnTo>
                  <a:lnTo>
                    <a:pt x="4583841" y="2657658"/>
                  </a:lnTo>
                  <a:lnTo>
                    <a:pt x="4512219" y="2658421"/>
                  </a:lnTo>
                  <a:lnTo>
                    <a:pt x="4440596" y="2659183"/>
                  </a:lnTo>
                  <a:lnTo>
                    <a:pt x="4368974" y="2659945"/>
                  </a:lnTo>
                  <a:lnTo>
                    <a:pt x="4297351" y="2660706"/>
                  </a:lnTo>
                  <a:lnTo>
                    <a:pt x="4225729" y="2661467"/>
                  </a:lnTo>
                  <a:lnTo>
                    <a:pt x="4154106" y="2662227"/>
                  </a:lnTo>
                  <a:lnTo>
                    <a:pt x="4082483" y="2662986"/>
                  </a:lnTo>
                  <a:lnTo>
                    <a:pt x="4010861" y="2663744"/>
                  </a:lnTo>
                  <a:lnTo>
                    <a:pt x="3939238" y="2664502"/>
                  </a:lnTo>
                  <a:lnTo>
                    <a:pt x="3867616" y="2665259"/>
                  </a:lnTo>
                  <a:lnTo>
                    <a:pt x="3795993" y="2666015"/>
                  </a:lnTo>
                  <a:lnTo>
                    <a:pt x="3724371" y="2666770"/>
                  </a:lnTo>
                  <a:lnTo>
                    <a:pt x="3652748" y="2667525"/>
                  </a:lnTo>
                  <a:lnTo>
                    <a:pt x="3581126" y="2668279"/>
                  </a:lnTo>
                  <a:lnTo>
                    <a:pt x="3509503" y="2669033"/>
                  </a:lnTo>
                  <a:lnTo>
                    <a:pt x="3437881" y="2669786"/>
                  </a:lnTo>
                  <a:lnTo>
                    <a:pt x="3366258" y="2670538"/>
                  </a:lnTo>
                  <a:lnTo>
                    <a:pt x="3294636" y="2671289"/>
                  </a:lnTo>
                  <a:lnTo>
                    <a:pt x="3223013" y="2672040"/>
                  </a:lnTo>
                  <a:lnTo>
                    <a:pt x="3151391" y="2672790"/>
                  </a:lnTo>
                  <a:lnTo>
                    <a:pt x="3079768" y="2673539"/>
                  </a:lnTo>
                  <a:lnTo>
                    <a:pt x="3008146" y="2674288"/>
                  </a:lnTo>
                  <a:lnTo>
                    <a:pt x="2936523" y="2675036"/>
                  </a:lnTo>
                  <a:lnTo>
                    <a:pt x="2864901" y="2675783"/>
                  </a:lnTo>
                  <a:lnTo>
                    <a:pt x="2793278" y="2676529"/>
                  </a:lnTo>
                  <a:lnTo>
                    <a:pt x="2721655" y="2677275"/>
                  </a:lnTo>
                  <a:lnTo>
                    <a:pt x="2650033" y="2678020"/>
                  </a:lnTo>
                  <a:lnTo>
                    <a:pt x="2578410" y="2678765"/>
                  </a:lnTo>
                  <a:lnTo>
                    <a:pt x="2506788" y="2679508"/>
                  </a:lnTo>
                  <a:lnTo>
                    <a:pt x="2435165" y="2680252"/>
                  </a:lnTo>
                  <a:lnTo>
                    <a:pt x="2363543" y="2680994"/>
                  </a:lnTo>
                  <a:lnTo>
                    <a:pt x="2291920" y="2681736"/>
                  </a:lnTo>
                  <a:lnTo>
                    <a:pt x="2220298" y="2682477"/>
                  </a:lnTo>
                  <a:lnTo>
                    <a:pt x="2148675" y="2683217"/>
                  </a:lnTo>
                  <a:lnTo>
                    <a:pt x="2077053" y="2683957"/>
                  </a:lnTo>
                  <a:lnTo>
                    <a:pt x="2005430" y="2684696"/>
                  </a:lnTo>
                  <a:lnTo>
                    <a:pt x="1933808" y="2685434"/>
                  </a:lnTo>
                  <a:lnTo>
                    <a:pt x="1862185" y="2686172"/>
                  </a:lnTo>
                  <a:lnTo>
                    <a:pt x="1790563" y="2686908"/>
                  </a:lnTo>
                  <a:lnTo>
                    <a:pt x="1718940" y="2687645"/>
                  </a:lnTo>
                  <a:lnTo>
                    <a:pt x="1647318" y="2688380"/>
                  </a:lnTo>
                  <a:lnTo>
                    <a:pt x="1575695" y="2689115"/>
                  </a:lnTo>
                  <a:lnTo>
                    <a:pt x="1504073" y="2689849"/>
                  </a:lnTo>
                  <a:lnTo>
                    <a:pt x="1432450" y="2690583"/>
                  </a:lnTo>
                  <a:lnTo>
                    <a:pt x="1360827" y="2691316"/>
                  </a:lnTo>
                  <a:lnTo>
                    <a:pt x="1289205" y="2692048"/>
                  </a:lnTo>
                  <a:lnTo>
                    <a:pt x="1217582" y="2692779"/>
                  </a:lnTo>
                  <a:lnTo>
                    <a:pt x="1145960" y="2693510"/>
                  </a:lnTo>
                  <a:lnTo>
                    <a:pt x="1074337" y="2694240"/>
                  </a:lnTo>
                  <a:lnTo>
                    <a:pt x="1002715" y="2694970"/>
                  </a:lnTo>
                  <a:lnTo>
                    <a:pt x="931092" y="2695699"/>
                  </a:lnTo>
                  <a:lnTo>
                    <a:pt x="859470" y="2696427"/>
                  </a:lnTo>
                  <a:lnTo>
                    <a:pt x="787847" y="2697154"/>
                  </a:lnTo>
                  <a:lnTo>
                    <a:pt x="716225" y="2697881"/>
                  </a:lnTo>
                  <a:lnTo>
                    <a:pt x="644602" y="2698607"/>
                  </a:lnTo>
                  <a:lnTo>
                    <a:pt x="572980" y="2699333"/>
                  </a:lnTo>
                  <a:lnTo>
                    <a:pt x="501357" y="2700057"/>
                  </a:lnTo>
                  <a:lnTo>
                    <a:pt x="429735" y="2700781"/>
                  </a:lnTo>
                  <a:lnTo>
                    <a:pt x="358112" y="2701505"/>
                  </a:lnTo>
                  <a:lnTo>
                    <a:pt x="286490" y="2702228"/>
                  </a:lnTo>
                  <a:lnTo>
                    <a:pt x="214867" y="2702950"/>
                  </a:lnTo>
                  <a:lnTo>
                    <a:pt x="143245" y="2703671"/>
                  </a:lnTo>
                  <a:lnTo>
                    <a:pt x="71622" y="2704392"/>
                  </a:lnTo>
                  <a:lnTo>
                    <a:pt x="0" y="27051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851810" y="2073503"/>
              <a:ext cx="3410868" cy="2653831"/>
            </a:xfrm>
            <a:custGeom>
              <a:avLst/>
              <a:pathLst>
                <a:path w="3410868" h="2653831">
                  <a:moveTo>
                    <a:pt x="0" y="0"/>
                  </a:moveTo>
                  <a:lnTo>
                    <a:pt x="44610" y="180734"/>
                  </a:lnTo>
                  <a:lnTo>
                    <a:pt x="116232" y="447473"/>
                  </a:lnTo>
                  <a:lnTo>
                    <a:pt x="187855" y="692671"/>
                  </a:lnTo>
                  <a:lnTo>
                    <a:pt x="259477" y="918068"/>
                  </a:lnTo>
                  <a:lnTo>
                    <a:pt x="331100" y="1125263"/>
                  </a:lnTo>
                  <a:lnTo>
                    <a:pt x="402722" y="1315726"/>
                  </a:lnTo>
                  <a:lnTo>
                    <a:pt x="474345" y="1490807"/>
                  </a:lnTo>
                  <a:lnTo>
                    <a:pt x="545967" y="1651749"/>
                  </a:lnTo>
                  <a:lnTo>
                    <a:pt x="617590" y="1799695"/>
                  </a:lnTo>
                  <a:lnTo>
                    <a:pt x="689212" y="1935693"/>
                  </a:lnTo>
                  <a:lnTo>
                    <a:pt x="760835" y="2060708"/>
                  </a:lnTo>
                  <a:lnTo>
                    <a:pt x="832457" y="2175627"/>
                  </a:lnTo>
                  <a:lnTo>
                    <a:pt x="904080" y="2281266"/>
                  </a:lnTo>
                  <a:lnTo>
                    <a:pt x="975702" y="2378374"/>
                  </a:lnTo>
                  <a:lnTo>
                    <a:pt x="1047325" y="2467640"/>
                  </a:lnTo>
                  <a:lnTo>
                    <a:pt x="1118947" y="2549697"/>
                  </a:lnTo>
                  <a:lnTo>
                    <a:pt x="1190570" y="2625127"/>
                  </a:lnTo>
                  <a:lnTo>
                    <a:pt x="1262193" y="2653831"/>
                  </a:lnTo>
                  <a:lnTo>
                    <a:pt x="1333815" y="2653063"/>
                  </a:lnTo>
                  <a:lnTo>
                    <a:pt x="1405438" y="2652295"/>
                  </a:lnTo>
                  <a:lnTo>
                    <a:pt x="1477060" y="2651526"/>
                  </a:lnTo>
                  <a:lnTo>
                    <a:pt x="1548683" y="2650756"/>
                  </a:lnTo>
                  <a:lnTo>
                    <a:pt x="1620305" y="2649986"/>
                  </a:lnTo>
                  <a:lnTo>
                    <a:pt x="1691928" y="2649215"/>
                  </a:lnTo>
                  <a:lnTo>
                    <a:pt x="1763550" y="2648443"/>
                  </a:lnTo>
                  <a:lnTo>
                    <a:pt x="1835173" y="2647671"/>
                  </a:lnTo>
                  <a:lnTo>
                    <a:pt x="1906795" y="2646897"/>
                  </a:lnTo>
                  <a:lnTo>
                    <a:pt x="1978418" y="2646123"/>
                  </a:lnTo>
                  <a:lnTo>
                    <a:pt x="2050040" y="2645349"/>
                  </a:lnTo>
                  <a:lnTo>
                    <a:pt x="2121663" y="2644573"/>
                  </a:lnTo>
                  <a:lnTo>
                    <a:pt x="2193285" y="2643797"/>
                  </a:lnTo>
                  <a:lnTo>
                    <a:pt x="2264908" y="2643020"/>
                  </a:lnTo>
                  <a:lnTo>
                    <a:pt x="2336530" y="2642243"/>
                  </a:lnTo>
                  <a:lnTo>
                    <a:pt x="2408153" y="2641465"/>
                  </a:lnTo>
                  <a:lnTo>
                    <a:pt x="2479775" y="2640686"/>
                  </a:lnTo>
                  <a:lnTo>
                    <a:pt x="2551398" y="2639906"/>
                  </a:lnTo>
                  <a:lnTo>
                    <a:pt x="2623021" y="2639126"/>
                  </a:lnTo>
                  <a:lnTo>
                    <a:pt x="2694643" y="2638345"/>
                  </a:lnTo>
                  <a:lnTo>
                    <a:pt x="2766266" y="2637563"/>
                  </a:lnTo>
                  <a:lnTo>
                    <a:pt x="2837888" y="2636780"/>
                  </a:lnTo>
                  <a:lnTo>
                    <a:pt x="2909511" y="2635997"/>
                  </a:lnTo>
                  <a:lnTo>
                    <a:pt x="2981133" y="2635213"/>
                  </a:lnTo>
                  <a:lnTo>
                    <a:pt x="3052756" y="2634428"/>
                  </a:lnTo>
                  <a:lnTo>
                    <a:pt x="3124378" y="2633643"/>
                  </a:lnTo>
                  <a:lnTo>
                    <a:pt x="3196001" y="2632857"/>
                  </a:lnTo>
                  <a:lnTo>
                    <a:pt x="3267623" y="2632070"/>
                  </a:lnTo>
                  <a:lnTo>
                    <a:pt x="3339246" y="2631282"/>
                  </a:lnTo>
                  <a:lnTo>
                    <a:pt x="3410868" y="2630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100"/>
              <a:ext cx="7090630" cy="766031"/>
            </a:xfrm>
            <a:custGeom>
              <a:avLst/>
              <a:pathLst>
                <a:path w="7090630" h="766031">
                  <a:moveTo>
                    <a:pt x="7090630" y="766031"/>
                  </a:moveTo>
                  <a:lnTo>
                    <a:pt x="7019007" y="760486"/>
                  </a:lnTo>
                  <a:lnTo>
                    <a:pt x="6947385" y="754454"/>
                  </a:lnTo>
                  <a:lnTo>
                    <a:pt x="6875762" y="747892"/>
                  </a:lnTo>
                  <a:lnTo>
                    <a:pt x="6804139" y="740754"/>
                  </a:lnTo>
                  <a:lnTo>
                    <a:pt x="6732517" y="732988"/>
                  </a:lnTo>
                  <a:lnTo>
                    <a:pt x="6660894" y="724540"/>
                  </a:lnTo>
                  <a:lnTo>
                    <a:pt x="6589272" y="715350"/>
                  </a:lnTo>
                  <a:lnTo>
                    <a:pt x="6517649" y="705353"/>
                  </a:lnTo>
                  <a:lnTo>
                    <a:pt x="6446027" y="694477"/>
                  </a:lnTo>
                  <a:lnTo>
                    <a:pt x="6374404" y="682646"/>
                  </a:lnTo>
                  <a:lnTo>
                    <a:pt x="6302782" y="669776"/>
                  </a:lnTo>
                  <a:lnTo>
                    <a:pt x="6231159" y="655775"/>
                  </a:lnTo>
                  <a:lnTo>
                    <a:pt x="6159537" y="640544"/>
                  </a:lnTo>
                  <a:lnTo>
                    <a:pt x="6087914" y="623975"/>
                  </a:lnTo>
                  <a:lnTo>
                    <a:pt x="6016292" y="605950"/>
                  </a:lnTo>
                  <a:lnTo>
                    <a:pt x="5944669" y="586342"/>
                  </a:lnTo>
                  <a:lnTo>
                    <a:pt x="5873047" y="565011"/>
                  </a:lnTo>
                  <a:lnTo>
                    <a:pt x="5801424" y="541807"/>
                  </a:lnTo>
                  <a:lnTo>
                    <a:pt x="5729802" y="516564"/>
                  </a:lnTo>
                  <a:lnTo>
                    <a:pt x="5658179" y="489103"/>
                  </a:lnTo>
                  <a:lnTo>
                    <a:pt x="5586557" y="459229"/>
                  </a:lnTo>
                  <a:lnTo>
                    <a:pt x="5514934" y="426732"/>
                  </a:lnTo>
                  <a:lnTo>
                    <a:pt x="5443311" y="391379"/>
                  </a:lnTo>
                  <a:lnTo>
                    <a:pt x="5371689" y="352921"/>
                  </a:lnTo>
                  <a:lnTo>
                    <a:pt x="5300066" y="311083"/>
                  </a:lnTo>
                  <a:lnTo>
                    <a:pt x="5228444" y="265571"/>
                  </a:lnTo>
                  <a:lnTo>
                    <a:pt x="5156821" y="216060"/>
                  </a:lnTo>
                  <a:lnTo>
                    <a:pt x="5085199" y="162200"/>
                  </a:lnTo>
                  <a:lnTo>
                    <a:pt x="5013576" y="103608"/>
                  </a:lnTo>
                  <a:lnTo>
                    <a:pt x="4941954" y="39868"/>
                  </a:lnTo>
                  <a:lnTo>
                    <a:pt x="4870331" y="0"/>
                  </a:lnTo>
                  <a:lnTo>
                    <a:pt x="4798709" y="766"/>
                  </a:lnTo>
                  <a:lnTo>
                    <a:pt x="4727086" y="1531"/>
                  </a:lnTo>
                  <a:lnTo>
                    <a:pt x="4655464" y="2296"/>
                  </a:lnTo>
                  <a:lnTo>
                    <a:pt x="4583841" y="3060"/>
                  </a:lnTo>
                  <a:lnTo>
                    <a:pt x="4512219" y="3823"/>
                  </a:lnTo>
                  <a:lnTo>
                    <a:pt x="4440596" y="4585"/>
                  </a:lnTo>
                  <a:lnTo>
                    <a:pt x="4368974" y="5347"/>
                  </a:lnTo>
                  <a:lnTo>
                    <a:pt x="4297351" y="6109"/>
                  </a:lnTo>
                  <a:lnTo>
                    <a:pt x="4225729" y="6869"/>
                  </a:lnTo>
                  <a:lnTo>
                    <a:pt x="4154106" y="7629"/>
                  </a:lnTo>
                  <a:lnTo>
                    <a:pt x="4082483" y="8388"/>
                  </a:lnTo>
                  <a:lnTo>
                    <a:pt x="4010861" y="9146"/>
                  </a:lnTo>
                  <a:lnTo>
                    <a:pt x="3939238" y="9904"/>
                  </a:lnTo>
                  <a:lnTo>
                    <a:pt x="3867616" y="10661"/>
                  </a:lnTo>
                  <a:lnTo>
                    <a:pt x="3795993" y="11417"/>
                  </a:lnTo>
                  <a:lnTo>
                    <a:pt x="3724371" y="12173"/>
                  </a:lnTo>
                  <a:lnTo>
                    <a:pt x="3652748" y="12927"/>
                  </a:lnTo>
                  <a:lnTo>
                    <a:pt x="3581126" y="13682"/>
                  </a:lnTo>
                  <a:lnTo>
                    <a:pt x="3509503" y="14435"/>
                  </a:lnTo>
                  <a:lnTo>
                    <a:pt x="3437881" y="15188"/>
                  </a:lnTo>
                  <a:lnTo>
                    <a:pt x="3366258" y="15940"/>
                  </a:lnTo>
                  <a:lnTo>
                    <a:pt x="3294636" y="16691"/>
                  </a:lnTo>
                  <a:lnTo>
                    <a:pt x="3223013" y="17442"/>
                  </a:lnTo>
                  <a:lnTo>
                    <a:pt x="3151391" y="18192"/>
                  </a:lnTo>
                  <a:lnTo>
                    <a:pt x="3079768" y="18941"/>
                  </a:lnTo>
                  <a:lnTo>
                    <a:pt x="3008146" y="19690"/>
                  </a:lnTo>
                  <a:lnTo>
                    <a:pt x="2936523" y="20438"/>
                  </a:lnTo>
                  <a:lnTo>
                    <a:pt x="2864901" y="21185"/>
                  </a:lnTo>
                  <a:lnTo>
                    <a:pt x="2793278" y="21931"/>
                  </a:lnTo>
                  <a:lnTo>
                    <a:pt x="2721655" y="22677"/>
                  </a:lnTo>
                  <a:lnTo>
                    <a:pt x="2650033" y="23422"/>
                  </a:lnTo>
                  <a:lnTo>
                    <a:pt x="2578410" y="24167"/>
                  </a:lnTo>
                  <a:lnTo>
                    <a:pt x="2506788" y="24911"/>
                  </a:lnTo>
                  <a:lnTo>
                    <a:pt x="2435165" y="25654"/>
                  </a:lnTo>
                  <a:lnTo>
                    <a:pt x="2363543" y="26396"/>
                  </a:lnTo>
                  <a:lnTo>
                    <a:pt x="2291920" y="27138"/>
                  </a:lnTo>
                  <a:lnTo>
                    <a:pt x="2220298" y="27879"/>
                  </a:lnTo>
                  <a:lnTo>
                    <a:pt x="2148675" y="28619"/>
                  </a:lnTo>
                  <a:lnTo>
                    <a:pt x="2077053" y="29359"/>
                  </a:lnTo>
                  <a:lnTo>
                    <a:pt x="2005430" y="30098"/>
                  </a:lnTo>
                  <a:lnTo>
                    <a:pt x="1933808" y="30836"/>
                  </a:lnTo>
                  <a:lnTo>
                    <a:pt x="1862185" y="31574"/>
                  </a:lnTo>
                  <a:lnTo>
                    <a:pt x="1790563" y="32311"/>
                  </a:lnTo>
                  <a:lnTo>
                    <a:pt x="1718940" y="33047"/>
                  </a:lnTo>
                  <a:lnTo>
                    <a:pt x="1647318" y="33782"/>
                  </a:lnTo>
                  <a:lnTo>
                    <a:pt x="1575695" y="34517"/>
                  </a:lnTo>
                  <a:lnTo>
                    <a:pt x="1504073" y="35252"/>
                  </a:lnTo>
                  <a:lnTo>
                    <a:pt x="1432450" y="35985"/>
                  </a:lnTo>
                  <a:lnTo>
                    <a:pt x="1360827" y="36718"/>
                  </a:lnTo>
                  <a:lnTo>
                    <a:pt x="1289205" y="37450"/>
                  </a:lnTo>
                  <a:lnTo>
                    <a:pt x="1217582" y="38182"/>
                  </a:lnTo>
                  <a:lnTo>
                    <a:pt x="1145960" y="38912"/>
                  </a:lnTo>
                  <a:lnTo>
                    <a:pt x="1074337" y="39643"/>
                  </a:lnTo>
                  <a:lnTo>
                    <a:pt x="1002715" y="40372"/>
                  </a:lnTo>
                  <a:lnTo>
                    <a:pt x="931092" y="41101"/>
                  </a:lnTo>
                  <a:lnTo>
                    <a:pt x="859470" y="41829"/>
                  </a:lnTo>
                  <a:lnTo>
                    <a:pt x="787847" y="42556"/>
                  </a:lnTo>
                  <a:lnTo>
                    <a:pt x="716225" y="43283"/>
                  </a:lnTo>
                  <a:lnTo>
                    <a:pt x="644602" y="44009"/>
                  </a:lnTo>
                  <a:lnTo>
                    <a:pt x="572980" y="44735"/>
                  </a:lnTo>
                  <a:lnTo>
                    <a:pt x="501357" y="45459"/>
                  </a:lnTo>
                  <a:lnTo>
                    <a:pt x="429735" y="46184"/>
                  </a:lnTo>
                  <a:lnTo>
                    <a:pt x="358112" y="46907"/>
                  </a:lnTo>
                  <a:lnTo>
                    <a:pt x="286490" y="47630"/>
                  </a:lnTo>
                  <a:lnTo>
                    <a:pt x="214867" y="48352"/>
                  </a:lnTo>
                  <a:lnTo>
                    <a:pt x="143245" y="49073"/>
                  </a:lnTo>
                  <a:lnTo>
                    <a:pt x="71622" y="49794"/>
                  </a:lnTo>
                  <a:lnTo>
                    <a:pt x="0" y="505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3426" y="2073503"/>
              <a:ext cx="4659252" cy="3251679"/>
            </a:xfrm>
            <a:custGeom>
              <a:avLst/>
              <a:pathLst>
                <a:path w="4659252" h="3251679">
                  <a:moveTo>
                    <a:pt x="0" y="0"/>
                  </a:moveTo>
                  <a:lnTo>
                    <a:pt x="3788" y="7817"/>
                  </a:lnTo>
                  <a:lnTo>
                    <a:pt x="75411" y="149582"/>
                  </a:lnTo>
                  <a:lnTo>
                    <a:pt x="147033" y="285565"/>
                  </a:lnTo>
                  <a:lnTo>
                    <a:pt x="218656" y="416003"/>
                  </a:lnTo>
                  <a:lnTo>
                    <a:pt x="290278" y="541120"/>
                  </a:lnTo>
                  <a:lnTo>
                    <a:pt x="361901" y="661134"/>
                  </a:lnTo>
                  <a:lnTo>
                    <a:pt x="433523" y="776254"/>
                  </a:lnTo>
                  <a:lnTo>
                    <a:pt x="505146" y="886679"/>
                  </a:lnTo>
                  <a:lnTo>
                    <a:pt x="576768" y="992600"/>
                  </a:lnTo>
                  <a:lnTo>
                    <a:pt x="648391" y="1094201"/>
                  </a:lnTo>
                  <a:lnTo>
                    <a:pt x="720013" y="1191658"/>
                  </a:lnTo>
                  <a:lnTo>
                    <a:pt x="791636" y="1285140"/>
                  </a:lnTo>
                  <a:lnTo>
                    <a:pt x="863258" y="1374810"/>
                  </a:lnTo>
                  <a:lnTo>
                    <a:pt x="934881" y="1460822"/>
                  </a:lnTo>
                  <a:lnTo>
                    <a:pt x="1006503" y="1543327"/>
                  </a:lnTo>
                  <a:lnTo>
                    <a:pt x="1078126" y="1622467"/>
                  </a:lnTo>
                  <a:lnTo>
                    <a:pt x="1149748" y="1698379"/>
                  </a:lnTo>
                  <a:lnTo>
                    <a:pt x="1221371" y="1771195"/>
                  </a:lnTo>
                  <a:lnTo>
                    <a:pt x="1292993" y="1841041"/>
                  </a:lnTo>
                  <a:lnTo>
                    <a:pt x="1364616" y="1908038"/>
                  </a:lnTo>
                  <a:lnTo>
                    <a:pt x="1436239" y="1972303"/>
                  </a:lnTo>
                  <a:lnTo>
                    <a:pt x="1507861" y="2033947"/>
                  </a:lnTo>
                  <a:lnTo>
                    <a:pt x="1579484" y="2093077"/>
                  </a:lnTo>
                  <a:lnTo>
                    <a:pt x="1651106" y="2149795"/>
                  </a:lnTo>
                  <a:lnTo>
                    <a:pt x="1722729" y="2204200"/>
                  </a:lnTo>
                  <a:lnTo>
                    <a:pt x="1794351" y="2256386"/>
                  </a:lnTo>
                  <a:lnTo>
                    <a:pt x="1865974" y="2306444"/>
                  </a:lnTo>
                  <a:lnTo>
                    <a:pt x="1937596" y="2354460"/>
                  </a:lnTo>
                  <a:lnTo>
                    <a:pt x="2009219" y="2400517"/>
                  </a:lnTo>
                  <a:lnTo>
                    <a:pt x="2080841" y="2444697"/>
                  </a:lnTo>
                  <a:lnTo>
                    <a:pt x="2152464" y="2487074"/>
                  </a:lnTo>
                  <a:lnTo>
                    <a:pt x="2224086" y="2527723"/>
                  </a:lnTo>
                  <a:lnTo>
                    <a:pt x="2295709" y="2566714"/>
                  </a:lnTo>
                  <a:lnTo>
                    <a:pt x="2367331" y="2604115"/>
                  </a:lnTo>
                  <a:lnTo>
                    <a:pt x="2438954" y="2639991"/>
                  </a:lnTo>
                  <a:lnTo>
                    <a:pt x="2510576" y="2674403"/>
                  </a:lnTo>
                  <a:lnTo>
                    <a:pt x="2582199" y="2707412"/>
                  </a:lnTo>
                  <a:lnTo>
                    <a:pt x="2653821" y="2739075"/>
                  </a:lnTo>
                  <a:lnTo>
                    <a:pt x="2725444" y="2769446"/>
                  </a:lnTo>
                  <a:lnTo>
                    <a:pt x="2797067" y="2798579"/>
                  </a:lnTo>
                  <a:lnTo>
                    <a:pt x="2868689" y="2826523"/>
                  </a:lnTo>
                  <a:lnTo>
                    <a:pt x="2940312" y="2853328"/>
                  </a:lnTo>
                  <a:lnTo>
                    <a:pt x="3011934" y="2879040"/>
                  </a:lnTo>
                  <a:lnTo>
                    <a:pt x="3083557" y="2903702"/>
                  </a:lnTo>
                  <a:lnTo>
                    <a:pt x="3155179" y="2927359"/>
                  </a:lnTo>
                  <a:lnTo>
                    <a:pt x="3226802" y="2950051"/>
                  </a:lnTo>
                  <a:lnTo>
                    <a:pt x="3298424" y="2971818"/>
                  </a:lnTo>
                  <a:lnTo>
                    <a:pt x="3370047" y="2992697"/>
                  </a:lnTo>
                  <a:lnTo>
                    <a:pt x="3441669" y="3012724"/>
                  </a:lnTo>
                  <a:lnTo>
                    <a:pt x="3513292" y="3031935"/>
                  </a:lnTo>
                  <a:lnTo>
                    <a:pt x="3584914" y="3050362"/>
                  </a:lnTo>
                  <a:lnTo>
                    <a:pt x="3656537" y="3068037"/>
                  </a:lnTo>
                  <a:lnTo>
                    <a:pt x="3728159" y="3084992"/>
                  </a:lnTo>
                  <a:lnTo>
                    <a:pt x="3799782" y="3101255"/>
                  </a:lnTo>
                  <a:lnTo>
                    <a:pt x="3871404" y="3116855"/>
                  </a:lnTo>
                  <a:lnTo>
                    <a:pt x="3943027" y="3131819"/>
                  </a:lnTo>
                  <a:lnTo>
                    <a:pt x="4014649" y="3146172"/>
                  </a:lnTo>
                  <a:lnTo>
                    <a:pt x="4086272" y="3159940"/>
                  </a:lnTo>
                  <a:lnTo>
                    <a:pt x="4157895" y="3173146"/>
                  </a:lnTo>
                  <a:lnTo>
                    <a:pt x="4229517" y="3185814"/>
                  </a:lnTo>
                  <a:lnTo>
                    <a:pt x="4301140" y="3197965"/>
                  </a:lnTo>
                  <a:lnTo>
                    <a:pt x="4372762" y="3209621"/>
                  </a:lnTo>
                  <a:lnTo>
                    <a:pt x="4444385" y="3220801"/>
                  </a:lnTo>
                  <a:lnTo>
                    <a:pt x="4516007" y="3231525"/>
                  </a:lnTo>
                  <a:lnTo>
                    <a:pt x="4587630" y="3241812"/>
                  </a:lnTo>
                  <a:lnTo>
                    <a:pt x="4659252" y="32516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0.95 (0.90-1.00)  |  per IQR (Δ = 18.2): 0.38 (0.14-1.02)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2026-05-22T10:32:40Z</dcterms:modified>
  <cp:category/>
</cp:coreProperties>
</file>