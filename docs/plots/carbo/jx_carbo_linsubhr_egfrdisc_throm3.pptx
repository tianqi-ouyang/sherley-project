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3309"/>
            </a:xfrm>
            <a:custGeom>
              <a:avLst/>
              <a:pathLst>
                <a:path w="7090630" h="3433309">
                  <a:moveTo>
                    <a:pt x="3777466" y="0"/>
                  </a:moveTo>
                  <a:lnTo>
                    <a:pt x="3795993" y="84295"/>
                  </a:lnTo>
                  <a:lnTo>
                    <a:pt x="3867616" y="381649"/>
                  </a:lnTo>
                  <a:lnTo>
                    <a:pt x="3939238" y="652994"/>
                  </a:lnTo>
                  <a:lnTo>
                    <a:pt x="4010861" y="900603"/>
                  </a:lnTo>
                  <a:lnTo>
                    <a:pt x="4082483" y="1126554"/>
                  </a:lnTo>
                  <a:lnTo>
                    <a:pt x="4154106" y="1332741"/>
                  </a:lnTo>
                  <a:lnTo>
                    <a:pt x="4225729" y="1520892"/>
                  </a:lnTo>
                  <a:lnTo>
                    <a:pt x="4297351" y="1692586"/>
                  </a:lnTo>
                  <a:lnTo>
                    <a:pt x="4368974" y="1849261"/>
                  </a:lnTo>
                  <a:lnTo>
                    <a:pt x="4440596" y="1992231"/>
                  </a:lnTo>
                  <a:lnTo>
                    <a:pt x="4512219" y="2122696"/>
                  </a:lnTo>
                  <a:lnTo>
                    <a:pt x="4583841" y="2241749"/>
                  </a:lnTo>
                  <a:lnTo>
                    <a:pt x="4655464" y="2350388"/>
                  </a:lnTo>
                  <a:lnTo>
                    <a:pt x="4727086" y="2449524"/>
                  </a:lnTo>
                  <a:lnTo>
                    <a:pt x="4798709" y="2539989"/>
                  </a:lnTo>
                  <a:lnTo>
                    <a:pt x="4870331" y="2622541"/>
                  </a:lnTo>
                  <a:lnTo>
                    <a:pt x="4941954" y="2653360"/>
                  </a:lnTo>
                  <a:lnTo>
                    <a:pt x="5013576" y="2651794"/>
                  </a:lnTo>
                  <a:lnTo>
                    <a:pt x="5085199" y="2650225"/>
                  </a:lnTo>
                  <a:lnTo>
                    <a:pt x="5156821" y="2648652"/>
                  </a:lnTo>
                  <a:lnTo>
                    <a:pt x="5228444" y="2647077"/>
                  </a:lnTo>
                  <a:lnTo>
                    <a:pt x="5300066" y="2645499"/>
                  </a:lnTo>
                  <a:lnTo>
                    <a:pt x="5371689" y="2643918"/>
                  </a:lnTo>
                  <a:lnTo>
                    <a:pt x="5443311" y="2642333"/>
                  </a:lnTo>
                  <a:lnTo>
                    <a:pt x="5514934" y="2640746"/>
                  </a:lnTo>
                  <a:lnTo>
                    <a:pt x="5586557" y="2639156"/>
                  </a:lnTo>
                  <a:lnTo>
                    <a:pt x="5658179" y="2637563"/>
                  </a:lnTo>
                  <a:lnTo>
                    <a:pt x="5729802" y="2635967"/>
                  </a:lnTo>
                  <a:lnTo>
                    <a:pt x="5801424" y="2634367"/>
                  </a:lnTo>
                  <a:lnTo>
                    <a:pt x="5873047" y="2632765"/>
                  </a:lnTo>
                  <a:lnTo>
                    <a:pt x="5944669" y="2631160"/>
                  </a:lnTo>
                  <a:lnTo>
                    <a:pt x="6016292" y="2629552"/>
                  </a:lnTo>
                  <a:lnTo>
                    <a:pt x="6087914" y="2627940"/>
                  </a:lnTo>
                  <a:lnTo>
                    <a:pt x="6159537" y="2626326"/>
                  </a:lnTo>
                  <a:lnTo>
                    <a:pt x="6231159" y="2624709"/>
                  </a:lnTo>
                  <a:lnTo>
                    <a:pt x="6302782" y="2623088"/>
                  </a:lnTo>
                  <a:lnTo>
                    <a:pt x="6374404" y="2621465"/>
                  </a:lnTo>
                  <a:lnTo>
                    <a:pt x="6446027" y="2619838"/>
                  </a:lnTo>
                  <a:lnTo>
                    <a:pt x="6517649" y="2618208"/>
                  </a:lnTo>
                  <a:lnTo>
                    <a:pt x="6589272" y="2616576"/>
                  </a:lnTo>
                  <a:lnTo>
                    <a:pt x="6660894" y="2614940"/>
                  </a:lnTo>
                  <a:lnTo>
                    <a:pt x="6732517" y="2613301"/>
                  </a:lnTo>
                  <a:lnTo>
                    <a:pt x="6804139" y="2611659"/>
                  </a:lnTo>
                  <a:lnTo>
                    <a:pt x="6875762" y="2610014"/>
                  </a:lnTo>
                  <a:lnTo>
                    <a:pt x="6947385" y="2608366"/>
                  </a:lnTo>
                  <a:lnTo>
                    <a:pt x="7019007" y="2606714"/>
                  </a:lnTo>
                  <a:lnTo>
                    <a:pt x="7090630" y="2605060"/>
                  </a:lnTo>
                  <a:lnTo>
                    <a:pt x="7090630" y="3433309"/>
                  </a:lnTo>
                  <a:lnTo>
                    <a:pt x="7019007" y="3428475"/>
                  </a:lnTo>
                  <a:lnTo>
                    <a:pt x="6947385" y="3423177"/>
                  </a:lnTo>
                  <a:lnTo>
                    <a:pt x="6875762" y="3417371"/>
                  </a:lnTo>
                  <a:lnTo>
                    <a:pt x="6804139" y="3411008"/>
                  </a:lnTo>
                  <a:lnTo>
                    <a:pt x="6732517" y="3404036"/>
                  </a:lnTo>
                  <a:lnTo>
                    <a:pt x="6660894" y="3396395"/>
                  </a:lnTo>
                  <a:lnTo>
                    <a:pt x="6589272" y="3388022"/>
                  </a:lnTo>
                  <a:lnTo>
                    <a:pt x="6517649" y="3378846"/>
                  </a:lnTo>
                  <a:lnTo>
                    <a:pt x="6446027" y="3368791"/>
                  </a:lnTo>
                  <a:lnTo>
                    <a:pt x="6374404" y="3357772"/>
                  </a:lnTo>
                  <a:lnTo>
                    <a:pt x="6302782" y="3345696"/>
                  </a:lnTo>
                  <a:lnTo>
                    <a:pt x="6231159" y="3332463"/>
                  </a:lnTo>
                  <a:lnTo>
                    <a:pt x="6159537" y="3317962"/>
                  </a:lnTo>
                  <a:lnTo>
                    <a:pt x="6087914" y="3302070"/>
                  </a:lnTo>
                  <a:lnTo>
                    <a:pt x="6016292" y="3284656"/>
                  </a:lnTo>
                  <a:lnTo>
                    <a:pt x="5944669" y="3265572"/>
                  </a:lnTo>
                  <a:lnTo>
                    <a:pt x="5873047" y="3244658"/>
                  </a:lnTo>
                  <a:lnTo>
                    <a:pt x="5801424" y="3221740"/>
                  </a:lnTo>
                  <a:lnTo>
                    <a:pt x="5729802" y="3196625"/>
                  </a:lnTo>
                  <a:lnTo>
                    <a:pt x="5658179" y="3169103"/>
                  </a:lnTo>
                  <a:lnTo>
                    <a:pt x="5586557" y="3138943"/>
                  </a:lnTo>
                  <a:lnTo>
                    <a:pt x="5514934" y="3105891"/>
                  </a:lnTo>
                  <a:lnTo>
                    <a:pt x="5443311" y="3069671"/>
                  </a:lnTo>
                  <a:lnTo>
                    <a:pt x="5371689" y="3029980"/>
                  </a:lnTo>
                  <a:lnTo>
                    <a:pt x="5300066" y="2986484"/>
                  </a:lnTo>
                  <a:lnTo>
                    <a:pt x="5228444" y="2938818"/>
                  </a:lnTo>
                  <a:lnTo>
                    <a:pt x="5156821" y="2886583"/>
                  </a:lnTo>
                  <a:lnTo>
                    <a:pt x="5085199" y="2829342"/>
                  </a:lnTo>
                  <a:lnTo>
                    <a:pt x="5013576" y="2766613"/>
                  </a:lnTo>
                  <a:lnTo>
                    <a:pt x="4941954" y="2697872"/>
                  </a:lnTo>
                  <a:lnTo>
                    <a:pt x="4870331" y="2654924"/>
                  </a:lnTo>
                  <a:lnTo>
                    <a:pt x="4798709" y="2656484"/>
                  </a:lnTo>
                  <a:lnTo>
                    <a:pt x="4727086" y="2658042"/>
                  </a:lnTo>
                  <a:lnTo>
                    <a:pt x="4655464" y="2659597"/>
                  </a:lnTo>
                  <a:lnTo>
                    <a:pt x="4583841" y="2661148"/>
                  </a:lnTo>
                  <a:lnTo>
                    <a:pt x="4512219" y="2662697"/>
                  </a:lnTo>
                  <a:lnTo>
                    <a:pt x="4440596" y="2664243"/>
                  </a:lnTo>
                  <a:lnTo>
                    <a:pt x="4368974" y="2665786"/>
                  </a:lnTo>
                  <a:lnTo>
                    <a:pt x="4297351" y="2667326"/>
                  </a:lnTo>
                  <a:lnTo>
                    <a:pt x="4225729" y="2668863"/>
                  </a:lnTo>
                  <a:lnTo>
                    <a:pt x="4154106" y="2670398"/>
                  </a:lnTo>
                  <a:lnTo>
                    <a:pt x="4082483" y="2671929"/>
                  </a:lnTo>
                  <a:lnTo>
                    <a:pt x="4010861" y="2673457"/>
                  </a:lnTo>
                  <a:lnTo>
                    <a:pt x="3939238" y="2674983"/>
                  </a:lnTo>
                  <a:lnTo>
                    <a:pt x="3867616" y="2676506"/>
                  </a:lnTo>
                  <a:lnTo>
                    <a:pt x="3795993" y="2678026"/>
                  </a:lnTo>
                  <a:lnTo>
                    <a:pt x="3724371" y="2679543"/>
                  </a:lnTo>
                  <a:lnTo>
                    <a:pt x="3652748" y="2681057"/>
                  </a:lnTo>
                  <a:lnTo>
                    <a:pt x="3581126" y="2682568"/>
                  </a:lnTo>
                  <a:lnTo>
                    <a:pt x="3509503" y="2684077"/>
                  </a:lnTo>
                  <a:lnTo>
                    <a:pt x="3437881" y="2685582"/>
                  </a:lnTo>
                  <a:lnTo>
                    <a:pt x="3366258" y="2687085"/>
                  </a:lnTo>
                  <a:lnTo>
                    <a:pt x="3294636" y="2688585"/>
                  </a:lnTo>
                  <a:lnTo>
                    <a:pt x="3223013" y="2690082"/>
                  </a:lnTo>
                  <a:lnTo>
                    <a:pt x="3151391" y="2691576"/>
                  </a:lnTo>
                  <a:lnTo>
                    <a:pt x="3079768" y="2693068"/>
                  </a:lnTo>
                  <a:lnTo>
                    <a:pt x="3008146" y="2694557"/>
                  </a:lnTo>
                  <a:lnTo>
                    <a:pt x="2936523" y="2696042"/>
                  </a:lnTo>
                  <a:lnTo>
                    <a:pt x="2864901" y="2697526"/>
                  </a:lnTo>
                  <a:lnTo>
                    <a:pt x="2793278" y="2699006"/>
                  </a:lnTo>
                  <a:lnTo>
                    <a:pt x="2721655" y="2700483"/>
                  </a:lnTo>
                  <a:lnTo>
                    <a:pt x="2650033" y="2701958"/>
                  </a:lnTo>
                  <a:lnTo>
                    <a:pt x="2578410" y="2703430"/>
                  </a:lnTo>
                  <a:lnTo>
                    <a:pt x="2506788" y="2704899"/>
                  </a:lnTo>
                  <a:lnTo>
                    <a:pt x="2435165" y="2706366"/>
                  </a:lnTo>
                  <a:lnTo>
                    <a:pt x="2363543" y="2707829"/>
                  </a:lnTo>
                  <a:lnTo>
                    <a:pt x="2291920" y="2709290"/>
                  </a:lnTo>
                  <a:lnTo>
                    <a:pt x="2220298" y="2710748"/>
                  </a:lnTo>
                  <a:lnTo>
                    <a:pt x="2148675" y="2712204"/>
                  </a:lnTo>
                  <a:lnTo>
                    <a:pt x="2077053" y="2713656"/>
                  </a:lnTo>
                  <a:lnTo>
                    <a:pt x="2005430" y="2715106"/>
                  </a:lnTo>
                  <a:lnTo>
                    <a:pt x="1933808" y="2716554"/>
                  </a:lnTo>
                  <a:lnTo>
                    <a:pt x="1862185" y="2717998"/>
                  </a:lnTo>
                  <a:lnTo>
                    <a:pt x="1790563" y="2719440"/>
                  </a:lnTo>
                  <a:lnTo>
                    <a:pt x="1718940" y="2720879"/>
                  </a:lnTo>
                  <a:lnTo>
                    <a:pt x="1647318" y="2722315"/>
                  </a:lnTo>
                  <a:lnTo>
                    <a:pt x="1575695" y="2723749"/>
                  </a:lnTo>
                  <a:lnTo>
                    <a:pt x="1504073" y="2725180"/>
                  </a:lnTo>
                  <a:lnTo>
                    <a:pt x="1432450" y="2726608"/>
                  </a:lnTo>
                  <a:lnTo>
                    <a:pt x="1360827" y="2728034"/>
                  </a:lnTo>
                  <a:lnTo>
                    <a:pt x="1289205" y="2729456"/>
                  </a:lnTo>
                  <a:lnTo>
                    <a:pt x="1217582" y="2730877"/>
                  </a:lnTo>
                  <a:lnTo>
                    <a:pt x="1145960" y="2732294"/>
                  </a:lnTo>
                  <a:lnTo>
                    <a:pt x="1074337" y="2733709"/>
                  </a:lnTo>
                  <a:lnTo>
                    <a:pt x="1002715" y="2735121"/>
                  </a:lnTo>
                  <a:lnTo>
                    <a:pt x="931092" y="2736531"/>
                  </a:lnTo>
                  <a:lnTo>
                    <a:pt x="859470" y="2737938"/>
                  </a:lnTo>
                  <a:lnTo>
                    <a:pt x="787847" y="2739342"/>
                  </a:lnTo>
                  <a:lnTo>
                    <a:pt x="716225" y="2740743"/>
                  </a:lnTo>
                  <a:lnTo>
                    <a:pt x="644602" y="2742142"/>
                  </a:lnTo>
                  <a:lnTo>
                    <a:pt x="572980" y="2743539"/>
                  </a:lnTo>
                  <a:lnTo>
                    <a:pt x="501357" y="2744932"/>
                  </a:lnTo>
                  <a:lnTo>
                    <a:pt x="429735" y="2746323"/>
                  </a:lnTo>
                  <a:lnTo>
                    <a:pt x="358112" y="2747712"/>
                  </a:lnTo>
                  <a:lnTo>
                    <a:pt x="286490" y="2749097"/>
                  </a:lnTo>
                  <a:lnTo>
                    <a:pt x="214867" y="2750481"/>
                  </a:lnTo>
                  <a:lnTo>
                    <a:pt x="143245" y="2751861"/>
                  </a:lnTo>
                  <a:lnTo>
                    <a:pt x="71622" y="2753239"/>
                  </a:lnTo>
                  <a:lnTo>
                    <a:pt x="0" y="27546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949515" y="2073503"/>
              <a:ext cx="3313164" cy="2653360"/>
            </a:xfrm>
            <a:custGeom>
              <a:avLst/>
              <a:pathLst>
                <a:path w="3313164" h="2653360">
                  <a:moveTo>
                    <a:pt x="0" y="0"/>
                  </a:moveTo>
                  <a:lnTo>
                    <a:pt x="18527" y="84295"/>
                  </a:lnTo>
                  <a:lnTo>
                    <a:pt x="90150" y="381649"/>
                  </a:lnTo>
                  <a:lnTo>
                    <a:pt x="161772" y="652994"/>
                  </a:lnTo>
                  <a:lnTo>
                    <a:pt x="233395" y="900603"/>
                  </a:lnTo>
                  <a:lnTo>
                    <a:pt x="305017" y="1126554"/>
                  </a:lnTo>
                  <a:lnTo>
                    <a:pt x="376640" y="1332741"/>
                  </a:lnTo>
                  <a:lnTo>
                    <a:pt x="448263" y="1520892"/>
                  </a:lnTo>
                  <a:lnTo>
                    <a:pt x="519885" y="1692586"/>
                  </a:lnTo>
                  <a:lnTo>
                    <a:pt x="591508" y="1849261"/>
                  </a:lnTo>
                  <a:lnTo>
                    <a:pt x="663130" y="1992231"/>
                  </a:lnTo>
                  <a:lnTo>
                    <a:pt x="734753" y="2122696"/>
                  </a:lnTo>
                  <a:lnTo>
                    <a:pt x="806375" y="2241749"/>
                  </a:lnTo>
                  <a:lnTo>
                    <a:pt x="877998" y="2350388"/>
                  </a:lnTo>
                  <a:lnTo>
                    <a:pt x="949620" y="2449524"/>
                  </a:lnTo>
                  <a:lnTo>
                    <a:pt x="1021243" y="2539989"/>
                  </a:lnTo>
                  <a:lnTo>
                    <a:pt x="1092865" y="2622541"/>
                  </a:lnTo>
                  <a:lnTo>
                    <a:pt x="1164488" y="2653360"/>
                  </a:lnTo>
                  <a:lnTo>
                    <a:pt x="1236110" y="2651794"/>
                  </a:lnTo>
                  <a:lnTo>
                    <a:pt x="1307733" y="2650225"/>
                  </a:lnTo>
                  <a:lnTo>
                    <a:pt x="1379355" y="2648652"/>
                  </a:lnTo>
                  <a:lnTo>
                    <a:pt x="1450978" y="2647077"/>
                  </a:lnTo>
                  <a:lnTo>
                    <a:pt x="1522600" y="2645499"/>
                  </a:lnTo>
                  <a:lnTo>
                    <a:pt x="1594223" y="2643918"/>
                  </a:lnTo>
                  <a:lnTo>
                    <a:pt x="1665845" y="2642333"/>
                  </a:lnTo>
                  <a:lnTo>
                    <a:pt x="1737468" y="2640746"/>
                  </a:lnTo>
                  <a:lnTo>
                    <a:pt x="1809091" y="2639156"/>
                  </a:lnTo>
                  <a:lnTo>
                    <a:pt x="1880713" y="2637563"/>
                  </a:lnTo>
                  <a:lnTo>
                    <a:pt x="1952336" y="2635967"/>
                  </a:lnTo>
                  <a:lnTo>
                    <a:pt x="2023958" y="2634367"/>
                  </a:lnTo>
                  <a:lnTo>
                    <a:pt x="2095581" y="2632765"/>
                  </a:lnTo>
                  <a:lnTo>
                    <a:pt x="2167203" y="2631160"/>
                  </a:lnTo>
                  <a:lnTo>
                    <a:pt x="2238826" y="2629552"/>
                  </a:lnTo>
                  <a:lnTo>
                    <a:pt x="2310448" y="2627940"/>
                  </a:lnTo>
                  <a:lnTo>
                    <a:pt x="2382071" y="2626326"/>
                  </a:lnTo>
                  <a:lnTo>
                    <a:pt x="2453693" y="2624709"/>
                  </a:lnTo>
                  <a:lnTo>
                    <a:pt x="2525316" y="2623088"/>
                  </a:lnTo>
                  <a:lnTo>
                    <a:pt x="2596938" y="2621465"/>
                  </a:lnTo>
                  <a:lnTo>
                    <a:pt x="2668561" y="2619838"/>
                  </a:lnTo>
                  <a:lnTo>
                    <a:pt x="2740183" y="2618208"/>
                  </a:lnTo>
                  <a:lnTo>
                    <a:pt x="2811806" y="2616576"/>
                  </a:lnTo>
                  <a:lnTo>
                    <a:pt x="2883428" y="2614940"/>
                  </a:lnTo>
                  <a:lnTo>
                    <a:pt x="2955051" y="2613301"/>
                  </a:lnTo>
                  <a:lnTo>
                    <a:pt x="3026673" y="2611659"/>
                  </a:lnTo>
                  <a:lnTo>
                    <a:pt x="3098296" y="2610014"/>
                  </a:lnTo>
                  <a:lnTo>
                    <a:pt x="3169919" y="2608366"/>
                  </a:lnTo>
                  <a:lnTo>
                    <a:pt x="3241541" y="2606714"/>
                  </a:lnTo>
                  <a:lnTo>
                    <a:pt x="3313164" y="26050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427"/>
              <a:ext cx="7090630" cy="778385"/>
            </a:xfrm>
            <a:custGeom>
              <a:avLst/>
              <a:pathLst>
                <a:path w="7090630" h="778385">
                  <a:moveTo>
                    <a:pt x="7090630" y="778385"/>
                  </a:moveTo>
                  <a:lnTo>
                    <a:pt x="7019007" y="773550"/>
                  </a:lnTo>
                  <a:lnTo>
                    <a:pt x="6947385" y="768252"/>
                  </a:lnTo>
                  <a:lnTo>
                    <a:pt x="6875762" y="762446"/>
                  </a:lnTo>
                  <a:lnTo>
                    <a:pt x="6804139" y="756084"/>
                  </a:lnTo>
                  <a:lnTo>
                    <a:pt x="6732517" y="749111"/>
                  </a:lnTo>
                  <a:lnTo>
                    <a:pt x="6660894" y="741471"/>
                  </a:lnTo>
                  <a:lnTo>
                    <a:pt x="6589272" y="733097"/>
                  </a:lnTo>
                  <a:lnTo>
                    <a:pt x="6517649" y="723922"/>
                  </a:lnTo>
                  <a:lnTo>
                    <a:pt x="6446027" y="713866"/>
                  </a:lnTo>
                  <a:lnTo>
                    <a:pt x="6374404" y="702847"/>
                  </a:lnTo>
                  <a:lnTo>
                    <a:pt x="6302782" y="690772"/>
                  </a:lnTo>
                  <a:lnTo>
                    <a:pt x="6231159" y="677539"/>
                  </a:lnTo>
                  <a:lnTo>
                    <a:pt x="6159537" y="663037"/>
                  </a:lnTo>
                  <a:lnTo>
                    <a:pt x="6087914" y="647146"/>
                  </a:lnTo>
                  <a:lnTo>
                    <a:pt x="6016292" y="629731"/>
                  </a:lnTo>
                  <a:lnTo>
                    <a:pt x="5944669" y="610647"/>
                  </a:lnTo>
                  <a:lnTo>
                    <a:pt x="5873047" y="589734"/>
                  </a:lnTo>
                  <a:lnTo>
                    <a:pt x="5801424" y="566816"/>
                  </a:lnTo>
                  <a:lnTo>
                    <a:pt x="5729802" y="541701"/>
                  </a:lnTo>
                  <a:lnTo>
                    <a:pt x="5658179" y="514179"/>
                  </a:lnTo>
                  <a:lnTo>
                    <a:pt x="5586557" y="484018"/>
                  </a:lnTo>
                  <a:lnTo>
                    <a:pt x="5514934" y="450967"/>
                  </a:lnTo>
                  <a:lnTo>
                    <a:pt x="5443311" y="414747"/>
                  </a:lnTo>
                  <a:lnTo>
                    <a:pt x="5371689" y="375055"/>
                  </a:lnTo>
                  <a:lnTo>
                    <a:pt x="5300066" y="331559"/>
                  </a:lnTo>
                  <a:lnTo>
                    <a:pt x="5228444" y="283894"/>
                  </a:lnTo>
                  <a:lnTo>
                    <a:pt x="5156821" y="231659"/>
                  </a:lnTo>
                  <a:lnTo>
                    <a:pt x="5085199" y="174417"/>
                  </a:lnTo>
                  <a:lnTo>
                    <a:pt x="5013576" y="111689"/>
                  </a:lnTo>
                  <a:lnTo>
                    <a:pt x="4941954" y="42947"/>
                  </a:lnTo>
                  <a:lnTo>
                    <a:pt x="4870331" y="0"/>
                  </a:lnTo>
                  <a:lnTo>
                    <a:pt x="4798709" y="1560"/>
                  </a:lnTo>
                  <a:lnTo>
                    <a:pt x="4727086" y="3118"/>
                  </a:lnTo>
                  <a:lnTo>
                    <a:pt x="4655464" y="4672"/>
                  </a:lnTo>
                  <a:lnTo>
                    <a:pt x="4583841" y="6224"/>
                  </a:lnTo>
                  <a:lnTo>
                    <a:pt x="4512219" y="7773"/>
                  </a:lnTo>
                  <a:lnTo>
                    <a:pt x="4440596" y="9319"/>
                  </a:lnTo>
                  <a:lnTo>
                    <a:pt x="4368974" y="10862"/>
                  </a:lnTo>
                  <a:lnTo>
                    <a:pt x="4297351" y="12402"/>
                  </a:lnTo>
                  <a:lnTo>
                    <a:pt x="4225729" y="13939"/>
                  </a:lnTo>
                  <a:lnTo>
                    <a:pt x="4154106" y="15473"/>
                  </a:lnTo>
                  <a:lnTo>
                    <a:pt x="4082483" y="17004"/>
                  </a:lnTo>
                  <a:lnTo>
                    <a:pt x="4010861" y="18533"/>
                  </a:lnTo>
                  <a:lnTo>
                    <a:pt x="3939238" y="20059"/>
                  </a:lnTo>
                  <a:lnTo>
                    <a:pt x="3867616" y="21581"/>
                  </a:lnTo>
                  <a:lnTo>
                    <a:pt x="3795993" y="23101"/>
                  </a:lnTo>
                  <a:lnTo>
                    <a:pt x="3724371" y="24618"/>
                  </a:lnTo>
                  <a:lnTo>
                    <a:pt x="3652748" y="26132"/>
                  </a:lnTo>
                  <a:lnTo>
                    <a:pt x="3581126" y="27644"/>
                  </a:lnTo>
                  <a:lnTo>
                    <a:pt x="3509503" y="29152"/>
                  </a:lnTo>
                  <a:lnTo>
                    <a:pt x="3437881" y="30658"/>
                  </a:lnTo>
                  <a:lnTo>
                    <a:pt x="3366258" y="32161"/>
                  </a:lnTo>
                  <a:lnTo>
                    <a:pt x="3294636" y="33661"/>
                  </a:lnTo>
                  <a:lnTo>
                    <a:pt x="3223013" y="35158"/>
                  </a:lnTo>
                  <a:lnTo>
                    <a:pt x="3151391" y="36652"/>
                  </a:lnTo>
                  <a:lnTo>
                    <a:pt x="3079768" y="38143"/>
                  </a:lnTo>
                  <a:lnTo>
                    <a:pt x="3008146" y="39632"/>
                  </a:lnTo>
                  <a:lnTo>
                    <a:pt x="2936523" y="41118"/>
                  </a:lnTo>
                  <a:lnTo>
                    <a:pt x="2864901" y="42601"/>
                  </a:lnTo>
                  <a:lnTo>
                    <a:pt x="2793278" y="44081"/>
                  </a:lnTo>
                  <a:lnTo>
                    <a:pt x="2721655" y="45559"/>
                  </a:lnTo>
                  <a:lnTo>
                    <a:pt x="2650033" y="47034"/>
                  </a:lnTo>
                  <a:lnTo>
                    <a:pt x="2578410" y="48506"/>
                  </a:lnTo>
                  <a:lnTo>
                    <a:pt x="2506788" y="49975"/>
                  </a:lnTo>
                  <a:lnTo>
                    <a:pt x="2435165" y="51441"/>
                  </a:lnTo>
                  <a:lnTo>
                    <a:pt x="2363543" y="52905"/>
                  </a:lnTo>
                  <a:lnTo>
                    <a:pt x="2291920" y="54366"/>
                  </a:lnTo>
                  <a:lnTo>
                    <a:pt x="2220298" y="55824"/>
                  </a:lnTo>
                  <a:lnTo>
                    <a:pt x="2148675" y="57279"/>
                  </a:lnTo>
                  <a:lnTo>
                    <a:pt x="2077053" y="58732"/>
                  </a:lnTo>
                  <a:lnTo>
                    <a:pt x="2005430" y="60182"/>
                  </a:lnTo>
                  <a:lnTo>
                    <a:pt x="1933808" y="61629"/>
                  </a:lnTo>
                  <a:lnTo>
                    <a:pt x="1862185" y="63074"/>
                  </a:lnTo>
                  <a:lnTo>
                    <a:pt x="1790563" y="64515"/>
                  </a:lnTo>
                  <a:lnTo>
                    <a:pt x="1718940" y="65954"/>
                  </a:lnTo>
                  <a:lnTo>
                    <a:pt x="1647318" y="67391"/>
                  </a:lnTo>
                  <a:lnTo>
                    <a:pt x="1575695" y="68824"/>
                  </a:lnTo>
                  <a:lnTo>
                    <a:pt x="1504073" y="70255"/>
                  </a:lnTo>
                  <a:lnTo>
                    <a:pt x="1432450" y="71684"/>
                  </a:lnTo>
                  <a:lnTo>
                    <a:pt x="1360827" y="73109"/>
                  </a:lnTo>
                  <a:lnTo>
                    <a:pt x="1289205" y="74532"/>
                  </a:lnTo>
                  <a:lnTo>
                    <a:pt x="1217582" y="75952"/>
                  </a:lnTo>
                  <a:lnTo>
                    <a:pt x="1145960" y="77370"/>
                  </a:lnTo>
                  <a:lnTo>
                    <a:pt x="1074337" y="78785"/>
                  </a:lnTo>
                  <a:lnTo>
                    <a:pt x="1002715" y="80197"/>
                  </a:lnTo>
                  <a:lnTo>
                    <a:pt x="931092" y="81606"/>
                  </a:lnTo>
                  <a:lnTo>
                    <a:pt x="859470" y="83013"/>
                  </a:lnTo>
                  <a:lnTo>
                    <a:pt x="787847" y="84417"/>
                  </a:lnTo>
                  <a:lnTo>
                    <a:pt x="716225" y="85819"/>
                  </a:lnTo>
                  <a:lnTo>
                    <a:pt x="644602" y="87218"/>
                  </a:lnTo>
                  <a:lnTo>
                    <a:pt x="572980" y="88614"/>
                  </a:lnTo>
                  <a:lnTo>
                    <a:pt x="501357" y="90008"/>
                  </a:lnTo>
                  <a:lnTo>
                    <a:pt x="429735" y="91399"/>
                  </a:lnTo>
                  <a:lnTo>
                    <a:pt x="358112" y="92787"/>
                  </a:lnTo>
                  <a:lnTo>
                    <a:pt x="286490" y="94173"/>
                  </a:lnTo>
                  <a:lnTo>
                    <a:pt x="214867" y="95556"/>
                  </a:lnTo>
                  <a:lnTo>
                    <a:pt x="143245" y="96937"/>
                  </a:lnTo>
                  <a:lnTo>
                    <a:pt x="71622" y="98315"/>
                  </a:lnTo>
                  <a:lnTo>
                    <a:pt x="0" y="9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779164" y="2073503"/>
              <a:ext cx="4483514" cy="3273227"/>
            </a:xfrm>
            <a:custGeom>
              <a:avLst/>
              <a:pathLst>
                <a:path w="4483514" h="3273227">
                  <a:moveTo>
                    <a:pt x="0" y="0"/>
                  </a:moveTo>
                  <a:lnTo>
                    <a:pt x="42917" y="93145"/>
                  </a:lnTo>
                  <a:lnTo>
                    <a:pt x="114540" y="241774"/>
                  </a:lnTo>
                  <a:lnTo>
                    <a:pt x="186162" y="383889"/>
                  </a:lnTo>
                  <a:lnTo>
                    <a:pt x="257785" y="519773"/>
                  </a:lnTo>
                  <a:lnTo>
                    <a:pt x="329407" y="649701"/>
                  </a:lnTo>
                  <a:lnTo>
                    <a:pt x="401030" y="773934"/>
                  </a:lnTo>
                  <a:lnTo>
                    <a:pt x="472652" y="892721"/>
                  </a:lnTo>
                  <a:lnTo>
                    <a:pt x="544275" y="1006300"/>
                  </a:lnTo>
                  <a:lnTo>
                    <a:pt x="615898" y="1114901"/>
                  </a:lnTo>
                  <a:lnTo>
                    <a:pt x="687520" y="1218741"/>
                  </a:lnTo>
                  <a:lnTo>
                    <a:pt x="759143" y="1318029"/>
                  </a:lnTo>
                  <a:lnTo>
                    <a:pt x="830765" y="1412965"/>
                  </a:lnTo>
                  <a:lnTo>
                    <a:pt x="902388" y="1503739"/>
                  </a:lnTo>
                  <a:lnTo>
                    <a:pt x="974010" y="1590535"/>
                  </a:lnTo>
                  <a:lnTo>
                    <a:pt x="1045633" y="1673525"/>
                  </a:lnTo>
                  <a:lnTo>
                    <a:pt x="1117255" y="1752877"/>
                  </a:lnTo>
                  <a:lnTo>
                    <a:pt x="1188878" y="1828751"/>
                  </a:lnTo>
                  <a:lnTo>
                    <a:pt x="1260500" y="1901299"/>
                  </a:lnTo>
                  <a:lnTo>
                    <a:pt x="1332123" y="1970667"/>
                  </a:lnTo>
                  <a:lnTo>
                    <a:pt x="1403745" y="2036994"/>
                  </a:lnTo>
                  <a:lnTo>
                    <a:pt x="1475368" y="2100414"/>
                  </a:lnTo>
                  <a:lnTo>
                    <a:pt x="1546990" y="2161053"/>
                  </a:lnTo>
                  <a:lnTo>
                    <a:pt x="1618613" y="2219034"/>
                  </a:lnTo>
                  <a:lnTo>
                    <a:pt x="1690235" y="2274474"/>
                  </a:lnTo>
                  <a:lnTo>
                    <a:pt x="1761858" y="2327483"/>
                  </a:lnTo>
                  <a:lnTo>
                    <a:pt x="1833480" y="2378169"/>
                  </a:lnTo>
                  <a:lnTo>
                    <a:pt x="1905103" y="2426633"/>
                  </a:lnTo>
                  <a:lnTo>
                    <a:pt x="1976726" y="2472972"/>
                  </a:lnTo>
                  <a:lnTo>
                    <a:pt x="2048348" y="2517280"/>
                  </a:lnTo>
                  <a:lnTo>
                    <a:pt x="2119971" y="2559646"/>
                  </a:lnTo>
                  <a:lnTo>
                    <a:pt x="2191593" y="2600155"/>
                  </a:lnTo>
                  <a:lnTo>
                    <a:pt x="2263216" y="2638888"/>
                  </a:lnTo>
                  <a:lnTo>
                    <a:pt x="2334838" y="2675923"/>
                  </a:lnTo>
                  <a:lnTo>
                    <a:pt x="2406461" y="2711334"/>
                  </a:lnTo>
                  <a:lnTo>
                    <a:pt x="2478083" y="2745193"/>
                  </a:lnTo>
                  <a:lnTo>
                    <a:pt x="2549706" y="2777568"/>
                  </a:lnTo>
                  <a:lnTo>
                    <a:pt x="2621328" y="2808524"/>
                  </a:lnTo>
                  <a:lnTo>
                    <a:pt x="2692951" y="2838123"/>
                  </a:lnTo>
                  <a:lnTo>
                    <a:pt x="2764573" y="2866425"/>
                  </a:lnTo>
                  <a:lnTo>
                    <a:pt x="2836196" y="2893485"/>
                  </a:lnTo>
                  <a:lnTo>
                    <a:pt x="2907818" y="2919360"/>
                  </a:lnTo>
                  <a:lnTo>
                    <a:pt x="2979441" y="2944100"/>
                  </a:lnTo>
                  <a:lnTo>
                    <a:pt x="3051063" y="2967756"/>
                  </a:lnTo>
                  <a:lnTo>
                    <a:pt x="3122686" y="2990375"/>
                  </a:lnTo>
                  <a:lnTo>
                    <a:pt x="3194308" y="3012002"/>
                  </a:lnTo>
                  <a:lnTo>
                    <a:pt x="3265931" y="3032681"/>
                  </a:lnTo>
                  <a:lnTo>
                    <a:pt x="3337554" y="3052454"/>
                  </a:lnTo>
                  <a:lnTo>
                    <a:pt x="3409176" y="3071360"/>
                  </a:lnTo>
                  <a:lnTo>
                    <a:pt x="3480799" y="3089437"/>
                  </a:lnTo>
                  <a:lnTo>
                    <a:pt x="3552421" y="3106722"/>
                  </a:lnTo>
                  <a:lnTo>
                    <a:pt x="3624044" y="3123249"/>
                  </a:lnTo>
                  <a:lnTo>
                    <a:pt x="3695666" y="3139052"/>
                  </a:lnTo>
                  <a:lnTo>
                    <a:pt x="3767289" y="3154162"/>
                  </a:lnTo>
                  <a:lnTo>
                    <a:pt x="3838911" y="3168610"/>
                  </a:lnTo>
                  <a:lnTo>
                    <a:pt x="3910534" y="3182424"/>
                  </a:lnTo>
                  <a:lnTo>
                    <a:pt x="3982156" y="3195633"/>
                  </a:lnTo>
                  <a:lnTo>
                    <a:pt x="4053779" y="3208262"/>
                  </a:lnTo>
                  <a:lnTo>
                    <a:pt x="4125401" y="3220338"/>
                  </a:lnTo>
                  <a:lnTo>
                    <a:pt x="4197024" y="3231885"/>
                  </a:lnTo>
                  <a:lnTo>
                    <a:pt x="4268646" y="3242926"/>
                  </a:lnTo>
                  <a:lnTo>
                    <a:pt x="4340269" y="3253482"/>
                  </a:lnTo>
                  <a:lnTo>
                    <a:pt x="4411891" y="3263576"/>
                  </a:lnTo>
                  <a:lnTo>
                    <a:pt x="4483514" y="32732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0.94 (0.89-1.00)  |  per IQR (Δ = 18.2): 0.35 (0.12-1.05)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2026-05-22T09:54:30Z</dcterms:modified>
  <cp:category/>
</cp:coreProperties>
</file>