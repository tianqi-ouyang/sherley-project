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43304"/>
            </a:xfrm>
            <a:custGeom>
              <a:avLst/>
              <a:pathLst>
                <a:path w="7090630" h="3443304">
                  <a:moveTo>
                    <a:pt x="3859290" y="0"/>
                  </a:moveTo>
                  <a:lnTo>
                    <a:pt x="3867616" y="41534"/>
                  </a:lnTo>
                  <a:lnTo>
                    <a:pt x="3939238" y="365225"/>
                  </a:lnTo>
                  <a:lnTo>
                    <a:pt x="4010861" y="658477"/>
                  </a:lnTo>
                  <a:lnTo>
                    <a:pt x="4082483" y="924153"/>
                  </a:lnTo>
                  <a:lnTo>
                    <a:pt x="4154106" y="1164846"/>
                  </a:lnTo>
                  <a:lnTo>
                    <a:pt x="4225729" y="1382905"/>
                  </a:lnTo>
                  <a:lnTo>
                    <a:pt x="4297351" y="1580459"/>
                  </a:lnTo>
                  <a:lnTo>
                    <a:pt x="4368974" y="1759436"/>
                  </a:lnTo>
                  <a:lnTo>
                    <a:pt x="4440596" y="1921583"/>
                  </a:lnTo>
                  <a:lnTo>
                    <a:pt x="4512219" y="2068482"/>
                  </a:lnTo>
                  <a:lnTo>
                    <a:pt x="4583841" y="2201567"/>
                  </a:lnTo>
                  <a:lnTo>
                    <a:pt x="4655464" y="2322138"/>
                  </a:lnTo>
                  <a:lnTo>
                    <a:pt x="4727086" y="2431370"/>
                  </a:lnTo>
                  <a:lnTo>
                    <a:pt x="4798709" y="2530331"/>
                  </a:lnTo>
                  <a:lnTo>
                    <a:pt x="4870331" y="2619986"/>
                  </a:lnTo>
                  <a:lnTo>
                    <a:pt x="4941954" y="2658921"/>
                  </a:lnTo>
                  <a:lnTo>
                    <a:pt x="5013576" y="2666727"/>
                  </a:lnTo>
                  <a:lnTo>
                    <a:pt x="5085199" y="2674460"/>
                  </a:lnTo>
                  <a:lnTo>
                    <a:pt x="5156821" y="2682119"/>
                  </a:lnTo>
                  <a:lnTo>
                    <a:pt x="5228444" y="2689705"/>
                  </a:lnTo>
                  <a:lnTo>
                    <a:pt x="5300066" y="2697220"/>
                  </a:lnTo>
                  <a:lnTo>
                    <a:pt x="5371689" y="2704663"/>
                  </a:lnTo>
                  <a:lnTo>
                    <a:pt x="5443311" y="2712037"/>
                  </a:lnTo>
                  <a:lnTo>
                    <a:pt x="5514934" y="2719340"/>
                  </a:lnTo>
                  <a:lnTo>
                    <a:pt x="5586557" y="2726574"/>
                  </a:lnTo>
                  <a:lnTo>
                    <a:pt x="5658179" y="2733740"/>
                  </a:lnTo>
                  <a:lnTo>
                    <a:pt x="5729802" y="2740838"/>
                  </a:lnTo>
                  <a:lnTo>
                    <a:pt x="5801424" y="2747869"/>
                  </a:lnTo>
                  <a:lnTo>
                    <a:pt x="5873047" y="2754833"/>
                  </a:lnTo>
                  <a:lnTo>
                    <a:pt x="5944669" y="2761731"/>
                  </a:lnTo>
                  <a:lnTo>
                    <a:pt x="6016292" y="2768564"/>
                  </a:lnTo>
                  <a:lnTo>
                    <a:pt x="6087914" y="2775333"/>
                  </a:lnTo>
                  <a:lnTo>
                    <a:pt x="6159537" y="2782037"/>
                  </a:lnTo>
                  <a:lnTo>
                    <a:pt x="6231159" y="2788678"/>
                  </a:lnTo>
                  <a:lnTo>
                    <a:pt x="6302782" y="2795256"/>
                  </a:lnTo>
                  <a:lnTo>
                    <a:pt x="6374404" y="2801772"/>
                  </a:lnTo>
                  <a:lnTo>
                    <a:pt x="6446027" y="2808226"/>
                  </a:lnTo>
                  <a:lnTo>
                    <a:pt x="6517649" y="2814619"/>
                  </a:lnTo>
                  <a:lnTo>
                    <a:pt x="6589272" y="2820952"/>
                  </a:lnTo>
                  <a:lnTo>
                    <a:pt x="6660894" y="2827224"/>
                  </a:lnTo>
                  <a:lnTo>
                    <a:pt x="6732517" y="2833438"/>
                  </a:lnTo>
                  <a:lnTo>
                    <a:pt x="6804139" y="2839592"/>
                  </a:lnTo>
                  <a:lnTo>
                    <a:pt x="6875762" y="2845688"/>
                  </a:lnTo>
                  <a:lnTo>
                    <a:pt x="6947385" y="2851727"/>
                  </a:lnTo>
                  <a:lnTo>
                    <a:pt x="7019007" y="2857708"/>
                  </a:lnTo>
                  <a:lnTo>
                    <a:pt x="7090630" y="2863633"/>
                  </a:lnTo>
                  <a:lnTo>
                    <a:pt x="7090630" y="3443304"/>
                  </a:lnTo>
                  <a:lnTo>
                    <a:pt x="7019007" y="3439106"/>
                  </a:lnTo>
                  <a:lnTo>
                    <a:pt x="6947385" y="3434473"/>
                  </a:lnTo>
                  <a:lnTo>
                    <a:pt x="6875762" y="3429358"/>
                  </a:lnTo>
                  <a:lnTo>
                    <a:pt x="6804139" y="3423713"/>
                  </a:lnTo>
                  <a:lnTo>
                    <a:pt x="6732517" y="3417482"/>
                  </a:lnTo>
                  <a:lnTo>
                    <a:pt x="6660894" y="3410604"/>
                  </a:lnTo>
                  <a:lnTo>
                    <a:pt x="6589272" y="3403012"/>
                  </a:lnTo>
                  <a:lnTo>
                    <a:pt x="6517649" y="3394632"/>
                  </a:lnTo>
                  <a:lnTo>
                    <a:pt x="6446027" y="3385382"/>
                  </a:lnTo>
                  <a:lnTo>
                    <a:pt x="6374404" y="3375172"/>
                  </a:lnTo>
                  <a:lnTo>
                    <a:pt x="6302782" y="3363903"/>
                  </a:lnTo>
                  <a:lnTo>
                    <a:pt x="6231159" y="3351463"/>
                  </a:lnTo>
                  <a:lnTo>
                    <a:pt x="6159537" y="3337733"/>
                  </a:lnTo>
                  <a:lnTo>
                    <a:pt x="6087914" y="3322577"/>
                  </a:lnTo>
                  <a:lnTo>
                    <a:pt x="6016292" y="3305848"/>
                  </a:lnTo>
                  <a:lnTo>
                    <a:pt x="5944669" y="3287383"/>
                  </a:lnTo>
                  <a:lnTo>
                    <a:pt x="5873047" y="3267002"/>
                  </a:lnTo>
                  <a:lnTo>
                    <a:pt x="5801424" y="3244504"/>
                  </a:lnTo>
                  <a:lnTo>
                    <a:pt x="5729802" y="3219672"/>
                  </a:lnTo>
                  <a:lnTo>
                    <a:pt x="5658179" y="3192262"/>
                  </a:lnTo>
                  <a:lnTo>
                    <a:pt x="5586557" y="3162007"/>
                  </a:lnTo>
                  <a:lnTo>
                    <a:pt x="5514934" y="3128612"/>
                  </a:lnTo>
                  <a:lnTo>
                    <a:pt x="5443311" y="3091750"/>
                  </a:lnTo>
                  <a:lnTo>
                    <a:pt x="5371689" y="3051062"/>
                  </a:lnTo>
                  <a:lnTo>
                    <a:pt x="5300066" y="3006151"/>
                  </a:lnTo>
                  <a:lnTo>
                    <a:pt x="5228444" y="2956579"/>
                  </a:lnTo>
                  <a:lnTo>
                    <a:pt x="5156821" y="2901861"/>
                  </a:lnTo>
                  <a:lnTo>
                    <a:pt x="5085199" y="2841463"/>
                  </a:lnTo>
                  <a:lnTo>
                    <a:pt x="5013576" y="2774797"/>
                  </a:lnTo>
                  <a:lnTo>
                    <a:pt x="4941954" y="2701210"/>
                  </a:lnTo>
                  <a:lnTo>
                    <a:pt x="4870331" y="2651041"/>
                  </a:lnTo>
                  <a:lnTo>
                    <a:pt x="4798709" y="2643085"/>
                  </a:lnTo>
                  <a:lnTo>
                    <a:pt x="4727086" y="2635053"/>
                  </a:lnTo>
                  <a:lnTo>
                    <a:pt x="4655464" y="2626944"/>
                  </a:lnTo>
                  <a:lnTo>
                    <a:pt x="4583841" y="2618758"/>
                  </a:lnTo>
                  <a:lnTo>
                    <a:pt x="4512219" y="2610494"/>
                  </a:lnTo>
                  <a:lnTo>
                    <a:pt x="4440596" y="2602150"/>
                  </a:lnTo>
                  <a:lnTo>
                    <a:pt x="4368974" y="2593727"/>
                  </a:lnTo>
                  <a:lnTo>
                    <a:pt x="4297351" y="2585224"/>
                  </a:lnTo>
                  <a:lnTo>
                    <a:pt x="4225729" y="2576639"/>
                  </a:lnTo>
                  <a:lnTo>
                    <a:pt x="4154106" y="2567972"/>
                  </a:lnTo>
                  <a:lnTo>
                    <a:pt x="4082483" y="2559222"/>
                  </a:lnTo>
                  <a:lnTo>
                    <a:pt x="4010861" y="2550389"/>
                  </a:lnTo>
                  <a:lnTo>
                    <a:pt x="3939238" y="2541472"/>
                  </a:lnTo>
                  <a:lnTo>
                    <a:pt x="3867616" y="2532469"/>
                  </a:lnTo>
                  <a:lnTo>
                    <a:pt x="3795993" y="2523380"/>
                  </a:lnTo>
                  <a:lnTo>
                    <a:pt x="3724371" y="2514204"/>
                  </a:lnTo>
                  <a:lnTo>
                    <a:pt x="3652748" y="2504941"/>
                  </a:lnTo>
                  <a:lnTo>
                    <a:pt x="3581126" y="2495589"/>
                  </a:lnTo>
                  <a:lnTo>
                    <a:pt x="3509503" y="2486148"/>
                  </a:lnTo>
                  <a:lnTo>
                    <a:pt x="3437881" y="2476617"/>
                  </a:lnTo>
                  <a:lnTo>
                    <a:pt x="3366258" y="2466994"/>
                  </a:lnTo>
                  <a:lnTo>
                    <a:pt x="3294636" y="2457280"/>
                  </a:lnTo>
                  <a:lnTo>
                    <a:pt x="3223013" y="2447473"/>
                  </a:lnTo>
                  <a:lnTo>
                    <a:pt x="3151391" y="2437572"/>
                  </a:lnTo>
                  <a:lnTo>
                    <a:pt x="3079768" y="2427576"/>
                  </a:lnTo>
                  <a:lnTo>
                    <a:pt x="3008146" y="2417486"/>
                  </a:lnTo>
                  <a:lnTo>
                    <a:pt x="2936523" y="2407298"/>
                  </a:lnTo>
                  <a:lnTo>
                    <a:pt x="2864901" y="2397013"/>
                  </a:lnTo>
                  <a:lnTo>
                    <a:pt x="2793278" y="2386630"/>
                  </a:lnTo>
                  <a:lnTo>
                    <a:pt x="2721655" y="2376148"/>
                  </a:lnTo>
                  <a:lnTo>
                    <a:pt x="2650033" y="2365566"/>
                  </a:lnTo>
                  <a:lnTo>
                    <a:pt x="2578410" y="2354882"/>
                  </a:lnTo>
                  <a:lnTo>
                    <a:pt x="2506788" y="2344097"/>
                  </a:lnTo>
                  <a:lnTo>
                    <a:pt x="2435165" y="2333208"/>
                  </a:lnTo>
                  <a:lnTo>
                    <a:pt x="2363543" y="2322216"/>
                  </a:lnTo>
                  <a:lnTo>
                    <a:pt x="2291920" y="2311118"/>
                  </a:lnTo>
                  <a:lnTo>
                    <a:pt x="2220298" y="2299914"/>
                  </a:lnTo>
                  <a:lnTo>
                    <a:pt x="2148675" y="2288604"/>
                  </a:lnTo>
                  <a:lnTo>
                    <a:pt x="2077053" y="2277185"/>
                  </a:lnTo>
                  <a:lnTo>
                    <a:pt x="2005430" y="2265657"/>
                  </a:lnTo>
                  <a:lnTo>
                    <a:pt x="1933808" y="2254019"/>
                  </a:lnTo>
                  <a:lnTo>
                    <a:pt x="1862185" y="2242270"/>
                  </a:lnTo>
                  <a:lnTo>
                    <a:pt x="1790563" y="2230408"/>
                  </a:lnTo>
                  <a:lnTo>
                    <a:pt x="1718940" y="2218434"/>
                  </a:lnTo>
                  <a:lnTo>
                    <a:pt x="1647318" y="2206344"/>
                  </a:lnTo>
                  <a:lnTo>
                    <a:pt x="1575695" y="2194140"/>
                  </a:lnTo>
                  <a:lnTo>
                    <a:pt x="1504073" y="2181818"/>
                  </a:lnTo>
                  <a:lnTo>
                    <a:pt x="1432450" y="2169379"/>
                  </a:lnTo>
                  <a:lnTo>
                    <a:pt x="1360827" y="2156822"/>
                  </a:lnTo>
                  <a:lnTo>
                    <a:pt x="1289205" y="2144144"/>
                  </a:lnTo>
                  <a:lnTo>
                    <a:pt x="1217582" y="2131345"/>
                  </a:lnTo>
                  <a:lnTo>
                    <a:pt x="1145960" y="2118423"/>
                  </a:lnTo>
                  <a:lnTo>
                    <a:pt x="1074337" y="2105379"/>
                  </a:lnTo>
                  <a:lnTo>
                    <a:pt x="1002715" y="2092209"/>
                  </a:lnTo>
                  <a:lnTo>
                    <a:pt x="931092" y="2078914"/>
                  </a:lnTo>
                  <a:lnTo>
                    <a:pt x="859470" y="2065492"/>
                  </a:lnTo>
                  <a:lnTo>
                    <a:pt x="787847" y="2051942"/>
                  </a:lnTo>
                  <a:lnTo>
                    <a:pt x="716225" y="2038262"/>
                  </a:lnTo>
                  <a:lnTo>
                    <a:pt x="644602" y="2024451"/>
                  </a:lnTo>
                  <a:lnTo>
                    <a:pt x="572980" y="2010508"/>
                  </a:lnTo>
                  <a:lnTo>
                    <a:pt x="501357" y="1996433"/>
                  </a:lnTo>
                  <a:lnTo>
                    <a:pt x="429735" y="1982222"/>
                  </a:lnTo>
                  <a:lnTo>
                    <a:pt x="358112" y="1967876"/>
                  </a:lnTo>
                  <a:lnTo>
                    <a:pt x="286490" y="1953393"/>
                  </a:lnTo>
                  <a:lnTo>
                    <a:pt x="214867" y="1938772"/>
                  </a:lnTo>
                  <a:lnTo>
                    <a:pt x="143245" y="1924011"/>
                  </a:lnTo>
                  <a:lnTo>
                    <a:pt x="71622" y="1909108"/>
                  </a:lnTo>
                  <a:lnTo>
                    <a:pt x="0" y="18940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31339" y="2073503"/>
              <a:ext cx="3231339" cy="2863633"/>
            </a:xfrm>
            <a:custGeom>
              <a:avLst/>
              <a:pathLst>
                <a:path w="3231339" h="2863633">
                  <a:moveTo>
                    <a:pt x="0" y="0"/>
                  </a:moveTo>
                  <a:lnTo>
                    <a:pt x="8326" y="41534"/>
                  </a:lnTo>
                  <a:lnTo>
                    <a:pt x="79948" y="365225"/>
                  </a:lnTo>
                  <a:lnTo>
                    <a:pt x="151571" y="658477"/>
                  </a:lnTo>
                  <a:lnTo>
                    <a:pt x="223193" y="924153"/>
                  </a:lnTo>
                  <a:lnTo>
                    <a:pt x="294816" y="1164846"/>
                  </a:lnTo>
                  <a:lnTo>
                    <a:pt x="366438" y="1382905"/>
                  </a:lnTo>
                  <a:lnTo>
                    <a:pt x="438061" y="1580459"/>
                  </a:lnTo>
                  <a:lnTo>
                    <a:pt x="509683" y="1759436"/>
                  </a:lnTo>
                  <a:lnTo>
                    <a:pt x="581306" y="1921583"/>
                  </a:lnTo>
                  <a:lnTo>
                    <a:pt x="652928" y="2068482"/>
                  </a:lnTo>
                  <a:lnTo>
                    <a:pt x="724551" y="2201567"/>
                  </a:lnTo>
                  <a:lnTo>
                    <a:pt x="796173" y="2322138"/>
                  </a:lnTo>
                  <a:lnTo>
                    <a:pt x="867796" y="2431370"/>
                  </a:lnTo>
                  <a:lnTo>
                    <a:pt x="939418" y="2530331"/>
                  </a:lnTo>
                  <a:lnTo>
                    <a:pt x="1011041" y="2619986"/>
                  </a:lnTo>
                  <a:lnTo>
                    <a:pt x="1082664" y="2658921"/>
                  </a:lnTo>
                  <a:lnTo>
                    <a:pt x="1154286" y="2666727"/>
                  </a:lnTo>
                  <a:lnTo>
                    <a:pt x="1225909" y="2674460"/>
                  </a:lnTo>
                  <a:lnTo>
                    <a:pt x="1297531" y="2682119"/>
                  </a:lnTo>
                  <a:lnTo>
                    <a:pt x="1369154" y="2689705"/>
                  </a:lnTo>
                  <a:lnTo>
                    <a:pt x="1440776" y="2697220"/>
                  </a:lnTo>
                  <a:lnTo>
                    <a:pt x="1512399" y="2704663"/>
                  </a:lnTo>
                  <a:lnTo>
                    <a:pt x="1584021" y="2712037"/>
                  </a:lnTo>
                  <a:lnTo>
                    <a:pt x="1655644" y="2719340"/>
                  </a:lnTo>
                  <a:lnTo>
                    <a:pt x="1727266" y="2726574"/>
                  </a:lnTo>
                  <a:lnTo>
                    <a:pt x="1798889" y="2733740"/>
                  </a:lnTo>
                  <a:lnTo>
                    <a:pt x="1870511" y="2740838"/>
                  </a:lnTo>
                  <a:lnTo>
                    <a:pt x="1942134" y="2747869"/>
                  </a:lnTo>
                  <a:lnTo>
                    <a:pt x="2013756" y="2754833"/>
                  </a:lnTo>
                  <a:lnTo>
                    <a:pt x="2085379" y="2761731"/>
                  </a:lnTo>
                  <a:lnTo>
                    <a:pt x="2157001" y="2768564"/>
                  </a:lnTo>
                  <a:lnTo>
                    <a:pt x="2228624" y="2775333"/>
                  </a:lnTo>
                  <a:lnTo>
                    <a:pt x="2300246" y="2782037"/>
                  </a:lnTo>
                  <a:lnTo>
                    <a:pt x="2371869" y="2788678"/>
                  </a:lnTo>
                  <a:lnTo>
                    <a:pt x="2443492" y="2795256"/>
                  </a:lnTo>
                  <a:lnTo>
                    <a:pt x="2515114" y="2801772"/>
                  </a:lnTo>
                  <a:lnTo>
                    <a:pt x="2586737" y="2808226"/>
                  </a:lnTo>
                  <a:lnTo>
                    <a:pt x="2658359" y="2814619"/>
                  </a:lnTo>
                  <a:lnTo>
                    <a:pt x="2729982" y="2820952"/>
                  </a:lnTo>
                  <a:lnTo>
                    <a:pt x="2801604" y="2827224"/>
                  </a:lnTo>
                  <a:lnTo>
                    <a:pt x="2873227" y="2833438"/>
                  </a:lnTo>
                  <a:lnTo>
                    <a:pt x="2944849" y="2839592"/>
                  </a:lnTo>
                  <a:lnTo>
                    <a:pt x="3016472" y="2845688"/>
                  </a:lnTo>
                  <a:lnTo>
                    <a:pt x="3088094" y="2851727"/>
                  </a:lnTo>
                  <a:lnTo>
                    <a:pt x="3159717" y="2857708"/>
                  </a:lnTo>
                  <a:lnTo>
                    <a:pt x="3231339" y="2863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67567"/>
              <a:ext cx="7090630" cy="1549240"/>
            </a:xfrm>
            <a:custGeom>
              <a:avLst/>
              <a:pathLst>
                <a:path w="7090630" h="1549240">
                  <a:moveTo>
                    <a:pt x="7090630" y="1549240"/>
                  </a:moveTo>
                  <a:lnTo>
                    <a:pt x="7019007" y="1545042"/>
                  </a:lnTo>
                  <a:lnTo>
                    <a:pt x="6947385" y="1540408"/>
                  </a:lnTo>
                  <a:lnTo>
                    <a:pt x="6875762" y="1535294"/>
                  </a:lnTo>
                  <a:lnTo>
                    <a:pt x="6804139" y="1529649"/>
                  </a:lnTo>
                  <a:lnTo>
                    <a:pt x="6732517" y="1523417"/>
                  </a:lnTo>
                  <a:lnTo>
                    <a:pt x="6660894" y="1516539"/>
                  </a:lnTo>
                  <a:lnTo>
                    <a:pt x="6589272" y="1508947"/>
                  </a:lnTo>
                  <a:lnTo>
                    <a:pt x="6517649" y="1500567"/>
                  </a:lnTo>
                  <a:lnTo>
                    <a:pt x="6446027" y="1491318"/>
                  </a:lnTo>
                  <a:lnTo>
                    <a:pt x="6374404" y="1481108"/>
                  </a:lnTo>
                  <a:lnTo>
                    <a:pt x="6302782" y="1469838"/>
                  </a:lnTo>
                  <a:lnTo>
                    <a:pt x="6231159" y="1457399"/>
                  </a:lnTo>
                  <a:lnTo>
                    <a:pt x="6159537" y="1443668"/>
                  </a:lnTo>
                  <a:lnTo>
                    <a:pt x="6087914" y="1428513"/>
                  </a:lnTo>
                  <a:lnTo>
                    <a:pt x="6016292" y="1411784"/>
                  </a:lnTo>
                  <a:lnTo>
                    <a:pt x="5944669" y="1393319"/>
                  </a:lnTo>
                  <a:lnTo>
                    <a:pt x="5873047" y="1372937"/>
                  </a:lnTo>
                  <a:lnTo>
                    <a:pt x="5801424" y="1350440"/>
                  </a:lnTo>
                  <a:lnTo>
                    <a:pt x="5729802" y="1325608"/>
                  </a:lnTo>
                  <a:lnTo>
                    <a:pt x="5658179" y="1298198"/>
                  </a:lnTo>
                  <a:lnTo>
                    <a:pt x="5586557" y="1267943"/>
                  </a:lnTo>
                  <a:lnTo>
                    <a:pt x="5514934" y="1234547"/>
                  </a:lnTo>
                  <a:lnTo>
                    <a:pt x="5443311" y="1197686"/>
                  </a:lnTo>
                  <a:lnTo>
                    <a:pt x="5371689" y="1156998"/>
                  </a:lnTo>
                  <a:lnTo>
                    <a:pt x="5300066" y="1112087"/>
                  </a:lnTo>
                  <a:lnTo>
                    <a:pt x="5228444" y="1062514"/>
                  </a:lnTo>
                  <a:lnTo>
                    <a:pt x="5156821" y="1007796"/>
                  </a:lnTo>
                  <a:lnTo>
                    <a:pt x="5085199" y="947399"/>
                  </a:lnTo>
                  <a:lnTo>
                    <a:pt x="5013576" y="880732"/>
                  </a:lnTo>
                  <a:lnTo>
                    <a:pt x="4941954" y="807146"/>
                  </a:lnTo>
                  <a:lnTo>
                    <a:pt x="4870331" y="756976"/>
                  </a:lnTo>
                  <a:lnTo>
                    <a:pt x="4798709" y="749020"/>
                  </a:lnTo>
                  <a:lnTo>
                    <a:pt x="4727086" y="740988"/>
                  </a:lnTo>
                  <a:lnTo>
                    <a:pt x="4655464" y="732880"/>
                  </a:lnTo>
                  <a:lnTo>
                    <a:pt x="4583841" y="724694"/>
                  </a:lnTo>
                  <a:lnTo>
                    <a:pt x="4512219" y="716429"/>
                  </a:lnTo>
                  <a:lnTo>
                    <a:pt x="4440596" y="708086"/>
                  </a:lnTo>
                  <a:lnTo>
                    <a:pt x="4368974" y="699663"/>
                  </a:lnTo>
                  <a:lnTo>
                    <a:pt x="4297351" y="691159"/>
                  </a:lnTo>
                  <a:lnTo>
                    <a:pt x="4225729" y="682574"/>
                  </a:lnTo>
                  <a:lnTo>
                    <a:pt x="4154106" y="673908"/>
                  </a:lnTo>
                  <a:lnTo>
                    <a:pt x="4082483" y="665158"/>
                  </a:lnTo>
                  <a:lnTo>
                    <a:pt x="4010861" y="656325"/>
                  </a:lnTo>
                  <a:lnTo>
                    <a:pt x="3939238" y="647407"/>
                  </a:lnTo>
                  <a:lnTo>
                    <a:pt x="3867616" y="638405"/>
                  </a:lnTo>
                  <a:lnTo>
                    <a:pt x="3795993" y="629316"/>
                  </a:lnTo>
                  <a:lnTo>
                    <a:pt x="3724371" y="620140"/>
                  </a:lnTo>
                  <a:lnTo>
                    <a:pt x="3652748" y="610877"/>
                  </a:lnTo>
                  <a:lnTo>
                    <a:pt x="3581126" y="601525"/>
                  </a:lnTo>
                  <a:lnTo>
                    <a:pt x="3509503" y="592084"/>
                  </a:lnTo>
                  <a:lnTo>
                    <a:pt x="3437881" y="582552"/>
                  </a:lnTo>
                  <a:lnTo>
                    <a:pt x="3366258" y="572930"/>
                  </a:lnTo>
                  <a:lnTo>
                    <a:pt x="3294636" y="563216"/>
                  </a:lnTo>
                  <a:lnTo>
                    <a:pt x="3223013" y="553408"/>
                  </a:lnTo>
                  <a:lnTo>
                    <a:pt x="3151391" y="543508"/>
                  </a:lnTo>
                  <a:lnTo>
                    <a:pt x="3079768" y="533512"/>
                  </a:lnTo>
                  <a:lnTo>
                    <a:pt x="3008146" y="523421"/>
                  </a:lnTo>
                  <a:lnTo>
                    <a:pt x="2936523" y="513234"/>
                  </a:lnTo>
                  <a:lnTo>
                    <a:pt x="2864901" y="502949"/>
                  </a:lnTo>
                  <a:lnTo>
                    <a:pt x="2793278" y="492566"/>
                  </a:lnTo>
                  <a:lnTo>
                    <a:pt x="2721655" y="482084"/>
                  </a:lnTo>
                  <a:lnTo>
                    <a:pt x="2650033" y="471502"/>
                  </a:lnTo>
                  <a:lnTo>
                    <a:pt x="2578410" y="460818"/>
                  </a:lnTo>
                  <a:lnTo>
                    <a:pt x="2506788" y="450033"/>
                  </a:lnTo>
                  <a:lnTo>
                    <a:pt x="2435165" y="439144"/>
                  </a:lnTo>
                  <a:lnTo>
                    <a:pt x="2363543" y="428151"/>
                  </a:lnTo>
                  <a:lnTo>
                    <a:pt x="2291920" y="417054"/>
                  </a:lnTo>
                  <a:lnTo>
                    <a:pt x="2220298" y="405850"/>
                  </a:lnTo>
                  <a:lnTo>
                    <a:pt x="2148675" y="394539"/>
                  </a:lnTo>
                  <a:lnTo>
                    <a:pt x="2077053" y="383121"/>
                  </a:lnTo>
                  <a:lnTo>
                    <a:pt x="2005430" y="371593"/>
                  </a:lnTo>
                  <a:lnTo>
                    <a:pt x="1933808" y="359955"/>
                  </a:lnTo>
                  <a:lnTo>
                    <a:pt x="1862185" y="348206"/>
                  </a:lnTo>
                  <a:lnTo>
                    <a:pt x="1790563" y="336344"/>
                  </a:lnTo>
                  <a:lnTo>
                    <a:pt x="1718940" y="324369"/>
                  </a:lnTo>
                  <a:lnTo>
                    <a:pt x="1647318" y="312280"/>
                  </a:lnTo>
                  <a:lnTo>
                    <a:pt x="1575695" y="300075"/>
                  </a:lnTo>
                  <a:lnTo>
                    <a:pt x="1504073" y="287754"/>
                  </a:lnTo>
                  <a:lnTo>
                    <a:pt x="1432450" y="275315"/>
                  </a:lnTo>
                  <a:lnTo>
                    <a:pt x="1360827" y="262757"/>
                  </a:lnTo>
                  <a:lnTo>
                    <a:pt x="1289205" y="250079"/>
                  </a:lnTo>
                  <a:lnTo>
                    <a:pt x="1217582" y="237280"/>
                  </a:lnTo>
                  <a:lnTo>
                    <a:pt x="1145960" y="224359"/>
                  </a:lnTo>
                  <a:lnTo>
                    <a:pt x="1074337" y="211314"/>
                  </a:lnTo>
                  <a:lnTo>
                    <a:pt x="1002715" y="198145"/>
                  </a:lnTo>
                  <a:lnTo>
                    <a:pt x="931092" y="184850"/>
                  </a:lnTo>
                  <a:lnTo>
                    <a:pt x="859470" y="171428"/>
                  </a:lnTo>
                  <a:lnTo>
                    <a:pt x="787847" y="157877"/>
                  </a:lnTo>
                  <a:lnTo>
                    <a:pt x="716225" y="144197"/>
                  </a:lnTo>
                  <a:lnTo>
                    <a:pt x="644602" y="130387"/>
                  </a:lnTo>
                  <a:lnTo>
                    <a:pt x="572980" y="116444"/>
                  </a:lnTo>
                  <a:lnTo>
                    <a:pt x="501357" y="102368"/>
                  </a:lnTo>
                  <a:lnTo>
                    <a:pt x="429735" y="88158"/>
                  </a:lnTo>
                  <a:lnTo>
                    <a:pt x="358112" y="73812"/>
                  </a:lnTo>
                  <a:lnTo>
                    <a:pt x="286490" y="59329"/>
                  </a:lnTo>
                  <a:lnTo>
                    <a:pt x="214867" y="44707"/>
                  </a:lnTo>
                  <a:lnTo>
                    <a:pt x="143245" y="29946"/>
                  </a:lnTo>
                  <a:lnTo>
                    <a:pt x="71622" y="150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173171" y="2073503"/>
              <a:ext cx="4089508" cy="3325383"/>
            </a:xfrm>
            <a:custGeom>
              <a:avLst/>
              <a:pathLst>
                <a:path w="4089508" h="3325383">
                  <a:moveTo>
                    <a:pt x="0" y="0"/>
                  </a:moveTo>
                  <a:lnTo>
                    <a:pt x="7024" y="18901"/>
                  </a:lnTo>
                  <a:lnTo>
                    <a:pt x="78646" y="201474"/>
                  </a:lnTo>
                  <a:lnTo>
                    <a:pt x="150269" y="374427"/>
                  </a:lnTo>
                  <a:lnTo>
                    <a:pt x="221891" y="538267"/>
                  </a:lnTo>
                  <a:lnTo>
                    <a:pt x="293514" y="693473"/>
                  </a:lnTo>
                  <a:lnTo>
                    <a:pt x="365136" y="840501"/>
                  </a:lnTo>
                  <a:lnTo>
                    <a:pt x="436759" y="979782"/>
                  </a:lnTo>
                  <a:lnTo>
                    <a:pt x="508381" y="1111724"/>
                  </a:lnTo>
                  <a:lnTo>
                    <a:pt x="580004" y="1236713"/>
                  </a:lnTo>
                  <a:lnTo>
                    <a:pt x="651626" y="1355116"/>
                  </a:lnTo>
                  <a:lnTo>
                    <a:pt x="723249" y="1467280"/>
                  </a:lnTo>
                  <a:lnTo>
                    <a:pt x="794871" y="1573534"/>
                  </a:lnTo>
                  <a:lnTo>
                    <a:pt x="866494" y="1674189"/>
                  </a:lnTo>
                  <a:lnTo>
                    <a:pt x="938117" y="1769540"/>
                  </a:lnTo>
                  <a:lnTo>
                    <a:pt x="1009739" y="1859867"/>
                  </a:lnTo>
                  <a:lnTo>
                    <a:pt x="1081362" y="1945434"/>
                  </a:lnTo>
                  <a:lnTo>
                    <a:pt x="1152984" y="2026492"/>
                  </a:lnTo>
                  <a:lnTo>
                    <a:pt x="1224607" y="2103280"/>
                  </a:lnTo>
                  <a:lnTo>
                    <a:pt x="1296229" y="2176021"/>
                  </a:lnTo>
                  <a:lnTo>
                    <a:pt x="1367852" y="2244929"/>
                  </a:lnTo>
                  <a:lnTo>
                    <a:pt x="1439474" y="2310206"/>
                  </a:lnTo>
                  <a:lnTo>
                    <a:pt x="1511097" y="2372043"/>
                  </a:lnTo>
                  <a:lnTo>
                    <a:pt x="1582719" y="2430622"/>
                  </a:lnTo>
                  <a:lnTo>
                    <a:pt x="1654342" y="2486115"/>
                  </a:lnTo>
                  <a:lnTo>
                    <a:pt x="1725964" y="2538683"/>
                  </a:lnTo>
                  <a:lnTo>
                    <a:pt x="1797587" y="2588481"/>
                  </a:lnTo>
                  <a:lnTo>
                    <a:pt x="1869209" y="2635656"/>
                  </a:lnTo>
                  <a:lnTo>
                    <a:pt x="1940832" y="2680344"/>
                  </a:lnTo>
                  <a:lnTo>
                    <a:pt x="2012454" y="2722678"/>
                  </a:lnTo>
                  <a:lnTo>
                    <a:pt x="2084077" y="2762781"/>
                  </a:lnTo>
                  <a:lnTo>
                    <a:pt x="2155699" y="2800771"/>
                  </a:lnTo>
                  <a:lnTo>
                    <a:pt x="2227322" y="2836759"/>
                  </a:lnTo>
                  <a:lnTo>
                    <a:pt x="2298945" y="2870851"/>
                  </a:lnTo>
                  <a:lnTo>
                    <a:pt x="2370567" y="2903146"/>
                  </a:lnTo>
                  <a:lnTo>
                    <a:pt x="2442190" y="2933740"/>
                  </a:lnTo>
                  <a:lnTo>
                    <a:pt x="2513812" y="2962721"/>
                  </a:lnTo>
                  <a:lnTo>
                    <a:pt x="2585435" y="2990176"/>
                  </a:lnTo>
                  <a:lnTo>
                    <a:pt x="2657057" y="3016183"/>
                  </a:lnTo>
                  <a:lnTo>
                    <a:pt x="2728680" y="3040821"/>
                  </a:lnTo>
                  <a:lnTo>
                    <a:pt x="2800302" y="3064160"/>
                  </a:lnTo>
                  <a:lnTo>
                    <a:pt x="2871925" y="3086269"/>
                  </a:lnTo>
                  <a:lnTo>
                    <a:pt x="2943547" y="3107213"/>
                  </a:lnTo>
                  <a:lnTo>
                    <a:pt x="3015170" y="3127054"/>
                  </a:lnTo>
                  <a:lnTo>
                    <a:pt x="3086792" y="3145849"/>
                  </a:lnTo>
                  <a:lnTo>
                    <a:pt x="3158415" y="3163654"/>
                  </a:lnTo>
                  <a:lnTo>
                    <a:pt x="3230037" y="3180521"/>
                  </a:lnTo>
                  <a:lnTo>
                    <a:pt x="3301660" y="3196499"/>
                  </a:lnTo>
                  <a:lnTo>
                    <a:pt x="3373282" y="3211635"/>
                  </a:lnTo>
                  <a:lnTo>
                    <a:pt x="3444905" y="3225973"/>
                  </a:lnTo>
                  <a:lnTo>
                    <a:pt x="3516527" y="3239556"/>
                  </a:lnTo>
                  <a:lnTo>
                    <a:pt x="3588150" y="3252423"/>
                  </a:lnTo>
                  <a:lnTo>
                    <a:pt x="3659773" y="3264612"/>
                  </a:lnTo>
                  <a:lnTo>
                    <a:pt x="3731395" y="3276159"/>
                  </a:lnTo>
                  <a:lnTo>
                    <a:pt x="3803018" y="3287097"/>
                  </a:lnTo>
                  <a:lnTo>
                    <a:pt x="3874640" y="3297460"/>
                  </a:lnTo>
                  <a:lnTo>
                    <a:pt x="3946263" y="3307276"/>
                  </a:lnTo>
                  <a:lnTo>
                    <a:pt x="4017885" y="3316574"/>
                  </a:lnTo>
                  <a:lnTo>
                    <a:pt x="4089508" y="33253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0.93 (0.88-0.99)  |  per IQR (Δ = 18.2): 0.28 (0.10-0.80)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2026-05-22T10:22:45Z</dcterms:modified>
  <cp:category/>
</cp:coreProperties>
</file>