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3304"/>
            </a:xfrm>
            <a:custGeom>
              <a:avLst/>
              <a:pathLst>
                <a:path w="7090630" h="3443304">
                  <a:moveTo>
                    <a:pt x="3859290" y="0"/>
                  </a:moveTo>
                  <a:lnTo>
                    <a:pt x="3867616" y="41534"/>
                  </a:lnTo>
                  <a:lnTo>
                    <a:pt x="3939238" y="365225"/>
                  </a:lnTo>
                  <a:lnTo>
                    <a:pt x="4010861" y="658477"/>
                  </a:lnTo>
                  <a:lnTo>
                    <a:pt x="4082483" y="924153"/>
                  </a:lnTo>
                  <a:lnTo>
                    <a:pt x="4154106" y="1164846"/>
                  </a:lnTo>
                  <a:lnTo>
                    <a:pt x="4225729" y="1382905"/>
                  </a:lnTo>
                  <a:lnTo>
                    <a:pt x="4297351" y="1580459"/>
                  </a:lnTo>
                  <a:lnTo>
                    <a:pt x="4368974" y="1759436"/>
                  </a:lnTo>
                  <a:lnTo>
                    <a:pt x="4440596" y="1921583"/>
                  </a:lnTo>
                  <a:lnTo>
                    <a:pt x="4512219" y="2068482"/>
                  </a:lnTo>
                  <a:lnTo>
                    <a:pt x="4583841" y="2201567"/>
                  </a:lnTo>
                  <a:lnTo>
                    <a:pt x="4655464" y="2322138"/>
                  </a:lnTo>
                  <a:lnTo>
                    <a:pt x="4727086" y="2431370"/>
                  </a:lnTo>
                  <a:lnTo>
                    <a:pt x="4798709" y="2530331"/>
                  </a:lnTo>
                  <a:lnTo>
                    <a:pt x="4870331" y="2619986"/>
                  </a:lnTo>
                  <a:lnTo>
                    <a:pt x="4941954" y="2658921"/>
                  </a:lnTo>
                  <a:lnTo>
                    <a:pt x="5013576" y="2666727"/>
                  </a:lnTo>
                  <a:lnTo>
                    <a:pt x="5085199" y="2674459"/>
                  </a:lnTo>
                  <a:lnTo>
                    <a:pt x="5156821" y="2682118"/>
                  </a:lnTo>
                  <a:lnTo>
                    <a:pt x="5228444" y="2689705"/>
                  </a:lnTo>
                  <a:lnTo>
                    <a:pt x="5300066" y="2697219"/>
                  </a:lnTo>
                  <a:lnTo>
                    <a:pt x="5371689" y="2704663"/>
                  </a:lnTo>
                  <a:lnTo>
                    <a:pt x="5443311" y="2712036"/>
                  </a:lnTo>
                  <a:lnTo>
                    <a:pt x="5514934" y="2719339"/>
                  </a:lnTo>
                  <a:lnTo>
                    <a:pt x="5586557" y="2726574"/>
                  </a:lnTo>
                  <a:lnTo>
                    <a:pt x="5658179" y="2733739"/>
                  </a:lnTo>
                  <a:lnTo>
                    <a:pt x="5729802" y="2740837"/>
                  </a:lnTo>
                  <a:lnTo>
                    <a:pt x="5801424" y="2747868"/>
                  </a:lnTo>
                  <a:lnTo>
                    <a:pt x="5873047" y="2754832"/>
                  </a:lnTo>
                  <a:lnTo>
                    <a:pt x="5944669" y="2761731"/>
                  </a:lnTo>
                  <a:lnTo>
                    <a:pt x="6016292" y="2768564"/>
                  </a:lnTo>
                  <a:lnTo>
                    <a:pt x="6087914" y="2775332"/>
                  </a:lnTo>
                  <a:lnTo>
                    <a:pt x="6159537" y="2782036"/>
                  </a:lnTo>
                  <a:lnTo>
                    <a:pt x="6231159" y="2788677"/>
                  </a:lnTo>
                  <a:lnTo>
                    <a:pt x="6302782" y="2795255"/>
                  </a:lnTo>
                  <a:lnTo>
                    <a:pt x="6374404" y="2801771"/>
                  </a:lnTo>
                  <a:lnTo>
                    <a:pt x="6446027" y="2808225"/>
                  </a:lnTo>
                  <a:lnTo>
                    <a:pt x="6517649" y="2814618"/>
                  </a:lnTo>
                  <a:lnTo>
                    <a:pt x="6589272" y="2820951"/>
                  </a:lnTo>
                  <a:lnTo>
                    <a:pt x="6660894" y="2827223"/>
                  </a:lnTo>
                  <a:lnTo>
                    <a:pt x="6732517" y="2833437"/>
                  </a:lnTo>
                  <a:lnTo>
                    <a:pt x="6804139" y="2839591"/>
                  </a:lnTo>
                  <a:lnTo>
                    <a:pt x="6875762" y="2845687"/>
                  </a:lnTo>
                  <a:lnTo>
                    <a:pt x="6947385" y="2851726"/>
                  </a:lnTo>
                  <a:lnTo>
                    <a:pt x="7019007" y="2857707"/>
                  </a:lnTo>
                  <a:lnTo>
                    <a:pt x="7090630" y="2863632"/>
                  </a:lnTo>
                  <a:lnTo>
                    <a:pt x="7090630" y="3443304"/>
                  </a:lnTo>
                  <a:lnTo>
                    <a:pt x="7019007" y="3439106"/>
                  </a:lnTo>
                  <a:lnTo>
                    <a:pt x="6947385" y="3434473"/>
                  </a:lnTo>
                  <a:lnTo>
                    <a:pt x="6875762" y="3429358"/>
                  </a:lnTo>
                  <a:lnTo>
                    <a:pt x="6804139" y="3423713"/>
                  </a:lnTo>
                  <a:lnTo>
                    <a:pt x="6732517" y="3417482"/>
                  </a:lnTo>
                  <a:lnTo>
                    <a:pt x="6660894" y="3410604"/>
                  </a:lnTo>
                  <a:lnTo>
                    <a:pt x="6589272" y="3403012"/>
                  </a:lnTo>
                  <a:lnTo>
                    <a:pt x="6517649" y="3394632"/>
                  </a:lnTo>
                  <a:lnTo>
                    <a:pt x="6446027" y="3385382"/>
                  </a:lnTo>
                  <a:lnTo>
                    <a:pt x="6374404" y="3375172"/>
                  </a:lnTo>
                  <a:lnTo>
                    <a:pt x="6302782" y="3363903"/>
                  </a:lnTo>
                  <a:lnTo>
                    <a:pt x="6231159" y="3351463"/>
                  </a:lnTo>
                  <a:lnTo>
                    <a:pt x="6159537" y="3337733"/>
                  </a:lnTo>
                  <a:lnTo>
                    <a:pt x="6087914" y="3322577"/>
                  </a:lnTo>
                  <a:lnTo>
                    <a:pt x="6016292" y="3305848"/>
                  </a:lnTo>
                  <a:lnTo>
                    <a:pt x="5944669" y="3287383"/>
                  </a:lnTo>
                  <a:lnTo>
                    <a:pt x="5873047" y="3267002"/>
                  </a:lnTo>
                  <a:lnTo>
                    <a:pt x="5801424" y="3244504"/>
                  </a:lnTo>
                  <a:lnTo>
                    <a:pt x="5729802" y="3219672"/>
                  </a:lnTo>
                  <a:lnTo>
                    <a:pt x="5658179" y="3192262"/>
                  </a:lnTo>
                  <a:lnTo>
                    <a:pt x="5586557" y="3162007"/>
                  </a:lnTo>
                  <a:lnTo>
                    <a:pt x="5514934" y="3128612"/>
                  </a:lnTo>
                  <a:lnTo>
                    <a:pt x="5443311" y="3091750"/>
                  </a:lnTo>
                  <a:lnTo>
                    <a:pt x="5371689" y="3051062"/>
                  </a:lnTo>
                  <a:lnTo>
                    <a:pt x="5300066" y="3006151"/>
                  </a:lnTo>
                  <a:lnTo>
                    <a:pt x="5228444" y="2956579"/>
                  </a:lnTo>
                  <a:lnTo>
                    <a:pt x="5156821" y="2901861"/>
                  </a:lnTo>
                  <a:lnTo>
                    <a:pt x="5085199" y="2841463"/>
                  </a:lnTo>
                  <a:lnTo>
                    <a:pt x="5013576" y="2774797"/>
                  </a:lnTo>
                  <a:lnTo>
                    <a:pt x="4941954" y="2701210"/>
                  </a:lnTo>
                  <a:lnTo>
                    <a:pt x="4870331" y="2651041"/>
                  </a:lnTo>
                  <a:lnTo>
                    <a:pt x="4798709" y="2643085"/>
                  </a:lnTo>
                  <a:lnTo>
                    <a:pt x="4727086" y="2635053"/>
                  </a:lnTo>
                  <a:lnTo>
                    <a:pt x="4655464" y="2626944"/>
                  </a:lnTo>
                  <a:lnTo>
                    <a:pt x="4583841" y="2618758"/>
                  </a:lnTo>
                  <a:lnTo>
                    <a:pt x="4512219" y="2610494"/>
                  </a:lnTo>
                  <a:lnTo>
                    <a:pt x="4440596" y="2602151"/>
                  </a:lnTo>
                  <a:lnTo>
                    <a:pt x="4368974" y="2593728"/>
                  </a:lnTo>
                  <a:lnTo>
                    <a:pt x="4297351" y="2585224"/>
                  </a:lnTo>
                  <a:lnTo>
                    <a:pt x="4225729" y="2576639"/>
                  </a:lnTo>
                  <a:lnTo>
                    <a:pt x="4154106" y="2567973"/>
                  </a:lnTo>
                  <a:lnTo>
                    <a:pt x="4082483" y="2559223"/>
                  </a:lnTo>
                  <a:lnTo>
                    <a:pt x="4010861" y="2550390"/>
                  </a:lnTo>
                  <a:lnTo>
                    <a:pt x="3939238" y="2541472"/>
                  </a:lnTo>
                  <a:lnTo>
                    <a:pt x="3867616" y="2532470"/>
                  </a:lnTo>
                  <a:lnTo>
                    <a:pt x="3795993" y="2523381"/>
                  </a:lnTo>
                  <a:lnTo>
                    <a:pt x="3724371" y="2514205"/>
                  </a:lnTo>
                  <a:lnTo>
                    <a:pt x="3652748" y="2504942"/>
                  </a:lnTo>
                  <a:lnTo>
                    <a:pt x="3581126" y="2495590"/>
                  </a:lnTo>
                  <a:lnTo>
                    <a:pt x="3509503" y="2486149"/>
                  </a:lnTo>
                  <a:lnTo>
                    <a:pt x="3437881" y="2476618"/>
                  </a:lnTo>
                  <a:lnTo>
                    <a:pt x="3366258" y="2466996"/>
                  </a:lnTo>
                  <a:lnTo>
                    <a:pt x="3294636" y="2457281"/>
                  </a:lnTo>
                  <a:lnTo>
                    <a:pt x="3223013" y="2447474"/>
                  </a:lnTo>
                  <a:lnTo>
                    <a:pt x="3151391" y="2437574"/>
                  </a:lnTo>
                  <a:lnTo>
                    <a:pt x="3079768" y="2427578"/>
                  </a:lnTo>
                  <a:lnTo>
                    <a:pt x="3008146" y="2417487"/>
                  </a:lnTo>
                  <a:lnTo>
                    <a:pt x="2936523" y="2407300"/>
                  </a:lnTo>
                  <a:lnTo>
                    <a:pt x="2864901" y="2397015"/>
                  </a:lnTo>
                  <a:lnTo>
                    <a:pt x="2793278" y="2386632"/>
                  </a:lnTo>
                  <a:lnTo>
                    <a:pt x="2721655" y="2376150"/>
                  </a:lnTo>
                  <a:lnTo>
                    <a:pt x="2650033" y="2365568"/>
                  </a:lnTo>
                  <a:lnTo>
                    <a:pt x="2578410" y="2354885"/>
                  </a:lnTo>
                  <a:lnTo>
                    <a:pt x="2506788" y="2344099"/>
                  </a:lnTo>
                  <a:lnTo>
                    <a:pt x="2435165" y="2333211"/>
                  </a:lnTo>
                  <a:lnTo>
                    <a:pt x="2363543" y="2322218"/>
                  </a:lnTo>
                  <a:lnTo>
                    <a:pt x="2291920" y="2311121"/>
                  </a:lnTo>
                  <a:lnTo>
                    <a:pt x="2220298" y="2299917"/>
                  </a:lnTo>
                  <a:lnTo>
                    <a:pt x="2148675" y="2288607"/>
                  </a:lnTo>
                  <a:lnTo>
                    <a:pt x="2077053" y="2277188"/>
                  </a:lnTo>
                  <a:lnTo>
                    <a:pt x="2005430" y="2265660"/>
                  </a:lnTo>
                  <a:lnTo>
                    <a:pt x="1933808" y="2254022"/>
                  </a:lnTo>
                  <a:lnTo>
                    <a:pt x="1862185" y="2242273"/>
                  </a:lnTo>
                  <a:lnTo>
                    <a:pt x="1790563" y="2230412"/>
                  </a:lnTo>
                  <a:lnTo>
                    <a:pt x="1718940" y="2218437"/>
                  </a:lnTo>
                  <a:lnTo>
                    <a:pt x="1647318" y="2206348"/>
                  </a:lnTo>
                  <a:lnTo>
                    <a:pt x="1575695" y="2194143"/>
                  </a:lnTo>
                  <a:lnTo>
                    <a:pt x="1504073" y="2181822"/>
                  </a:lnTo>
                  <a:lnTo>
                    <a:pt x="1432450" y="2169383"/>
                  </a:lnTo>
                  <a:lnTo>
                    <a:pt x="1360827" y="2156826"/>
                  </a:lnTo>
                  <a:lnTo>
                    <a:pt x="1289205" y="2144148"/>
                  </a:lnTo>
                  <a:lnTo>
                    <a:pt x="1217582" y="2131349"/>
                  </a:lnTo>
                  <a:lnTo>
                    <a:pt x="1145960" y="2118428"/>
                  </a:lnTo>
                  <a:lnTo>
                    <a:pt x="1074337" y="2105383"/>
                  </a:lnTo>
                  <a:lnTo>
                    <a:pt x="1002715" y="2092214"/>
                  </a:lnTo>
                  <a:lnTo>
                    <a:pt x="931092" y="2078919"/>
                  </a:lnTo>
                  <a:lnTo>
                    <a:pt x="859470" y="2065497"/>
                  </a:lnTo>
                  <a:lnTo>
                    <a:pt x="787847" y="2051947"/>
                  </a:lnTo>
                  <a:lnTo>
                    <a:pt x="716225" y="2038267"/>
                  </a:lnTo>
                  <a:lnTo>
                    <a:pt x="644602" y="2024456"/>
                  </a:lnTo>
                  <a:lnTo>
                    <a:pt x="572980" y="2010514"/>
                  </a:lnTo>
                  <a:lnTo>
                    <a:pt x="501357" y="1996438"/>
                  </a:lnTo>
                  <a:lnTo>
                    <a:pt x="429735" y="1982228"/>
                  </a:lnTo>
                  <a:lnTo>
                    <a:pt x="358112" y="1967882"/>
                  </a:lnTo>
                  <a:lnTo>
                    <a:pt x="286490" y="1953399"/>
                  </a:lnTo>
                  <a:lnTo>
                    <a:pt x="214867" y="1938778"/>
                  </a:lnTo>
                  <a:lnTo>
                    <a:pt x="143245" y="1924017"/>
                  </a:lnTo>
                  <a:lnTo>
                    <a:pt x="71622" y="1909115"/>
                  </a:lnTo>
                  <a:lnTo>
                    <a:pt x="0" y="1894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1339" y="2073503"/>
              <a:ext cx="3231339" cy="2863632"/>
            </a:xfrm>
            <a:custGeom>
              <a:avLst/>
              <a:pathLst>
                <a:path w="3231339" h="2863632">
                  <a:moveTo>
                    <a:pt x="0" y="0"/>
                  </a:moveTo>
                  <a:lnTo>
                    <a:pt x="8326" y="41534"/>
                  </a:lnTo>
                  <a:lnTo>
                    <a:pt x="79948" y="365225"/>
                  </a:lnTo>
                  <a:lnTo>
                    <a:pt x="151571" y="658477"/>
                  </a:lnTo>
                  <a:lnTo>
                    <a:pt x="223193" y="924153"/>
                  </a:lnTo>
                  <a:lnTo>
                    <a:pt x="294816" y="1164846"/>
                  </a:lnTo>
                  <a:lnTo>
                    <a:pt x="366438" y="1382905"/>
                  </a:lnTo>
                  <a:lnTo>
                    <a:pt x="438061" y="1580459"/>
                  </a:lnTo>
                  <a:lnTo>
                    <a:pt x="509683" y="1759436"/>
                  </a:lnTo>
                  <a:lnTo>
                    <a:pt x="581306" y="1921583"/>
                  </a:lnTo>
                  <a:lnTo>
                    <a:pt x="652928" y="2068482"/>
                  </a:lnTo>
                  <a:lnTo>
                    <a:pt x="724551" y="2201567"/>
                  </a:lnTo>
                  <a:lnTo>
                    <a:pt x="796173" y="2322138"/>
                  </a:lnTo>
                  <a:lnTo>
                    <a:pt x="867796" y="2431370"/>
                  </a:lnTo>
                  <a:lnTo>
                    <a:pt x="939418" y="2530331"/>
                  </a:lnTo>
                  <a:lnTo>
                    <a:pt x="1011041" y="2619986"/>
                  </a:lnTo>
                  <a:lnTo>
                    <a:pt x="1082664" y="2658921"/>
                  </a:lnTo>
                  <a:lnTo>
                    <a:pt x="1154286" y="2666727"/>
                  </a:lnTo>
                  <a:lnTo>
                    <a:pt x="1225909" y="2674459"/>
                  </a:lnTo>
                  <a:lnTo>
                    <a:pt x="1297531" y="2682118"/>
                  </a:lnTo>
                  <a:lnTo>
                    <a:pt x="1369154" y="2689705"/>
                  </a:lnTo>
                  <a:lnTo>
                    <a:pt x="1440776" y="2697219"/>
                  </a:lnTo>
                  <a:lnTo>
                    <a:pt x="1512399" y="2704663"/>
                  </a:lnTo>
                  <a:lnTo>
                    <a:pt x="1584021" y="2712036"/>
                  </a:lnTo>
                  <a:lnTo>
                    <a:pt x="1655644" y="2719339"/>
                  </a:lnTo>
                  <a:lnTo>
                    <a:pt x="1727266" y="2726574"/>
                  </a:lnTo>
                  <a:lnTo>
                    <a:pt x="1798889" y="2733739"/>
                  </a:lnTo>
                  <a:lnTo>
                    <a:pt x="1870511" y="2740837"/>
                  </a:lnTo>
                  <a:lnTo>
                    <a:pt x="1942134" y="2747868"/>
                  </a:lnTo>
                  <a:lnTo>
                    <a:pt x="2013756" y="2754832"/>
                  </a:lnTo>
                  <a:lnTo>
                    <a:pt x="2085379" y="2761731"/>
                  </a:lnTo>
                  <a:lnTo>
                    <a:pt x="2157001" y="2768564"/>
                  </a:lnTo>
                  <a:lnTo>
                    <a:pt x="2228624" y="2775332"/>
                  </a:lnTo>
                  <a:lnTo>
                    <a:pt x="2300246" y="2782036"/>
                  </a:lnTo>
                  <a:lnTo>
                    <a:pt x="2371869" y="2788677"/>
                  </a:lnTo>
                  <a:lnTo>
                    <a:pt x="2443492" y="2795255"/>
                  </a:lnTo>
                  <a:lnTo>
                    <a:pt x="2515114" y="2801771"/>
                  </a:lnTo>
                  <a:lnTo>
                    <a:pt x="2586737" y="2808225"/>
                  </a:lnTo>
                  <a:lnTo>
                    <a:pt x="2658359" y="2814618"/>
                  </a:lnTo>
                  <a:lnTo>
                    <a:pt x="2729982" y="2820951"/>
                  </a:lnTo>
                  <a:lnTo>
                    <a:pt x="2801604" y="2827223"/>
                  </a:lnTo>
                  <a:lnTo>
                    <a:pt x="2873227" y="2833437"/>
                  </a:lnTo>
                  <a:lnTo>
                    <a:pt x="2944849" y="2839591"/>
                  </a:lnTo>
                  <a:lnTo>
                    <a:pt x="3016472" y="2845687"/>
                  </a:lnTo>
                  <a:lnTo>
                    <a:pt x="3088094" y="2851726"/>
                  </a:lnTo>
                  <a:lnTo>
                    <a:pt x="3159717" y="2857707"/>
                  </a:lnTo>
                  <a:lnTo>
                    <a:pt x="3231339" y="2863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67573"/>
              <a:ext cx="7090630" cy="1549233"/>
            </a:xfrm>
            <a:custGeom>
              <a:avLst/>
              <a:pathLst>
                <a:path w="7090630" h="1549233">
                  <a:moveTo>
                    <a:pt x="7090630" y="1549233"/>
                  </a:moveTo>
                  <a:lnTo>
                    <a:pt x="7019007" y="1545035"/>
                  </a:lnTo>
                  <a:lnTo>
                    <a:pt x="6947385" y="1540402"/>
                  </a:lnTo>
                  <a:lnTo>
                    <a:pt x="6875762" y="1535287"/>
                  </a:lnTo>
                  <a:lnTo>
                    <a:pt x="6804139" y="1529642"/>
                  </a:lnTo>
                  <a:lnTo>
                    <a:pt x="6732517" y="1523411"/>
                  </a:lnTo>
                  <a:lnTo>
                    <a:pt x="6660894" y="1516533"/>
                  </a:lnTo>
                  <a:lnTo>
                    <a:pt x="6589272" y="1508941"/>
                  </a:lnTo>
                  <a:lnTo>
                    <a:pt x="6517649" y="1500561"/>
                  </a:lnTo>
                  <a:lnTo>
                    <a:pt x="6446027" y="1491311"/>
                  </a:lnTo>
                  <a:lnTo>
                    <a:pt x="6374404" y="1481101"/>
                  </a:lnTo>
                  <a:lnTo>
                    <a:pt x="6302782" y="1469832"/>
                  </a:lnTo>
                  <a:lnTo>
                    <a:pt x="6231159" y="1457392"/>
                  </a:lnTo>
                  <a:lnTo>
                    <a:pt x="6159537" y="1443662"/>
                  </a:lnTo>
                  <a:lnTo>
                    <a:pt x="6087914" y="1428506"/>
                  </a:lnTo>
                  <a:lnTo>
                    <a:pt x="6016292" y="1411778"/>
                  </a:lnTo>
                  <a:lnTo>
                    <a:pt x="5944669" y="1393312"/>
                  </a:lnTo>
                  <a:lnTo>
                    <a:pt x="5873047" y="1372931"/>
                  </a:lnTo>
                  <a:lnTo>
                    <a:pt x="5801424" y="1350433"/>
                  </a:lnTo>
                  <a:lnTo>
                    <a:pt x="5729802" y="1325601"/>
                  </a:lnTo>
                  <a:lnTo>
                    <a:pt x="5658179" y="1298191"/>
                  </a:lnTo>
                  <a:lnTo>
                    <a:pt x="5586557" y="1267936"/>
                  </a:lnTo>
                  <a:lnTo>
                    <a:pt x="5514934" y="1234541"/>
                  </a:lnTo>
                  <a:lnTo>
                    <a:pt x="5443311" y="1197679"/>
                  </a:lnTo>
                  <a:lnTo>
                    <a:pt x="5371689" y="1156991"/>
                  </a:lnTo>
                  <a:lnTo>
                    <a:pt x="5300066" y="1112080"/>
                  </a:lnTo>
                  <a:lnTo>
                    <a:pt x="5228444" y="1062508"/>
                  </a:lnTo>
                  <a:lnTo>
                    <a:pt x="5156821" y="1007790"/>
                  </a:lnTo>
                  <a:lnTo>
                    <a:pt x="5085199" y="947392"/>
                  </a:lnTo>
                  <a:lnTo>
                    <a:pt x="5013576" y="880726"/>
                  </a:lnTo>
                  <a:lnTo>
                    <a:pt x="4941954" y="807140"/>
                  </a:lnTo>
                  <a:lnTo>
                    <a:pt x="4870331" y="756970"/>
                  </a:lnTo>
                  <a:lnTo>
                    <a:pt x="4798709" y="749014"/>
                  </a:lnTo>
                  <a:lnTo>
                    <a:pt x="4727086" y="740982"/>
                  </a:lnTo>
                  <a:lnTo>
                    <a:pt x="4655464" y="732873"/>
                  </a:lnTo>
                  <a:lnTo>
                    <a:pt x="4583841" y="724687"/>
                  </a:lnTo>
                  <a:lnTo>
                    <a:pt x="4512219" y="716423"/>
                  </a:lnTo>
                  <a:lnTo>
                    <a:pt x="4440596" y="708080"/>
                  </a:lnTo>
                  <a:lnTo>
                    <a:pt x="4368974" y="699657"/>
                  </a:lnTo>
                  <a:lnTo>
                    <a:pt x="4297351" y="691153"/>
                  </a:lnTo>
                  <a:lnTo>
                    <a:pt x="4225729" y="682568"/>
                  </a:lnTo>
                  <a:lnTo>
                    <a:pt x="4154106" y="673902"/>
                  </a:lnTo>
                  <a:lnTo>
                    <a:pt x="4082483" y="665152"/>
                  </a:lnTo>
                  <a:lnTo>
                    <a:pt x="4010861" y="656319"/>
                  </a:lnTo>
                  <a:lnTo>
                    <a:pt x="3939238" y="647402"/>
                  </a:lnTo>
                  <a:lnTo>
                    <a:pt x="3867616" y="638399"/>
                  </a:lnTo>
                  <a:lnTo>
                    <a:pt x="3795993" y="629310"/>
                  </a:lnTo>
                  <a:lnTo>
                    <a:pt x="3724371" y="620135"/>
                  </a:lnTo>
                  <a:lnTo>
                    <a:pt x="3652748" y="610871"/>
                  </a:lnTo>
                  <a:lnTo>
                    <a:pt x="3581126" y="601520"/>
                  </a:lnTo>
                  <a:lnTo>
                    <a:pt x="3509503" y="592078"/>
                  </a:lnTo>
                  <a:lnTo>
                    <a:pt x="3437881" y="582547"/>
                  </a:lnTo>
                  <a:lnTo>
                    <a:pt x="3366258" y="572925"/>
                  </a:lnTo>
                  <a:lnTo>
                    <a:pt x="3294636" y="563210"/>
                  </a:lnTo>
                  <a:lnTo>
                    <a:pt x="3223013" y="553403"/>
                  </a:lnTo>
                  <a:lnTo>
                    <a:pt x="3151391" y="543503"/>
                  </a:lnTo>
                  <a:lnTo>
                    <a:pt x="3079768" y="533507"/>
                  </a:lnTo>
                  <a:lnTo>
                    <a:pt x="3008146" y="523416"/>
                  </a:lnTo>
                  <a:lnTo>
                    <a:pt x="2936523" y="513229"/>
                  </a:lnTo>
                  <a:lnTo>
                    <a:pt x="2864901" y="502944"/>
                  </a:lnTo>
                  <a:lnTo>
                    <a:pt x="2793278" y="492561"/>
                  </a:lnTo>
                  <a:lnTo>
                    <a:pt x="2721655" y="482079"/>
                  </a:lnTo>
                  <a:lnTo>
                    <a:pt x="2650033" y="471497"/>
                  </a:lnTo>
                  <a:lnTo>
                    <a:pt x="2578410" y="460814"/>
                  </a:lnTo>
                  <a:lnTo>
                    <a:pt x="2506788" y="450028"/>
                  </a:lnTo>
                  <a:lnTo>
                    <a:pt x="2435165" y="439140"/>
                  </a:lnTo>
                  <a:lnTo>
                    <a:pt x="2363543" y="428147"/>
                  </a:lnTo>
                  <a:lnTo>
                    <a:pt x="2291920" y="417050"/>
                  </a:lnTo>
                  <a:lnTo>
                    <a:pt x="2220298" y="405846"/>
                  </a:lnTo>
                  <a:lnTo>
                    <a:pt x="2148675" y="394536"/>
                  </a:lnTo>
                  <a:lnTo>
                    <a:pt x="2077053" y="383117"/>
                  </a:lnTo>
                  <a:lnTo>
                    <a:pt x="2005430" y="371589"/>
                  </a:lnTo>
                  <a:lnTo>
                    <a:pt x="1933808" y="359951"/>
                  </a:lnTo>
                  <a:lnTo>
                    <a:pt x="1862185" y="348202"/>
                  </a:lnTo>
                  <a:lnTo>
                    <a:pt x="1790563" y="336341"/>
                  </a:lnTo>
                  <a:lnTo>
                    <a:pt x="1718940" y="324366"/>
                  </a:lnTo>
                  <a:lnTo>
                    <a:pt x="1647318" y="312277"/>
                  </a:lnTo>
                  <a:lnTo>
                    <a:pt x="1575695" y="300072"/>
                  </a:lnTo>
                  <a:lnTo>
                    <a:pt x="1504073" y="287751"/>
                  </a:lnTo>
                  <a:lnTo>
                    <a:pt x="1432450" y="275312"/>
                  </a:lnTo>
                  <a:lnTo>
                    <a:pt x="1360827" y="262755"/>
                  </a:lnTo>
                  <a:lnTo>
                    <a:pt x="1289205" y="250077"/>
                  </a:lnTo>
                  <a:lnTo>
                    <a:pt x="1217582" y="237278"/>
                  </a:lnTo>
                  <a:lnTo>
                    <a:pt x="1145960" y="224357"/>
                  </a:lnTo>
                  <a:lnTo>
                    <a:pt x="1074337" y="211312"/>
                  </a:lnTo>
                  <a:lnTo>
                    <a:pt x="1002715" y="198143"/>
                  </a:lnTo>
                  <a:lnTo>
                    <a:pt x="931092" y="184848"/>
                  </a:lnTo>
                  <a:lnTo>
                    <a:pt x="859470" y="171426"/>
                  </a:lnTo>
                  <a:lnTo>
                    <a:pt x="787847" y="157876"/>
                  </a:lnTo>
                  <a:lnTo>
                    <a:pt x="716225" y="144196"/>
                  </a:lnTo>
                  <a:lnTo>
                    <a:pt x="644602" y="130385"/>
                  </a:lnTo>
                  <a:lnTo>
                    <a:pt x="572980" y="116443"/>
                  </a:lnTo>
                  <a:lnTo>
                    <a:pt x="501357" y="102367"/>
                  </a:lnTo>
                  <a:lnTo>
                    <a:pt x="429735" y="88157"/>
                  </a:lnTo>
                  <a:lnTo>
                    <a:pt x="358112" y="73811"/>
                  </a:lnTo>
                  <a:lnTo>
                    <a:pt x="286490" y="59328"/>
                  </a:lnTo>
                  <a:lnTo>
                    <a:pt x="214867" y="44707"/>
                  </a:lnTo>
                  <a:lnTo>
                    <a:pt x="143245" y="29946"/>
                  </a:lnTo>
                  <a:lnTo>
                    <a:pt x="71622" y="150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73170" y="2073503"/>
              <a:ext cx="4089509" cy="3325383"/>
            </a:xfrm>
            <a:custGeom>
              <a:avLst/>
              <a:pathLst>
                <a:path w="4089509" h="3325383">
                  <a:moveTo>
                    <a:pt x="0" y="0"/>
                  </a:moveTo>
                  <a:lnTo>
                    <a:pt x="7025" y="18904"/>
                  </a:lnTo>
                  <a:lnTo>
                    <a:pt x="78647" y="201477"/>
                  </a:lnTo>
                  <a:lnTo>
                    <a:pt x="150270" y="374429"/>
                  </a:lnTo>
                  <a:lnTo>
                    <a:pt x="221892" y="538269"/>
                  </a:lnTo>
                  <a:lnTo>
                    <a:pt x="293515" y="693475"/>
                  </a:lnTo>
                  <a:lnTo>
                    <a:pt x="365137" y="840503"/>
                  </a:lnTo>
                  <a:lnTo>
                    <a:pt x="436760" y="979784"/>
                  </a:lnTo>
                  <a:lnTo>
                    <a:pt x="508382" y="1111725"/>
                  </a:lnTo>
                  <a:lnTo>
                    <a:pt x="580005" y="1236714"/>
                  </a:lnTo>
                  <a:lnTo>
                    <a:pt x="651627" y="1355117"/>
                  </a:lnTo>
                  <a:lnTo>
                    <a:pt x="723250" y="1467281"/>
                  </a:lnTo>
                  <a:lnTo>
                    <a:pt x="794872" y="1573535"/>
                  </a:lnTo>
                  <a:lnTo>
                    <a:pt x="866495" y="1674190"/>
                  </a:lnTo>
                  <a:lnTo>
                    <a:pt x="938118" y="1769541"/>
                  </a:lnTo>
                  <a:lnTo>
                    <a:pt x="1009740" y="1859867"/>
                  </a:lnTo>
                  <a:lnTo>
                    <a:pt x="1081363" y="1945434"/>
                  </a:lnTo>
                  <a:lnTo>
                    <a:pt x="1152985" y="2026493"/>
                  </a:lnTo>
                  <a:lnTo>
                    <a:pt x="1224608" y="2103280"/>
                  </a:lnTo>
                  <a:lnTo>
                    <a:pt x="1296230" y="2176021"/>
                  </a:lnTo>
                  <a:lnTo>
                    <a:pt x="1367853" y="2244929"/>
                  </a:lnTo>
                  <a:lnTo>
                    <a:pt x="1439475" y="2310206"/>
                  </a:lnTo>
                  <a:lnTo>
                    <a:pt x="1511098" y="2372043"/>
                  </a:lnTo>
                  <a:lnTo>
                    <a:pt x="1582720" y="2430622"/>
                  </a:lnTo>
                  <a:lnTo>
                    <a:pt x="1654343" y="2486115"/>
                  </a:lnTo>
                  <a:lnTo>
                    <a:pt x="1725965" y="2538683"/>
                  </a:lnTo>
                  <a:lnTo>
                    <a:pt x="1797588" y="2588481"/>
                  </a:lnTo>
                  <a:lnTo>
                    <a:pt x="1869210" y="2635656"/>
                  </a:lnTo>
                  <a:lnTo>
                    <a:pt x="1940833" y="2680344"/>
                  </a:lnTo>
                  <a:lnTo>
                    <a:pt x="2012455" y="2722678"/>
                  </a:lnTo>
                  <a:lnTo>
                    <a:pt x="2084078" y="2762781"/>
                  </a:lnTo>
                  <a:lnTo>
                    <a:pt x="2155700" y="2800771"/>
                  </a:lnTo>
                  <a:lnTo>
                    <a:pt x="2227323" y="2836759"/>
                  </a:lnTo>
                  <a:lnTo>
                    <a:pt x="2298946" y="2870851"/>
                  </a:lnTo>
                  <a:lnTo>
                    <a:pt x="2370568" y="2903146"/>
                  </a:lnTo>
                  <a:lnTo>
                    <a:pt x="2442191" y="2933739"/>
                  </a:lnTo>
                  <a:lnTo>
                    <a:pt x="2513813" y="2962721"/>
                  </a:lnTo>
                  <a:lnTo>
                    <a:pt x="2585436" y="2990175"/>
                  </a:lnTo>
                  <a:lnTo>
                    <a:pt x="2657058" y="3016183"/>
                  </a:lnTo>
                  <a:lnTo>
                    <a:pt x="2728681" y="3040821"/>
                  </a:lnTo>
                  <a:lnTo>
                    <a:pt x="2800303" y="3064160"/>
                  </a:lnTo>
                  <a:lnTo>
                    <a:pt x="2871926" y="3086269"/>
                  </a:lnTo>
                  <a:lnTo>
                    <a:pt x="2943548" y="3107213"/>
                  </a:lnTo>
                  <a:lnTo>
                    <a:pt x="3015171" y="3127054"/>
                  </a:lnTo>
                  <a:lnTo>
                    <a:pt x="3086793" y="3145849"/>
                  </a:lnTo>
                  <a:lnTo>
                    <a:pt x="3158416" y="3163654"/>
                  </a:lnTo>
                  <a:lnTo>
                    <a:pt x="3230038" y="3180521"/>
                  </a:lnTo>
                  <a:lnTo>
                    <a:pt x="3301661" y="3196499"/>
                  </a:lnTo>
                  <a:lnTo>
                    <a:pt x="3373283" y="3211634"/>
                  </a:lnTo>
                  <a:lnTo>
                    <a:pt x="3444906" y="3225973"/>
                  </a:lnTo>
                  <a:lnTo>
                    <a:pt x="3516528" y="3239556"/>
                  </a:lnTo>
                  <a:lnTo>
                    <a:pt x="3588151" y="3252423"/>
                  </a:lnTo>
                  <a:lnTo>
                    <a:pt x="3659774" y="3264612"/>
                  </a:lnTo>
                  <a:lnTo>
                    <a:pt x="3731396" y="3276159"/>
                  </a:lnTo>
                  <a:lnTo>
                    <a:pt x="3803019" y="3287097"/>
                  </a:lnTo>
                  <a:lnTo>
                    <a:pt x="3874641" y="3297459"/>
                  </a:lnTo>
                  <a:lnTo>
                    <a:pt x="3946264" y="3307275"/>
                  </a:lnTo>
                  <a:lnTo>
                    <a:pt x="4017886" y="3316574"/>
                  </a:lnTo>
                  <a:lnTo>
                    <a:pt x="4089509" y="33253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2026-06-02T08:49:29Z</dcterms:modified>
  <cp:category/>
</cp:coreProperties>
</file>