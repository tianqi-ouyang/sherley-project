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1635"/>
            </a:xfrm>
            <a:custGeom>
              <a:avLst/>
              <a:pathLst>
                <a:path w="7370972" h="3621635">
                  <a:moveTo>
                    <a:pt x="1671471" y="0"/>
                  </a:moveTo>
                  <a:lnTo>
                    <a:pt x="1703687" y="98961"/>
                  </a:lnTo>
                  <a:lnTo>
                    <a:pt x="1781321" y="322442"/>
                  </a:lnTo>
                  <a:lnTo>
                    <a:pt x="1858955" y="531869"/>
                  </a:lnTo>
                  <a:lnTo>
                    <a:pt x="1936589" y="728126"/>
                  </a:lnTo>
                  <a:lnTo>
                    <a:pt x="2014223" y="912041"/>
                  </a:lnTo>
                  <a:lnTo>
                    <a:pt x="2091857" y="1084390"/>
                  </a:lnTo>
                  <a:lnTo>
                    <a:pt x="2169491" y="1245900"/>
                  </a:lnTo>
                  <a:lnTo>
                    <a:pt x="2247125" y="1397253"/>
                  </a:lnTo>
                  <a:lnTo>
                    <a:pt x="2324759" y="1539089"/>
                  </a:lnTo>
                  <a:lnTo>
                    <a:pt x="2402393" y="1672004"/>
                  </a:lnTo>
                  <a:lnTo>
                    <a:pt x="2480027" y="1796561"/>
                  </a:lnTo>
                  <a:lnTo>
                    <a:pt x="2557661" y="1913285"/>
                  </a:lnTo>
                  <a:lnTo>
                    <a:pt x="2635295" y="2022668"/>
                  </a:lnTo>
                  <a:lnTo>
                    <a:pt x="2712930" y="2125173"/>
                  </a:lnTo>
                  <a:lnTo>
                    <a:pt x="2790564" y="2221231"/>
                  </a:lnTo>
                  <a:lnTo>
                    <a:pt x="2868198" y="2311249"/>
                  </a:lnTo>
                  <a:lnTo>
                    <a:pt x="2945832" y="2395605"/>
                  </a:lnTo>
                  <a:lnTo>
                    <a:pt x="3023466" y="2474657"/>
                  </a:lnTo>
                  <a:lnTo>
                    <a:pt x="3101100" y="2548737"/>
                  </a:lnTo>
                  <a:lnTo>
                    <a:pt x="3178734" y="2618159"/>
                  </a:lnTo>
                  <a:lnTo>
                    <a:pt x="3256368" y="2683215"/>
                  </a:lnTo>
                  <a:lnTo>
                    <a:pt x="3334002" y="2744179"/>
                  </a:lnTo>
                  <a:lnTo>
                    <a:pt x="3411636" y="2786381"/>
                  </a:lnTo>
                  <a:lnTo>
                    <a:pt x="3489270" y="2796701"/>
                  </a:lnTo>
                  <a:lnTo>
                    <a:pt x="3566904" y="2806899"/>
                  </a:lnTo>
                  <a:lnTo>
                    <a:pt x="3644538" y="2816974"/>
                  </a:lnTo>
                  <a:lnTo>
                    <a:pt x="3722172" y="2826930"/>
                  </a:lnTo>
                  <a:lnTo>
                    <a:pt x="3799806" y="2836768"/>
                  </a:lnTo>
                  <a:lnTo>
                    <a:pt x="3877440" y="2846488"/>
                  </a:lnTo>
                  <a:lnTo>
                    <a:pt x="3955074" y="2856092"/>
                  </a:lnTo>
                  <a:lnTo>
                    <a:pt x="4032708" y="2865582"/>
                  </a:lnTo>
                  <a:lnTo>
                    <a:pt x="4110342" y="2874959"/>
                  </a:lnTo>
                  <a:lnTo>
                    <a:pt x="4187976" y="2884224"/>
                  </a:lnTo>
                  <a:lnTo>
                    <a:pt x="4265610" y="2893379"/>
                  </a:lnTo>
                  <a:lnTo>
                    <a:pt x="4343244" y="2902424"/>
                  </a:lnTo>
                  <a:lnTo>
                    <a:pt x="4420879" y="2911362"/>
                  </a:lnTo>
                  <a:lnTo>
                    <a:pt x="4498513" y="2920194"/>
                  </a:lnTo>
                  <a:lnTo>
                    <a:pt x="4576147" y="2928920"/>
                  </a:lnTo>
                  <a:lnTo>
                    <a:pt x="4653781" y="2937542"/>
                  </a:lnTo>
                  <a:lnTo>
                    <a:pt x="4731415" y="2946062"/>
                  </a:lnTo>
                  <a:lnTo>
                    <a:pt x="4809049" y="2954480"/>
                  </a:lnTo>
                  <a:lnTo>
                    <a:pt x="4886683" y="2962797"/>
                  </a:lnTo>
                  <a:lnTo>
                    <a:pt x="4964317" y="2971016"/>
                  </a:lnTo>
                  <a:lnTo>
                    <a:pt x="5041951" y="2979137"/>
                  </a:lnTo>
                  <a:lnTo>
                    <a:pt x="5119585" y="2987161"/>
                  </a:lnTo>
                  <a:lnTo>
                    <a:pt x="5197219" y="2995089"/>
                  </a:lnTo>
                  <a:lnTo>
                    <a:pt x="5274853" y="3002923"/>
                  </a:lnTo>
                  <a:lnTo>
                    <a:pt x="5352487" y="3010664"/>
                  </a:lnTo>
                  <a:lnTo>
                    <a:pt x="5430121" y="3018312"/>
                  </a:lnTo>
                  <a:lnTo>
                    <a:pt x="5507755" y="3025869"/>
                  </a:lnTo>
                  <a:lnTo>
                    <a:pt x="5585389" y="3033336"/>
                  </a:lnTo>
                  <a:lnTo>
                    <a:pt x="5663023" y="3040715"/>
                  </a:lnTo>
                  <a:lnTo>
                    <a:pt x="5740657" y="3048005"/>
                  </a:lnTo>
                  <a:lnTo>
                    <a:pt x="5818291" y="3055209"/>
                  </a:lnTo>
                  <a:lnTo>
                    <a:pt x="5895925" y="3062326"/>
                  </a:lnTo>
                  <a:lnTo>
                    <a:pt x="5973559" y="3069359"/>
                  </a:lnTo>
                  <a:lnTo>
                    <a:pt x="6051193" y="3076308"/>
                  </a:lnTo>
                  <a:lnTo>
                    <a:pt x="6128827" y="3083174"/>
                  </a:lnTo>
                  <a:lnTo>
                    <a:pt x="6206462" y="3089959"/>
                  </a:lnTo>
                  <a:lnTo>
                    <a:pt x="6284096" y="3096663"/>
                  </a:lnTo>
                  <a:lnTo>
                    <a:pt x="6361730" y="3103286"/>
                  </a:lnTo>
                  <a:lnTo>
                    <a:pt x="6439364" y="3109831"/>
                  </a:lnTo>
                  <a:lnTo>
                    <a:pt x="6516998" y="3116298"/>
                  </a:lnTo>
                  <a:lnTo>
                    <a:pt x="6594632" y="3122688"/>
                  </a:lnTo>
                  <a:lnTo>
                    <a:pt x="6672266" y="3129002"/>
                  </a:lnTo>
                  <a:lnTo>
                    <a:pt x="6749900" y="3135240"/>
                  </a:lnTo>
                  <a:lnTo>
                    <a:pt x="6827534" y="3141405"/>
                  </a:lnTo>
                  <a:lnTo>
                    <a:pt x="6905168" y="3147495"/>
                  </a:lnTo>
                  <a:lnTo>
                    <a:pt x="6982802" y="3153514"/>
                  </a:lnTo>
                  <a:lnTo>
                    <a:pt x="7060436" y="3159460"/>
                  </a:lnTo>
                  <a:lnTo>
                    <a:pt x="7138070" y="3165336"/>
                  </a:lnTo>
                  <a:lnTo>
                    <a:pt x="7215704" y="3171141"/>
                  </a:lnTo>
                  <a:lnTo>
                    <a:pt x="7293338" y="3176878"/>
                  </a:lnTo>
                  <a:lnTo>
                    <a:pt x="7370972" y="3182546"/>
                  </a:lnTo>
                  <a:lnTo>
                    <a:pt x="7370972" y="3621635"/>
                  </a:lnTo>
                  <a:lnTo>
                    <a:pt x="7293338" y="3619554"/>
                  </a:lnTo>
                  <a:lnTo>
                    <a:pt x="7215704" y="3617333"/>
                  </a:lnTo>
                  <a:lnTo>
                    <a:pt x="7138070" y="3614963"/>
                  </a:lnTo>
                  <a:lnTo>
                    <a:pt x="7060436" y="3612435"/>
                  </a:lnTo>
                  <a:lnTo>
                    <a:pt x="6982802" y="3609737"/>
                  </a:lnTo>
                  <a:lnTo>
                    <a:pt x="6905168" y="3606857"/>
                  </a:lnTo>
                  <a:lnTo>
                    <a:pt x="6827534" y="3603785"/>
                  </a:lnTo>
                  <a:lnTo>
                    <a:pt x="6749900" y="3600506"/>
                  </a:lnTo>
                  <a:lnTo>
                    <a:pt x="6672266" y="3597007"/>
                  </a:lnTo>
                  <a:lnTo>
                    <a:pt x="6594632" y="3593273"/>
                  </a:lnTo>
                  <a:lnTo>
                    <a:pt x="6516998" y="3589289"/>
                  </a:lnTo>
                  <a:lnTo>
                    <a:pt x="6439364" y="3585038"/>
                  </a:lnTo>
                  <a:lnTo>
                    <a:pt x="6361730" y="3580501"/>
                  </a:lnTo>
                  <a:lnTo>
                    <a:pt x="6284096" y="3575660"/>
                  </a:lnTo>
                  <a:lnTo>
                    <a:pt x="6206462" y="3570494"/>
                  </a:lnTo>
                  <a:lnTo>
                    <a:pt x="6128827" y="3564981"/>
                  </a:lnTo>
                  <a:lnTo>
                    <a:pt x="6051193" y="3559098"/>
                  </a:lnTo>
                  <a:lnTo>
                    <a:pt x="5973559" y="3552820"/>
                  </a:lnTo>
                  <a:lnTo>
                    <a:pt x="5895925" y="3546121"/>
                  </a:lnTo>
                  <a:lnTo>
                    <a:pt x="5818291" y="3538973"/>
                  </a:lnTo>
                  <a:lnTo>
                    <a:pt x="5740657" y="3531345"/>
                  </a:lnTo>
                  <a:lnTo>
                    <a:pt x="5663023" y="3523205"/>
                  </a:lnTo>
                  <a:lnTo>
                    <a:pt x="5585389" y="3514519"/>
                  </a:lnTo>
                  <a:lnTo>
                    <a:pt x="5507755" y="3505249"/>
                  </a:lnTo>
                  <a:lnTo>
                    <a:pt x="5430121" y="3495358"/>
                  </a:lnTo>
                  <a:lnTo>
                    <a:pt x="5352487" y="3484803"/>
                  </a:lnTo>
                  <a:lnTo>
                    <a:pt x="5274853" y="3473540"/>
                  </a:lnTo>
                  <a:lnTo>
                    <a:pt x="5197219" y="3461521"/>
                  </a:lnTo>
                  <a:lnTo>
                    <a:pt x="5119585" y="3448695"/>
                  </a:lnTo>
                  <a:lnTo>
                    <a:pt x="5041951" y="3435008"/>
                  </a:lnTo>
                  <a:lnTo>
                    <a:pt x="4964317" y="3420403"/>
                  </a:lnTo>
                  <a:lnTo>
                    <a:pt x="4886683" y="3404818"/>
                  </a:lnTo>
                  <a:lnTo>
                    <a:pt x="4809049" y="3388188"/>
                  </a:lnTo>
                  <a:lnTo>
                    <a:pt x="4731415" y="3370441"/>
                  </a:lnTo>
                  <a:lnTo>
                    <a:pt x="4653781" y="3351503"/>
                  </a:lnTo>
                  <a:lnTo>
                    <a:pt x="4576147" y="3331294"/>
                  </a:lnTo>
                  <a:lnTo>
                    <a:pt x="4498513" y="3309729"/>
                  </a:lnTo>
                  <a:lnTo>
                    <a:pt x="4420879" y="3286717"/>
                  </a:lnTo>
                  <a:lnTo>
                    <a:pt x="4343244" y="3262161"/>
                  </a:lnTo>
                  <a:lnTo>
                    <a:pt x="4265610" y="3235956"/>
                  </a:lnTo>
                  <a:lnTo>
                    <a:pt x="4187976" y="3207993"/>
                  </a:lnTo>
                  <a:lnTo>
                    <a:pt x="4110342" y="3178154"/>
                  </a:lnTo>
                  <a:lnTo>
                    <a:pt x="4032708" y="3146312"/>
                  </a:lnTo>
                  <a:lnTo>
                    <a:pt x="3955074" y="3112334"/>
                  </a:lnTo>
                  <a:lnTo>
                    <a:pt x="3877440" y="3076075"/>
                  </a:lnTo>
                  <a:lnTo>
                    <a:pt x="3799806" y="3037383"/>
                  </a:lnTo>
                  <a:lnTo>
                    <a:pt x="3722172" y="2996095"/>
                  </a:lnTo>
                  <a:lnTo>
                    <a:pt x="3644538" y="2952035"/>
                  </a:lnTo>
                  <a:lnTo>
                    <a:pt x="3566904" y="2905019"/>
                  </a:lnTo>
                  <a:lnTo>
                    <a:pt x="3489270" y="2854848"/>
                  </a:lnTo>
                  <a:lnTo>
                    <a:pt x="3411636" y="2801310"/>
                  </a:lnTo>
                  <a:lnTo>
                    <a:pt x="3334002" y="2775936"/>
                  </a:lnTo>
                  <a:lnTo>
                    <a:pt x="3256368" y="2765365"/>
                  </a:lnTo>
                  <a:lnTo>
                    <a:pt x="3178734" y="2754667"/>
                  </a:lnTo>
                  <a:lnTo>
                    <a:pt x="3101100" y="2743840"/>
                  </a:lnTo>
                  <a:lnTo>
                    <a:pt x="3023466" y="2732882"/>
                  </a:lnTo>
                  <a:lnTo>
                    <a:pt x="2945832" y="2721792"/>
                  </a:lnTo>
                  <a:lnTo>
                    <a:pt x="2868198" y="2710568"/>
                  </a:lnTo>
                  <a:lnTo>
                    <a:pt x="2790564" y="2699209"/>
                  </a:lnTo>
                  <a:lnTo>
                    <a:pt x="2712930" y="2687713"/>
                  </a:lnTo>
                  <a:lnTo>
                    <a:pt x="2635295" y="2676079"/>
                  </a:lnTo>
                  <a:lnTo>
                    <a:pt x="2557661" y="2664304"/>
                  </a:lnTo>
                  <a:lnTo>
                    <a:pt x="2480027" y="2652387"/>
                  </a:lnTo>
                  <a:lnTo>
                    <a:pt x="2402393" y="2640327"/>
                  </a:lnTo>
                  <a:lnTo>
                    <a:pt x="2324759" y="2628121"/>
                  </a:lnTo>
                  <a:lnTo>
                    <a:pt x="2247125" y="2615768"/>
                  </a:lnTo>
                  <a:lnTo>
                    <a:pt x="2169491" y="2603266"/>
                  </a:lnTo>
                  <a:lnTo>
                    <a:pt x="2091857" y="2590613"/>
                  </a:lnTo>
                  <a:lnTo>
                    <a:pt x="2014223" y="2577808"/>
                  </a:lnTo>
                  <a:lnTo>
                    <a:pt x="1936589" y="2564848"/>
                  </a:lnTo>
                  <a:lnTo>
                    <a:pt x="1858955" y="2551732"/>
                  </a:lnTo>
                  <a:lnTo>
                    <a:pt x="1781321" y="2538458"/>
                  </a:lnTo>
                  <a:lnTo>
                    <a:pt x="1703687" y="2525024"/>
                  </a:lnTo>
                  <a:lnTo>
                    <a:pt x="1626053" y="2511428"/>
                  </a:lnTo>
                  <a:lnTo>
                    <a:pt x="1548419" y="2497668"/>
                  </a:lnTo>
                  <a:lnTo>
                    <a:pt x="1470785" y="2483742"/>
                  </a:lnTo>
                  <a:lnTo>
                    <a:pt x="1393151" y="2469648"/>
                  </a:lnTo>
                  <a:lnTo>
                    <a:pt x="1315517" y="2455384"/>
                  </a:lnTo>
                  <a:lnTo>
                    <a:pt x="1237883" y="2440948"/>
                  </a:lnTo>
                  <a:lnTo>
                    <a:pt x="1160249" y="2426338"/>
                  </a:lnTo>
                  <a:lnTo>
                    <a:pt x="1082615" y="2411552"/>
                  </a:lnTo>
                  <a:lnTo>
                    <a:pt x="1004981" y="2396588"/>
                  </a:lnTo>
                  <a:lnTo>
                    <a:pt x="927346" y="2381443"/>
                  </a:lnTo>
                  <a:lnTo>
                    <a:pt x="849712" y="2366116"/>
                  </a:lnTo>
                  <a:lnTo>
                    <a:pt x="772078" y="2350604"/>
                  </a:lnTo>
                  <a:lnTo>
                    <a:pt x="694444" y="2334905"/>
                  </a:lnTo>
                  <a:lnTo>
                    <a:pt x="616810" y="2319016"/>
                  </a:lnTo>
                  <a:lnTo>
                    <a:pt x="539176" y="2302936"/>
                  </a:lnTo>
                  <a:lnTo>
                    <a:pt x="461542" y="2286662"/>
                  </a:lnTo>
                  <a:lnTo>
                    <a:pt x="383908" y="2270192"/>
                  </a:lnTo>
                  <a:lnTo>
                    <a:pt x="306274" y="2253523"/>
                  </a:lnTo>
                  <a:lnTo>
                    <a:pt x="228640" y="2236654"/>
                  </a:lnTo>
                  <a:lnTo>
                    <a:pt x="151006" y="2219581"/>
                  </a:lnTo>
                  <a:lnTo>
                    <a:pt x="73372" y="2202302"/>
                  </a:lnTo>
                  <a:lnTo>
                    <a:pt x="0" y="2185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88989" y="1896563"/>
              <a:ext cx="5699501" cy="3182546"/>
            </a:xfrm>
            <a:custGeom>
              <a:avLst/>
              <a:pathLst>
                <a:path w="5699501" h="3182546">
                  <a:moveTo>
                    <a:pt x="0" y="0"/>
                  </a:moveTo>
                  <a:lnTo>
                    <a:pt x="32215" y="98961"/>
                  </a:lnTo>
                  <a:lnTo>
                    <a:pt x="109849" y="322442"/>
                  </a:lnTo>
                  <a:lnTo>
                    <a:pt x="187483" y="531869"/>
                  </a:lnTo>
                  <a:lnTo>
                    <a:pt x="265117" y="728126"/>
                  </a:lnTo>
                  <a:lnTo>
                    <a:pt x="342751" y="912041"/>
                  </a:lnTo>
                  <a:lnTo>
                    <a:pt x="420385" y="1084390"/>
                  </a:lnTo>
                  <a:lnTo>
                    <a:pt x="498019" y="1245900"/>
                  </a:lnTo>
                  <a:lnTo>
                    <a:pt x="575654" y="1397253"/>
                  </a:lnTo>
                  <a:lnTo>
                    <a:pt x="653288" y="1539089"/>
                  </a:lnTo>
                  <a:lnTo>
                    <a:pt x="730922" y="1672004"/>
                  </a:lnTo>
                  <a:lnTo>
                    <a:pt x="808556" y="1796561"/>
                  </a:lnTo>
                  <a:lnTo>
                    <a:pt x="886190" y="1913285"/>
                  </a:lnTo>
                  <a:lnTo>
                    <a:pt x="963824" y="2022668"/>
                  </a:lnTo>
                  <a:lnTo>
                    <a:pt x="1041458" y="2125173"/>
                  </a:lnTo>
                  <a:lnTo>
                    <a:pt x="1119092" y="2221231"/>
                  </a:lnTo>
                  <a:lnTo>
                    <a:pt x="1196726" y="2311249"/>
                  </a:lnTo>
                  <a:lnTo>
                    <a:pt x="1274360" y="2395605"/>
                  </a:lnTo>
                  <a:lnTo>
                    <a:pt x="1351994" y="2474657"/>
                  </a:lnTo>
                  <a:lnTo>
                    <a:pt x="1429628" y="2548737"/>
                  </a:lnTo>
                  <a:lnTo>
                    <a:pt x="1507262" y="2618159"/>
                  </a:lnTo>
                  <a:lnTo>
                    <a:pt x="1584896" y="2683215"/>
                  </a:lnTo>
                  <a:lnTo>
                    <a:pt x="1662530" y="2744179"/>
                  </a:lnTo>
                  <a:lnTo>
                    <a:pt x="1740164" y="2786381"/>
                  </a:lnTo>
                  <a:lnTo>
                    <a:pt x="1817798" y="2796701"/>
                  </a:lnTo>
                  <a:lnTo>
                    <a:pt x="1895432" y="2806899"/>
                  </a:lnTo>
                  <a:lnTo>
                    <a:pt x="1973066" y="2816974"/>
                  </a:lnTo>
                  <a:lnTo>
                    <a:pt x="2050700" y="2826930"/>
                  </a:lnTo>
                  <a:lnTo>
                    <a:pt x="2128334" y="2836768"/>
                  </a:lnTo>
                  <a:lnTo>
                    <a:pt x="2205968" y="2846488"/>
                  </a:lnTo>
                  <a:lnTo>
                    <a:pt x="2283603" y="2856092"/>
                  </a:lnTo>
                  <a:lnTo>
                    <a:pt x="2361237" y="2865582"/>
                  </a:lnTo>
                  <a:lnTo>
                    <a:pt x="2438871" y="2874959"/>
                  </a:lnTo>
                  <a:lnTo>
                    <a:pt x="2516505" y="2884224"/>
                  </a:lnTo>
                  <a:lnTo>
                    <a:pt x="2594139" y="2893379"/>
                  </a:lnTo>
                  <a:lnTo>
                    <a:pt x="2671773" y="2902424"/>
                  </a:lnTo>
                  <a:lnTo>
                    <a:pt x="2749407" y="2911362"/>
                  </a:lnTo>
                  <a:lnTo>
                    <a:pt x="2827041" y="2920194"/>
                  </a:lnTo>
                  <a:lnTo>
                    <a:pt x="2904675" y="2928920"/>
                  </a:lnTo>
                  <a:lnTo>
                    <a:pt x="2982309" y="2937542"/>
                  </a:lnTo>
                  <a:lnTo>
                    <a:pt x="3059943" y="2946062"/>
                  </a:lnTo>
                  <a:lnTo>
                    <a:pt x="3137577" y="2954480"/>
                  </a:lnTo>
                  <a:lnTo>
                    <a:pt x="3215211" y="2962797"/>
                  </a:lnTo>
                  <a:lnTo>
                    <a:pt x="3292845" y="2971016"/>
                  </a:lnTo>
                  <a:lnTo>
                    <a:pt x="3370479" y="2979137"/>
                  </a:lnTo>
                  <a:lnTo>
                    <a:pt x="3448113" y="2987161"/>
                  </a:lnTo>
                  <a:lnTo>
                    <a:pt x="3525747" y="2995089"/>
                  </a:lnTo>
                  <a:lnTo>
                    <a:pt x="3603381" y="3002923"/>
                  </a:lnTo>
                  <a:lnTo>
                    <a:pt x="3681015" y="3010664"/>
                  </a:lnTo>
                  <a:lnTo>
                    <a:pt x="3758649" y="3018312"/>
                  </a:lnTo>
                  <a:lnTo>
                    <a:pt x="3836283" y="3025869"/>
                  </a:lnTo>
                  <a:lnTo>
                    <a:pt x="3913917" y="3033336"/>
                  </a:lnTo>
                  <a:lnTo>
                    <a:pt x="3991552" y="3040715"/>
                  </a:lnTo>
                  <a:lnTo>
                    <a:pt x="4069186" y="3048005"/>
                  </a:lnTo>
                  <a:lnTo>
                    <a:pt x="4146820" y="3055209"/>
                  </a:lnTo>
                  <a:lnTo>
                    <a:pt x="4224454" y="3062326"/>
                  </a:lnTo>
                  <a:lnTo>
                    <a:pt x="4302088" y="3069359"/>
                  </a:lnTo>
                  <a:lnTo>
                    <a:pt x="4379722" y="3076308"/>
                  </a:lnTo>
                  <a:lnTo>
                    <a:pt x="4457356" y="3083174"/>
                  </a:lnTo>
                  <a:lnTo>
                    <a:pt x="4534990" y="3089959"/>
                  </a:lnTo>
                  <a:lnTo>
                    <a:pt x="4612624" y="3096663"/>
                  </a:lnTo>
                  <a:lnTo>
                    <a:pt x="4690258" y="3103286"/>
                  </a:lnTo>
                  <a:lnTo>
                    <a:pt x="4767892" y="3109831"/>
                  </a:lnTo>
                  <a:lnTo>
                    <a:pt x="4845526" y="3116298"/>
                  </a:lnTo>
                  <a:lnTo>
                    <a:pt x="4923160" y="3122688"/>
                  </a:lnTo>
                  <a:lnTo>
                    <a:pt x="5000794" y="3129002"/>
                  </a:lnTo>
                  <a:lnTo>
                    <a:pt x="5078428" y="3135240"/>
                  </a:lnTo>
                  <a:lnTo>
                    <a:pt x="5156062" y="3141405"/>
                  </a:lnTo>
                  <a:lnTo>
                    <a:pt x="5233696" y="3147495"/>
                  </a:lnTo>
                  <a:lnTo>
                    <a:pt x="5311330" y="3153514"/>
                  </a:lnTo>
                  <a:lnTo>
                    <a:pt x="5388964" y="3159460"/>
                  </a:lnTo>
                  <a:lnTo>
                    <a:pt x="5466598" y="3165336"/>
                  </a:lnTo>
                  <a:lnTo>
                    <a:pt x="5544232" y="3171141"/>
                  </a:lnTo>
                  <a:lnTo>
                    <a:pt x="5621866" y="3176878"/>
                  </a:lnTo>
                  <a:lnTo>
                    <a:pt x="5699501" y="31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82338"/>
              <a:ext cx="7370972" cy="1435860"/>
            </a:xfrm>
            <a:custGeom>
              <a:avLst/>
              <a:pathLst>
                <a:path w="7370972" h="1435860">
                  <a:moveTo>
                    <a:pt x="7370972" y="1435860"/>
                  </a:moveTo>
                  <a:lnTo>
                    <a:pt x="7293338" y="1433779"/>
                  </a:lnTo>
                  <a:lnTo>
                    <a:pt x="7215704" y="1431558"/>
                  </a:lnTo>
                  <a:lnTo>
                    <a:pt x="7138070" y="1429189"/>
                  </a:lnTo>
                  <a:lnTo>
                    <a:pt x="7060436" y="1426660"/>
                  </a:lnTo>
                  <a:lnTo>
                    <a:pt x="6982802" y="1423962"/>
                  </a:lnTo>
                  <a:lnTo>
                    <a:pt x="6905168" y="1421082"/>
                  </a:lnTo>
                  <a:lnTo>
                    <a:pt x="6827534" y="1418010"/>
                  </a:lnTo>
                  <a:lnTo>
                    <a:pt x="6749900" y="1414731"/>
                  </a:lnTo>
                  <a:lnTo>
                    <a:pt x="6672266" y="1411232"/>
                  </a:lnTo>
                  <a:lnTo>
                    <a:pt x="6594632" y="1407499"/>
                  </a:lnTo>
                  <a:lnTo>
                    <a:pt x="6516998" y="1403514"/>
                  </a:lnTo>
                  <a:lnTo>
                    <a:pt x="6439364" y="1399263"/>
                  </a:lnTo>
                  <a:lnTo>
                    <a:pt x="6361730" y="1394726"/>
                  </a:lnTo>
                  <a:lnTo>
                    <a:pt x="6284096" y="1389885"/>
                  </a:lnTo>
                  <a:lnTo>
                    <a:pt x="6206462" y="1384719"/>
                  </a:lnTo>
                  <a:lnTo>
                    <a:pt x="6128827" y="1379206"/>
                  </a:lnTo>
                  <a:lnTo>
                    <a:pt x="6051193" y="1373323"/>
                  </a:lnTo>
                  <a:lnTo>
                    <a:pt x="5973559" y="1367045"/>
                  </a:lnTo>
                  <a:lnTo>
                    <a:pt x="5895925" y="1360347"/>
                  </a:lnTo>
                  <a:lnTo>
                    <a:pt x="5818291" y="1353198"/>
                  </a:lnTo>
                  <a:lnTo>
                    <a:pt x="5740657" y="1345570"/>
                  </a:lnTo>
                  <a:lnTo>
                    <a:pt x="5663023" y="1337430"/>
                  </a:lnTo>
                  <a:lnTo>
                    <a:pt x="5585389" y="1328744"/>
                  </a:lnTo>
                  <a:lnTo>
                    <a:pt x="5507755" y="1319475"/>
                  </a:lnTo>
                  <a:lnTo>
                    <a:pt x="5430121" y="1309583"/>
                  </a:lnTo>
                  <a:lnTo>
                    <a:pt x="5352487" y="1299028"/>
                  </a:lnTo>
                  <a:lnTo>
                    <a:pt x="5274853" y="1287765"/>
                  </a:lnTo>
                  <a:lnTo>
                    <a:pt x="5197219" y="1275746"/>
                  </a:lnTo>
                  <a:lnTo>
                    <a:pt x="5119585" y="1262920"/>
                  </a:lnTo>
                  <a:lnTo>
                    <a:pt x="5041951" y="1249234"/>
                  </a:lnTo>
                  <a:lnTo>
                    <a:pt x="4964317" y="1234629"/>
                  </a:lnTo>
                  <a:lnTo>
                    <a:pt x="4886683" y="1219044"/>
                  </a:lnTo>
                  <a:lnTo>
                    <a:pt x="4809049" y="1202413"/>
                  </a:lnTo>
                  <a:lnTo>
                    <a:pt x="4731415" y="1184666"/>
                  </a:lnTo>
                  <a:lnTo>
                    <a:pt x="4653781" y="1165728"/>
                  </a:lnTo>
                  <a:lnTo>
                    <a:pt x="4576147" y="1145519"/>
                  </a:lnTo>
                  <a:lnTo>
                    <a:pt x="4498513" y="1123954"/>
                  </a:lnTo>
                  <a:lnTo>
                    <a:pt x="4420879" y="1100942"/>
                  </a:lnTo>
                  <a:lnTo>
                    <a:pt x="4343244" y="1076386"/>
                  </a:lnTo>
                  <a:lnTo>
                    <a:pt x="4265610" y="1050181"/>
                  </a:lnTo>
                  <a:lnTo>
                    <a:pt x="4187976" y="1022219"/>
                  </a:lnTo>
                  <a:lnTo>
                    <a:pt x="4110342" y="992379"/>
                  </a:lnTo>
                  <a:lnTo>
                    <a:pt x="4032708" y="960538"/>
                  </a:lnTo>
                  <a:lnTo>
                    <a:pt x="3955074" y="926559"/>
                  </a:lnTo>
                  <a:lnTo>
                    <a:pt x="3877440" y="890300"/>
                  </a:lnTo>
                  <a:lnTo>
                    <a:pt x="3799806" y="851608"/>
                  </a:lnTo>
                  <a:lnTo>
                    <a:pt x="3722172" y="810320"/>
                  </a:lnTo>
                  <a:lnTo>
                    <a:pt x="3644538" y="766260"/>
                  </a:lnTo>
                  <a:lnTo>
                    <a:pt x="3566904" y="719244"/>
                  </a:lnTo>
                  <a:lnTo>
                    <a:pt x="3489270" y="669073"/>
                  </a:lnTo>
                  <a:lnTo>
                    <a:pt x="3411636" y="615535"/>
                  </a:lnTo>
                  <a:lnTo>
                    <a:pt x="3334002" y="590161"/>
                  </a:lnTo>
                  <a:lnTo>
                    <a:pt x="3256368" y="579590"/>
                  </a:lnTo>
                  <a:lnTo>
                    <a:pt x="3178734" y="568892"/>
                  </a:lnTo>
                  <a:lnTo>
                    <a:pt x="3101100" y="558065"/>
                  </a:lnTo>
                  <a:lnTo>
                    <a:pt x="3023466" y="547107"/>
                  </a:lnTo>
                  <a:lnTo>
                    <a:pt x="2945832" y="536017"/>
                  </a:lnTo>
                  <a:lnTo>
                    <a:pt x="2868198" y="524793"/>
                  </a:lnTo>
                  <a:lnTo>
                    <a:pt x="2790564" y="513434"/>
                  </a:lnTo>
                  <a:lnTo>
                    <a:pt x="2712930" y="501939"/>
                  </a:lnTo>
                  <a:lnTo>
                    <a:pt x="2635295" y="490304"/>
                  </a:lnTo>
                  <a:lnTo>
                    <a:pt x="2557661" y="478529"/>
                  </a:lnTo>
                  <a:lnTo>
                    <a:pt x="2480027" y="466612"/>
                  </a:lnTo>
                  <a:lnTo>
                    <a:pt x="2402393" y="454552"/>
                  </a:lnTo>
                  <a:lnTo>
                    <a:pt x="2324759" y="442346"/>
                  </a:lnTo>
                  <a:lnTo>
                    <a:pt x="2247125" y="429993"/>
                  </a:lnTo>
                  <a:lnTo>
                    <a:pt x="2169491" y="417491"/>
                  </a:lnTo>
                  <a:lnTo>
                    <a:pt x="2091857" y="404838"/>
                  </a:lnTo>
                  <a:lnTo>
                    <a:pt x="2014223" y="392033"/>
                  </a:lnTo>
                  <a:lnTo>
                    <a:pt x="1936589" y="379073"/>
                  </a:lnTo>
                  <a:lnTo>
                    <a:pt x="1858955" y="365957"/>
                  </a:lnTo>
                  <a:lnTo>
                    <a:pt x="1781321" y="352683"/>
                  </a:lnTo>
                  <a:lnTo>
                    <a:pt x="1703687" y="339249"/>
                  </a:lnTo>
                  <a:lnTo>
                    <a:pt x="1626053" y="325653"/>
                  </a:lnTo>
                  <a:lnTo>
                    <a:pt x="1548419" y="311893"/>
                  </a:lnTo>
                  <a:lnTo>
                    <a:pt x="1470785" y="297967"/>
                  </a:lnTo>
                  <a:lnTo>
                    <a:pt x="1393151" y="283873"/>
                  </a:lnTo>
                  <a:lnTo>
                    <a:pt x="1315517" y="269609"/>
                  </a:lnTo>
                  <a:lnTo>
                    <a:pt x="1237883" y="255173"/>
                  </a:lnTo>
                  <a:lnTo>
                    <a:pt x="1160249" y="240564"/>
                  </a:lnTo>
                  <a:lnTo>
                    <a:pt x="1082615" y="225778"/>
                  </a:lnTo>
                  <a:lnTo>
                    <a:pt x="1004981" y="210813"/>
                  </a:lnTo>
                  <a:lnTo>
                    <a:pt x="927346" y="195669"/>
                  </a:lnTo>
                  <a:lnTo>
                    <a:pt x="849712" y="180341"/>
                  </a:lnTo>
                  <a:lnTo>
                    <a:pt x="772078" y="164829"/>
                  </a:lnTo>
                  <a:lnTo>
                    <a:pt x="694444" y="149130"/>
                  </a:lnTo>
                  <a:lnTo>
                    <a:pt x="616810" y="133241"/>
                  </a:lnTo>
                  <a:lnTo>
                    <a:pt x="539176" y="117161"/>
                  </a:lnTo>
                  <a:lnTo>
                    <a:pt x="461542" y="100888"/>
                  </a:lnTo>
                  <a:lnTo>
                    <a:pt x="383908" y="84417"/>
                  </a:lnTo>
                  <a:lnTo>
                    <a:pt x="306274" y="67749"/>
                  </a:lnTo>
                  <a:lnTo>
                    <a:pt x="228640" y="50879"/>
                  </a:lnTo>
                  <a:lnTo>
                    <a:pt x="151006" y="33806"/>
                  </a:lnTo>
                  <a:lnTo>
                    <a:pt x="73372" y="165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07844" y="1896563"/>
              <a:ext cx="6880646" cy="3531907"/>
            </a:xfrm>
            <a:custGeom>
              <a:avLst/>
              <a:pathLst>
                <a:path w="6880646" h="3531907">
                  <a:moveTo>
                    <a:pt x="0" y="0"/>
                  </a:moveTo>
                  <a:lnTo>
                    <a:pt x="48850" y="87967"/>
                  </a:lnTo>
                  <a:lnTo>
                    <a:pt x="126484" y="222490"/>
                  </a:lnTo>
                  <a:lnTo>
                    <a:pt x="204118" y="351937"/>
                  </a:lnTo>
                  <a:lnTo>
                    <a:pt x="281752" y="476499"/>
                  </a:lnTo>
                  <a:lnTo>
                    <a:pt x="359386" y="596360"/>
                  </a:lnTo>
                  <a:lnTo>
                    <a:pt x="437020" y="711698"/>
                  </a:lnTo>
                  <a:lnTo>
                    <a:pt x="514654" y="822683"/>
                  </a:lnTo>
                  <a:lnTo>
                    <a:pt x="592288" y="929480"/>
                  </a:lnTo>
                  <a:lnTo>
                    <a:pt x="669922" y="1032247"/>
                  </a:lnTo>
                  <a:lnTo>
                    <a:pt x="747556" y="1131135"/>
                  </a:lnTo>
                  <a:lnTo>
                    <a:pt x="825190" y="1226292"/>
                  </a:lnTo>
                  <a:lnTo>
                    <a:pt x="902824" y="1317857"/>
                  </a:lnTo>
                  <a:lnTo>
                    <a:pt x="980458" y="1405967"/>
                  </a:lnTo>
                  <a:lnTo>
                    <a:pt x="1058092" y="1490752"/>
                  </a:lnTo>
                  <a:lnTo>
                    <a:pt x="1135727" y="1572337"/>
                  </a:lnTo>
                  <a:lnTo>
                    <a:pt x="1213361" y="1650844"/>
                  </a:lnTo>
                  <a:lnTo>
                    <a:pt x="1290995" y="1726388"/>
                  </a:lnTo>
                  <a:lnTo>
                    <a:pt x="1368629" y="1799081"/>
                  </a:lnTo>
                  <a:lnTo>
                    <a:pt x="1446263" y="1869030"/>
                  </a:lnTo>
                  <a:lnTo>
                    <a:pt x="1523897" y="1936340"/>
                  </a:lnTo>
                  <a:lnTo>
                    <a:pt x="1601531" y="2001110"/>
                  </a:lnTo>
                  <a:lnTo>
                    <a:pt x="1679165" y="2063435"/>
                  </a:lnTo>
                  <a:lnTo>
                    <a:pt x="1756799" y="2123409"/>
                  </a:lnTo>
                  <a:lnTo>
                    <a:pt x="1834433" y="2181119"/>
                  </a:lnTo>
                  <a:lnTo>
                    <a:pt x="1912067" y="2236651"/>
                  </a:lnTo>
                  <a:lnTo>
                    <a:pt x="1989701" y="2290088"/>
                  </a:lnTo>
                  <a:lnTo>
                    <a:pt x="2067335" y="2341508"/>
                  </a:lnTo>
                  <a:lnTo>
                    <a:pt x="2144969" y="2390987"/>
                  </a:lnTo>
                  <a:lnTo>
                    <a:pt x="2222603" y="2438600"/>
                  </a:lnTo>
                  <a:lnTo>
                    <a:pt x="2300237" y="2484415"/>
                  </a:lnTo>
                  <a:lnTo>
                    <a:pt x="2377871" y="2528502"/>
                  </a:lnTo>
                  <a:lnTo>
                    <a:pt x="2455505" y="2570924"/>
                  </a:lnTo>
                  <a:lnTo>
                    <a:pt x="2533139" y="2611746"/>
                  </a:lnTo>
                  <a:lnTo>
                    <a:pt x="2610773" y="2651028"/>
                  </a:lnTo>
                  <a:lnTo>
                    <a:pt x="2688407" y="2688827"/>
                  </a:lnTo>
                  <a:lnTo>
                    <a:pt x="2766041" y="2725199"/>
                  </a:lnTo>
                  <a:lnTo>
                    <a:pt x="2843676" y="2760199"/>
                  </a:lnTo>
                  <a:lnTo>
                    <a:pt x="2921310" y="2793878"/>
                  </a:lnTo>
                  <a:lnTo>
                    <a:pt x="2998944" y="2826286"/>
                  </a:lnTo>
                  <a:lnTo>
                    <a:pt x="3076578" y="2857471"/>
                  </a:lnTo>
                  <a:lnTo>
                    <a:pt x="3154212" y="2887479"/>
                  </a:lnTo>
                  <a:lnTo>
                    <a:pt x="3231846" y="2916355"/>
                  </a:lnTo>
                  <a:lnTo>
                    <a:pt x="3309480" y="2944141"/>
                  </a:lnTo>
                  <a:lnTo>
                    <a:pt x="3387114" y="2970878"/>
                  </a:lnTo>
                  <a:lnTo>
                    <a:pt x="3464748" y="2996607"/>
                  </a:lnTo>
                  <a:lnTo>
                    <a:pt x="3542382" y="3021364"/>
                  </a:lnTo>
                  <a:lnTo>
                    <a:pt x="3620016" y="3045187"/>
                  </a:lnTo>
                  <a:lnTo>
                    <a:pt x="3697650" y="3068111"/>
                  </a:lnTo>
                  <a:lnTo>
                    <a:pt x="3775284" y="3090170"/>
                  </a:lnTo>
                  <a:lnTo>
                    <a:pt x="3852918" y="3111397"/>
                  </a:lnTo>
                  <a:lnTo>
                    <a:pt x="3930552" y="3131823"/>
                  </a:lnTo>
                  <a:lnTo>
                    <a:pt x="4008186" y="3151477"/>
                  </a:lnTo>
                  <a:lnTo>
                    <a:pt x="4085820" y="3170390"/>
                  </a:lnTo>
                  <a:lnTo>
                    <a:pt x="4163454" y="3188589"/>
                  </a:lnTo>
                  <a:lnTo>
                    <a:pt x="4241088" y="3206102"/>
                  </a:lnTo>
                  <a:lnTo>
                    <a:pt x="4318722" y="3222953"/>
                  </a:lnTo>
                  <a:lnTo>
                    <a:pt x="4396356" y="3239169"/>
                  </a:lnTo>
                  <a:lnTo>
                    <a:pt x="4473990" y="3254773"/>
                  </a:lnTo>
                  <a:lnTo>
                    <a:pt x="4551625" y="3269788"/>
                  </a:lnTo>
                  <a:lnTo>
                    <a:pt x="4629259" y="3284236"/>
                  </a:lnTo>
                  <a:lnTo>
                    <a:pt x="4706893" y="3298139"/>
                  </a:lnTo>
                  <a:lnTo>
                    <a:pt x="4784527" y="3311517"/>
                  </a:lnTo>
                  <a:lnTo>
                    <a:pt x="4862161" y="3324390"/>
                  </a:lnTo>
                  <a:lnTo>
                    <a:pt x="4939795" y="3336778"/>
                  </a:lnTo>
                  <a:lnTo>
                    <a:pt x="5017429" y="3348698"/>
                  </a:lnTo>
                  <a:lnTo>
                    <a:pt x="5095063" y="3360168"/>
                  </a:lnTo>
                  <a:lnTo>
                    <a:pt x="5172697" y="3371206"/>
                  </a:lnTo>
                  <a:lnTo>
                    <a:pt x="5250331" y="3381827"/>
                  </a:lnTo>
                  <a:lnTo>
                    <a:pt x="5327965" y="3392047"/>
                  </a:lnTo>
                  <a:lnTo>
                    <a:pt x="5405599" y="3401881"/>
                  </a:lnTo>
                  <a:lnTo>
                    <a:pt x="5483233" y="3411344"/>
                  </a:lnTo>
                  <a:lnTo>
                    <a:pt x="5560867" y="3420450"/>
                  </a:lnTo>
                  <a:lnTo>
                    <a:pt x="5638501" y="3429213"/>
                  </a:lnTo>
                  <a:lnTo>
                    <a:pt x="5716135" y="3437645"/>
                  </a:lnTo>
                  <a:lnTo>
                    <a:pt x="5793769" y="3445758"/>
                  </a:lnTo>
                  <a:lnTo>
                    <a:pt x="5871403" y="3453566"/>
                  </a:lnTo>
                  <a:lnTo>
                    <a:pt x="5949037" y="3461078"/>
                  </a:lnTo>
                  <a:lnTo>
                    <a:pt x="6026671" y="3468308"/>
                  </a:lnTo>
                  <a:lnTo>
                    <a:pt x="6104305" y="3475264"/>
                  </a:lnTo>
                  <a:lnTo>
                    <a:pt x="6181939" y="3481958"/>
                  </a:lnTo>
                  <a:lnTo>
                    <a:pt x="6259574" y="3488399"/>
                  </a:lnTo>
                  <a:lnTo>
                    <a:pt x="6337208" y="3494598"/>
                  </a:lnTo>
                  <a:lnTo>
                    <a:pt x="6414842" y="3500562"/>
                  </a:lnTo>
                  <a:lnTo>
                    <a:pt x="6492476" y="3506301"/>
                  </a:lnTo>
                  <a:lnTo>
                    <a:pt x="6570110" y="3511824"/>
                  </a:lnTo>
                  <a:lnTo>
                    <a:pt x="6647744" y="3517138"/>
                  </a:lnTo>
                  <a:lnTo>
                    <a:pt x="6725378" y="3522252"/>
                  </a:lnTo>
                  <a:lnTo>
                    <a:pt x="6803012" y="3527172"/>
                  </a:lnTo>
                  <a:lnTo>
                    <a:pt x="6880646" y="35319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2026-05-22T09:54:36Z</dcterms:modified>
  <cp:category/>
</cp:coreProperties>
</file>