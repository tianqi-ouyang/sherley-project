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07722"/>
            </a:xfrm>
            <a:custGeom>
              <a:avLst/>
              <a:pathLst>
                <a:path w="7370972" h="3607722">
                  <a:moveTo>
                    <a:pt x="1456644" y="0"/>
                  </a:moveTo>
                  <a:lnTo>
                    <a:pt x="1470785" y="39117"/>
                  </a:lnTo>
                  <a:lnTo>
                    <a:pt x="1548419" y="241821"/>
                  </a:lnTo>
                  <a:lnTo>
                    <a:pt x="1626053" y="433153"/>
                  </a:lnTo>
                  <a:lnTo>
                    <a:pt x="1703687" y="613753"/>
                  </a:lnTo>
                  <a:lnTo>
                    <a:pt x="1781321" y="784222"/>
                  </a:lnTo>
                  <a:lnTo>
                    <a:pt x="1858955" y="945129"/>
                  </a:lnTo>
                  <a:lnTo>
                    <a:pt x="1936589" y="1097009"/>
                  </a:lnTo>
                  <a:lnTo>
                    <a:pt x="2014223" y="1240370"/>
                  </a:lnTo>
                  <a:lnTo>
                    <a:pt x="2091857" y="1375688"/>
                  </a:lnTo>
                  <a:lnTo>
                    <a:pt x="2169491" y="1503416"/>
                  </a:lnTo>
                  <a:lnTo>
                    <a:pt x="2247125" y="1623979"/>
                  </a:lnTo>
                  <a:lnTo>
                    <a:pt x="2324759" y="1737778"/>
                  </a:lnTo>
                  <a:lnTo>
                    <a:pt x="2402393" y="1845194"/>
                  </a:lnTo>
                  <a:lnTo>
                    <a:pt x="2480027" y="1946584"/>
                  </a:lnTo>
                  <a:lnTo>
                    <a:pt x="2557661" y="2042287"/>
                  </a:lnTo>
                  <a:lnTo>
                    <a:pt x="2635295" y="2132622"/>
                  </a:lnTo>
                  <a:lnTo>
                    <a:pt x="2712930" y="2217888"/>
                  </a:lnTo>
                  <a:lnTo>
                    <a:pt x="2790564" y="2298372"/>
                  </a:lnTo>
                  <a:lnTo>
                    <a:pt x="2868198" y="2374341"/>
                  </a:lnTo>
                  <a:lnTo>
                    <a:pt x="2945832" y="2446049"/>
                  </a:lnTo>
                  <a:lnTo>
                    <a:pt x="3023466" y="2513734"/>
                  </a:lnTo>
                  <a:lnTo>
                    <a:pt x="3101100" y="2577622"/>
                  </a:lnTo>
                  <a:lnTo>
                    <a:pt x="3178734" y="2637926"/>
                  </a:lnTo>
                  <a:lnTo>
                    <a:pt x="3256368" y="2694847"/>
                  </a:lnTo>
                  <a:lnTo>
                    <a:pt x="3334002" y="2748576"/>
                  </a:lnTo>
                  <a:lnTo>
                    <a:pt x="3411636" y="2785419"/>
                  </a:lnTo>
                  <a:lnTo>
                    <a:pt x="3489270" y="2792848"/>
                  </a:lnTo>
                  <a:lnTo>
                    <a:pt x="3566904" y="2800214"/>
                  </a:lnTo>
                  <a:lnTo>
                    <a:pt x="3644538" y="2807517"/>
                  </a:lnTo>
                  <a:lnTo>
                    <a:pt x="3722172" y="2814758"/>
                  </a:lnTo>
                  <a:lnTo>
                    <a:pt x="3799806" y="2821936"/>
                  </a:lnTo>
                  <a:lnTo>
                    <a:pt x="3877440" y="2829053"/>
                  </a:lnTo>
                  <a:lnTo>
                    <a:pt x="3955074" y="2836109"/>
                  </a:lnTo>
                  <a:lnTo>
                    <a:pt x="4032708" y="2843104"/>
                  </a:lnTo>
                  <a:lnTo>
                    <a:pt x="4110342" y="2850040"/>
                  </a:lnTo>
                  <a:lnTo>
                    <a:pt x="4187976" y="2856916"/>
                  </a:lnTo>
                  <a:lnTo>
                    <a:pt x="4265610" y="2863733"/>
                  </a:lnTo>
                  <a:lnTo>
                    <a:pt x="4343244" y="2870492"/>
                  </a:lnTo>
                  <a:lnTo>
                    <a:pt x="4420879" y="2877192"/>
                  </a:lnTo>
                  <a:lnTo>
                    <a:pt x="4498513" y="2883836"/>
                  </a:lnTo>
                  <a:lnTo>
                    <a:pt x="4576147" y="2890422"/>
                  </a:lnTo>
                  <a:lnTo>
                    <a:pt x="4653781" y="2896952"/>
                  </a:lnTo>
                  <a:lnTo>
                    <a:pt x="4731415" y="2903427"/>
                  </a:lnTo>
                  <a:lnTo>
                    <a:pt x="4809049" y="2909845"/>
                  </a:lnTo>
                  <a:lnTo>
                    <a:pt x="4886683" y="2916209"/>
                  </a:lnTo>
                  <a:lnTo>
                    <a:pt x="4964317" y="2922518"/>
                  </a:lnTo>
                  <a:lnTo>
                    <a:pt x="5041951" y="2928773"/>
                  </a:lnTo>
                  <a:lnTo>
                    <a:pt x="5119585" y="2934975"/>
                  </a:lnTo>
                  <a:lnTo>
                    <a:pt x="5197219" y="2941123"/>
                  </a:lnTo>
                  <a:lnTo>
                    <a:pt x="5274853" y="2947219"/>
                  </a:lnTo>
                  <a:lnTo>
                    <a:pt x="5352487" y="2953262"/>
                  </a:lnTo>
                  <a:lnTo>
                    <a:pt x="5430121" y="2959254"/>
                  </a:lnTo>
                  <a:lnTo>
                    <a:pt x="5507755" y="2965194"/>
                  </a:lnTo>
                  <a:lnTo>
                    <a:pt x="5585389" y="2971084"/>
                  </a:lnTo>
                  <a:lnTo>
                    <a:pt x="5663023" y="2976923"/>
                  </a:lnTo>
                  <a:lnTo>
                    <a:pt x="5740657" y="2982712"/>
                  </a:lnTo>
                  <a:lnTo>
                    <a:pt x="5818291" y="2988451"/>
                  </a:lnTo>
                  <a:lnTo>
                    <a:pt x="5895925" y="2994142"/>
                  </a:lnTo>
                  <a:lnTo>
                    <a:pt x="5973559" y="2999783"/>
                  </a:lnTo>
                  <a:lnTo>
                    <a:pt x="6051193" y="3005376"/>
                  </a:lnTo>
                  <a:lnTo>
                    <a:pt x="6128827" y="3010922"/>
                  </a:lnTo>
                  <a:lnTo>
                    <a:pt x="6206462" y="3016419"/>
                  </a:lnTo>
                  <a:lnTo>
                    <a:pt x="6284096" y="3021870"/>
                  </a:lnTo>
                  <a:lnTo>
                    <a:pt x="6361730" y="3027274"/>
                  </a:lnTo>
                  <a:lnTo>
                    <a:pt x="6439364" y="3032632"/>
                  </a:lnTo>
                  <a:lnTo>
                    <a:pt x="6516998" y="3037943"/>
                  </a:lnTo>
                  <a:lnTo>
                    <a:pt x="6594632" y="3043210"/>
                  </a:lnTo>
                  <a:lnTo>
                    <a:pt x="6672266" y="3048431"/>
                  </a:lnTo>
                  <a:lnTo>
                    <a:pt x="6749900" y="3053607"/>
                  </a:lnTo>
                  <a:lnTo>
                    <a:pt x="6827534" y="3058739"/>
                  </a:lnTo>
                  <a:lnTo>
                    <a:pt x="6905168" y="3063827"/>
                  </a:lnTo>
                  <a:lnTo>
                    <a:pt x="6982802" y="3068872"/>
                  </a:lnTo>
                  <a:lnTo>
                    <a:pt x="7060436" y="3073873"/>
                  </a:lnTo>
                  <a:lnTo>
                    <a:pt x="7138070" y="3078831"/>
                  </a:lnTo>
                  <a:lnTo>
                    <a:pt x="7215704" y="3083747"/>
                  </a:lnTo>
                  <a:lnTo>
                    <a:pt x="7293338" y="3088621"/>
                  </a:lnTo>
                  <a:lnTo>
                    <a:pt x="7370972" y="3093453"/>
                  </a:lnTo>
                  <a:lnTo>
                    <a:pt x="7370972" y="3607722"/>
                  </a:lnTo>
                  <a:lnTo>
                    <a:pt x="7293338" y="3605052"/>
                  </a:lnTo>
                  <a:lnTo>
                    <a:pt x="7215704" y="3602224"/>
                  </a:lnTo>
                  <a:lnTo>
                    <a:pt x="7138070" y="3599228"/>
                  </a:lnTo>
                  <a:lnTo>
                    <a:pt x="7060436" y="3596053"/>
                  </a:lnTo>
                  <a:lnTo>
                    <a:pt x="6982802" y="3592690"/>
                  </a:lnTo>
                  <a:lnTo>
                    <a:pt x="6905168" y="3589127"/>
                  </a:lnTo>
                  <a:lnTo>
                    <a:pt x="6827534" y="3585352"/>
                  </a:lnTo>
                  <a:lnTo>
                    <a:pt x="6749900" y="3581353"/>
                  </a:lnTo>
                  <a:lnTo>
                    <a:pt x="6672266" y="3577117"/>
                  </a:lnTo>
                  <a:lnTo>
                    <a:pt x="6594632" y="3572628"/>
                  </a:lnTo>
                  <a:lnTo>
                    <a:pt x="6516998" y="3567873"/>
                  </a:lnTo>
                  <a:lnTo>
                    <a:pt x="6439364" y="3562835"/>
                  </a:lnTo>
                  <a:lnTo>
                    <a:pt x="6361730" y="3557498"/>
                  </a:lnTo>
                  <a:lnTo>
                    <a:pt x="6284096" y="3551843"/>
                  </a:lnTo>
                  <a:lnTo>
                    <a:pt x="6206462" y="3545853"/>
                  </a:lnTo>
                  <a:lnTo>
                    <a:pt x="6128827" y="3539506"/>
                  </a:lnTo>
                  <a:lnTo>
                    <a:pt x="6051193" y="3532782"/>
                  </a:lnTo>
                  <a:lnTo>
                    <a:pt x="5973559" y="3525659"/>
                  </a:lnTo>
                  <a:lnTo>
                    <a:pt x="5895925" y="3518112"/>
                  </a:lnTo>
                  <a:lnTo>
                    <a:pt x="5818291" y="3510117"/>
                  </a:lnTo>
                  <a:lnTo>
                    <a:pt x="5740657" y="3501647"/>
                  </a:lnTo>
                  <a:lnTo>
                    <a:pt x="5663023" y="3492673"/>
                  </a:lnTo>
                  <a:lnTo>
                    <a:pt x="5585389" y="3483167"/>
                  </a:lnTo>
                  <a:lnTo>
                    <a:pt x="5507755" y="3473095"/>
                  </a:lnTo>
                  <a:lnTo>
                    <a:pt x="5430121" y="3462424"/>
                  </a:lnTo>
                  <a:lnTo>
                    <a:pt x="5352487" y="3451119"/>
                  </a:lnTo>
                  <a:lnTo>
                    <a:pt x="5274853" y="3439143"/>
                  </a:lnTo>
                  <a:lnTo>
                    <a:pt x="5197219" y="3426455"/>
                  </a:lnTo>
                  <a:lnTo>
                    <a:pt x="5119585" y="3413012"/>
                  </a:lnTo>
                  <a:lnTo>
                    <a:pt x="5041951" y="3398771"/>
                  </a:lnTo>
                  <a:lnTo>
                    <a:pt x="4964317" y="3383684"/>
                  </a:lnTo>
                  <a:lnTo>
                    <a:pt x="4886683" y="3367700"/>
                  </a:lnTo>
                  <a:lnTo>
                    <a:pt x="4809049" y="3350766"/>
                  </a:lnTo>
                  <a:lnTo>
                    <a:pt x="4731415" y="3332825"/>
                  </a:lnTo>
                  <a:lnTo>
                    <a:pt x="4653781" y="3313818"/>
                  </a:lnTo>
                  <a:lnTo>
                    <a:pt x="4576147" y="3293682"/>
                  </a:lnTo>
                  <a:lnTo>
                    <a:pt x="4498513" y="3272349"/>
                  </a:lnTo>
                  <a:lnTo>
                    <a:pt x="4420879" y="3249749"/>
                  </a:lnTo>
                  <a:lnTo>
                    <a:pt x="4343244" y="3225805"/>
                  </a:lnTo>
                  <a:lnTo>
                    <a:pt x="4265610" y="3200438"/>
                  </a:lnTo>
                  <a:lnTo>
                    <a:pt x="4187976" y="3173563"/>
                  </a:lnTo>
                  <a:lnTo>
                    <a:pt x="4110342" y="3145092"/>
                  </a:lnTo>
                  <a:lnTo>
                    <a:pt x="4032708" y="3114928"/>
                  </a:lnTo>
                  <a:lnTo>
                    <a:pt x="3955074" y="3082972"/>
                  </a:lnTo>
                  <a:lnTo>
                    <a:pt x="3877440" y="3049117"/>
                  </a:lnTo>
                  <a:lnTo>
                    <a:pt x="3799806" y="3013250"/>
                  </a:lnTo>
                  <a:lnTo>
                    <a:pt x="3722172" y="2975251"/>
                  </a:lnTo>
                  <a:lnTo>
                    <a:pt x="3644538" y="2934994"/>
                  </a:lnTo>
                  <a:lnTo>
                    <a:pt x="3566904" y="2892344"/>
                  </a:lnTo>
                  <a:lnTo>
                    <a:pt x="3489270" y="2847160"/>
                  </a:lnTo>
                  <a:lnTo>
                    <a:pt x="3411636" y="2799290"/>
                  </a:lnTo>
                  <a:lnTo>
                    <a:pt x="3334002" y="2777925"/>
                  </a:lnTo>
                  <a:lnTo>
                    <a:pt x="3256368" y="2770366"/>
                  </a:lnTo>
                  <a:lnTo>
                    <a:pt x="3178734" y="2762742"/>
                  </a:lnTo>
                  <a:lnTo>
                    <a:pt x="3101100" y="2755052"/>
                  </a:lnTo>
                  <a:lnTo>
                    <a:pt x="3023466" y="2747296"/>
                  </a:lnTo>
                  <a:lnTo>
                    <a:pt x="2945832" y="2739473"/>
                  </a:lnTo>
                  <a:lnTo>
                    <a:pt x="2868198" y="2731582"/>
                  </a:lnTo>
                  <a:lnTo>
                    <a:pt x="2790564" y="2723623"/>
                  </a:lnTo>
                  <a:lnTo>
                    <a:pt x="2712930" y="2715595"/>
                  </a:lnTo>
                  <a:lnTo>
                    <a:pt x="2635295" y="2707498"/>
                  </a:lnTo>
                  <a:lnTo>
                    <a:pt x="2557661" y="2699331"/>
                  </a:lnTo>
                  <a:lnTo>
                    <a:pt x="2480027" y="2691093"/>
                  </a:lnTo>
                  <a:lnTo>
                    <a:pt x="2402393" y="2682784"/>
                  </a:lnTo>
                  <a:lnTo>
                    <a:pt x="2324759" y="2674403"/>
                  </a:lnTo>
                  <a:lnTo>
                    <a:pt x="2247125" y="2665950"/>
                  </a:lnTo>
                  <a:lnTo>
                    <a:pt x="2169491" y="2657424"/>
                  </a:lnTo>
                  <a:lnTo>
                    <a:pt x="2091857" y="2648824"/>
                  </a:lnTo>
                  <a:lnTo>
                    <a:pt x="2014223" y="2640150"/>
                  </a:lnTo>
                  <a:lnTo>
                    <a:pt x="1936589" y="2631400"/>
                  </a:lnTo>
                  <a:lnTo>
                    <a:pt x="1858955" y="2622576"/>
                  </a:lnTo>
                  <a:lnTo>
                    <a:pt x="1781321" y="2613675"/>
                  </a:lnTo>
                  <a:lnTo>
                    <a:pt x="1703687" y="2604697"/>
                  </a:lnTo>
                  <a:lnTo>
                    <a:pt x="1626053" y="2595641"/>
                  </a:lnTo>
                  <a:lnTo>
                    <a:pt x="1548419" y="2586507"/>
                  </a:lnTo>
                  <a:lnTo>
                    <a:pt x="1470785" y="2577295"/>
                  </a:lnTo>
                  <a:lnTo>
                    <a:pt x="1393151" y="2568002"/>
                  </a:lnTo>
                  <a:lnTo>
                    <a:pt x="1315517" y="2558630"/>
                  </a:lnTo>
                  <a:lnTo>
                    <a:pt x="1237883" y="2549176"/>
                  </a:lnTo>
                  <a:lnTo>
                    <a:pt x="1160249" y="2539641"/>
                  </a:lnTo>
                  <a:lnTo>
                    <a:pt x="1082615" y="2530023"/>
                  </a:lnTo>
                  <a:lnTo>
                    <a:pt x="1004981" y="2520322"/>
                  </a:lnTo>
                  <a:lnTo>
                    <a:pt x="927346" y="2510538"/>
                  </a:lnTo>
                  <a:lnTo>
                    <a:pt x="849712" y="2500668"/>
                  </a:lnTo>
                  <a:lnTo>
                    <a:pt x="772078" y="2490714"/>
                  </a:lnTo>
                  <a:lnTo>
                    <a:pt x="694444" y="2480674"/>
                  </a:lnTo>
                  <a:lnTo>
                    <a:pt x="616810" y="2470546"/>
                  </a:lnTo>
                  <a:lnTo>
                    <a:pt x="539176" y="2460332"/>
                  </a:lnTo>
                  <a:lnTo>
                    <a:pt x="461542" y="2450029"/>
                  </a:lnTo>
                  <a:lnTo>
                    <a:pt x="383908" y="2439636"/>
                  </a:lnTo>
                  <a:lnTo>
                    <a:pt x="306274" y="2429155"/>
                  </a:lnTo>
                  <a:lnTo>
                    <a:pt x="228640" y="2418582"/>
                  </a:lnTo>
                  <a:lnTo>
                    <a:pt x="151006" y="2407918"/>
                  </a:lnTo>
                  <a:lnTo>
                    <a:pt x="73372" y="2397162"/>
                  </a:lnTo>
                  <a:lnTo>
                    <a:pt x="0" y="238690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74161" y="1896563"/>
              <a:ext cx="5914328" cy="3093453"/>
            </a:xfrm>
            <a:custGeom>
              <a:avLst/>
              <a:pathLst>
                <a:path w="5914328" h="3093453">
                  <a:moveTo>
                    <a:pt x="0" y="0"/>
                  </a:moveTo>
                  <a:lnTo>
                    <a:pt x="14141" y="39117"/>
                  </a:lnTo>
                  <a:lnTo>
                    <a:pt x="91775" y="241821"/>
                  </a:lnTo>
                  <a:lnTo>
                    <a:pt x="169409" y="433153"/>
                  </a:lnTo>
                  <a:lnTo>
                    <a:pt x="247043" y="613753"/>
                  </a:lnTo>
                  <a:lnTo>
                    <a:pt x="324677" y="784222"/>
                  </a:lnTo>
                  <a:lnTo>
                    <a:pt x="402311" y="945129"/>
                  </a:lnTo>
                  <a:lnTo>
                    <a:pt x="479945" y="1097009"/>
                  </a:lnTo>
                  <a:lnTo>
                    <a:pt x="557579" y="1240370"/>
                  </a:lnTo>
                  <a:lnTo>
                    <a:pt x="635213" y="1375688"/>
                  </a:lnTo>
                  <a:lnTo>
                    <a:pt x="712847" y="1503416"/>
                  </a:lnTo>
                  <a:lnTo>
                    <a:pt x="790481" y="1623979"/>
                  </a:lnTo>
                  <a:lnTo>
                    <a:pt x="868115" y="1737778"/>
                  </a:lnTo>
                  <a:lnTo>
                    <a:pt x="945749" y="1845194"/>
                  </a:lnTo>
                  <a:lnTo>
                    <a:pt x="1023383" y="1946584"/>
                  </a:lnTo>
                  <a:lnTo>
                    <a:pt x="1101017" y="2042287"/>
                  </a:lnTo>
                  <a:lnTo>
                    <a:pt x="1178651" y="2132622"/>
                  </a:lnTo>
                  <a:lnTo>
                    <a:pt x="1256285" y="2217888"/>
                  </a:lnTo>
                  <a:lnTo>
                    <a:pt x="1333919" y="2298372"/>
                  </a:lnTo>
                  <a:lnTo>
                    <a:pt x="1411554" y="2374341"/>
                  </a:lnTo>
                  <a:lnTo>
                    <a:pt x="1489188" y="2446049"/>
                  </a:lnTo>
                  <a:lnTo>
                    <a:pt x="1566822" y="2513734"/>
                  </a:lnTo>
                  <a:lnTo>
                    <a:pt x="1644456" y="2577622"/>
                  </a:lnTo>
                  <a:lnTo>
                    <a:pt x="1722090" y="2637926"/>
                  </a:lnTo>
                  <a:lnTo>
                    <a:pt x="1799724" y="2694847"/>
                  </a:lnTo>
                  <a:lnTo>
                    <a:pt x="1877358" y="2748576"/>
                  </a:lnTo>
                  <a:lnTo>
                    <a:pt x="1954992" y="2785419"/>
                  </a:lnTo>
                  <a:lnTo>
                    <a:pt x="2032626" y="2792848"/>
                  </a:lnTo>
                  <a:lnTo>
                    <a:pt x="2110260" y="2800214"/>
                  </a:lnTo>
                  <a:lnTo>
                    <a:pt x="2187894" y="2807517"/>
                  </a:lnTo>
                  <a:lnTo>
                    <a:pt x="2265528" y="2814758"/>
                  </a:lnTo>
                  <a:lnTo>
                    <a:pt x="2343162" y="2821936"/>
                  </a:lnTo>
                  <a:lnTo>
                    <a:pt x="2420796" y="2829053"/>
                  </a:lnTo>
                  <a:lnTo>
                    <a:pt x="2498430" y="2836109"/>
                  </a:lnTo>
                  <a:lnTo>
                    <a:pt x="2576064" y="2843104"/>
                  </a:lnTo>
                  <a:lnTo>
                    <a:pt x="2653698" y="2850040"/>
                  </a:lnTo>
                  <a:lnTo>
                    <a:pt x="2731332" y="2856916"/>
                  </a:lnTo>
                  <a:lnTo>
                    <a:pt x="2808966" y="2863733"/>
                  </a:lnTo>
                  <a:lnTo>
                    <a:pt x="2886600" y="2870492"/>
                  </a:lnTo>
                  <a:lnTo>
                    <a:pt x="2964234" y="2877192"/>
                  </a:lnTo>
                  <a:lnTo>
                    <a:pt x="3041868" y="2883836"/>
                  </a:lnTo>
                  <a:lnTo>
                    <a:pt x="3119503" y="2890422"/>
                  </a:lnTo>
                  <a:lnTo>
                    <a:pt x="3197137" y="2896952"/>
                  </a:lnTo>
                  <a:lnTo>
                    <a:pt x="3274771" y="2903427"/>
                  </a:lnTo>
                  <a:lnTo>
                    <a:pt x="3352405" y="2909845"/>
                  </a:lnTo>
                  <a:lnTo>
                    <a:pt x="3430039" y="2916209"/>
                  </a:lnTo>
                  <a:lnTo>
                    <a:pt x="3507673" y="2922518"/>
                  </a:lnTo>
                  <a:lnTo>
                    <a:pt x="3585307" y="2928773"/>
                  </a:lnTo>
                  <a:lnTo>
                    <a:pt x="3662941" y="2934975"/>
                  </a:lnTo>
                  <a:lnTo>
                    <a:pt x="3740575" y="2941123"/>
                  </a:lnTo>
                  <a:lnTo>
                    <a:pt x="3818209" y="2947219"/>
                  </a:lnTo>
                  <a:lnTo>
                    <a:pt x="3895843" y="2953262"/>
                  </a:lnTo>
                  <a:lnTo>
                    <a:pt x="3973477" y="2959254"/>
                  </a:lnTo>
                  <a:lnTo>
                    <a:pt x="4051111" y="2965194"/>
                  </a:lnTo>
                  <a:lnTo>
                    <a:pt x="4128745" y="2971084"/>
                  </a:lnTo>
                  <a:lnTo>
                    <a:pt x="4206379" y="2976923"/>
                  </a:lnTo>
                  <a:lnTo>
                    <a:pt x="4284013" y="2982712"/>
                  </a:lnTo>
                  <a:lnTo>
                    <a:pt x="4361647" y="2988451"/>
                  </a:lnTo>
                  <a:lnTo>
                    <a:pt x="4439281" y="2994142"/>
                  </a:lnTo>
                  <a:lnTo>
                    <a:pt x="4516915" y="2999783"/>
                  </a:lnTo>
                  <a:lnTo>
                    <a:pt x="4594549" y="3005376"/>
                  </a:lnTo>
                  <a:lnTo>
                    <a:pt x="4672183" y="3010922"/>
                  </a:lnTo>
                  <a:lnTo>
                    <a:pt x="4749817" y="3016419"/>
                  </a:lnTo>
                  <a:lnTo>
                    <a:pt x="4827451" y="3021870"/>
                  </a:lnTo>
                  <a:lnTo>
                    <a:pt x="4905086" y="3027274"/>
                  </a:lnTo>
                  <a:lnTo>
                    <a:pt x="4982720" y="3032632"/>
                  </a:lnTo>
                  <a:lnTo>
                    <a:pt x="5060354" y="3037943"/>
                  </a:lnTo>
                  <a:lnTo>
                    <a:pt x="5137988" y="3043210"/>
                  </a:lnTo>
                  <a:lnTo>
                    <a:pt x="5215622" y="3048431"/>
                  </a:lnTo>
                  <a:lnTo>
                    <a:pt x="5293256" y="3053607"/>
                  </a:lnTo>
                  <a:lnTo>
                    <a:pt x="5370890" y="3058739"/>
                  </a:lnTo>
                  <a:lnTo>
                    <a:pt x="5448524" y="3063827"/>
                  </a:lnTo>
                  <a:lnTo>
                    <a:pt x="5526158" y="3068872"/>
                  </a:lnTo>
                  <a:lnTo>
                    <a:pt x="5603792" y="3073873"/>
                  </a:lnTo>
                  <a:lnTo>
                    <a:pt x="5681426" y="3078831"/>
                  </a:lnTo>
                  <a:lnTo>
                    <a:pt x="5759060" y="3083747"/>
                  </a:lnTo>
                  <a:lnTo>
                    <a:pt x="5836694" y="3088621"/>
                  </a:lnTo>
                  <a:lnTo>
                    <a:pt x="5914328" y="3093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83473"/>
              <a:ext cx="7370972" cy="1220812"/>
            </a:xfrm>
            <a:custGeom>
              <a:avLst/>
              <a:pathLst>
                <a:path w="7370972" h="1220812">
                  <a:moveTo>
                    <a:pt x="7370972" y="1220812"/>
                  </a:moveTo>
                  <a:lnTo>
                    <a:pt x="7293338" y="1218143"/>
                  </a:lnTo>
                  <a:lnTo>
                    <a:pt x="7215704" y="1215314"/>
                  </a:lnTo>
                  <a:lnTo>
                    <a:pt x="7138070" y="1212318"/>
                  </a:lnTo>
                  <a:lnTo>
                    <a:pt x="7060436" y="1209144"/>
                  </a:lnTo>
                  <a:lnTo>
                    <a:pt x="6982802" y="1205780"/>
                  </a:lnTo>
                  <a:lnTo>
                    <a:pt x="6905168" y="1202217"/>
                  </a:lnTo>
                  <a:lnTo>
                    <a:pt x="6827534" y="1198443"/>
                  </a:lnTo>
                  <a:lnTo>
                    <a:pt x="6749900" y="1194444"/>
                  </a:lnTo>
                  <a:lnTo>
                    <a:pt x="6672266" y="1190207"/>
                  </a:lnTo>
                  <a:lnTo>
                    <a:pt x="6594632" y="1185718"/>
                  </a:lnTo>
                  <a:lnTo>
                    <a:pt x="6516998" y="1180963"/>
                  </a:lnTo>
                  <a:lnTo>
                    <a:pt x="6439364" y="1175925"/>
                  </a:lnTo>
                  <a:lnTo>
                    <a:pt x="6361730" y="1170588"/>
                  </a:lnTo>
                  <a:lnTo>
                    <a:pt x="6284096" y="1164934"/>
                  </a:lnTo>
                  <a:lnTo>
                    <a:pt x="6206462" y="1158943"/>
                  </a:lnTo>
                  <a:lnTo>
                    <a:pt x="6128827" y="1152596"/>
                  </a:lnTo>
                  <a:lnTo>
                    <a:pt x="6051193" y="1145873"/>
                  </a:lnTo>
                  <a:lnTo>
                    <a:pt x="5973559" y="1138750"/>
                  </a:lnTo>
                  <a:lnTo>
                    <a:pt x="5895925" y="1131203"/>
                  </a:lnTo>
                  <a:lnTo>
                    <a:pt x="5818291" y="1123208"/>
                  </a:lnTo>
                  <a:lnTo>
                    <a:pt x="5740657" y="1114738"/>
                  </a:lnTo>
                  <a:lnTo>
                    <a:pt x="5663023" y="1105764"/>
                  </a:lnTo>
                  <a:lnTo>
                    <a:pt x="5585389" y="1096257"/>
                  </a:lnTo>
                  <a:lnTo>
                    <a:pt x="5507755" y="1086185"/>
                  </a:lnTo>
                  <a:lnTo>
                    <a:pt x="5430121" y="1075514"/>
                  </a:lnTo>
                  <a:lnTo>
                    <a:pt x="5352487" y="1064210"/>
                  </a:lnTo>
                  <a:lnTo>
                    <a:pt x="5274853" y="1052233"/>
                  </a:lnTo>
                  <a:lnTo>
                    <a:pt x="5197219" y="1039545"/>
                  </a:lnTo>
                  <a:lnTo>
                    <a:pt x="5119585" y="1026103"/>
                  </a:lnTo>
                  <a:lnTo>
                    <a:pt x="5041951" y="1011862"/>
                  </a:lnTo>
                  <a:lnTo>
                    <a:pt x="4964317" y="996774"/>
                  </a:lnTo>
                  <a:lnTo>
                    <a:pt x="4886683" y="980790"/>
                  </a:lnTo>
                  <a:lnTo>
                    <a:pt x="4809049" y="963856"/>
                  </a:lnTo>
                  <a:lnTo>
                    <a:pt x="4731415" y="945915"/>
                  </a:lnTo>
                  <a:lnTo>
                    <a:pt x="4653781" y="926909"/>
                  </a:lnTo>
                  <a:lnTo>
                    <a:pt x="4576147" y="906773"/>
                  </a:lnTo>
                  <a:lnTo>
                    <a:pt x="4498513" y="885440"/>
                  </a:lnTo>
                  <a:lnTo>
                    <a:pt x="4420879" y="862839"/>
                  </a:lnTo>
                  <a:lnTo>
                    <a:pt x="4343244" y="838895"/>
                  </a:lnTo>
                  <a:lnTo>
                    <a:pt x="4265610" y="813528"/>
                  </a:lnTo>
                  <a:lnTo>
                    <a:pt x="4187976" y="786654"/>
                  </a:lnTo>
                  <a:lnTo>
                    <a:pt x="4110342" y="758182"/>
                  </a:lnTo>
                  <a:lnTo>
                    <a:pt x="4032708" y="728019"/>
                  </a:lnTo>
                  <a:lnTo>
                    <a:pt x="3955074" y="696063"/>
                  </a:lnTo>
                  <a:lnTo>
                    <a:pt x="3877440" y="662207"/>
                  </a:lnTo>
                  <a:lnTo>
                    <a:pt x="3799806" y="626340"/>
                  </a:lnTo>
                  <a:lnTo>
                    <a:pt x="3722172" y="588341"/>
                  </a:lnTo>
                  <a:lnTo>
                    <a:pt x="3644538" y="548084"/>
                  </a:lnTo>
                  <a:lnTo>
                    <a:pt x="3566904" y="505434"/>
                  </a:lnTo>
                  <a:lnTo>
                    <a:pt x="3489270" y="460250"/>
                  </a:lnTo>
                  <a:lnTo>
                    <a:pt x="3411636" y="412380"/>
                  </a:lnTo>
                  <a:lnTo>
                    <a:pt x="3334002" y="391015"/>
                  </a:lnTo>
                  <a:lnTo>
                    <a:pt x="3256368" y="383457"/>
                  </a:lnTo>
                  <a:lnTo>
                    <a:pt x="3178734" y="375833"/>
                  </a:lnTo>
                  <a:lnTo>
                    <a:pt x="3101100" y="368143"/>
                  </a:lnTo>
                  <a:lnTo>
                    <a:pt x="3023466" y="360387"/>
                  </a:lnTo>
                  <a:lnTo>
                    <a:pt x="2945832" y="352563"/>
                  </a:lnTo>
                  <a:lnTo>
                    <a:pt x="2868198" y="344672"/>
                  </a:lnTo>
                  <a:lnTo>
                    <a:pt x="2790564" y="336713"/>
                  </a:lnTo>
                  <a:lnTo>
                    <a:pt x="2712930" y="328685"/>
                  </a:lnTo>
                  <a:lnTo>
                    <a:pt x="2635295" y="320588"/>
                  </a:lnTo>
                  <a:lnTo>
                    <a:pt x="2557661" y="312421"/>
                  </a:lnTo>
                  <a:lnTo>
                    <a:pt x="2480027" y="304183"/>
                  </a:lnTo>
                  <a:lnTo>
                    <a:pt x="2402393" y="295874"/>
                  </a:lnTo>
                  <a:lnTo>
                    <a:pt x="2324759" y="287494"/>
                  </a:lnTo>
                  <a:lnTo>
                    <a:pt x="2247125" y="279040"/>
                  </a:lnTo>
                  <a:lnTo>
                    <a:pt x="2169491" y="270514"/>
                  </a:lnTo>
                  <a:lnTo>
                    <a:pt x="2091857" y="261914"/>
                  </a:lnTo>
                  <a:lnTo>
                    <a:pt x="2014223" y="253240"/>
                  </a:lnTo>
                  <a:lnTo>
                    <a:pt x="1936589" y="244491"/>
                  </a:lnTo>
                  <a:lnTo>
                    <a:pt x="1858955" y="235666"/>
                  </a:lnTo>
                  <a:lnTo>
                    <a:pt x="1781321" y="226765"/>
                  </a:lnTo>
                  <a:lnTo>
                    <a:pt x="1703687" y="217787"/>
                  </a:lnTo>
                  <a:lnTo>
                    <a:pt x="1626053" y="208731"/>
                  </a:lnTo>
                  <a:lnTo>
                    <a:pt x="1548419" y="199598"/>
                  </a:lnTo>
                  <a:lnTo>
                    <a:pt x="1470785" y="190385"/>
                  </a:lnTo>
                  <a:lnTo>
                    <a:pt x="1393151" y="181093"/>
                  </a:lnTo>
                  <a:lnTo>
                    <a:pt x="1315517" y="171720"/>
                  </a:lnTo>
                  <a:lnTo>
                    <a:pt x="1237883" y="162266"/>
                  </a:lnTo>
                  <a:lnTo>
                    <a:pt x="1160249" y="152731"/>
                  </a:lnTo>
                  <a:lnTo>
                    <a:pt x="1082615" y="143113"/>
                  </a:lnTo>
                  <a:lnTo>
                    <a:pt x="1004981" y="133413"/>
                  </a:lnTo>
                  <a:lnTo>
                    <a:pt x="927346" y="123628"/>
                  </a:lnTo>
                  <a:lnTo>
                    <a:pt x="849712" y="113759"/>
                  </a:lnTo>
                  <a:lnTo>
                    <a:pt x="772078" y="103804"/>
                  </a:lnTo>
                  <a:lnTo>
                    <a:pt x="694444" y="93764"/>
                  </a:lnTo>
                  <a:lnTo>
                    <a:pt x="616810" y="83637"/>
                  </a:lnTo>
                  <a:lnTo>
                    <a:pt x="539176" y="73422"/>
                  </a:lnTo>
                  <a:lnTo>
                    <a:pt x="461542" y="63119"/>
                  </a:lnTo>
                  <a:lnTo>
                    <a:pt x="383908" y="52727"/>
                  </a:lnTo>
                  <a:lnTo>
                    <a:pt x="306274" y="42245"/>
                  </a:lnTo>
                  <a:lnTo>
                    <a:pt x="228640" y="31673"/>
                  </a:lnTo>
                  <a:lnTo>
                    <a:pt x="151006" y="21009"/>
                  </a:lnTo>
                  <a:lnTo>
                    <a:pt x="73372" y="102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44915" y="1896563"/>
              <a:ext cx="7343574" cy="3494152"/>
            </a:xfrm>
            <a:custGeom>
              <a:avLst/>
              <a:pathLst>
                <a:path w="7343574" h="3494152">
                  <a:moveTo>
                    <a:pt x="0" y="0"/>
                  </a:moveTo>
                  <a:lnTo>
                    <a:pt x="45974" y="71518"/>
                  </a:lnTo>
                  <a:lnTo>
                    <a:pt x="123608" y="188346"/>
                  </a:lnTo>
                  <a:lnTo>
                    <a:pt x="201242" y="301363"/>
                  </a:lnTo>
                  <a:lnTo>
                    <a:pt x="278876" y="410693"/>
                  </a:lnTo>
                  <a:lnTo>
                    <a:pt x="356510" y="516456"/>
                  </a:lnTo>
                  <a:lnTo>
                    <a:pt x="434144" y="618769"/>
                  </a:lnTo>
                  <a:lnTo>
                    <a:pt x="511778" y="717745"/>
                  </a:lnTo>
                  <a:lnTo>
                    <a:pt x="589412" y="813491"/>
                  </a:lnTo>
                  <a:lnTo>
                    <a:pt x="667046" y="906114"/>
                  </a:lnTo>
                  <a:lnTo>
                    <a:pt x="744680" y="995715"/>
                  </a:lnTo>
                  <a:lnTo>
                    <a:pt x="822314" y="1082392"/>
                  </a:lnTo>
                  <a:lnTo>
                    <a:pt x="899948" y="1166243"/>
                  </a:lnTo>
                  <a:lnTo>
                    <a:pt x="977583" y="1247357"/>
                  </a:lnTo>
                  <a:lnTo>
                    <a:pt x="1055217" y="1325826"/>
                  </a:lnTo>
                  <a:lnTo>
                    <a:pt x="1132851" y="1401735"/>
                  </a:lnTo>
                  <a:lnTo>
                    <a:pt x="1210485" y="1475167"/>
                  </a:lnTo>
                  <a:lnTo>
                    <a:pt x="1288119" y="1546203"/>
                  </a:lnTo>
                  <a:lnTo>
                    <a:pt x="1365753" y="1614922"/>
                  </a:lnTo>
                  <a:lnTo>
                    <a:pt x="1443387" y="1681400"/>
                  </a:lnTo>
                  <a:lnTo>
                    <a:pt x="1521021" y="1745708"/>
                  </a:lnTo>
                  <a:lnTo>
                    <a:pt x="1598655" y="1807919"/>
                  </a:lnTo>
                  <a:lnTo>
                    <a:pt x="1676289" y="1868100"/>
                  </a:lnTo>
                  <a:lnTo>
                    <a:pt x="1753923" y="1926318"/>
                  </a:lnTo>
                  <a:lnTo>
                    <a:pt x="1831557" y="1982636"/>
                  </a:lnTo>
                  <a:lnTo>
                    <a:pt x="1909191" y="2037118"/>
                  </a:lnTo>
                  <a:lnTo>
                    <a:pt x="1986825" y="2089821"/>
                  </a:lnTo>
                  <a:lnTo>
                    <a:pt x="2064459" y="2140806"/>
                  </a:lnTo>
                  <a:lnTo>
                    <a:pt x="2142093" y="2190127"/>
                  </a:lnTo>
                  <a:lnTo>
                    <a:pt x="2219727" y="2237839"/>
                  </a:lnTo>
                  <a:lnTo>
                    <a:pt x="2297361" y="2283995"/>
                  </a:lnTo>
                  <a:lnTo>
                    <a:pt x="2374995" y="2328645"/>
                  </a:lnTo>
                  <a:lnTo>
                    <a:pt x="2452629" y="2371838"/>
                  </a:lnTo>
                  <a:lnTo>
                    <a:pt x="2530263" y="2413622"/>
                  </a:lnTo>
                  <a:lnTo>
                    <a:pt x="2607897" y="2454043"/>
                  </a:lnTo>
                  <a:lnTo>
                    <a:pt x="2685532" y="2493146"/>
                  </a:lnTo>
                  <a:lnTo>
                    <a:pt x="2763166" y="2530972"/>
                  </a:lnTo>
                  <a:lnTo>
                    <a:pt x="2840800" y="2567565"/>
                  </a:lnTo>
                  <a:lnTo>
                    <a:pt x="2918434" y="2602964"/>
                  </a:lnTo>
                  <a:lnTo>
                    <a:pt x="2996068" y="2637208"/>
                  </a:lnTo>
                  <a:lnTo>
                    <a:pt x="3073702" y="2670335"/>
                  </a:lnTo>
                  <a:lnTo>
                    <a:pt x="3151336" y="2702381"/>
                  </a:lnTo>
                  <a:lnTo>
                    <a:pt x="3228970" y="2733382"/>
                  </a:lnTo>
                  <a:lnTo>
                    <a:pt x="3306604" y="2763371"/>
                  </a:lnTo>
                  <a:lnTo>
                    <a:pt x="3384238" y="2792382"/>
                  </a:lnTo>
                  <a:lnTo>
                    <a:pt x="3461872" y="2820447"/>
                  </a:lnTo>
                  <a:lnTo>
                    <a:pt x="3539506" y="2847596"/>
                  </a:lnTo>
                  <a:lnTo>
                    <a:pt x="3617140" y="2873859"/>
                  </a:lnTo>
                  <a:lnTo>
                    <a:pt x="3694774" y="2899266"/>
                  </a:lnTo>
                  <a:lnTo>
                    <a:pt x="3772408" y="2923844"/>
                  </a:lnTo>
                  <a:lnTo>
                    <a:pt x="3850042" y="2947619"/>
                  </a:lnTo>
                  <a:lnTo>
                    <a:pt x="3927676" y="2970620"/>
                  </a:lnTo>
                  <a:lnTo>
                    <a:pt x="4005310" y="2992870"/>
                  </a:lnTo>
                  <a:lnTo>
                    <a:pt x="4082944" y="3014394"/>
                  </a:lnTo>
                  <a:lnTo>
                    <a:pt x="4160578" y="3035216"/>
                  </a:lnTo>
                  <a:lnTo>
                    <a:pt x="4238212" y="3055358"/>
                  </a:lnTo>
                  <a:lnTo>
                    <a:pt x="4315846" y="3074844"/>
                  </a:lnTo>
                  <a:lnTo>
                    <a:pt x="4393481" y="3093693"/>
                  </a:lnTo>
                  <a:lnTo>
                    <a:pt x="4471115" y="3111928"/>
                  </a:lnTo>
                  <a:lnTo>
                    <a:pt x="4548749" y="3129568"/>
                  </a:lnTo>
                  <a:lnTo>
                    <a:pt x="4626383" y="3146633"/>
                  </a:lnTo>
                  <a:lnTo>
                    <a:pt x="4704017" y="3163140"/>
                  </a:lnTo>
                  <a:lnTo>
                    <a:pt x="4781651" y="3179110"/>
                  </a:lnTo>
                  <a:lnTo>
                    <a:pt x="4859285" y="3194558"/>
                  </a:lnTo>
                  <a:lnTo>
                    <a:pt x="4936919" y="3209502"/>
                  </a:lnTo>
                  <a:lnTo>
                    <a:pt x="5014553" y="3223959"/>
                  </a:lnTo>
                  <a:lnTo>
                    <a:pt x="5092187" y="3237944"/>
                  </a:lnTo>
                  <a:lnTo>
                    <a:pt x="5169821" y="3251473"/>
                  </a:lnTo>
                  <a:lnTo>
                    <a:pt x="5247455" y="3264560"/>
                  </a:lnTo>
                  <a:lnTo>
                    <a:pt x="5325089" y="3277221"/>
                  </a:lnTo>
                  <a:lnTo>
                    <a:pt x="5402723" y="3289468"/>
                  </a:lnTo>
                  <a:lnTo>
                    <a:pt x="5480357" y="3301316"/>
                  </a:lnTo>
                  <a:lnTo>
                    <a:pt x="5557991" y="3312778"/>
                  </a:lnTo>
                  <a:lnTo>
                    <a:pt x="5635625" y="3323865"/>
                  </a:lnTo>
                  <a:lnTo>
                    <a:pt x="5713259" y="3334591"/>
                  </a:lnTo>
                  <a:lnTo>
                    <a:pt x="5790893" y="3344967"/>
                  </a:lnTo>
                  <a:lnTo>
                    <a:pt x="5868527" y="3355005"/>
                  </a:lnTo>
                  <a:lnTo>
                    <a:pt x="5946161" y="3364715"/>
                  </a:lnTo>
                  <a:lnTo>
                    <a:pt x="6023795" y="3374108"/>
                  </a:lnTo>
                  <a:lnTo>
                    <a:pt x="6101430" y="3383195"/>
                  </a:lnTo>
                  <a:lnTo>
                    <a:pt x="6179064" y="3391985"/>
                  </a:lnTo>
                  <a:lnTo>
                    <a:pt x="6256698" y="3400488"/>
                  </a:lnTo>
                  <a:lnTo>
                    <a:pt x="6334332" y="3408715"/>
                  </a:lnTo>
                  <a:lnTo>
                    <a:pt x="6411966" y="3416672"/>
                  </a:lnTo>
                  <a:lnTo>
                    <a:pt x="6489600" y="3424371"/>
                  </a:lnTo>
                  <a:lnTo>
                    <a:pt x="6567234" y="3431818"/>
                  </a:lnTo>
                  <a:lnTo>
                    <a:pt x="6644868" y="3439022"/>
                  </a:lnTo>
                  <a:lnTo>
                    <a:pt x="6722502" y="3445991"/>
                  </a:lnTo>
                  <a:lnTo>
                    <a:pt x="6800136" y="3452732"/>
                  </a:lnTo>
                  <a:lnTo>
                    <a:pt x="6877770" y="3459254"/>
                  </a:lnTo>
                  <a:lnTo>
                    <a:pt x="6955404" y="3465563"/>
                  </a:lnTo>
                  <a:lnTo>
                    <a:pt x="7033038" y="3471666"/>
                  </a:lnTo>
                  <a:lnTo>
                    <a:pt x="7110672" y="3477570"/>
                  </a:lnTo>
                  <a:lnTo>
                    <a:pt x="7188306" y="3483282"/>
                  </a:lnTo>
                  <a:lnTo>
                    <a:pt x="7265940" y="3488807"/>
                  </a:lnTo>
                  <a:lnTo>
                    <a:pt x="7343574" y="34941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2026-05-22T10:32:46Z</dcterms:modified>
  <cp:category/>
</cp:coreProperties>
</file>