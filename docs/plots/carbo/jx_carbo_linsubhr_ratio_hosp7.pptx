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42136"/>
            </a:xfrm>
            <a:custGeom>
              <a:avLst/>
              <a:pathLst>
                <a:path w="7370972" h="3442136">
                  <a:moveTo>
                    <a:pt x="1475269" y="0"/>
                  </a:moveTo>
                  <a:lnTo>
                    <a:pt x="1548419" y="186510"/>
                  </a:lnTo>
                  <a:lnTo>
                    <a:pt x="1626053" y="373242"/>
                  </a:lnTo>
                  <a:lnTo>
                    <a:pt x="1703687" y="549399"/>
                  </a:lnTo>
                  <a:lnTo>
                    <a:pt x="1781321" y="715580"/>
                  </a:lnTo>
                  <a:lnTo>
                    <a:pt x="1858955" y="872349"/>
                  </a:lnTo>
                  <a:lnTo>
                    <a:pt x="1936589" y="1020240"/>
                  </a:lnTo>
                  <a:lnTo>
                    <a:pt x="2014223" y="1159756"/>
                  </a:lnTo>
                  <a:lnTo>
                    <a:pt x="2091857" y="1291370"/>
                  </a:lnTo>
                  <a:lnTo>
                    <a:pt x="2169491" y="1415531"/>
                  </a:lnTo>
                  <a:lnTo>
                    <a:pt x="2247125" y="1532660"/>
                  </a:lnTo>
                  <a:lnTo>
                    <a:pt x="2324759" y="1643156"/>
                  </a:lnTo>
                  <a:lnTo>
                    <a:pt x="2402393" y="1747394"/>
                  </a:lnTo>
                  <a:lnTo>
                    <a:pt x="2480027" y="1845729"/>
                  </a:lnTo>
                  <a:lnTo>
                    <a:pt x="2557661" y="1938495"/>
                  </a:lnTo>
                  <a:lnTo>
                    <a:pt x="2635295" y="2026007"/>
                  </a:lnTo>
                  <a:lnTo>
                    <a:pt x="2712930" y="2108563"/>
                  </a:lnTo>
                  <a:lnTo>
                    <a:pt x="2790564" y="2186444"/>
                  </a:lnTo>
                  <a:lnTo>
                    <a:pt x="2868198" y="2259914"/>
                  </a:lnTo>
                  <a:lnTo>
                    <a:pt x="2945832" y="2329223"/>
                  </a:lnTo>
                  <a:lnTo>
                    <a:pt x="3023466" y="2394607"/>
                  </a:lnTo>
                  <a:lnTo>
                    <a:pt x="3101100" y="2456288"/>
                  </a:lnTo>
                  <a:lnTo>
                    <a:pt x="3178734" y="2514476"/>
                  </a:lnTo>
                  <a:lnTo>
                    <a:pt x="3256368" y="2569369"/>
                  </a:lnTo>
                  <a:lnTo>
                    <a:pt x="3334002" y="2621153"/>
                  </a:lnTo>
                  <a:lnTo>
                    <a:pt x="3411636" y="2656647"/>
                  </a:lnTo>
                  <a:lnTo>
                    <a:pt x="3489270" y="2663807"/>
                  </a:lnTo>
                  <a:lnTo>
                    <a:pt x="3566904" y="2670906"/>
                  </a:lnTo>
                  <a:lnTo>
                    <a:pt x="3644538" y="2677943"/>
                  </a:lnTo>
                  <a:lnTo>
                    <a:pt x="3722172" y="2684919"/>
                  </a:lnTo>
                  <a:lnTo>
                    <a:pt x="3799806" y="2691835"/>
                  </a:lnTo>
                  <a:lnTo>
                    <a:pt x="3877440" y="2698691"/>
                  </a:lnTo>
                  <a:lnTo>
                    <a:pt x="3955074" y="2705487"/>
                  </a:lnTo>
                  <a:lnTo>
                    <a:pt x="4032708" y="2712225"/>
                  </a:lnTo>
                  <a:lnTo>
                    <a:pt x="4110342" y="2718905"/>
                  </a:lnTo>
                  <a:lnTo>
                    <a:pt x="4187976" y="2725526"/>
                  </a:lnTo>
                  <a:lnTo>
                    <a:pt x="4265610" y="2732090"/>
                  </a:lnTo>
                  <a:lnTo>
                    <a:pt x="4343244" y="2738598"/>
                  </a:lnTo>
                  <a:lnTo>
                    <a:pt x="4420879" y="2745049"/>
                  </a:lnTo>
                  <a:lnTo>
                    <a:pt x="4498513" y="2751444"/>
                  </a:lnTo>
                  <a:lnTo>
                    <a:pt x="4576147" y="2757784"/>
                  </a:lnTo>
                  <a:lnTo>
                    <a:pt x="4653781" y="2764069"/>
                  </a:lnTo>
                  <a:lnTo>
                    <a:pt x="4731415" y="2770299"/>
                  </a:lnTo>
                  <a:lnTo>
                    <a:pt x="4809049" y="2776476"/>
                  </a:lnTo>
                  <a:lnTo>
                    <a:pt x="4886683" y="2782599"/>
                  </a:lnTo>
                  <a:lnTo>
                    <a:pt x="4964317" y="2788669"/>
                  </a:lnTo>
                  <a:lnTo>
                    <a:pt x="5041951" y="2794687"/>
                  </a:lnTo>
                  <a:lnTo>
                    <a:pt x="5119585" y="2800652"/>
                  </a:lnTo>
                  <a:lnTo>
                    <a:pt x="5197219" y="2806566"/>
                  </a:lnTo>
                  <a:lnTo>
                    <a:pt x="5274853" y="2812429"/>
                  </a:lnTo>
                  <a:lnTo>
                    <a:pt x="5352487" y="2818241"/>
                  </a:lnTo>
                  <a:lnTo>
                    <a:pt x="5430121" y="2824002"/>
                  </a:lnTo>
                  <a:lnTo>
                    <a:pt x="5507755" y="2829714"/>
                  </a:lnTo>
                  <a:lnTo>
                    <a:pt x="5585389" y="2835376"/>
                  </a:lnTo>
                  <a:lnTo>
                    <a:pt x="5663023" y="2840989"/>
                  </a:lnTo>
                  <a:lnTo>
                    <a:pt x="5740657" y="2846554"/>
                  </a:lnTo>
                  <a:lnTo>
                    <a:pt x="5818291" y="2852071"/>
                  </a:lnTo>
                  <a:lnTo>
                    <a:pt x="5895925" y="2857539"/>
                  </a:lnTo>
                  <a:lnTo>
                    <a:pt x="5973559" y="2862961"/>
                  </a:lnTo>
                  <a:lnTo>
                    <a:pt x="6051193" y="2868335"/>
                  </a:lnTo>
                  <a:lnTo>
                    <a:pt x="6128827" y="2873663"/>
                  </a:lnTo>
                  <a:lnTo>
                    <a:pt x="6206462" y="2878945"/>
                  </a:lnTo>
                  <a:lnTo>
                    <a:pt x="6284096" y="2884181"/>
                  </a:lnTo>
                  <a:lnTo>
                    <a:pt x="6361730" y="2889371"/>
                  </a:lnTo>
                  <a:lnTo>
                    <a:pt x="6439364" y="2894517"/>
                  </a:lnTo>
                  <a:lnTo>
                    <a:pt x="6516998" y="2899618"/>
                  </a:lnTo>
                  <a:lnTo>
                    <a:pt x="6594632" y="2904675"/>
                  </a:lnTo>
                  <a:lnTo>
                    <a:pt x="6672266" y="2909689"/>
                  </a:lnTo>
                  <a:lnTo>
                    <a:pt x="6749900" y="2914659"/>
                  </a:lnTo>
                  <a:lnTo>
                    <a:pt x="6827534" y="2919585"/>
                  </a:lnTo>
                  <a:lnTo>
                    <a:pt x="6905168" y="2924470"/>
                  </a:lnTo>
                  <a:lnTo>
                    <a:pt x="6982802" y="2929311"/>
                  </a:lnTo>
                  <a:lnTo>
                    <a:pt x="7060436" y="2934111"/>
                  </a:lnTo>
                  <a:lnTo>
                    <a:pt x="7138070" y="2938870"/>
                  </a:lnTo>
                  <a:lnTo>
                    <a:pt x="7215704" y="2943587"/>
                  </a:lnTo>
                  <a:lnTo>
                    <a:pt x="7293338" y="2948263"/>
                  </a:lnTo>
                  <a:lnTo>
                    <a:pt x="7370972" y="2952899"/>
                  </a:lnTo>
                  <a:lnTo>
                    <a:pt x="7370972" y="3442136"/>
                  </a:lnTo>
                  <a:lnTo>
                    <a:pt x="7293338" y="3439638"/>
                  </a:lnTo>
                  <a:lnTo>
                    <a:pt x="7215704" y="3436990"/>
                  </a:lnTo>
                  <a:lnTo>
                    <a:pt x="7138070" y="3434183"/>
                  </a:lnTo>
                  <a:lnTo>
                    <a:pt x="7060436" y="3431208"/>
                  </a:lnTo>
                  <a:lnTo>
                    <a:pt x="6982802" y="3428054"/>
                  </a:lnTo>
                  <a:lnTo>
                    <a:pt x="6905168" y="3424710"/>
                  </a:lnTo>
                  <a:lnTo>
                    <a:pt x="6827534" y="3421166"/>
                  </a:lnTo>
                  <a:lnTo>
                    <a:pt x="6749900" y="3417409"/>
                  </a:lnTo>
                  <a:lnTo>
                    <a:pt x="6672266" y="3413427"/>
                  </a:lnTo>
                  <a:lnTo>
                    <a:pt x="6594632" y="3409205"/>
                  </a:lnTo>
                  <a:lnTo>
                    <a:pt x="6516998" y="3404730"/>
                  </a:lnTo>
                  <a:lnTo>
                    <a:pt x="6439364" y="3399987"/>
                  </a:lnTo>
                  <a:lnTo>
                    <a:pt x="6361730" y="3394959"/>
                  </a:lnTo>
                  <a:lnTo>
                    <a:pt x="6284096" y="3389628"/>
                  </a:lnTo>
                  <a:lnTo>
                    <a:pt x="6206462" y="3383978"/>
                  </a:lnTo>
                  <a:lnTo>
                    <a:pt x="6128827" y="3377989"/>
                  </a:lnTo>
                  <a:lnTo>
                    <a:pt x="6051193" y="3371640"/>
                  </a:lnTo>
                  <a:lnTo>
                    <a:pt x="5973559" y="3364910"/>
                  </a:lnTo>
                  <a:lnTo>
                    <a:pt x="5895925" y="3357776"/>
                  </a:lnTo>
                  <a:lnTo>
                    <a:pt x="5818291" y="3350213"/>
                  </a:lnTo>
                  <a:lnTo>
                    <a:pt x="5740657" y="3342197"/>
                  </a:lnTo>
                  <a:lnTo>
                    <a:pt x="5663023" y="3333699"/>
                  </a:lnTo>
                  <a:lnTo>
                    <a:pt x="5585389" y="3324692"/>
                  </a:lnTo>
                  <a:lnTo>
                    <a:pt x="5507755" y="3315143"/>
                  </a:lnTo>
                  <a:lnTo>
                    <a:pt x="5430121" y="3305021"/>
                  </a:lnTo>
                  <a:lnTo>
                    <a:pt x="5352487" y="3294292"/>
                  </a:lnTo>
                  <a:lnTo>
                    <a:pt x="5274853" y="3282919"/>
                  </a:lnTo>
                  <a:lnTo>
                    <a:pt x="5197219" y="3270862"/>
                  </a:lnTo>
                  <a:lnTo>
                    <a:pt x="5119585" y="3258082"/>
                  </a:lnTo>
                  <a:lnTo>
                    <a:pt x="5041951" y="3244535"/>
                  </a:lnTo>
                  <a:lnTo>
                    <a:pt x="4964317" y="3230175"/>
                  </a:lnTo>
                  <a:lnTo>
                    <a:pt x="4886683" y="3214952"/>
                  </a:lnTo>
                  <a:lnTo>
                    <a:pt x="4809049" y="3198815"/>
                  </a:lnTo>
                  <a:lnTo>
                    <a:pt x="4731415" y="3181710"/>
                  </a:lnTo>
                  <a:lnTo>
                    <a:pt x="4653781" y="3163578"/>
                  </a:lnTo>
                  <a:lnTo>
                    <a:pt x="4576147" y="3144358"/>
                  </a:lnTo>
                  <a:lnTo>
                    <a:pt x="4498513" y="3123983"/>
                  </a:lnTo>
                  <a:lnTo>
                    <a:pt x="4420879" y="3102386"/>
                  </a:lnTo>
                  <a:lnTo>
                    <a:pt x="4343244" y="3079491"/>
                  </a:lnTo>
                  <a:lnTo>
                    <a:pt x="4265610" y="3055223"/>
                  </a:lnTo>
                  <a:lnTo>
                    <a:pt x="4187976" y="3029497"/>
                  </a:lnTo>
                  <a:lnTo>
                    <a:pt x="4110342" y="3002228"/>
                  </a:lnTo>
                  <a:lnTo>
                    <a:pt x="4032708" y="2973321"/>
                  </a:lnTo>
                  <a:lnTo>
                    <a:pt x="3955074" y="2942678"/>
                  </a:lnTo>
                  <a:lnTo>
                    <a:pt x="3877440" y="2910197"/>
                  </a:lnTo>
                  <a:lnTo>
                    <a:pt x="3799806" y="2875765"/>
                  </a:lnTo>
                  <a:lnTo>
                    <a:pt x="3722172" y="2839266"/>
                  </a:lnTo>
                  <a:lnTo>
                    <a:pt x="3644538" y="2800576"/>
                  </a:lnTo>
                  <a:lnTo>
                    <a:pt x="3566904" y="2759563"/>
                  </a:lnTo>
                  <a:lnTo>
                    <a:pt x="3489270" y="2716089"/>
                  </a:lnTo>
                  <a:lnTo>
                    <a:pt x="3411636" y="2670004"/>
                  </a:lnTo>
                  <a:lnTo>
                    <a:pt x="3334002" y="2649424"/>
                  </a:lnTo>
                  <a:lnTo>
                    <a:pt x="3256368" y="2642137"/>
                  </a:lnTo>
                  <a:lnTo>
                    <a:pt x="3178734" y="2634788"/>
                  </a:lnTo>
                  <a:lnTo>
                    <a:pt x="3101100" y="2627374"/>
                  </a:lnTo>
                  <a:lnTo>
                    <a:pt x="3023466" y="2619895"/>
                  </a:lnTo>
                  <a:lnTo>
                    <a:pt x="2945832" y="2612351"/>
                  </a:lnTo>
                  <a:lnTo>
                    <a:pt x="2868198" y="2604741"/>
                  </a:lnTo>
                  <a:lnTo>
                    <a:pt x="2790564" y="2597065"/>
                  </a:lnTo>
                  <a:lnTo>
                    <a:pt x="2712930" y="2589321"/>
                  </a:lnTo>
                  <a:lnTo>
                    <a:pt x="2635295" y="2581510"/>
                  </a:lnTo>
                  <a:lnTo>
                    <a:pt x="2557661" y="2573631"/>
                  </a:lnTo>
                  <a:lnTo>
                    <a:pt x="2480027" y="2565683"/>
                  </a:lnTo>
                  <a:lnTo>
                    <a:pt x="2402393" y="2557665"/>
                  </a:lnTo>
                  <a:lnTo>
                    <a:pt x="2324759" y="2549578"/>
                  </a:lnTo>
                  <a:lnTo>
                    <a:pt x="2247125" y="2541420"/>
                  </a:lnTo>
                  <a:lnTo>
                    <a:pt x="2169491" y="2533190"/>
                  </a:lnTo>
                  <a:lnTo>
                    <a:pt x="2091857" y="2524889"/>
                  </a:lnTo>
                  <a:lnTo>
                    <a:pt x="2014223" y="2516515"/>
                  </a:lnTo>
                  <a:lnTo>
                    <a:pt x="1936589" y="2508068"/>
                  </a:lnTo>
                  <a:lnTo>
                    <a:pt x="1858955" y="2499548"/>
                  </a:lnTo>
                  <a:lnTo>
                    <a:pt x="1781321" y="2490953"/>
                  </a:lnTo>
                  <a:lnTo>
                    <a:pt x="1703687" y="2482283"/>
                  </a:lnTo>
                  <a:lnTo>
                    <a:pt x="1626053" y="2473537"/>
                  </a:lnTo>
                  <a:lnTo>
                    <a:pt x="1548419" y="2464715"/>
                  </a:lnTo>
                  <a:lnTo>
                    <a:pt x="1470785" y="2455815"/>
                  </a:lnTo>
                  <a:lnTo>
                    <a:pt x="1393151" y="2446838"/>
                  </a:lnTo>
                  <a:lnTo>
                    <a:pt x="1315517" y="2437783"/>
                  </a:lnTo>
                  <a:lnTo>
                    <a:pt x="1237883" y="2428649"/>
                  </a:lnTo>
                  <a:lnTo>
                    <a:pt x="1160249" y="2419434"/>
                  </a:lnTo>
                  <a:lnTo>
                    <a:pt x="1082615" y="2410140"/>
                  </a:lnTo>
                  <a:lnTo>
                    <a:pt x="1004981" y="2400764"/>
                  </a:lnTo>
                  <a:lnTo>
                    <a:pt x="927346" y="2391306"/>
                  </a:lnTo>
                  <a:lnTo>
                    <a:pt x="849712" y="2381766"/>
                  </a:lnTo>
                  <a:lnTo>
                    <a:pt x="772078" y="2372142"/>
                  </a:lnTo>
                  <a:lnTo>
                    <a:pt x="694444" y="2362435"/>
                  </a:lnTo>
                  <a:lnTo>
                    <a:pt x="616810" y="2352642"/>
                  </a:lnTo>
                  <a:lnTo>
                    <a:pt x="539176" y="2342764"/>
                  </a:lnTo>
                  <a:lnTo>
                    <a:pt x="461542" y="2332800"/>
                  </a:lnTo>
                  <a:lnTo>
                    <a:pt x="383908" y="2322749"/>
                  </a:lnTo>
                  <a:lnTo>
                    <a:pt x="306274" y="2312610"/>
                  </a:lnTo>
                  <a:lnTo>
                    <a:pt x="228640" y="2302382"/>
                  </a:lnTo>
                  <a:lnTo>
                    <a:pt x="151006" y="2292065"/>
                  </a:lnTo>
                  <a:lnTo>
                    <a:pt x="73372" y="2281658"/>
                  </a:lnTo>
                  <a:lnTo>
                    <a:pt x="0" y="22717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92786" y="2073503"/>
              <a:ext cx="5895703" cy="2952899"/>
            </a:xfrm>
            <a:custGeom>
              <a:avLst/>
              <a:pathLst>
                <a:path w="5895703" h="2952899">
                  <a:moveTo>
                    <a:pt x="0" y="0"/>
                  </a:moveTo>
                  <a:lnTo>
                    <a:pt x="73150" y="186510"/>
                  </a:lnTo>
                  <a:lnTo>
                    <a:pt x="150784" y="373242"/>
                  </a:lnTo>
                  <a:lnTo>
                    <a:pt x="228418" y="549399"/>
                  </a:lnTo>
                  <a:lnTo>
                    <a:pt x="306052" y="715580"/>
                  </a:lnTo>
                  <a:lnTo>
                    <a:pt x="383686" y="872349"/>
                  </a:lnTo>
                  <a:lnTo>
                    <a:pt x="461320" y="1020240"/>
                  </a:lnTo>
                  <a:lnTo>
                    <a:pt x="538954" y="1159756"/>
                  </a:lnTo>
                  <a:lnTo>
                    <a:pt x="616588" y="1291370"/>
                  </a:lnTo>
                  <a:lnTo>
                    <a:pt x="694222" y="1415531"/>
                  </a:lnTo>
                  <a:lnTo>
                    <a:pt x="771856" y="1532660"/>
                  </a:lnTo>
                  <a:lnTo>
                    <a:pt x="849490" y="1643156"/>
                  </a:lnTo>
                  <a:lnTo>
                    <a:pt x="927124" y="1747394"/>
                  </a:lnTo>
                  <a:lnTo>
                    <a:pt x="1004758" y="1845729"/>
                  </a:lnTo>
                  <a:lnTo>
                    <a:pt x="1082392" y="1938495"/>
                  </a:lnTo>
                  <a:lnTo>
                    <a:pt x="1160026" y="2026007"/>
                  </a:lnTo>
                  <a:lnTo>
                    <a:pt x="1237660" y="2108563"/>
                  </a:lnTo>
                  <a:lnTo>
                    <a:pt x="1315294" y="2186444"/>
                  </a:lnTo>
                  <a:lnTo>
                    <a:pt x="1392929" y="2259914"/>
                  </a:lnTo>
                  <a:lnTo>
                    <a:pt x="1470563" y="2329223"/>
                  </a:lnTo>
                  <a:lnTo>
                    <a:pt x="1548197" y="2394607"/>
                  </a:lnTo>
                  <a:lnTo>
                    <a:pt x="1625831" y="2456288"/>
                  </a:lnTo>
                  <a:lnTo>
                    <a:pt x="1703465" y="2514476"/>
                  </a:lnTo>
                  <a:lnTo>
                    <a:pt x="1781099" y="2569369"/>
                  </a:lnTo>
                  <a:lnTo>
                    <a:pt x="1858733" y="2621153"/>
                  </a:lnTo>
                  <a:lnTo>
                    <a:pt x="1936367" y="2656647"/>
                  </a:lnTo>
                  <a:lnTo>
                    <a:pt x="2014001" y="2663807"/>
                  </a:lnTo>
                  <a:lnTo>
                    <a:pt x="2091635" y="2670906"/>
                  </a:lnTo>
                  <a:lnTo>
                    <a:pt x="2169269" y="2677943"/>
                  </a:lnTo>
                  <a:lnTo>
                    <a:pt x="2246903" y="2684919"/>
                  </a:lnTo>
                  <a:lnTo>
                    <a:pt x="2324537" y="2691835"/>
                  </a:lnTo>
                  <a:lnTo>
                    <a:pt x="2402171" y="2698691"/>
                  </a:lnTo>
                  <a:lnTo>
                    <a:pt x="2479805" y="2705487"/>
                  </a:lnTo>
                  <a:lnTo>
                    <a:pt x="2557439" y="2712225"/>
                  </a:lnTo>
                  <a:lnTo>
                    <a:pt x="2635073" y="2718905"/>
                  </a:lnTo>
                  <a:lnTo>
                    <a:pt x="2712707" y="2725526"/>
                  </a:lnTo>
                  <a:lnTo>
                    <a:pt x="2790341" y="2732090"/>
                  </a:lnTo>
                  <a:lnTo>
                    <a:pt x="2867975" y="2738598"/>
                  </a:lnTo>
                  <a:lnTo>
                    <a:pt x="2945609" y="2745049"/>
                  </a:lnTo>
                  <a:lnTo>
                    <a:pt x="3023243" y="2751444"/>
                  </a:lnTo>
                  <a:lnTo>
                    <a:pt x="3100878" y="2757784"/>
                  </a:lnTo>
                  <a:lnTo>
                    <a:pt x="3178512" y="2764069"/>
                  </a:lnTo>
                  <a:lnTo>
                    <a:pt x="3256146" y="2770299"/>
                  </a:lnTo>
                  <a:lnTo>
                    <a:pt x="3333780" y="2776476"/>
                  </a:lnTo>
                  <a:lnTo>
                    <a:pt x="3411414" y="2782599"/>
                  </a:lnTo>
                  <a:lnTo>
                    <a:pt x="3489048" y="2788669"/>
                  </a:lnTo>
                  <a:lnTo>
                    <a:pt x="3566682" y="2794687"/>
                  </a:lnTo>
                  <a:lnTo>
                    <a:pt x="3644316" y="2800652"/>
                  </a:lnTo>
                  <a:lnTo>
                    <a:pt x="3721950" y="2806566"/>
                  </a:lnTo>
                  <a:lnTo>
                    <a:pt x="3799584" y="2812429"/>
                  </a:lnTo>
                  <a:lnTo>
                    <a:pt x="3877218" y="2818241"/>
                  </a:lnTo>
                  <a:lnTo>
                    <a:pt x="3954852" y="2824002"/>
                  </a:lnTo>
                  <a:lnTo>
                    <a:pt x="4032486" y="2829714"/>
                  </a:lnTo>
                  <a:lnTo>
                    <a:pt x="4110120" y="2835376"/>
                  </a:lnTo>
                  <a:lnTo>
                    <a:pt x="4187754" y="2840989"/>
                  </a:lnTo>
                  <a:lnTo>
                    <a:pt x="4265388" y="2846554"/>
                  </a:lnTo>
                  <a:lnTo>
                    <a:pt x="4343022" y="2852071"/>
                  </a:lnTo>
                  <a:lnTo>
                    <a:pt x="4420656" y="2857539"/>
                  </a:lnTo>
                  <a:lnTo>
                    <a:pt x="4498290" y="2862961"/>
                  </a:lnTo>
                  <a:lnTo>
                    <a:pt x="4575924" y="2868335"/>
                  </a:lnTo>
                  <a:lnTo>
                    <a:pt x="4653558" y="2873663"/>
                  </a:lnTo>
                  <a:lnTo>
                    <a:pt x="4731192" y="2878945"/>
                  </a:lnTo>
                  <a:lnTo>
                    <a:pt x="4808826" y="2884181"/>
                  </a:lnTo>
                  <a:lnTo>
                    <a:pt x="4886461" y="2889371"/>
                  </a:lnTo>
                  <a:lnTo>
                    <a:pt x="4964095" y="2894517"/>
                  </a:lnTo>
                  <a:lnTo>
                    <a:pt x="5041729" y="2899618"/>
                  </a:lnTo>
                  <a:lnTo>
                    <a:pt x="5119363" y="2904675"/>
                  </a:lnTo>
                  <a:lnTo>
                    <a:pt x="5196997" y="2909689"/>
                  </a:lnTo>
                  <a:lnTo>
                    <a:pt x="5274631" y="2914659"/>
                  </a:lnTo>
                  <a:lnTo>
                    <a:pt x="5352265" y="2919585"/>
                  </a:lnTo>
                  <a:lnTo>
                    <a:pt x="5429899" y="2924470"/>
                  </a:lnTo>
                  <a:lnTo>
                    <a:pt x="5507533" y="2929311"/>
                  </a:lnTo>
                  <a:lnTo>
                    <a:pt x="5585167" y="2934111"/>
                  </a:lnTo>
                  <a:lnTo>
                    <a:pt x="5662801" y="2938870"/>
                  </a:lnTo>
                  <a:lnTo>
                    <a:pt x="5740435" y="2943587"/>
                  </a:lnTo>
                  <a:lnTo>
                    <a:pt x="5818069" y="2948263"/>
                  </a:lnTo>
                  <a:lnTo>
                    <a:pt x="5895703" y="2952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45239"/>
              <a:ext cx="7370972" cy="1170399"/>
            </a:xfrm>
            <a:custGeom>
              <a:avLst/>
              <a:pathLst>
                <a:path w="7370972" h="1170399">
                  <a:moveTo>
                    <a:pt x="7370972" y="1170399"/>
                  </a:moveTo>
                  <a:lnTo>
                    <a:pt x="7293338" y="1167901"/>
                  </a:lnTo>
                  <a:lnTo>
                    <a:pt x="7215704" y="1165253"/>
                  </a:lnTo>
                  <a:lnTo>
                    <a:pt x="7138070" y="1162446"/>
                  </a:lnTo>
                  <a:lnTo>
                    <a:pt x="7060436" y="1159471"/>
                  </a:lnTo>
                  <a:lnTo>
                    <a:pt x="6982802" y="1156317"/>
                  </a:lnTo>
                  <a:lnTo>
                    <a:pt x="6905168" y="1152973"/>
                  </a:lnTo>
                  <a:lnTo>
                    <a:pt x="6827534" y="1149429"/>
                  </a:lnTo>
                  <a:lnTo>
                    <a:pt x="6749900" y="1145672"/>
                  </a:lnTo>
                  <a:lnTo>
                    <a:pt x="6672266" y="1141690"/>
                  </a:lnTo>
                  <a:lnTo>
                    <a:pt x="6594632" y="1137468"/>
                  </a:lnTo>
                  <a:lnTo>
                    <a:pt x="6516998" y="1132993"/>
                  </a:lnTo>
                  <a:lnTo>
                    <a:pt x="6439364" y="1128250"/>
                  </a:lnTo>
                  <a:lnTo>
                    <a:pt x="6361730" y="1123222"/>
                  </a:lnTo>
                  <a:lnTo>
                    <a:pt x="6284096" y="1117891"/>
                  </a:lnTo>
                  <a:lnTo>
                    <a:pt x="6206462" y="1112241"/>
                  </a:lnTo>
                  <a:lnTo>
                    <a:pt x="6128827" y="1106252"/>
                  </a:lnTo>
                  <a:lnTo>
                    <a:pt x="6051193" y="1099903"/>
                  </a:lnTo>
                  <a:lnTo>
                    <a:pt x="5973559" y="1093173"/>
                  </a:lnTo>
                  <a:lnTo>
                    <a:pt x="5895925" y="1086039"/>
                  </a:lnTo>
                  <a:lnTo>
                    <a:pt x="5818291" y="1078476"/>
                  </a:lnTo>
                  <a:lnTo>
                    <a:pt x="5740657" y="1070460"/>
                  </a:lnTo>
                  <a:lnTo>
                    <a:pt x="5663023" y="1061962"/>
                  </a:lnTo>
                  <a:lnTo>
                    <a:pt x="5585389" y="1052955"/>
                  </a:lnTo>
                  <a:lnTo>
                    <a:pt x="5507755" y="1043406"/>
                  </a:lnTo>
                  <a:lnTo>
                    <a:pt x="5430121" y="1033285"/>
                  </a:lnTo>
                  <a:lnTo>
                    <a:pt x="5352487" y="1022555"/>
                  </a:lnTo>
                  <a:lnTo>
                    <a:pt x="5274853" y="1011182"/>
                  </a:lnTo>
                  <a:lnTo>
                    <a:pt x="5197219" y="999125"/>
                  </a:lnTo>
                  <a:lnTo>
                    <a:pt x="5119585" y="986345"/>
                  </a:lnTo>
                  <a:lnTo>
                    <a:pt x="5041951" y="972798"/>
                  </a:lnTo>
                  <a:lnTo>
                    <a:pt x="4964317" y="958438"/>
                  </a:lnTo>
                  <a:lnTo>
                    <a:pt x="4886683" y="943215"/>
                  </a:lnTo>
                  <a:lnTo>
                    <a:pt x="4809049" y="927079"/>
                  </a:lnTo>
                  <a:lnTo>
                    <a:pt x="4731415" y="909973"/>
                  </a:lnTo>
                  <a:lnTo>
                    <a:pt x="4653781" y="891841"/>
                  </a:lnTo>
                  <a:lnTo>
                    <a:pt x="4576147" y="872621"/>
                  </a:lnTo>
                  <a:lnTo>
                    <a:pt x="4498513" y="852246"/>
                  </a:lnTo>
                  <a:lnTo>
                    <a:pt x="4420879" y="830649"/>
                  </a:lnTo>
                  <a:lnTo>
                    <a:pt x="4343244" y="807754"/>
                  </a:lnTo>
                  <a:lnTo>
                    <a:pt x="4265610" y="783486"/>
                  </a:lnTo>
                  <a:lnTo>
                    <a:pt x="4187976" y="757760"/>
                  </a:lnTo>
                  <a:lnTo>
                    <a:pt x="4110342" y="730491"/>
                  </a:lnTo>
                  <a:lnTo>
                    <a:pt x="4032708" y="701584"/>
                  </a:lnTo>
                  <a:lnTo>
                    <a:pt x="3955074" y="670941"/>
                  </a:lnTo>
                  <a:lnTo>
                    <a:pt x="3877440" y="638460"/>
                  </a:lnTo>
                  <a:lnTo>
                    <a:pt x="3799806" y="604028"/>
                  </a:lnTo>
                  <a:lnTo>
                    <a:pt x="3722172" y="567529"/>
                  </a:lnTo>
                  <a:lnTo>
                    <a:pt x="3644538" y="528839"/>
                  </a:lnTo>
                  <a:lnTo>
                    <a:pt x="3566904" y="487826"/>
                  </a:lnTo>
                  <a:lnTo>
                    <a:pt x="3489270" y="444352"/>
                  </a:lnTo>
                  <a:lnTo>
                    <a:pt x="3411636" y="398267"/>
                  </a:lnTo>
                  <a:lnTo>
                    <a:pt x="3334002" y="377687"/>
                  </a:lnTo>
                  <a:lnTo>
                    <a:pt x="3256368" y="370401"/>
                  </a:lnTo>
                  <a:lnTo>
                    <a:pt x="3178734" y="363051"/>
                  </a:lnTo>
                  <a:lnTo>
                    <a:pt x="3101100" y="355637"/>
                  </a:lnTo>
                  <a:lnTo>
                    <a:pt x="3023466" y="348158"/>
                  </a:lnTo>
                  <a:lnTo>
                    <a:pt x="2945832" y="340614"/>
                  </a:lnTo>
                  <a:lnTo>
                    <a:pt x="2868198" y="333004"/>
                  </a:lnTo>
                  <a:lnTo>
                    <a:pt x="2790564" y="325328"/>
                  </a:lnTo>
                  <a:lnTo>
                    <a:pt x="2712930" y="317584"/>
                  </a:lnTo>
                  <a:lnTo>
                    <a:pt x="2635295" y="309773"/>
                  </a:lnTo>
                  <a:lnTo>
                    <a:pt x="2557661" y="301894"/>
                  </a:lnTo>
                  <a:lnTo>
                    <a:pt x="2480027" y="293946"/>
                  </a:lnTo>
                  <a:lnTo>
                    <a:pt x="2402393" y="285928"/>
                  </a:lnTo>
                  <a:lnTo>
                    <a:pt x="2324759" y="277841"/>
                  </a:lnTo>
                  <a:lnTo>
                    <a:pt x="2247125" y="269683"/>
                  </a:lnTo>
                  <a:lnTo>
                    <a:pt x="2169491" y="261453"/>
                  </a:lnTo>
                  <a:lnTo>
                    <a:pt x="2091857" y="253152"/>
                  </a:lnTo>
                  <a:lnTo>
                    <a:pt x="2014223" y="244778"/>
                  </a:lnTo>
                  <a:lnTo>
                    <a:pt x="1936589" y="236331"/>
                  </a:lnTo>
                  <a:lnTo>
                    <a:pt x="1858955" y="227811"/>
                  </a:lnTo>
                  <a:lnTo>
                    <a:pt x="1781321" y="219216"/>
                  </a:lnTo>
                  <a:lnTo>
                    <a:pt x="1703687" y="210546"/>
                  </a:lnTo>
                  <a:lnTo>
                    <a:pt x="1626053" y="201800"/>
                  </a:lnTo>
                  <a:lnTo>
                    <a:pt x="1548419" y="192978"/>
                  </a:lnTo>
                  <a:lnTo>
                    <a:pt x="1470785" y="184078"/>
                  </a:lnTo>
                  <a:lnTo>
                    <a:pt x="1393151" y="175101"/>
                  </a:lnTo>
                  <a:lnTo>
                    <a:pt x="1315517" y="166046"/>
                  </a:lnTo>
                  <a:lnTo>
                    <a:pt x="1237883" y="156912"/>
                  </a:lnTo>
                  <a:lnTo>
                    <a:pt x="1160249" y="147697"/>
                  </a:lnTo>
                  <a:lnTo>
                    <a:pt x="1082615" y="138403"/>
                  </a:lnTo>
                  <a:lnTo>
                    <a:pt x="1004981" y="129027"/>
                  </a:lnTo>
                  <a:lnTo>
                    <a:pt x="927346" y="119569"/>
                  </a:lnTo>
                  <a:lnTo>
                    <a:pt x="849712" y="110029"/>
                  </a:lnTo>
                  <a:lnTo>
                    <a:pt x="772078" y="100405"/>
                  </a:lnTo>
                  <a:lnTo>
                    <a:pt x="694444" y="90698"/>
                  </a:lnTo>
                  <a:lnTo>
                    <a:pt x="616810" y="80905"/>
                  </a:lnTo>
                  <a:lnTo>
                    <a:pt x="539176" y="71027"/>
                  </a:lnTo>
                  <a:lnTo>
                    <a:pt x="461542" y="61063"/>
                  </a:lnTo>
                  <a:lnTo>
                    <a:pt x="383908" y="51012"/>
                  </a:lnTo>
                  <a:lnTo>
                    <a:pt x="306274" y="40873"/>
                  </a:lnTo>
                  <a:lnTo>
                    <a:pt x="228640" y="30645"/>
                  </a:lnTo>
                  <a:lnTo>
                    <a:pt x="151006" y="20328"/>
                  </a:lnTo>
                  <a:lnTo>
                    <a:pt x="73372" y="99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77891" y="2073503"/>
              <a:ext cx="7310598" cy="3335123"/>
            </a:xfrm>
            <a:custGeom>
              <a:avLst/>
              <a:pathLst>
                <a:path w="7310598" h="3335123">
                  <a:moveTo>
                    <a:pt x="0" y="0"/>
                  </a:moveTo>
                  <a:lnTo>
                    <a:pt x="12998" y="19757"/>
                  </a:lnTo>
                  <a:lnTo>
                    <a:pt x="90632" y="133870"/>
                  </a:lnTo>
                  <a:lnTo>
                    <a:pt x="168266" y="244223"/>
                  </a:lnTo>
                  <a:lnTo>
                    <a:pt x="245900" y="350942"/>
                  </a:lnTo>
                  <a:lnTo>
                    <a:pt x="323534" y="454145"/>
                  </a:lnTo>
                  <a:lnTo>
                    <a:pt x="401168" y="553948"/>
                  </a:lnTo>
                  <a:lnTo>
                    <a:pt x="478802" y="650463"/>
                  </a:lnTo>
                  <a:lnTo>
                    <a:pt x="556436" y="743799"/>
                  </a:lnTo>
                  <a:lnTo>
                    <a:pt x="634070" y="834060"/>
                  </a:lnTo>
                  <a:lnTo>
                    <a:pt x="711704" y="921348"/>
                  </a:lnTo>
                  <a:lnTo>
                    <a:pt x="789338" y="1005760"/>
                  </a:lnTo>
                  <a:lnTo>
                    <a:pt x="866972" y="1087392"/>
                  </a:lnTo>
                  <a:lnTo>
                    <a:pt x="944607" y="1166334"/>
                  </a:lnTo>
                  <a:lnTo>
                    <a:pt x="1022241" y="1242676"/>
                  </a:lnTo>
                  <a:lnTo>
                    <a:pt x="1099875" y="1316502"/>
                  </a:lnTo>
                  <a:lnTo>
                    <a:pt x="1177509" y="1387897"/>
                  </a:lnTo>
                  <a:lnTo>
                    <a:pt x="1255143" y="1456940"/>
                  </a:lnTo>
                  <a:lnTo>
                    <a:pt x="1332777" y="1523708"/>
                  </a:lnTo>
                  <a:lnTo>
                    <a:pt x="1410411" y="1588277"/>
                  </a:lnTo>
                  <a:lnTo>
                    <a:pt x="1488045" y="1650719"/>
                  </a:lnTo>
                  <a:lnTo>
                    <a:pt x="1565679" y="1711104"/>
                  </a:lnTo>
                  <a:lnTo>
                    <a:pt x="1643313" y="1769499"/>
                  </a:lnTo>
                  <a:lnTo>
                    <a:pt x="1720947" y="1825971"/>
                  </a:lnTo>
                  <a:lnTo>
                    <a:pt x="1798581" y="1880583"/>
                  </a:lnTo>
                  <a:lnTo>
                    <a:pt x="1876215" y="1933395"/>
                  </a:lnTo>
                  <a:lnTo>
                    <a:pt x="1953849" y="1984468"/>
                  </a:lnTo>
                  <a:lnTo>
                    <a:pt x="2031483" y="2033858"/>
                  </a:lnTo>
                  <a:lnTo>
                    <a:pt x="2109117" y="2081621"/>
                  </a:lnTo>
                  <a:lnTo>
                    <a:pt x="2186751" y="2127811"/>
                  </a:lnTo>
                  <a:lnTo>
                    <a:pt x="2264385" y="2172479"/>
                  </a:lnTo>
                  <a:lnTo>
                    <a:pt x="2342019" y="2215676"/>
                  </a:lnTo>
                  <a:lnTo>
                    <a:pt x="2419653" y="2257449"/>
                  </a:lnTo>
                  <a:lnTo>
                    <a:pt x="2497287" y="2297847"/>
                  </a:lnTo>
                  <a:lnTo>
                    <a:pt x="2574921" y="2336914"/>
                  </a:lnTo>
                  <a:lnTo>
                    <a:pt x="2652556" y="2374693"/>
                  </a:lnTo>
                  <a:lnTo>
                    <a:pt x="2730190" y="2411228"/>
                  </a:lnTo>
                  <a:lnTo>
                    <a:pt x="2807824" y="2446560"/>
                  </a:lnTo>
                  <a:lnTo>
                    <a:pt x="2885458" y="2480728"/>
                  </a:lnTo>
                  <a:lnTo>
                    <a:pt x="2963092" y="2513770"/>
                  </a:lnTo>
                  <a:lnTo>
                    <a:pt x="3040726" y="2545723"/>
                  </a:lnTo>
                  <a:lnTo>
                    <a:pt x="3118360" y="2576624"/>
                  </a:lnTo>
                  <a:lnTo>
                    <a:pt x="3195994" y="2606507"/>
                  </a:lnTo>
                  <a:lnTo>
                    <a:pt x="3273628" y="2635406"/>
                  </a:lnTo>
                  <a:lnTo>
                    <a:pt x="3351262" y="2663353"/>
                  </a:lnTo>
                  <a:lnTo>
                    <a:pt x="3428896" y="2690378"/>
                  </a:lnTo>
                  <a:lnTo>
                    <a:pt x="3506530" y="2716514"/>
                  </a:lnTo>
                  <a:lnTo>
                    <a:pt x="3584164" y="2741789"/>
                  </a:lnTo>
                  <a:lnTo>
                    <a:pt x="3661798" y="2766231"/>
                  </a:lnTo>
                  <a:lnTo>
                    <a:pt x="3739432" y="2789868"/>
                  </a:lnTo>
                  <a:lnTo>
                    <a:pt x="3817066" y="2812726"/>
                  </a:lnTo>
                  <a:lnTo>
                    <a:pt x="3894700" y="2834831"/>
                  </a:lnTo>
                  <a:lnTo>
                    <a:pt x="3972334" y="2856208"/>
                  </a:lnTo>
                  <a:lnTo>
                    <a:pt x="4049968" y="2876881"/>
                  </a:lnTo>
                  <a:lnTo>
                    <a:pt x="4127602" y="2896873"/>
                  </a:lnTo>
                  <a:lnTo>
                    <a:pt x="4205236" y="2916206"/>
                  </a:lnTo>
                  <a:lnTo>
                    <a:pt x="4282870" y="2934902"/>
                  </a:lnTo>
                  <a:lnTo>
                    <a:pt x="4360505" y="2952982"/>
                  </a:lnTo>
                  <a:lnTo>
                    <a:pt x="4438139" y="2970467"/>
                  </a:lnTo>
                  <a:lnTo>
                    <a:pt x="4515773" y="2987376"/>
                  </a:lnTo>
                  <a:lnTo>
                    <a:pt x="4593407" y="3003728"/>
                  </a:lnTo>
                  <a:lnTo>
                    <a:pt x="4671041" y="3019541"/>
                  </a:lnTo>
                  <a:lnTo>
                    <a:pt x="4748675" y="3034833"/>
                  </a:lnTo>
                  <a:lnTo>
                    <a:pt x="4826309" y="3049621"/>
                  </a:lnTo>
                  <a:lnTo>
                    <a:pt x="4903943" y="3063923"/>
                  </a:lnTo>
                  <a:lnTo>
                    <a:pt x="4981577" y="3077753"/>
                  </a:lnTo>
                  <a:lnTo>
                    <a:pt x="5059211" y="3091127"/>
                  </a:lnTo>
                  <a:lnTo>
                    <a:pt x="5136845" y="3104061"/>
                  </a:lnTo>
                  <a:lnTo>
                    <a:pt x="5214479" y="3116569"/>
                  </a:lnTo>
                  <a:lnTo>
                    <a:pt x="5292113" y="3128665"/>
                  </a:lnTo>
                  <a:lnTo>
                    <a:pt x="5369747" y="3140362"/>
                  </a:lnTo>
                  <a:lnTo>
                    <a:pt x="5447381" y="3151674"/>
                  </a:lnTo>
                  <a:lnTo>
                    <a:pt x="5525015" y="3162613"/>
                  </a:lnTo>
                  <a:lnTo>
                    <a:pt x="5602649" y="3173192"/>
                  </a:lnTo>
                  <a:lnTo>
                    <a:pt x="5680283" y="3183423"/>
                  </a:lnTo>
                  <a:lnTo>
                    <a:pt x="5757917" y="3193316"/>
                  </a:lnTo>
                  <a:lnTo>
                    <a:pt x="5835551" y="3202884"/>
                  </a:lnTo>
                  <a:lnTo>
                    <a:pt x="5913185" y="3212136"/>
                  </a:lnTo>
                  <a:lnTo>
                    <a:pt x="5990819" y="3221084"/>
                  </a:lnTo>
                  <a:lnTo>
                    <a:pt x="6068454" y="3229737"/>
                  </a:lnTo>
                  <a:lnTo>
                    <a:pt x="6146088" y="3238104"/>
                  </a:lnTo>
                  <a:lnTo>
                    <a:pt x="6223722" y="3246196"/>
                  </a:lnTo>
                  <a:lnTo>
                    <a:pt x="6301356" y="3254022"/>
                  </a:lnTo>
                  <a:lnTo>
                    <a:pt x="6378990" y="3261590"/>
                  </a:lnTo>
                  <a:lnTo>
                    <a:pt x="6456624" y="3268908"/>
                  </a:lnTo>
                  <a:lnTo>
                    <a:pt x="6534258" y="3275986"/>
                  </a:lnTo>
                  <a:lnTo>
                    <a:pt x="6611892" y="3282830"/>
                  </a:lnTo>
                  <a:lnTo>
                    <a:pt x="6689526" y="3289448"/>
                  </a:lnTo>
                  <a:lnTo>
                    <a:pt x="6767160" y="3295849"/>
                  </a:lnTo>
                  <a:lnTo>
                    <a:pt x="6844794" y="3302039"/>
                  </a:lnTo>
                  <a:lnTo>
                    <a:pt x="6922428" y="3308025"/>
                  </a:lnTo>
                  <a:lnTo>
                    <a:pt x="7000062" y="3313814"/>
                  </a:lnTo>
                  <a:lnTo>
                    <a:pt x="7077696" y="3319412"/>
                  </a:lnTo>
                  <a:lnTo>
                    <a:pt x="7155330" y="3324825"/>
                  </a:lnTo>
                  <a:lnTo>
                    <a:pt x="7232964" y="3330061"/>
                  </a:lnTo>
                  <a:lnTo>
                    <a:pt x="7310598" y="33351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0.51-0.91), p = 0.008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2026-06-02T08:49:35Z</dcterms:modified>
  <cp:category/>
</cp:coreProperties>
</file>