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09015"/>
            </a:xfrm>
            <a:custGeom>
              <a:avLst/>
              <a:pathLst>
                <a:path w="7370972" h="3609015">
                  <a:moveTo>
                    <a:pt x="1475269" y="0"/>
                  </a:moveTo>
                  <a:lnTo>
                    <a:pt x="1548419" y="195552"/>
                  </a:lnTo>
                  <a:lnTo>
                    <a:pt x="1626053" y="391337"/>
                  </a:lnTo>
                  <a:lnTo>
                    <a:pt x="1703687" y="576035"/>
                  </a:lnTo>
                  <a:lnTo>
                    <a:pt x="1781321" y="750272"/>
                  </a:lnTo>
                  <a:lnTo>
                    <a:pt x="1858955" y="914642"/>
                  </a:lnTo>
                  <a:lnTo>
                    <a:pt x="1936589" y="1069703"/>
                  </a:lnTo>
                  <a:lnTo>
                    <a:pt x="2014223" y="1215983"/>
                  </a:lnTo>
                  <a:lnTo>
                    <a:pt x="2091857" y="1353978"/>
                  </a:lnTo>
                  <a:lnTo>
                    <a:pt x="2169491" y="1484158"/>
                  </a:lnTo>
                  <a:lnTo>
                    <a:pt x="2247125" y="1606966"/>
                  </a:lnTo>
                  <a:lnTo>
                    <a:pt x="2324759" y="1722819"/>
                  </a:lnTo>
                  <a:lnTo>
                    <a:pt x="2402393" y="1832110"/>
                  </a:lnTo>
                  <a:lnTo>
                    <a:pt x="2480027" y="1935212"/>
                  </a:lnTo>
                  <a:lnTo>
                    <a:pt x="2557661" y="2032476"/>
                  </a:lnTo>
                  <a:lnTo>
                    <a:pt x="2635295" y="2124230"/>
                  </a:lnTo>
                  <a:lnTo>
                    <a:pt x="2712930" y="2210789"/>
                  </a:lnTo>
                  <a:lnTo>
                    <a:pt x="2790564" y="2292445"/>
                  </a:lnTo>
                  <a:lnTo>
                    <a:pt x="2868198" y="2369477"/>
                  </a:lnTo>
                  <a:lnTo>
                    <a:pt x="2945832" y="2442147"/>
                  </a:lnTo>
                  <a:lnTo>
                    <a:pt x="3023466" y="2510701"/>
                  </a:lnTo>
                  <a:lnTo>
                    <a:pt x="3101100" y="2575372"/>
                  </a:lnTo>
                  <a:lnTo>
                    <a:pt x="3178734" y="2636381"/>
                  </a:lnTo>
                  <a:lnTo>
                    <a:pt x="3256368" y="2693935"/>
                  </a:lnTo>
                  <a:lnTo>
                    <a:pt x="3334002" y="2748230"/>
                  </a:lnTo>
                  <a:lnTo>
                    <a:pt x="3411636" y="2785445"/>
                  </a:lnTo>
                  <a:lnTo>
                    <a:pt x="3489270" y="2792952"/>
                  </a:lnTo>
                  <a:lnTo>
                    <a:pt x="3566904" y="2800395"/>
                  </a:lnTo>
                  <a:lnTo>
                    <a:pt x="3644538" y="2807773"/>
                  </a:lnTo>
                  <a:lnTo>
                    <a:pt x="3722172" y="2815088"/>
                  </a:lnTo>
                  <a:lnTo>
                    <a:pt x="3799806" y="2822339"/>
                  </a:lnTo>
                  <a:lnTo>
                    <a:pt x="3877440" y="2829527"/>
                  </a:lnTo>
                  <a:lnTo>
                    <a:pt x="3955074" y="2836653"/>
                  </a:lnTo>
                  <a:lnTo>
                    <a:pt x="4032708" y="2843718"/>
                  </a:lnTo>
                  <a:lnTo>
                    <a:pt x="4110342" y="2850721"/>
                  </a:lnTo>
                  <a:lnTo>
                    <a:pt x="4187976" y="2857663"/>
                  </a:lnTo>
                  <a:lnTo>
                    <a:pt x="4265610" y="2864546"/>
                  </a:lnTo>
                  <a:lnTo>
                    <a:pt x="4343244" y="2871369"/>
                  </a:lnTo>
                  <a:lnTo>
                    <a:pt x="4420879" y="2878133"/>
                  </a:lnTo>
                  <a:lnTo>
                    <a:pt x="4498513" y="2884838"/>
                  </a:lnTo>
                  <a:lnTo>
                    <a:pt x="4576147" y="2891485"/>
                  </a:lnTo>
                  <a:lnTo>
                    <a:pt x="4653781" y="2898075"/>
                  </a:lnTo>
                  <a:lnTo>
                    <a:pt x="4731415" y="2904607"/>
                  </a:lnTo>
                  <a:lnTo>
                    <a:pt x="4809049" y="2911083"/>
                  </a:lnTo>
                  <a:lnTo>
                    <a:pt x="4886683" y="2917503"/>
                  </a:lnTo>
                  <a:lnTo>
                    <a:pt x="4964317" y="2923868"/>
                  </a:lnTo>
                  <a:lnTo>
                    <a:pt x="5041951" y="2930177"/>
                  </a:lnTo>
                  <a:lnTo>
                    <a:pt x="5119585" y="2936432"/>
                  </a:lnTo>
                  <a:lnTo>
                    <a:pt x="5197219" y="2942632"/>
                  </a:lnTo>
                  <a:lnTo>
                    <a:pt x="5274853" y="2948779"/>
                  </a:lnTo>
                  <a:lnTo>
                    <a:pt x="5352487" y="2954873"/>
                  </a:lnTo>
                  <a:lnTo>
                    <a:pt x="5430121" y="2960914"/>
                  </a:lnTo>
                  <a:lnTo>
                    <a:pt x="5507755" y="2966903"/>
                  </a:lnTo>
                  <a:lnTo>
                    <a:pt x="5585389" y="2972839"/>
                  </a:lnTo>
                  <a:lnTo>
                    <a:pt x="5663023" y="2978725"/>
                  </a:lnTo>
                  <a:lnTo>
                    <a:pt x="5740657" y="2984559"/>
                  </a:lnTo>
                  <a:lnTo>
                    <a:pt x="5818291" y="2990343"/>
                  </a:lnTo>
                  <a:lnTo>
                    <a:pt x="5895925" y="2996077"/>
                  </a:lnTo>
                  <a:lnTo>
                    <a:pt x="5973559" y="3001761"/>
                  </a:lnTo>
                  <a:lnTo>
                    <a:pt x="6051193" y="3007396"/>
                  </a:lnTo>
                  <a:lnTo>
                    <a:pt x="6128827" y="3012982"/>
                  </a:lnTo>
                  <a:lnTo>
                    <a:pt x="6206462" y="3018520"/>
                  </a:lnTo>
                  <a:lnTo>
                    <a:pt x="6284096" y="3024010"/>
                  </a:lnTo>
                  <a:lnTo>
                    <a:pt x="6361730" y="3029452"/>
                  </a:lnTo>
                  <a:lnTo>
                    <a:pt x="6439364" y="3034847"/>
                  </a:lnTo>
                  <a:lnTo>
                    <a:pt x="6516998" y="3040196"/>
                  </a:lnTo>
                  <a:lnTo>
                    <a:pt x="6594632" y="3045498"/>
                  </a:lnTo>
                  <a:lnTo>
                    <a:pt x="6672266" y="3050754"/>
                  </a:lnTo>
                  <a:lnTo>
                    <a:pt x="6749900" y="3055965"/>
                  </a:lnTo>
                  <a:lnTo>
                    <a:pt x="6827534" y="3061131"/>
                  </a:lnTo>
                  <a:lnTo>
                    <a:pt x="6905168" y="3066252"/>
                  </a:lnTo>
                  <a:lnTo>
                    <a:pt x="6982802" y="3071329"/>
                  </a:lnTo>
                  <a:lnTo>
                    <a:pt x="7060436" y="3076361"/>
                  </a:lnTo>
                  <a:lnTo>
                    <a:pt x="7138070" y="3081350"/>
                  </a:lnTo>
                  <a:lnTo>
                    <a:pt x="7215704" y="3086296"/>
                  </a:lnTo>
                  <a:lnTo>
                    <a:pt x="7293338" y="3091199"/>
                  </a:lnTo>
                  <a:lnTo>
                    <a:pt x="7370972" y="3096060"/>
                  </a:lnTo>
                  <a:lnTo>
                    <a:pt x="7370972" y="3609015"/>
                  </a:lnTo>
                  <a:lnTo>
                    <a:pt x="7293338" y="3606396"/>
                  </a:lnTo>
                  <a:lnTo>
                    <a:pt x="7215704" y="3603620"/>
                  </a:lnTo>
                  <a:lnTo>
                    <a:pt x="7138070" y="3600677"/>
                  </a:lnTo>
                  <a:lnTo>
                    <a:pt x="7060436" y="3597557"/>
                  </a:lnTo>
                  <a:lnTo>
                    <a:pt x="6982802" y="3594250"/>
                  </a:lnTo>
                  <a:lnTo>
                    <a:pt x="6905168" y="3590745"/>
                  </a:lnTo>
                  <a:lnTo>
                    <a:pt x="6827534" y="3587029"/>
                  </a:lnTo>
                  <a:lnTo>
                    <a:pt x="6749900" y="3583090"/>
                  </a:lnTo>
                  <a:lnTo>
                    <a:pt x="6672266" y="3578914"/>
                  </a:lnTo>
                  <a:lnTo>
                    <a:pt x="6594632" y="3574488"/>
                  </a:lnTo>
                  <a:lnTo>
                    <a:pt x="6516998" y="3569796"/>
                  </a:lnTo>
                  <a:lnTo>
                    <a:pt x="6439364" y="3564823"/>
                  </a:lnTo>
                  <a:lnTo>
                    <a:pt x="6361730" y="3559551"/>
                  </a:lnTo>
                  <a:lnTo>
                    <a:pt x="6284096" y="3553962"/>
                  </a:lnTo>
                  <a:lnTo>
                    <a:pt x="6206462" y="3548038"/>
                  </a:lnTo>
                  <a:lnTo>
                    <a:pt x="6128827" y="3541758"/>
                  </a:lnTo>
                  <a:lnTo>
                    <a:pt x="6051193" y="3535102"/>
                  </a:lnTo>
                  <a:lnTo>
                    <a:pt x="5973559" y="3528045"/>
                  </a:lnTo>
                  <a:lnTo>
                    <a:pt x="5895925" y="3520565"/>
                  </a:lnTo>
                  <a:lnTo>
                    <a:pt x="5818291" y="3512636"/>
                  </a:lnTo>
                  <a:lnTo>
                    <a:pt x="5740657" y="3504231"/>
                  </a:lnTo>
                  <a:lnTo>
                    <a:pt x="5663023" y="3495322"/>
                  </a:lnTo>
                  <a:lnTo>
                    <a:pt x="5585389" y="3485877"/>
                  </a:lnTo>
                  <a:lnTo>
                    <a:pt x="5507755" y="3475866"/>
                  </a:lnTo>
                  <a:lnTo>
                    <a:pt x="5430121" y="3465253"/>
                  </a:lnTo>
                  <a:lnTo>
                    <a:pt x="5352487" y="3454004"/>
                  </a:lnTo>
                  <a:lnTo>
                    <a:pt x="5274853" y="3442079"/>
                  </a:lnTo>
                  <a:lnTo>
                    <a:pt x="5197219" y="3429438"/>
                  </a:lnTo>
                  <a:lnTo>
                    <a:pt x="5119585" y="3416039"/>
                  </a:lnTo>
                  <a:lnTo>
                    <a:pt x="5041951" y="3401835"/>
                  </a:lnTo>
                  <a:lnTo>
                    <a:pt x="4964317" y="3386778"/>
                  </a:lnTo>
                  <a:lnTo>
                    <a:pt x="4886683" y="3370817"/>
                  </a:lnTo>
                  <a:lnTo>
                    <a:pt x="4809049" y="3353899"/>
                  </a:lnTo>
                  <a:lnTo>
                    <a:pt x="4731415" y="3335964"/>
                  </a:lnTo>
                  <a:lnTo>
                    <a:pt x="4653781" y="3316953"/>
                  </a:lnTo>
                  <a:lnTo>
                    <a:pt x="4576147" y="3296800"/>
                  </a:lnTo>
                  <a:lnTo>
                    <a:pt x="4498513" y="3275438"/>
                  </a:lnTo>
                  <a:lnTo>
                    <a:pt x="4420879" y="3252794"/>
                  </a:lnTo>
                  <a:lnTo>
                    <a:pt x="4343244" y="3228789"/>
                  </a:lnTo>
                  <a:lnTo>
                    <a:pt x="4265610" y="3203344"/>
                  </a:lnTo>
                  <a:lnTo>
                    <a:pt x="4187976" y="3176372"/>
                  </a:lnTo>
                  <a:lnTo>
                    <a:pt x="4110342" y="3147780"/>
                  </a:lnTo>
                  <a:lnTo>
                    <a:pt x="4032708" y="3117471"/>
                  </a:lnTo>
                  <a:lnTo>
                    <a:pt x="3955074" y="3085344"/>
                  </a:lnTo>
                  <a:lnTo>
                    <a:pt x="3877440" y="3051287"/>
                  </a:lnTo>
                  <a:lnTo>
                    <a:pt x="3799806" y="3015186"/>
                  </a:lnTo>
                  <a:lnTo>
                    <a:pt x="3722172" y="2976917"/>
                  </a:lnTo>
                  <a:lnTo>
                    <a:pt x="3644538" y="2936352"/>
                  </a:lnTo>
                  <a:lnTo>
                    <a:pt x="3566904" y="2893351"/>
                  </a:lnTo>
                  <a:lnTo>
                    <a:pt x="3489270" y="2847768"/>
                  </a:lnTo>
                  <a:lnTo>
                    <a:pt x="3411636" y="2799449"/>
                  </a:lnTo>
                  <a:lnTo>
                    <a:pt x="3334002" y="2777871"/>
                  </a:lnTo>
                  <a:lnTo>
                    <a:pt x="3256368" y="2770232"/>
                  </a:lnTo>
                  <a:lnTo>
                    <a:pt x="3178734" y="2762526"/>
                  </a:lnTo>
                  <a:lnTo>
                    <a:pt x="3101100" y="2754752"/>
                  </a:lnTo>
                  <a:lnTo>
                    <a:pt x="3023466" y="2746911"/>
                  </a:lnTo>
                  <a:lnTo>
                    <a:pt x="2945832" y="2739001"/>
                  </a:lnTo>
                  <a:lnTo>
                    <a:pt x="2868198" y="2731022"/>
                  </a:lnTo>
                  <a:lnTo>
                    <a:pt x="2790564" y="2722974"/>
                  </a:lnTo>
                  <a:lnTo>
                    <a:pt x="2712930" y="2714855"/>
                  </a:lnTo>
                  <a:lnTo>
                    <a:pt x="2635295" y="2706665"/>
                  </a:lnTo>
                  <a:lnTo>
                    <a:pt x="2557661" y="2698404"/>
                  </a:lnTo>
                  <a:lnTo>
                    <a:pt x="2480027" y="2690071"/>
                  </a:lnTo>
                  <a:lnTo>
                    <a:pt x="2402393" y="2681664"/>
                  </a:lnTo>
                  <a:lnTo>
                    <a:pt x="2324759" y="2673185"/>
                  </a:lnTo>
                  <a:lnTo>
                    <a:pt x="2247125" y="2664631"/>
                  </a:lnTo>
                  <a:lnTo>
                    <a:pt x="2169491" y="2656003"/>
                  </a:lnTo>
                  <a:lnTo>
                    <a:pt x="2091857" y="2647299"/>
                  </a:lnTo>
                  <a:lnTo>
                    <a:pt x="2014223" y="2638519"/>
                  </a:lnTo>
                  <a:lnTo>
                    <a:pt x="1936589" y="2629663"/>
                  </a:lnTo>
                  <a:lnTo>
                    <a:pt x="1858955" y="2620729"/>
                  </a:lnTo>
                  <a:lnTo>
                    <a:pt x="1781321" y="2611718"/>
                  </a:lnTo>
                  <a:lnTo>
                    <a:pt x="1703687" y="2602627"/>
                  </a:lnTo>
                  <a:lnTo>
                    <a:pt x="1626053" y="2593457"/>
                  </a:lnTo>
                  <a:lnTo>
                    <a:pt x="1548419" y="2584207"/>
                  </a:lnTo>
                  <a:lnTo>
                    <a:pt x="1470785" y="2574877"/>
                  </a:lnTo>
                  <a:lnTo>
                    <a:pt x="1393151" y="2565465"/>
                  </a:lnTo>
                  <a:lnTo>
                    <a:pt x="1315517" y="2555970"/>
                  </a:lnTo>
                  <a:lnTo>
                    <a:pt x="1237883" y="2546393"/>
                  </a:lnTo>
                  <a:lnTo>
                    <a:pt x="1160249" y="2536732"/>
                  </a:lnTo>
                  <a:lnTo>
                    <a:pt x="1082615" y="2526987"/>
                  </a:lnTo>
                  <a:lnTo>
                    <a:pt x="1004981" y="2517156"/>
                  </a:lnTo>
                  <a:lnTo>
                    <a:pt x="927346" y="2507240"/>
                  </a:lnTo>
                  <a:lnTo>
                    <a:pt x="849712" y="2497237"/>
                  </a:lnTo>
                  <a:lnTo>
                    <a:pt x="772078" y="2487147"/>
                  </a:lnTo>
                  <a:lnTo>
                    <a:pt x="694444" y="2476969"/>
                  </a:lnTo>
                  <a:lnTo>
                    <a:pt x="616810" y="2466701"/>
                  </a:lnTo>
                  <a:lnTo>
                    <a:pt x="539176" y="2456345"/>
                  </a:lnTo>
                  <a:lnTo>
                    <a:pt x="461542" y="2445897"/>
                  </a:lnTo>
                  <a:lnTo>
                    <a:pt x="383908" y="2435359"/>
                  </a:lnTo>
                  <a:lnTo>
                    <a:pt x="306274" y="2424728"/>
                  </a:lnTo>
                  <a:lnTo>
                    <a:pt x="228640" y="2414005"/>
                  </a:lnTo>
                  <a:lnTo>
                    <a:pt x="151006" y="2403188"/>
                  </a:lnTo>
                  <a:lnTo>
                    <a:pt x="73372" y="2392276"/>
                  </a:lnTo>
                  <a:lnTo>
                    <a:pt x="0" y="23818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292786" y="1896563"/>
              <a:ext cx="5895703" cy="3096060"/>
            </a:xfrm>
            <a:custGeom>
              <a:avLst/>
              <a:pathLst>
                <a:path w="5895703" h="3096060">
                  <a:moveTo>
                    <a:pt x="0" y="0"/>
                  </a:moveTo>
                  <a:lnTo>
                    <a:pt x="73150" y="195552"/>
                  </a:lnTo>
                  <a:lnTo>
                    <a:pt x="150784" y="391337"/>
                  </a:lnTo>
                  <a:lnTo>
                    <a:pt x="228418" y="576035"/>
                  </a:lnTo>
                  <a:lnTo>
                    <a:pt x="306052" y="750272"/>
                  </a:lnTo>
                  <a:lnTo>
                    <a:pt x="383686" y="914642"/>
                  </a:lnTo>
                  <a:lnTo>
                    <a:pt x="461320" y="1069703"/>
                  </a:lnTo>
                  <a:lnTo>
                    <a:pt x="538954" y="1215983"/>
                  </a:lnTo>
                  <a:lnTo>
                    <a:pt x="616588" y="1353978"/>
                  </a:lnTo>
                  <a:lnTo>
                    <a:pt x="694222" y="1484158"/>
                  </a:lnTo>
                  <a:lnTo>
                    <a:pt x="771856" y="1606966"/>
                  </a:lnTo>
                  <a:lnTo>
                    <a:pt x="849490" y="1722819"/>
                  </a:lnTo>
                  <a:lnTo>
                    <a:pt x="927124" y="1832110"/>
                  </a:lnTo>
                  <a:lnTo>
                    <a:pt x="1004758" y="1935212"/>
                  </a:lnTo>
                  <a:lnTo>
                    <a:pt x="1082392" y="2032476"/>
                  </a:lnTo>
                  <a:lnTo>
                    <a:pt x="1160026" y="2124230"/>
                  </a:lnTo>
                  <a:lnTo>
                    <a:pt x="1237660" y="2210789"/>
                  </a:lnTo>
                  <a:lnTo>
                    <a:pt x="1315295" y="2292445"/>
                  </a:lnTo>
                  <a:lnTo>
                    <a:pt x="1392929" y="2369477"/>
                  </a:lnTo>
                  <a:lnTo>
                    <a:pt x="1470563" y="2442147"/>
                  </a:lnTo>
                  <a:lnTo>
                    <a:pt x="1548197" y="2510701"/>
                  </a:lnTo>
                  <a:lnTo>
                    <a:pt x="1625831" y="2575372"/>
                  </a:lnTo>
                  <a:lnTo>
                    <a:pt x="1703465" y="2636381"/>
                  </a:lnTo>
                  <a:lnTo>
                    <a:pt x="1781099" y="2693935"/>
                  </a:lnTo>
                  <a:lnTo>
                    <a:pt x="1858733" y="2748230"/>
                  </a:lnTo>
                  <a:lnTo>
                    <a:pt x="1936367" y="2785445"/>
                  </a:lnTo>
                  <a:lnTo>
                    <a:pt x="2014001" y="2792952"/>
                  </a:lnTo>
                  <a:lnTo>
                    <a:pt x="2091635" y="2800395"/>
                  </a:lnTo>
                  <a:lnTo>
                    <a:pt x="2169269" y="2807773"/>
                  </a:lnTo>
                  <a:lnTo>
                    <a:pt x="2246903" y="2815088"/>
                  </a:lnTo>
                  <a:lnTo>
                    <a:pt x="2324537" y="2822339"/>
                  </a:lnTo>
                  <a:lnTo>
                    <a:pt x="2402171" y="2829527"/>
                  </a:lnTo>
                  <a:lnTo>
                    <a:pt x="2479805" y="2836653"/>
                  </a:lnTo>
                  <a:lnTo>
                    <a:pt x="2557439" y="2843718"/>
                  </a:lnTo>
                  <a:lnTo>
                    <a:pt x="2635073" y="2850721"/>
                  </a:lnTo>
                  <a:lnTo>
                    <a:pt x="2712707" y="2857663"/>
                  </a:lnTo>
                  <a:lnTo>
                    <a:pt x="2790341" y="2864546"/>
                  </a:lnTo>
                  <a:lnTo>
                    <a:pt x="2867975" y="2871369"/>
                  </a:lnTo>
                  <a:lnTo>
                    <a:pt x="2945609" y="2878133"/>
                  </a:lnTo>
                  <a:lnTo>
                    <a:pt x="3023243" y="2884838"/>
                  </a:lnTo>
                  <a:lnTo>
                    <a:pt x="3100878" y="2891485"/>
                  </a:lnTo>
                  <a:lnTo>
                    <a:pt x="3178512" y="2898075"/>
                  </a:lnTo>
                  <a:lnTo>
                    <a:pt x="3256146" y="2904607"/>
                  </a:lnTo>
                  <a:lnTo>
                    <a:pt x="3333780" y="2911083"/>
                  </a:lnTo>
                  <a:lnTo>
                    <a:pt x="3411414" y="2917503"/>
                  </a:lnTo>
                  <a:lnTo>
                    <a:pt x="3489048" y="2923868"/>
                  </a:lnTo>
                  <a:lnTo>
                    <a:pt x="3566682" y="2930177"/>
                  </a:lnTo>
                  <a:lnTo>
                    <a:pt x="3644316" y="2936432"/>
                  </a:lnTo>
                  <a:lnTo>
                    <a:pt x="3721950" y="2942632"/>
                  </a:lnTo>
                  <a:lnTo>
                    <a:pt x="3799584" y="2948779"/>
                  </a:lnTo>
                  <a:lnTo>
                    <a:pt x="3877218" y="2954873"/>
                  </a:lnTo>
                  <a:lnTo>
                    <a:pt x="3954852" y="2960914"/>
                  </a:lnTo>
                  <a:lnTo>
                    <a:pt x="4032486" y="2966903"/>
                  </a:lnTo>
                  <a:lnTo>
                    <a:pt x="4110120" y="2972839"/>
                  </a:lnTo>
                  <a:lnTo>
                    <a:pt x="4187754" y="2978725"/>
                  </a:lnTo>
                  <a:lnTo>
                    <a:pt x="4265388" y="2984559"/>
                  </a:lnTo>
                  <a:lnTo>
                    <a:pt x="4343022" y="2990343"/>
                  </a:lnTo>
                  <a:lnTo>
                    <a:pt x="4420656" y="2996077"/>
                  </a:lnTo>
                  <a:lnTo>
                    <a:pt x="4498290" y="3001761"/>
                  </a:lnTo>
                  <a:lnTo>
                    <a:pt x="4575924" y="3007396"/>
                  </a:lnTo>
                  <a:lnTo>
                    <a:pt x="4653558" y="3012982"/>
                  </a:lnTo>
                  <a:lnTo>
                    <a:pt x="4731192" y="3018520"/>
                  </a:lnTo>
                  <a:lnTo>
                    <a:pt x="4808827" y="3024010"/>
                  </a:lnTo>
                  <a:lnTo>
                    <a:pt x="4886461" y="3029452"/>
                  </a:lnTo>
                  <a:lnTo>
                    <a:pt x="4964095" y="3034847"/>
                  </a:lnTo>
                  <a:lnTo>
                    <a:pt x="5041729" y="3040196"/>
                  </a:lnTo>
                  <a:lnTo>
                    <a:pt x="5119363" y="3045498"/>
                  </a:lnTo>
                  <a:lnTo>
                    <a:pt x="5196997" y="3050754"/>
                  </a:lnTo>
                  <a:lnTo>
                    <a:pt x="5274631" y="3055965"/>
                  </a:lnTo>
                  <a:lnTo>
                    <a:pt x="5352265" y="3061131"/>
                  </a:lnTo>
                  <a:lnTo>
                    <a:pt x="5429899" y="3066252"/>
                  </a:lnTo>
                  <a:lnTo>
                    <a:pt x="5507533" y="3071329"/>
                  </a:lnTo>
                  <a:lnTo>
                    <a:pt x="5585167" y="3076361"/>
                  </a:lnTo>
                  <a:lnTo>
                    <a:pt x="5662801" y="3081350"/>
                  </a:lnTo>
                  <a:lnTo>
                    <a:pt x="5740435" y="3086296"/>
                  </a:lnTo>
                  <a:lnTo>
                    <a:pt x="5818069" y="3091199"/>
                  </a:lnTo>
                  <a:lnTo>
                    <a:pt x="5895703" y="30960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78437"/>
              <a:ext cx="7370972" cy="1227142"/>
            </a:xfrm>
            <a:custGeom>
              <a:avLst/>
              <a:pathLst>
                <a:path w="7370972" h="1227142">
                  <a:moveTo>
                    <a:pt x="7370972" y="1227142"/>
                  </a:moveTo>
                  <a:lnTo>
                    <a:pt x="7293338" y="1224522"/>
                  </a:lnTo>
                  <a:lnTo>
                    <a:pt x="7215704" y="1221746"/>
                  </a:lnTo>
                  <a:lnTo>
                    <a:pt x="7138070" y="1218803"/>
                  </a:lnTo>
                  <a:lnTo>
                    <a:pt x="7060436" y="1215683"/>
                  </a:lnTo>
                  <a:lnTo>
                    <a:pt x="6982802" y="1212377"/>
                  </a:lnTo>
                  <a:lnTo>
                    <a:pt x="6905168" y="1208871"/>
                  </a:lnTo>
                  <a:lnTo>
                    <a:pt x="6827534" y="1205155"/>
                  </a:lnTo>
                  <a:lnTo>
                    <a:pt x="6749900" y="1201216"/>
                  </a:lnTo>
                  <a:lnTo>
                    <a:pt x="6672266" y="1197041"/>
                  </a:lnTo>
                  <a:lnTo>
                    <a:pt x="6594632" y="1192614"/>
                  </a:lnTo>
                  <a:lnTo>
                    <a:pt x="6516998" y="1187923"/>
                  </a:lnTo>
                  <a:lnTo>
                    <a:pt x="6439364" y="1182949"/>
                  </a:lnTo>
                  <a:lnTo>
                    <a:pt x="6361730" y="1177677"/>
                  </a:lnTo>
                  <a:lnTo>
                    <a:pt x="6284096" y="1172088"/>
                  </a:lnTo>
                  <a:lnTo>
                    <a:pt x="6206462" y="1166164"/>
                  </a:lnTo>
                  <a:lnTo>
                    <a:pt x="6128827" y="1159885"/>
                  </a:lnTo>
                  <a:lnTo>
                    <a:pt x="6051193" y="1153228"/>
                  </a:lnTo>
                  <a:lnTo>
                    <a:pt x="5973559" y="1146171"/>
                  </a:lnTo>
                  <a:lnTo>
                    <a:pt x="5895925" y="1138691"/>
                  </a:lnTo>
                  <a:lnTo>
                    <a:pt x="5818291" y="1130762"/>
                  </a:lnTo>
                  <a:lnTo>
                    <a:pt x="5740657" y="1122357"/>
                  </a:lnTo>
                  <a:lnTo>
                    <a:pt x="5663023" y="1113448"/>
                  </a:lnTo>
                  <a:lnTo>
                    <a:pt x="5585389" y="1104003"/>
                  </a:lnTo>
                  <a:lnTo>
                    <a:pt x="5507755" y="1093992"/>
                  </a:lnTo>
                  <a:lnTo>
                    <a:pt x="5430121" y="1083380"/>
                  </a:lnTo>
                  <a:lnTo>
                    <a:pt x="5352487" y="1072130"/>
                  </a:lnTo>
                  <a:lnTo>
                    <a:pt x="5274853" y="1060205"/>
                  </a:lnTo>
                  <a:lnTo>
                    <a:pt x="5197219" y="1047564"/>
                  </a:lnTo>
                  <a:lnTo>
                    <a:pt x="5119585" y="1034165"/>
                  </a:lnTo>
                  <a:lnTo>
                    <a:pt x="5041951" y="1019961"/>
                  </a:lnTo>
                  <a:lnTo>
                    <a:pt x="4964317" y="1004904"/>
                  </a:lnTo>
                  <a:lnTo>
                    <a:pt x="4886683" y="988943"/>
                  </a:lnTo>
                  <a:lnTo>
                    <a:pt x="4809049" y="972025"/>
                  </a:lnTo>
                  <a:lnTo>
                    <a:pt x="4731415" y="954090"/>
                  </a:lnTo>
                  <a:lnTo>
                    <a:pt x="4653781" y="935079"/>
                  </a:lnTo>
                  <a:lnTo>
                    <a:pt x="4576147" y="914927"/>
                  </a:lnTo>
                  <a:lnTo>
                    <a:pt x="4498513" y="893564"/>
                  </a:lnTo>
                  <a:lnTo>
                    <a:pt x="4420879" y="870920"/>
                  </a:lnTo>
                  <a:lnTo>
                    <a:pt x="4343244" y="846916"/>
                  </a:lnTo>
                  <a:lnTo>
                    <a:pt x="4265610" y="821470"/>
                  </a:lnTo>
                  <a:lnTo>
                    <a:pt x="4187976" y="794498"/>
                  </a:lnTo>
                  <a:lnTo>
                    <a:pt x="4110342" y="765906"/>
                  </a:lnTo>
                  <a:lnTo>
                    <a:pt x="4032708" y="735597"/>
                  </a:lnTo>
                  <a:lnTo>
                    <a:pt x="3955074" y="703470"/>
                  </a:lnTo>
                  <a:lnTo>
                    <a:pt x="3877440" y="669413"/>
                  </a:lnTo>
                  <a:lnTo>
                    <a:pt x="3799806" y="633312"/>
                  </a:lnTo>
                  <a:lnTo>
                    <a:pt x="3722172" y="595044"/>
                  </a:lnTo>
                  <a:lnTo>
                    <a:pt x="3644538" y="554478"/>
                  </a:lnTo>
                  <a:lnTo>
                    <a:pt x="3566904" y="511477"/>
                  </a:lnTo>
                  <a:lnTo>
                    <a:pt x="3489270" y="465894"/>
                  </a:lnTo>
                  <a:lnTo>
                    <a:pt x="3411636" y="417576"/>
                  </a:lnTo>
                  <a:lnTo>
                    <a:pt x="3334002" y="395997"/>
                  </a:lnTo>
                  <a:lnTo>
                    <a:pt x="3256368" y="388358"/>
                  </a:lnTo>
                  <a:lnTo>
                    <a:pt x="3178734" y="380652"/>
                  </a:lnTo>
                  <a:lnTo>
                    <a:pt x="3101100" y="372879"/>
                  </a:lnTo>
                  <a:lnTo>
                    <a:pt x="3023466" y="365037"/>
                  </a:lnTo>
                  <a:lnTo>
                    <a:pt x="2945832" y="357127"/>
                  </a:lnTo>
                  <a:lnTo>
                    <a:pt x="2868198" y="349149"/>
                  </a:lnTo>
                  <a:lnTo>
                    <a:pt x="2790564" y="341100"/>
                  </a:lnTo>
                  <a:lnTo>
                    <a:pt x="2712930" y="332981"/>
                  </a:lnTo>
                  <a:lnTo>
                    <a:pt x="2635295" y="324791"/>
                  </a:lnTo>
                  <a:lnTo>
                    <a:pt x="2557661" y="316530"/>
                  </a:lnTo>
                  <a:lnTo>
                    <a:pt x="2480027" y="308197"/>
                  </a:lnTo>
                  <a:lnTo>
                    <a:pt x="2402393" y="299791"/>
                  </a:lnTo>
                  <a:lnTo>
                    <a:pt x="2324759" y="291311"/>
                  </a:lnTo>
                  <a:lnTo>
                    <a:pt x="2247125" y="282757"/>
                  </a:lnTo>
                  <a:lnTo>
                    <a:pt x="2169491" y="274129"/>
                  </a:lnTo>
                  <a:lnTo>
                    <a:pt x="2091857" y="265425"/>
                  </a:lnTo>
                  <a:lnTo>
                    <a:pt x="2014223" y="256646"/>
                  </a:lnTo>
                  <a:lnTo>
                    <a:pt x="1936589" y="247789"/>
                  </a:lnTo>
                  <a:lnTo>
                    <a:pt x="1858955" y="238855"/>
                  </a:lnTo>
                  <a:lnTo>
                    <a:pt x="1781321" y="229844"/>
                  </a:lnTo>
                  <a:lnTo>
                    <a:pt x="1703687" y="220753"/>
                  </a:lnTo>
                  <a:lnTo>
                    <a:pt x="1626053" y="211583"/>
                  </a:lnTo>
                  <a:lnTo>
                    <a:pt x="1548419" y="202334"/>
                  </a:lnTo>
                  <a:lnTo>
                    <a:pt x="1470785" y="193003"/>
                  </a:lnTo>
                  <a:lnTo>
                    <a:pt x="1393151" y="183591"/>
                  </a:lnTo>
                  <a:lnTo>
                    <a:pt x="1315517" y="174096"/>
                  </a:lnTo>
                  <a:lnTo>
                    <a:pt x="1237883" y="164519"/>
                  </a:lnTo>
                  <a:lnTo>
                    <a:pt x="1160249" y="154858"/>
                  </a:lnTo>
                  <a:lnTo>
                    <a:pt x="1082615" y="145113"/>
                  </a:lnTo>
                  <a:lnTo>
                    <a:pt x="1004981" y="135282"/>
                  </a:lnTo>
                  <a:lnTo>
                    <a:pt x="927346" y="125366"/>
                  </a:lnTo>
                  <a:lnTo>
                    <a:pt x="849712" y="115363"/>
                  </a:lnTo>
                  <a:lnTo>
                    <a:pt x="772078" y="105273"/>
                  </a:lnTo>
                  <a:lnTo>
                    <a:pt x="694444" y="95095"/>
                  </a:lnTo>
                  <a:lnTo>
                    <a:pt x="616810" y="84828"/>
                  </a:lnTo>
                  <a:lnTo>
                    <a:pt x="539176" y="74471"/>
                  </a:lnTo>
                  <a:lnTo>
                    <a:pt x="461542" y="64023"/>
                  </a:lnTo>
                  <a:lnTo>
                    <a:pt x="383908" y="53485"/>
                  </a:lnTo>
                  <a:lnTo>
                    <a:pt x="306274" y="42854"/>
                  </a:lnTo>
                  <a:lnTo>
                    <a:pt x="228640" y="32131"/>
                  </a:lnTo>
                  <a:lnTo>
                    <a:pt x="151006" y="21314"/>
                  </a:lnTo>
                  <a:lnTo>
                    <a:pt x="73372" y="104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77891" y="1896563"/>
              <a:ext cx="7310598" cy="3496815"/>
            </a:xfrm>
            <a:custGeom>
              <a:avLst/>
              <a:pathLst>
                <a:path w="7310598" h="3496815">
                  <a:moveTo>
                    <a:pt x="0" y="0"/>
                  </a:moveTo>
                  <a:lnTo>
                    <a:pt x="12998" y="20715"/>
                  </a:lnTo>
                  <a:lnTo>
                    <a:pt x="90632" y="140360"/>
                  </a:lnTo>
                  <a:lnTo>
                    <a:pt x="168266" y="256064"/>
                  </a:lnTo>
                  <a:lnTo>
                    <a:pt x="245900" y="367956"/>
                  </a:lnTo>
                  <a:lnTo>
                    <a:pt x="323534" y="476163"/>
                  </a:lnTo>
                  <a:lnTo>
                    <a:pt x="401168" y="580804"/>
                  </a:lnTo>
                  <a:lnTo>
                    <a:pt x="478802" y="681999"/>
                  </a:lnTo>
                  <a:lnTo>
                    <a:pt x="556436" y="779860"/>
                  </a:lnTo>
                  <a:lnTo>
                    <a:pt x="634070" y="874497"/>
                  </a:lnTo>
                  <a:lnTo>
                    <a:pt x="711704" y="966016"/>
                  </a:lnTo>
                  <a:lnTo>
                    <a:pt x="789339" y="1054521"/>
                  </a:lnTo>
                  <a:lnTo>
                    <a:pt x="866973" y="1140110"/>
                  </a:lnTo>
                  <a:lnTo>
                    <a:pt x="944607" y="1222879"/>
                  </a:lnTo>
                  <a:lnTo>
                    <a:pt x="1022241" y="1302922"/>
                  </a:lnTo>
                  <a:lnTo>
                    <a:pt x="1099875" y="1380328"/>
                  </a:lnTo>
                  <a:lnTo>
                    <a:pt x="1177509" y="1455184"/>
                  </a:lnTo>
                  <a:lnTo>
                    <a:pt x="1255143" y="1527575"/>
                  </a:lnTo>
                  <a:lnTo>
                    <a:pt x="1332777" y="1597580"/>
                  </a:lnTo>
                  <a:lnTo>
                    <a:pt x="1410411" y="1665279"/>
                  </a:lnTo>
                  <a:lnTo>
                    <a:pt x="1488045" y="1730748"/>
                  </a:lnTo>
                  <a:lnTo>
                    <a:pt x="1565679" y="1794061"/>
                  </a:lnTo>
                  <a:lnTo>
                    <a:pt x="1643313" y="1855287"/>
                  </a:lnTo>
                  <a:lnTo>
                    <a:pt x="1720947" y="1914497"/>
                  </a:lnTo>
                  <a:lnTo>
                    <a:pt x="1798581" y="1971756"/>
                  </a:lnTo>
                  <a:lnTo>
                    <a:pt x="1876215" y="2027129"/>
                  </a:lnTo>
                  <a:lnTo>
                    <a:pt x="1953849" y="2080678"/>
                  </a:lnTo>
                  <a:lnTo>
                    <a:pt x="2031483" y="2132462"/>
                  </a:lnTo>
                  <a:lnTo>
                    <a:pt x="2109117" y="2182541"/>
                  </a:lnTo>
                  <a:lnTo>
                    <a:pt x="2186751" y="2230970"/>
                  </a:lnTo>
                  <a:lnTo>
                    <a:pt x="2264385" y="2277804"/>
                  </a:lnTo>
                  <a:lnTo>
                    <a:pt x="2342019" y="2323095"/>
                  </a:lnTo>
                  <a:lnTo>
                    <a:pt x="2419653" y="2366894"/>
                  </a:lnTo>
                  <a:lnTo>
                    <a:pt x="2497287" y="2409250"/>
                  </a:lnTo>
                  <a:lnTo>
                    <a:pt x="2574922" y="2450210"/>
                  </a:lnTo>
                  <a:lnTo>
                    <a:pt x="2652556" y="2489822"/>
                  </a:lnTo>
                  <a:lnTo>
                    <a:pt x="2730190" y="2528128"/>
                  </a:lnTo>
                  <a:lnTo>
                    <a:pt x="2807824" y="2565173"/>
                  </a:lnTo>
                  <a:lnTo>
                    <a:pt x="2885458" y="2600997"/>
                  </a:lnTo>
                  <a:lnTo>
                    <a:pt x="2963092" y="2635641"/>
                  </a:lnTo>
                  <a:lnTo>
                    <a:pt x="3040726" y="2669144"/>
                  </a:lnTo>
                  <a:lnTo>
                    <a:pt x="3118360" y="2701543"/>
                  </a:lnTo>
                  <a:lnTo>
                    <a:pt x="3195994" y="2732874"/>
                  </a:lnTo>
                  <a:lnTo>
                    <a:pt x="3273628" y="2763174"/>
                  </a:lnTo>
                  <a:lnTo>
                    <a:pt x="3351262" y="2792476"/>
                  </a:lnTo>
                  <a:lnTo>
                    <a:pt x="3428896" y="2820812"/>
                  </a:lnTo>
                  <a:lnTo>
                    <a:pt x="3506530" y="2848215"/>
                  </a:lnTo>
                  <a:lnTo>
                    <a:pt x="3584164" y="2874715"/>
                  </a:lnTo>
                  <a:lnTo>
                    <a:pt x="3661798" y="2900342"/>
                  </a:lnTo>
                  <a:lnTo>
                    <a:pt x="3739432" y="2925124"/>
                  </a:lnTo>
                  <a:lnTo>
                    <a:pt x="3817066" y="2949091"/>
                  </a:lnTo>
                  <a:lnTo>
                    <a:pt x="3894700" y="2972268"/>
                  </a:lnTo>
                  <a:lnTo>
                    <a:pt x="3972334" y="2994681"/>
                  </a:lnTo>
                  <a:lnTo>
                    <a:pt x="4049968" y="3016356"/>
                  </a:lnTo>
                  <a:lnTo>
                    <a:pt x="4127602" y="3037317"/>
                  </a:lnTo>
                  <a:lnTo>
                    <a:pt x="4205236" y="3057588"/>
                  </a:lnTo>
                  <a:lnTo>
                    <a:pt x="4282871" y="3077190"/>
                  </a:lnTo>
                  <a:lnTo>
                    <a:pt x="4360505" y="3096147"/>
                  </a:lnTo>
                  <a:lnTo>
                    <a:pt x="4438139" y="3114480"/>
                  </a:lnTo>
                  <a:lnTo>
                    <a:pt x="4515773" y="3132208"/>
                  </a:lnTo>
                  <a:lnTo>
                    <a:pt x="4593407" y="3149353"/>
                  </a:lnTo>
                  <a:lnTo>
                    <a:pt x="4671041" y="3165932"/>
                  </a:lnTo>
                  <a:lnTo>
                    <a:pt x="4748675" y="3181966"/>
                  </a:lnTo>
                  <a:lnTo>
                    <a:pt x="4826309" y="3197471"/>
                  </a:lnTo>
                  <a:lnTo>
                    <a:pt x="4903943" y="3212466"/>
                  </a:lnTo>
                  <a:lnTo>
                    <a:pt x="4981577" y="3226967"/>
                  </a:lnTo>
                  <a:lnTo>
                    <a:pt x="5059211" y="3240989"/>
                  </a:lnTo>
                  <a:lnTo>
                    <a:pt x="5136845" y="3254550"/>
                  </a:lnTo>
                  <a:lnTo>
                    <a:pt x="5214479" y="3267665"/>
                  </a:lnTo>
                  <a:lnTo>
                    <a:pt x="5292113" y="3280347"/>
                  </a:lnTo>
                  <a:lnTo>
                    <a:pt x="5369747" y="3292611"/>
                  </a:lnTo>
                  <a:lnTo>
                    <a:pt x="5447381" y="3304472"/>
                  </a:lnTo>
                  <a:lnTo>
                    <a:pt x="5525015" y="3315941"/>
                  </a:lnTo>
                  <a:lnTo>
                    <a:pt x="5602649" y="3327033"/>
                  </a:lnTo>
                  <a:lnTo>
                    <a:pt x="5680283" y="3337760"/>
                  </a:lnTo>
                  <a:lnTo>
                    <a:pt x="5757917" y="3348133"/>
                  </a:lnTo>
                  <a:lnTo>
                    <a:pt x="5835551" y="3358164"/>
                  </a:lnTo>
                  <a:lnTo>
                    <a:pt x="5913185" y="3367865"/>
                  </a:lnTo>
                  <a:lnTo>
                    <a:pt x="5990820" y="3377246"/>
                  </a:lnTo>
                  <a:lnTo>
                    <a:pt x="6068454" y="3386319"/>
                  </a:lnTo>
                  <a:lnTo>
                    <a:pt x="6146088" y="3395092"/>
                  </a:lnTo>
                  <a:lnTo>
                    <a:pt x="6223722" y="3403577"/>
                  </a:lnTo>
                  <a:lnTo>
                    <a:pt x="6301356" y="3411782"/>
                  </a:lnTo>
                  <a:lnTo>
                    <a:pt x="6378990" y="3419716"/>
                  </a:lnTo>
                  <a:lnTo>
                    <a:pt x="6456624" y="3427389"/>
                  </a:lnTo>
                  <a:lnTo>
                    <a:pt x="6534258" y="3434810"/>
                  </a:lnTo>
                  <a:lnTo>
                    <a:pt x="6611892" y="3441986"/>
                  </a:lnTo>
                  <a:lnTo>
                    <a:pt x="6689526" y="3448925"/>
                  </a:lnTo>
                  <a:lnTo>
                    <a:pt x="6767160" y="3455637"/>
                  </a:lnTo>
                  <a:lnTo>
                    <a:pt x="6844794" y="3462126"/>
                  </a:lnTo>
                  <a:lnTo>
                    <a:pt x="6922428" y="3468403"/>
                  </a:lnTo>
                  <a:lnTo>
                    <a:pt x="7000062" y="3474472"/>
                  </a:lnTo>
                  <a:lnTo>
                    <a:pt x="7077696" y="3480341"/>
                  </a:lnTo>
                  <a:lnTo>
                    <a:pt x="7155330" y="3486017"/>
                  </a:lnTo>
                  <a:lnTo>
                    <a:pt x="7232964" y="3491507"/>
                  </a:lnTo>
                  <a:lnTo>
                    <a:pt x="7310598" y="349681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1975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2026-05-22T13:30:00Z</dcterms:modified>
  <cp:category/>
</cp:coreProperties>
</file>