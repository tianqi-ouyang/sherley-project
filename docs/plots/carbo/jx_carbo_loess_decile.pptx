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41923" y="557820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41923" y="497190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41923" y="436560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41923" y="375931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41923" y="315301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600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7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2737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61103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09468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41923" y="5275053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41923" y="4668757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41923" y="4062461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41923" y="3456165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41923" y="2849869"/>
              <a:ext cx="7556308" cy="0"/>
            </a:xfrm>
            <a:custGeom>
              <a:avLst/>
              <a:pathLst>
                <a:path w="7556308" h="0">
                  <a:moveTo>
                    <a:pt x="0" y="0"/>
                  </a:moveTo>
                  <a:lnTo>
                    <a:pt x="7556308" y="0"/>
                  </a:lnTo>
                  <a:lnTo>
                    <a:pt x="7556308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1823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1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855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692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5285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385392" y="3005966"/>
              <a:ext cx="6869371" cy="2122938"/>
            </a:xfrm>
            <a:custGeom>
              <a:avLst/>
              <a:pathLst>
                <a:path w="6869371" h="2122938">
                  <a:moveTo>
                    <a:pt x="0" y="1225451"/>
                  </a:moveTo>
                  <a:lnTo>
                    <a:pt x="86954" y="1234362"/>
                  </a:lnTo>
                  <a:lnTo>
                    <a:pt x="173908" y="1241903"/>
                  </a:lnTo>
                  <a:lnTo>
                    <a:pt x="260862" y="1248053"/>
                  </a:lnTo>
                  <a:lnTo>
                    <a:pt x="347816" y="1252793"/>
                  </a:lnTo>
                  <a:lnTo>
                    <a:pt x="434770" y="1256104"/>
                  </a:lnTo>
                  <a:lnTo>
                    <a:pt x="521724" y="1257974"/>
                  </a:lnTo>
                  <a:lnTo>
                    <a:pt x="608678" y="1258393"/>
                  </a:lnTo>
                  <a:lnTo>
                    <a:pt x="695632" y="1257362"/>
                  </a:lnTo>
                  <a:lnTo>
                    <a:pt x="782586" y="1254891"/>
                  </a:lnTo>
                  <a:lnTo>
                    <a:pt x="869540" y="1251004"/>
                  </a:lnTo>
                  <a:lnTo>
                    <a:pt x="956494" y="1245742"/>
                  </a:lnTo>
                  <a:lnTo>
                    <a:pt x="1043448" y="1239160"/>
                  </a:lnTo>
                  <a:lnTo>
                    <a:pt x="1130402" y="1231336"/>
                  </a:lnTo>
                  <a:lnTo>
                    <a:pt x="1217356" y="1222359"/>
                  </a:lnTo>
                  <a:lnTo>
                    <a:pt x="1304311" y="1212339"/>
                  </a:lnTo>
                  <a:lnTo>
                    <a:pt x="1391265" y="1201395"/>
                  </a:lnTo>
                  <a:lnTo>
                    <a:pt x="1478219" y="1189654"/>
                  </a:lnTo>
                  <a:lnTo>
                    <a:pt x="1565173" y="1177216"/>
                  </a:lnTo>
                  <a:lnTo>
                    <a:pt x="1652127" y="1164163"/>
                  </a:lnTo>
                  <a:lnTo>
                    <a:pt x="1739081" y="1150661"/>
                  </a:lnTo>
                  <a:lnTo>
                    <a:pt x="1826035" y="1136866"/>
                  </a:lnTo>
                  <a:lnTo>
                    <a:pt x="1912989" y="1122929"/>
                  </a:lnTo>
                  <a:lnTo>
                    <a:pt x="1999943" y="1108996"/>
                  </a:lnTo>
                  <a:lnTo>
                    <a:pt x="2086897" y="1095093"/>
                  </a:lnTo>
                  <a:lnTo>
                    <a:pt x="2173851" y="1081079"/>
                  </a:lnTo>
                  <a:lnTo>
                    <a:pt x="2260805" y="1067002"/>
                  </a:lnTo>
                  <a:lnTo>
                    <a:pt x="2347759" y="1052903"/>
                  </a:lnTo>
                  <a:lnTo>
                    <a:pt x="2434713" y="1038821"/>
                  </a:lnTo>
                  <a:lnTo>
                    <a:pt x="2521667" y="1024805"/>
                  </a:lnTo>
                  <a:lnTo>
                    <a:pt x="2608622" y="1010924"/>
                  </a:lnTo>
                  <a:lnTo>
                    <a:pt x="2695576" y="997268"/>
                  </a:lnTo>
                  <a:lnTo>
                    <a:pt x="2782530" y="983951"/>
                  </a:lnTo>
                  <a:lnTo>
                    <a:pt x="2869484" y="971110"/>
                  </a:lnTo>
                  <a:lnTo>
                    <a:pt x="2956438" y="958905"/>
                  </a:lnTo>
                  <a:lnTo>
                    <a:pt x="3043392" y="947864"/>
                  </a:lnTo>
                  <a:lnTo>
                    <a:pt x="3130346" y="937497"/>
                  </a:lnTo>
                  <a:lnTo>
                    <a:pt x="3217300" y="926868"/>
                  </a:lnTo>
                  <a:lnTo>
                    <a:pt x="3304254" y="915207"/>
                  </a:lnTo>
                  <a:lnTo>
                    <a:pt x="3391208" y="902065"/>
                  </a:lnTo>
                  <a:lnTo>
                    <a:pt x="3478162" y="887399"/>
                  </a:lnTo>
                  <a:lnTo>
                    <a:pt x="3565116" y="871567"/>
                  </a:lnTo>
                  <a:lnTo>
                    <a:pt x="3652070" y="855235"/>
                  </a:lnTo>
                  <a:lnTo>
                    <a:pt x="3739024" y="839248"/>
                  </a:lnTo>
                  <a:lnTo>
                    <a:pt x="3825978" y="824465"/>
                  </a:lnTo>
                  <a:lnTo>
                    <a:pt x="3912933" y="811065"/>
                  </a:lnTo>
                  <a:lnTo>
                    <a:pt x="3999887" y="798486"/>
                  </a:lnTo>
                  <a:lnTo>
                    <a:pt x="4086841" y="786210"/>
                  </a:lnTo>
                  <a:lnTo>
                    <a:pt x="4173795" y="773814"/>
                  </a:lnTo>
                  <a:lnTo>
                    <a:pt x="4260749" y="760983"/>
                  </a:lnTo>
                  <a:lnTo>
                    <a:pt x="4347703" y="747500"/>
                  </a:lnTo>
                  <a:lnTo>
                    <a:pt x="4434657" y="733215"/>
                  </a:lnTo>
                  <a:lnTo>
                    <a:pt x="4521611" y="717998"/>
                  </a:lnTo>
                  <a:lnTo>
                    <a:pt x="4608565" y="702130"/>
                  </a:lnTo>
                  <a:lnTo>
                    <a:pt x="4695519" y="686198"/>
                  </a:lnTo>
                  <a:lnTo>
                    <a:pt x="4782473" y="670154"/>
                  </a:lnTo>
                  <a:lnTo>
                    <a:pt x="4869427" y="653931"/>
                  </a:lnTo>
                  <a:lnTo>
                    <a:pt x="4956381" y="637455"/>
                  </a:lnTo>
                  <a:lnTo>
                    <a:pt x="5043335" y="620641"/>
                  </a:lnTo>
                  <a:lnTo>
                    <a:pt x="5130289" y="603393"/>
                  </a:lnTo>
                  <a:lnTo>
                    <a:pt x="5217244" y="585607"/>
                  </a:lnTo>
                  <a:lnTo>
                    <a:pt x="5304198" y="567169"/>
                  </a:lnTo>
                  <a:lnTo>
                    <a:pt x="5391152" y="547958"/>
                  </a:lnTo>
                  <a:lnTo>
                    <a:pt x="5478106" y="527847"/>
                  </a:lnTo>
                  <a:lnTo>
                    <a:pt x="5565060" y="506706"/>
                  </a:lnTo>
                  <a:lnTo>
                    <a:pt x="5652014" y="484406"/>
                  </a:lnTo>
                  <a:lnTo>
                    <a:pt x="5738968" y="460819"/>
                  </a:lnTo>
                  <a:lnTo>
                    <a:pt x="5825922" y="435825"/>
                  </a:lnTo>
                  <a:lnTo>
                    <a:pt x="5912876" y="409315"/>
                  </a:lnTo>
                  <a:lnTo>
                    <a:pt x="5999830" y="381191"/>
                  </a:lnTo>
                  <a:lnTo>
                    <a:pt x="6086784" y="351372"/>
                  </a:lnTo>
                  <a:lnTo>
                    <a:pt x="6173738" y="319789"/>
                  </a:lnTo>
                  <a:lnTo>
                    <a:pt x="6260692" y="286392"/>
                  </a:lnTo>
                  <a:lnTo>
                    <a:pt x="6347646" y="251143"/>
                  </a:lnTo>
                  <a:lnTo>
                    <a:pt x="6434600" y="214018"/>
                  </a:lnTo>
                  <a:lnTo>
                    <a:pt x="6521555" y="175002"/>
                  </a:lnTo>
                  <a:lnTo>
                    <a:pt x="6608509" y="134089"/>
                  </a:lnTo>
                  <a:lnTo>
                    <a:pt x="6695463" y="91281"/>
                  </a:lnTo>
                  <a:lnTo>
                    <a:pt x="6782417" y="46582"/>
                  </a:lnTo>
                  <a:lnTo>
                    <a:pt x="6869371" y="0"/>
                  </a:lnTo>
                  <a:lnTo>
                    <a:pt x="6869371" y="909625"/>
                  </a:lnTo>
                  <a:lnTo>
                    <a:pt x="6782417" y="908901"/>
                  </a:lnTo>
                  <a:lnTo>
                    <a:pt x="6695463" y="909310"/>
                  </a:lnTo>
                  <a:lnTo>
                    <a:pt x="6608509" y="910870"/>
                  </a:lnTo>
                  <a:lnTo>
                    <a:pt x="6521555" y="913597"/>
                  </a:lnTo>
                  <a:lnTo>
                    <a:pt x="6434600" y="917501"/>
                  </a:lnTo>
                  <a:lnTo>
                    <a:pt x="6347646" y="922590"/>
                  </a:lnTo>
                  <a:lnTo>
                    <a:pt x="6260692" y="928859"/>
                  </a:lnTo>
                  <a:lnTo>
                    <a:pt x="6173738" y="936296"/>
                  </a:lnTo>
                  <a:lnTo>
                    <a:pt x="6086784" y="944874"/>
                  </a:lnTo>
                  <a:lnTo>
                    <a:pt x="5999830" y="954552"/>
                  </a:lnTo>
                  <a:lnTo>
                    <a:pt x="5912876" y="965275"/>
                  </a:lnTo>
                  <a:lnTo>
                    <a:pt x="5825922" y="976971"/>
                  </a:lnTo>
                  <a:lnTo>
                    <a:pt x="5738968" y="989554"/>
                  </a:lnTo>
                  <a:lnTo>
                    <a:pt x="5652014" y="1002926"/>
                  </a:lnTo>
                  <a:lnTo>
                    <a:pt x="5565060" y="1016978"/>
                  </a:lnTo>
                  <a:lnTo>
                    <a:pt x="5478106" y="1031593"/>
                  </a:lnTo>
                  <a:lnTo>
                    <a:pt x="5391152" y="1046654"/>
                  </a:lnTo>
                  <a:lnTo>
                    <a:pt x="5304198" y="1062041"/>
                  </a:lnTo>
                  <a:lnTo>
                    <a:pt x="5217244" y="1077638"/>
                  </a:lnTo>
                  <a:lnTo>
                    <a:pt x="5130289" y="1093336"/>
                  </a:lnTo>
                  <a:lnTo>
                    <a:pt x="5043335" y="1109032"/>
                  </a:lnTo>
                  <a:lnTo>
                    <a:pt x="4956381" y="1124632"/>
                  </a:lnTo>
                  <a:lnTo>
                    <a:pt x="4869427" y="1140052"/>
                  </a:lnTo>
                  <a:lnTo>
                    <a:pt x="4782473" y="1155219"/>
                  </a:lnTo>
                  <a:lnTo>
                    <a:pt x="4695519" y="1170068"/>
                  </a:lnTo>
                  <a:lnTo>
                    <a:pt x="4608565" y="1184544"/>
                  </a:lnTo>
                  <a:lnTo>
                    <a:pt x="4521611" y="1198588"/>
                  </a:lnTo>
                  <a:lnTo>
                    <a:pt x="4434657" y="1211044"/>
                  </a:lnTo>
                  <a:lnTo>
                    <a:pt x="4347703" y="1221596"/>
                  </a:lnTo>
                  <a:lnTo>
                    <a:pt x="4260749" y="1230819"/>
                  </a:lnTo>
                  <a:lnTo>
                    <a:pt x="4173795" y="1239269"/>
                  </a:lnTo>
                  <a:lnTo>
                    <a:pt x="4086841" y="1247430"/>
                  </a:lnTo>
                  <a:lnTo>
                    <a:pt x="3999887" y="1255693"/>
                  </a:lnTo>
                  <a:lnTo>
                    <a:pt x="3912933" y="1264339"/>
                  </a:lnTo>
                  <a:lnTo>
                    <a:pt x="3825978" y="1273555"/>
                  </a:lnTo>
                  <a:lnTo>
                    <a:pt x="3739024" y="1282625"/>
                  </a:lnTo>
                  <a:lnTo>
                    <a:pt x="3652070" y="1290058"/>
                  </a:lnTo>
                  <a:lnTo>
                    <a:pt x="3565116" y="1296804"/>
                  </a:lnTo>
                  <a:lnTo>
                    <a:pt x="3478162" y="1303885"/>
                  </a:lnTo>
                  <a:lnTo>
                    <a:pt x="3391208" y="1312148"/>
                  </a:lnTo>
                  <a:lnTo>
                    <a:pt x="3304254" y="1322131"/>
                  </a:lnTo>
                  <a:lnTo>
                    <a:pt x="3217300" y="1333971"/>
                  </a:lnTo>
                  <a:lnTo>
                    <a:pt x="3130346" y="1347397"/>
                  </a:lnTo>
                  <a:lnTo>
                    <a:pt x="3043392" y="1361819"/>
                  </a:lnTo>
                  <a:lnTo>
                    <a:pt x="2956438" y="1376481"/>
                  </a:lnTo>
                  <a:lnTo>
                    <a:pt x="2869484" y="1391011"/>
                  </a:lnTo>
                  <a:lnTo>
                    <a:pt x="2782530" y="1405810"/>
                  </a:lnTo>
                  <a:lnTo>
                    <a:pt x="2695576" y="1420882"/>
                  </a:lnTo>
                  <a:lnTo>
                    <a:pt x="2608622" y="1436205"/>
                  </a:lnTo>
                  <a:lnTo>
                    <a:pt x="2521667" y="1451734"/>
                  </a:lnTo>
                  <a:lnTo>
                    <a:pt x="2434713" y="1467403"/>
                  </a:lnTo>
                  <a:lnTo>
                    <a:pt x="2347759" y="1483122"/>
                  </a:lnTo>
                  <a:lnTo>
                    <a:pt x="2260805" y="1498783"/>
                  </a:lnTo>
                  <a:lnTo>
                    <a:pt x="2173851" y="1514267"/>
                  </a:lnTo>
                  <a:lnTo>
                    <a:pt x="2086897" y="1529455"/>
                  </a:lnTo>
                  <a:lnTo>
                    <a:pt x="1999943" y="1544269"/>
                  </a:lnTo>
                  <a:lnTo>
                    <a:pt x="1912989" y="1559294"/>
                  </a:lnTo>
                  <a:lnTo>
                    <a:pt x="1826035" y="1574798"/>
                  </a:lnTo>
                  <a:lnTo>
                    <a:pt x="1739081" y="1590747"/>
                  </a:lnTo>
                  <a:lnTo>
                    <a:pt x="1652127" y="1607113"/>
                  </a:lnTo>
                  <a:lnTo>
                    <a:pt x="1565173" y="1623871"/>
                  </a:lnTo>
                  <a:lnTo>
                    <a:pt x="1478219" y="1641018"/>
                  </a:lnTo>
                  <a:lnTo>
                    <a:pt x="1391265" y="1658856"/>
                  </a:lnTo>
                  <a:lnTo>
                    <a:pt x="1304311" y="1677620"/>
                  </a:lnTo>
                  <a:lnTo>
                    <a:pt x="1217356" y="1697434"/>
                  </a:lnTo>
                  <a:lnTo>
                    <a:pt x="1130402" y="1718414"/>
                  </a:lnTo>
                  <a:lnTo>
                    <a:pt x="1043448" y="1740664"/>
                  </a:lnTo>
                  <a:lnTo>
                    <a:pt x="956494" y="1764270"/>
                  </a:lnTo>
                  <a:lnTo>
                    <a:pt x="869540" y="1789305"/>
                  </a:lnTo>
                  <a:lnTo>
                    <a:pt x="782586" y="1815821"/>
                  </a:lnTo>
                  <a:lnTo>
                    <a:pt x="695632" y="1843854"/>
                  </a:lnTo>
                  <a:lnTo>
                    <a:pt x="608678" y="1873423"/>
                  </a:lnTo>
                  <a:lnTo>
                    <a:pt x="521724" y="1904536"/>
                  </a:lnTo>
                  <a:lnTo>
                    <a:pt x="434770" y="1937188"/>
                  </a:lnTo>
                  <a:lnTo>
                    <a:pt x="347816" y="1971366"/>
                  </a:lnTo>
                  <a:lnTo>
                    <a:pt x="260862" y="2007053"/>
                  </a:lnTo>
                  <a:lnTo>
                    <a:pt x="173908" y="2044226"/>
                  </a:lnTo>
                  <a:lnTo>
                    <a:pt x="86954" y="2082863"/>
                  </a:lnTo>
                  <a:lnTo>
                    <a:pt x="0" y="2122938"/>
                  </a:lnTo>
                  <a:close/>
                </a:path>
              </a:pathLst>
            </a:cu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5392" y="3005966"/>
              <a:ext cx="6869371" cy="1258393"/>
            </a:xfrm>
            <a:custGeom>
              <a:avLst/>
              <a:pathLst>
                <a:path w="6869371" h="1258393">
                  <a:moveTo>
                    <a:pt x="0" y="1225451"/>
                  </a:moveTo>
                  <a:lnTo>
                    <a:pt x="86954" y="1234362"/>
                  </a:lnTo>
                  <a:lnTo>
                    <a:pt x="173908" y="1241903"/>
                  </a:lnTo>
                  <a:lnTo>
                    <a:pt x="260862" y="1248053"/>
                  </a:lnTo>
                  <a:lnTo>
                    <a:pt x="347816" y="1252793"/>
                  </a:lnTo>
                  <a:lnTo>
                    <a:pt x="434770" y="1256104"/>
                  </a:lnTo>
                  <a:lnTo>
                    <a:pt x="521724" y="1257974"/>
                  </a:lnTo>
                  <a:lnTo>
                    <a:pt x="608678" y="1258393"/>
                  </a:lnTo>
                  <a:lnTo>
                    <a:pt x="695632" y="1257362"/>
                  </a:lnTo>
                  <a:lnTo>
                    <a:pt x="782586" y="1254891"/>
                  </a:lnTo>
                  <a:lnTo>
                    <a:pt x="869540" y="1251004"/>
                  </a:lnTo>
                  <a:lnTo>
                    <a:pt x="956494" y="1245742"/>
                  </a:lnTo>
                  <a:lnTo>
                    <a:pt x="1043448" y="1239160"/>
                  </a:lnTo>
                  <a:lnTo>
                    <a:pt x="1130402" y="1231336"/>
                  </a:lnTo>
                  <a:lnTo>
                    <a:pt x="1217356" y="1222359"/>
                  </a:lnTo>
                  <a:lnTo>
                    <a:pt x="1304311" y="1212339"/>
                  </a:lnTo>
                  <a:lnTo>
                    <a:pt x="1391265" y="1201395"/>
                  </a:lnTo>
                  <a:lnTo>
                    <a:pt x="1478219" y="1189654"/>
                  </a:lnTo>
                  <a:lnTo>
                    <a:pt x="1565173" y="1177216"/>
                  </a:lnTo>
                  <a:lnTo>
                    <a:pt x="1652127" y="1164163"/>
                  </a:lnTo>
                  <a:lnTo>
                    <a:pt x="1739081" y="1150661"/>
                  </a:lnTo>
                  <a:lnTo>
                    <a:pt x="1826035" y="1136866"/>
                  </a:lnTo>
                  <a:lnTo>
                    <a:pt x="1912989" y="1122929"/>
                  </a:lnTo>
                  <a:lnTo>
                    <a:pt x="1999943" y="1108996"/>
                  </a:lnTo>
                  <a:lnTo>
                    <a:pt x="2086897" y="1095093"/>
                  </a:lnTo>
                  <a:lnTo>
                    <a:pt x="2173851" y="1081079"/>
                  </a:lnTo>
                  <a:lnTo>
                    <a:pt x="2260805" y="1067002"/>
                  </a:lnTo>
                  <a:lnTo>
                    <a:pt x="2347759" y="1052903"/>
                  </a:lnTo>
                  <a:lnTo>
                    <a:pt x="2434713" y="1038821"/>
                  </a:lnTo>
                  <a:lnTo>
                    <a:pt x="2521667" y="1024805"/>
                  </a:lnTo>
                  <a:lnTo>
                    <a:pt x="2608622" y="1010924"/>
                  </a:lnTo>
                  <a:lnTo>
                    <a:pt x="2695576" y="997268"/>
                  </a:lnTo>
                  <a:lnTo>
                    <a:pt x="2782530" y="983951"/>
                  </a:lnTo>
                  <a:lnTo>
                    <a:pt x="2869484" y="971110"/>
                  </a:lnTo>
                  <a:lnTo>
                    <a:pt x="2956438" y="958905"/>
                  </a:lnTo>
                  <a:lnTo>
                    <a:pt x="3043392" y="947864"/>
                  </a:lnTo>
                  <a:lnTo>
                    <a:pt x="3130346" y="937497"/>
                  </a:lnTo>
                  <a:lnTo>
                    <a:pt x="3217300" y="926868"/>
                  </a:lnTo>
                  <a:lnTo>
                    <a:pt x="3304254" y="915207"/>
                  </a:lnTo>
                  <a:lnTo>
                    <a:pt x="3391208" y="902065"/>
                  </a:lnTo>
                  <a:lnTo>
                    <a:pt x="3478162" y="887399"/>
                  </a:lnTo>
                  <a:lnTo>
                    <a:pt x="3565116" y="871567"/>
                  </a:lnTo>
                  <a:lnTo>
                    <a:pt x="3652070" y="855235"/>
                  </a:lnTo>
                  <a:lnTo>
                    <a:pt x="3739024" y="839248"/>
                  </a:lnTo>
                  <a:lnTo>
                    <a:pt x="3825978" y="824465"/>
                  </a:lnTo>
                  <a:lnTo>
                    <a:pt x="3912933" y="811065"/>
                  </a:lnTo>
                  <a:lnTo>
                    <a:pt x="3999887" y="798486"/>
                  </a:lnTo>
                  <a:lnTo>
                    <a:pt x="4086841" y="786210"/>
                  </a:lnTo>
                  <a:lnTo>
                    <a:pt x="4173795" y="773814"/>
                  </a:lnTo>
                  <a:lnTo>
                    <a:pt x="4260749" y="760983"/>
                  </a:lnTo>
                  <a:lnTo>
                    <a:pt x="4347703" y="747500"/>
                  </a:lnTo>
                  <a:lnTo>
                    <a:pt x="4434657" y="733215"/>
                  </a:lnTo>
                  <a:lnTo>
                    <a:pt x="4521611" y="717998"/>
                  </a:lnTo>
                  <a:lnTo>
                    <a:pt x="4608565" y="702130"/>
                  </a:lnTo>
                  <a:lnTo>
                    <a:pt x="4695519" y="686198"/>
                  </a:lnTo>
                  <a:lnTo>
                    <a:pt x="4782473" y="670154"/>
                  </a:lnTo>
                  <a:lnTo>
                    <a:pt x="4869427" y="653931"/>
                  </a:lnTo>
                  <a:lnTo>
                    <a:pt x="4956381" y="637455"/>
                  </a:lnTo>
                  <a:lnTo>
                    <a:pt x="5043335" y="620641"/>
                  </a:lnTo>
                  <a:lnTo>
                    <a:pt x="5130289" y="603393"/>
                  </a:lnTo>
                  <a:lnTo>
                    <a:pt x="5217244" y="585607"/>
                  </a:lnTo>
                  <a:lnTo>
                    <a:pt x="5304198" y="567169"/>
                  </a:lnTo>
                  <a:lnTo>
                    <a:pt x="5391152" y="547958"/>
                  </a:lnTo>
                  <a:lnTo>
                    <a:pt x="5478106" y="527847"/>
                  </a:lnTo>
                  <a:lnTo>
                    <a:pt x="5565060" y="506706"/>
                  </a:lnTo>
                  <a:lnTo>
                    <a:pt x="5652014" y="484406"/>
                  </a:lnTo>
                  <a:lnTo>
                    <a:pt x="5738968" y="460819"/>
                  </a:lnTo>
                  <a:lnTo>
                    <a:pt x="5825922" y="435825"/>
                  </a:lnTo>
                  <a:lnTo>
                    <a:pt x="5912876" y="409315"/>
                  </a:lnTo>
                  <a:lnTo>
                    <a:pt x="5999830" y="381191"/>
                  </a:lnTo>
                  <a:lnTo>
                    <a:pt x="6086784" y="351372"/>
                  </a:lnTo>
                  <a:lnTo>
                    <a:pt x="6173738" y="319789"/>
                  </a:lnTo>
                  <a:lnTo>
                    <a:pt x="6260692" y="286392"/>
                  </a:lnTo>
                  <a:lnTo>
                    <a:pt x="6347646" y="251143"/>
                  </a:lnTo>
                  <a:lnTo>
                    <a:pt x="6434600" y="214018"/>
                  </a:lnTo>
                  <a:lnTo>
                    <a:pt x="6521555" y="175002"/>
                  </a:lnTo>
                  <a:lnTo>
                    <a:pt x="6608509" y="134089"/>
                  </a:lnTo>
                  <a:lnTo>
                    <a:pt x="6695463" y="91281"/>
                  </a:lnTo>
                  <a:lnTo>
                    <a:pt x="6782417" y="46582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85392" y="3914868"/>
              <a:ext cx="6869371" cy="1214036"/>
            </a:xfrm>
            <a:custGeom>
              <a:avLst/>
              <a:pathLst>
                <a:path w="6869371" h="1214036">
                  <a:moveTo>
                    <a:pt x="6869371" y="723"/>
                  </a:moveTo>
                  <a:lnTo>
                    <a:pt x="6782417" y="0"/>
                  </a:lnTo>
                  <a:lnTo>
                    <a:pt x="6695463" y="408"/>
                  </a:lnTo>
                  <a:lnTo>
                    <a:pt x="6608509" y="1968"/>
                  </a:lnTo>
                  <a:lnTo>
                    <a:pt x="6521555" y="4695"/>
                  </a:lnTo>
                  <a:lnTo>
                    <a:pt x="6434600" y="8600"/>
                  </a:lnTo>
                  <a:lnTo>
                    <a:pt x="6347646" y="13688"/>
                  </a:lnTo>
                  <a:lnTo>
                    <a:pt x="6260692" y="19958"/>
                  </a:lnTo>
                  <a:lnTo>
                    <a:pt x="6173738" y="27394"/>
                  </a:lnTo>
                  <a:lnTo>
                    <a:pt x="6086784" y="35972"/>
                  </a:lnTo>
                  <a:lnTo>
                    <a:pt x="5999830" y="45650"/>
                  </a:lnTo>
                  <a:lnTo>
                    <a:pt x="5912876" y="56373"/>
                  </a:lnTo>
                  <a:lnTo>
                    <a:pt x="5825922" y="68069"/>
                  </a:lnTo>
                  <a:lnTo>
                    <a:pt x="5738968" y="80652"/>
                  </a:lnTo>
                  <a:lnTo>
                    <a:pt x="5652014" y="94024"/>
                  </a:lnTo>
                  <a:lnTo>
                    <a:pt x="5565060" y="108076"/>
                  </a:lnTo>
                  <a:lnTo>
                    <a:pt x="5478106" y="122691"/>
                  </a:lnTo>
                  <a:lnTo>
                    <a:pt x="5391152" y="137752"/>
                  </a:lnTo>
                  <a:lnTo>
                    <a:pt x="5304198" y="153139"/>
                  </a:lnTo>
                  <a:lnTo>
                    <a:pt x="5217244" y="168737"/>
                  </a:lnTo>
                  <a:lnTo>
                    <a:pt x="5130289" y="184434"/>
                  </a:lnTo>
                  <a:lnTo>
                    <a:pt x="5043335" y="200130"/>
                  </a:lnTo>
                  <a:lnTo>
                    <a:pt x="4956381" y="215730"/>
                  </a:lnTo>
                  <a:lnTo>
                    <a:pt x="4869427" y="231151"/>
                  </a:lnTo>
                  <a:lnTo>
                    <a:pt x="4782473" y="246317"/>
                  </a:lnTo>
                  <a:lnTo>
                    <a:pt x="4695519" y="261166"/>
                  </a:lnTo>
                  <a:lnTo>
                    <a:pt x="4608565" y="275642"/>
                  </a:lnTo>
                  <a:lnTo>
                    <a:pt x="4521611" y="289686"/>
                  </a:lnTo>
                  <a:lnTo>
                    <a:pt x="4434657" y="302142"/>
                  </a:lnTo>
                  <a:lnTo>
                    <a:pt x="4347703" y="312694"/>
                  </a:lnTo>
                  <a:lnTo>
                    <a:pt x="4260749" y="321918"/>
                  </a:lnTo>
                  <a:lnTo>
                    <a:pt x="4173795" y="330367"/>
                  </a:lnTo>
                  <a:lnTo>
                    <a:pt x="4086841" y="338528"/>
                  </a:lnTo>
                  <a:lnTo>
                    <a:pt x="3999887" y="346791"/>
                  </a:lnTo>
                  <a:lnTo>
                    <a:pt x="3912933" y="355438"/>
                  </a:lnTo>
                  <a:lnTo>
                    <a:pt x="3825978" y="364653"/>
                  </a:lnTo>
                  <a:lnTo>
                    <a:pt x="3739024" y="373723"/>
                  </a:lnTo>
                  <a:lnTo>
                    <a:pt x="3652070" y="381156"/>
                  </a:lnTo>
                  <a:lnTo>
                    <a:pt x="3565116" y="387902"/>
                  </a:lnTo>
                  <a:lnTo>
                    <a:pt x="3478162" y="394983"/>
                  </a:lnTo>
                  <a:lnTo>
                    <a:pt x="3391208" y="403246"/>
                  </a:lnTo>
                  <a:lnTo>
                    <a:pt x="3304254" y="413229"/>
                  </a:lnTo>
                  <a:lnTo>
                    <a:pt x="3217300" y="425069"/>
                  </a:lnTo>
                  <a:lnTo>
                    <a:pt x="3130346" y="438495"/>
                  </a:lnTo>
                  <a:lnTo>
                    <a:pt x="3043392" y="452917"/>
                  </a:lnTo>
                  <a:lnTo>
                    <a:pt x="2956438" y="467579"/>
                  </a:lnTo>
                  <a:lnTo>
                    <a:pt x="2869484" y="482109"/>
                  </a:lnTo>
                  <a:lnTo>
                    <a:pt x="2782530" y="496908"/>
                  </a:lnTo>
                  <a:lnTo>
                    <a:pt x="2695576" y="511980"/>
                  </a:lnTo>
                  <a:lnTo>
                    <a:pt x="2608622" y="527303"/>
                  </a:lnTo>
                  <a:lnTo>
                    <a:pt x="2521667" y="542832"/>
                  </a:lnTo>
                  <a:lnTo>
                    <a:pt x="2434713" y="558501"/>
                  </a:lnTo>
                  <a:lnTo>
                    <a:pt x="2347759" y="574221"/>
                  </a:lnTo>
                  <a:lnTo>
                    <a:pt x="2260805" y="589881"/>
                  </a:lnTo>
                  <a:lnTo>
                    <a:pt x="2173851" y="605365"/>
                  </a:lnTo>
                  <a:lnTo>
                    <a:pt x="2086897" y="620553"/>
                  </a:lnTo>
                  <a:lnTo>
                    <a:pt x="1999943" y="635367"/>
                  </a:lnTo>
                  <a:lnTo>
                    <a:pt x="1912989" y="650392"/>
                  </a:lnTo>
                  <a:lnTo>
                    <a:pt x="1826035" y="665896"/>
                  </a:lnTo>
                  <a:lnTo>
                    <a:pt x="1739081" y="681846"/>
                  </a:lnTo>
                  <a:lnTo>
                    <a:pt x="1652127" y="698211"/>
                  </a:lnTo>
                  <a:lnTo>
                    <a:pt x="1565173" y="714969"/>
                  </a:lnTo>
                  <a:lnTo>
                    <a:pt x="1478219" y="732116"/>
                  </a:lnTo>
                  <a:lnTo>
                    <a:pt x="1391265" y="749954"/>
                  </a:lnTo>
                  <a:lnTo>
                    <a:pt x="1304311" y="768718"/>
                  </a:lnTo>
                  <a:lnTo>
                    <a:pt x="1217356" y="788533"/>
                  </a:lnTo>
                  <a:lnTo>
                    <a:pt x="1130402" y="809513"/>
                  </a:lnTo>
                  <a:lnTo>
                    <a:pt x="1043448" y="831762"/>
                  </a:lnTo>
                  <a:lnTo>
                    <a:pt x="956494" y="855369"/>
                  </a:lnTo>
                  <a:lnTo>
                    <a:pt x="869540" y="880403"/>
                  </a:lnTo>
                  <a:lnTo>
                    <a:pt x="782586" y="906919"/>
                  </a:lnTo>
                  <a:lnTo>
                    <a:pt x="695632" y="934952"/>
                  </a:lnTo>
                  <a:lnTo>
                    <a:pt x="608678" y="964521"/>
                  </a:lnTo>
                  <a:lnTo>
                    <a:pt x="521724" y="995634"/>
                  </a:lnTo>
                  <a:lnTo>
                    <a:pt x="434770" y="1028286"/>
                  </a:lnTo>
                  <a:lnTo>
                    <a:pt x="347816" y="1062464"/>
                  </a:lnTo>
                  <a:lnTo>
                    <a:pt x="260862" y="1098151"/>
                  </a:lnTo>
                  <a:lnTo>
                    <a:pt x="173908" y="1135325"/>
                  </a:lnTo>
                  <a:lnTo>
                    <a:pt x="86954" y="1173961"/>
                  </a:lnTo>
                  <a:lnTo>
                    <a:pt x="0" y="1214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5392" y="3460778"/>
              <a:ext cx="6869371" cy="1219382"/>
            </a:xfrm>
            <a:custGeom>
              <a:avLst/>
              <a:pathLst>
                <a:path w="6869371" h="1219382">
                  <a:moveTo>
                    <a:pt x="0" y="1219382"/>
                  </a:moveTo>
                  <a:lnTo>
                    <a:pt x="86954" y="1203800"/>
                  </a:lnTo>
                  <a:lnTo>
                    <a:pt x="173908" y="1188252"/>
                  </a:lnTo>
                  <a:lnTo>
                    <a:pt x="260862" y="1172740"/>
                  </a:lnTo>
                  <a:lnTo>
                    <a:pt x="347816" y="1157267"/>
                  </a:lnTo>
                  <a:lnTo>
                    <a:pt x="434770" y="1141833"/>
                  </a:lnTo>
                  <a:lnTo>
                    <a:pt x="521724" y="1126442"/>
                  </a:lnTo>
                  <a:lnTo>
                    <a:pt x="608678" y="1111095"/>
                  </a:lnTo>
                  <a:lnTo>
                    <a:pt x="695632" y="1095795"/>
                  </a:lnTo>
                  <a:lnTo>
                    <a:pt x="782586" y="1080543"/>
                  </a:lnTo>
                  <a:lnTo>
                    <a:pt x="869540" y="1065342"/>
                  </a:lnTo>
                  <a:lnTo>
                    <a:pt x="956494" y="1050193"/>
                  </a:lnTo>
                  <a:lnTo>
                    <a:pt x="1043448" y="1035100"/>
                  </a:lnTo>
                  <a:lnTo>
                    <a:pt x="1130402" y="1020062"/>
                  </a:lnTo>
                  <a:lnTo>
                    <a:pt x="1217356" y="1005084"/>
                  </a:lnTo>
                  <a:lnTo>
                    <a:pt x="1304311" y="990167"/>
                  </a:lnTo>
                  <a:lnTo>
                    <a:pt x="1391265" y="975313"/>
                  </a:lnTo>
                  <a:lnTo>
                    <a:pt x="1478219" y="960524"/>
                  </a:lnTo>
                  <a:lnTo>
                    <a:pt x="1565173" y="945731"/>
                  </a:lnTo>
                  <a:lnTo>
                    <a:pt x="1652127" y="930826"/>
                  </a:lnTo>
                  <a:lnTo>
                    <a:pt x="1739081" y="915892"/>
                  </a:lnTo>
                  <a:lnTo>
                    <a:pt x="1826035" y="901019"/>
                  </a:lnTo>
                  <a:lnTo>
                    <a:pt x="1912989" y="886299"/>
                  </a:lnTo>
                  <a:lnTo>
                    <a:pt x="1999943" y="871820"/>
                  </a:lnTo>
                  <a:lnTo>
                    <a:pt x="2086897" y="857462"/>
                  </a:lnTo>
                  <a:lnTo>
                    <a:pt x="2173851" y="842860"/>
                  </a:lnTo>
                  <a:lnTo>
                    <a:pt x="2260805" y="828080"/>
                  </a:lnTo>
                  <a:lnTo>
                    <a:pt x="2347759" y="813200"/>
                  </a:lnTo>
                  <a:lnTo>
                    <a:pt x="2434713" y="798299"/>
                  </a:lnTo>
                  <a:lnTo>
                    <a:pt x="2521667" y="783457"/>
                  </a:lnTo>
                  <a:lnTo>
                    <a:pt x="2608622" y="768752"/>
                  </a:lnTo>
                  <a:lnTo>
                    <a:pt x="2695576" y="754262"/>
                  </a:lnTo>
                  <a:lnTo>
                    <a:pt x="2782530" y="740068"/>
                  </a:lnTo>
                  <a:lnTo>
                    <a:pt x="2869484" y="726248"/>
                  </a:lnTo>
                  <a:lnTo>
                    <a:pt x="2956438" y="712880"/>
                  </a:lnTo>
                  <a:lnTo>
                    <a:pt x="3043392" y="700029"/>
                  </a:lnTo>
                  <a:lnTo>
                    <a:pt x="3130346" y="687634"/>
                  </a:lnTo>
                  <a:lnTo>
                    <a:pt x="3217300" y="675607"/>
                  </a:lnTo>
                  <a:lnTo>
                    <a:pt x="3304254" y="663857"/>
                  </a:lnTo>
                  <a:lnTo>
                    <a:pt x="3391208" y="652294"/>
                  </a:lnTo>
                  <a:lnTo>
                    <a:pt x="3478162" y="640829"/>
                  </a:lnTo>
                  <a:lnTo>
                    <a:pt x="3565116" y="629373"/>
                  </a:lnTo>
                  <a:lnTo>
                    <a:pt x="3652070" y="617834"/>
                  </a:lnTo>
                  <a:lnTo>
                    <a:pt x="3739024" y="606124"/>
                  </a:lnTo>
                  <a:lnTo>
                    <a:pt x="3825978" y="594198"/>
                  </a:lnTo>
                  <a:lnTo>
                    <a:pt x="3912933" y="582890"/>
                  </a:lnTo>
                  <a:lnTo>
                    <a:pt x="3999887" y="572277"/>
                  </a:lnTo>
                  <a:lnTo>
                    <a:pt x="4086841" y="562007"/>
                  </a:lnTo>
                  <a:lnTo>
                    <a:pt x="4173795" y="551729"/>
                  </a:lnTo>
                  <a:lnTo>
                    <a:pt x="4260749" y="541089"/>
                  </a:lnTo>
                  <a:lnTo>
                    <a:pt x="4347703" y="529736"/>
                  </a:lnTo>
                  <a:lnTo>
                    <a:pt x="4434657" y="517317"/>
                  </a:lnTo>
                  <a:lnTo>
                    <a:pt x="4521611" y="503480"/>
                  </a:lnTo>
                  <a:lnTo>
                    <a:pt x="4608565" y="488525"/>
                  </a:lnTo>
                  <a:lnTo>
                    <a:pt x="4695519" y="473320"/>
                  </a:lnTo>
                  <a:lnTo>
                    <a:pt x="4782473" y="457874"/>
                  </a:lnTo>
                  <a:lnTo>
                    <a:pt x="4869427" y="442179"/>
                  </a:lnTo>
                  <a:lnTo>
                    <a:pt x="4956381" y="426231"/>
                  </a:lnTo>
                  <a:lnTo>
                    <a:pt x="5043335" y="410024"/>
                  </a:lnTo>
                  <a:lnTo>
                    <a:pt x="5130289" y="393552"/>
                  </a:lnTo>
                  <a:lnTo>
                    <a:pt x="5217244" y="376810"/>
                  </a:lnTo>
                  <a:lnTo>
                    <a:pt x="5304198" y="359792"/>
                  </a:lnTo>
                  <a:lnTo>
                    <a:pt x="5391152" y="342493"/>
                  </a:lnTo>
                  <a:lnTo>
                    <a:pt x="5478106" y="324908"/>
                  </a:lnTo>
                  <a:lnTo>
                    <a:pt x="5565060" y="307029"/>
                  </a:lnTo>
                  <a:lnTo>
                    <a:pt x="5652014" y="288853"/>
                  </a:lnTo>
                  <a:lnTo>
                    <a:pt x="5738968" y="270374"/>
                  </a:lnTo>
                  <a:lnTo>
                    <a:pt x="5825922" y="251585"/>
                  </a:lnTo>
                  <a:lnTo>
                    <a:pt x="5912876" y="232482"/>
                  </a:lnTo>
                  <a:lnTo>
                    <a:pt x="5999830" y="213059"/>
                  </a:lnTo>
                  <a:lnTo>
                    <a:pt x="6086784" y="193310"/>
                  </a:lnTo>
                  <a:lnTo>
                    <a:pt x="6173738" y="173230"/>
                  </a:lnTo>
                  <a:lnTo>
                    <a:pt x="6260692" y="152813"/>
                  </a:lnTo>
                  <a:lnTo>
                    <a:pt x="6347646" y="132054"/>
                  </a:lnTo>
                  <a:lnTo>
                    <a:pt x="6434600" y="110947"/>
                  </a:lnTo>
                  <a:lnTo>
                    <a:pt x="6521555" y="89487"/>
                  </a:lnTo>
                  <a:lnTo>
                    <a:pt x="6608509" y="67667"/>
                  </a:lnTo>
                  <a:lnTo>
                    <a:pt x="6695463" y="45483"/>
                  </a:lnTo>
                  <a:lnTo>
                    <a:pt x="6782417" y="22929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385392" y="2911552"/>
              <a:ext cx="6869371" cy="2304997"/>
            </a:xfrm>
            <a:custGeom>
              <a:avLst/>
              <a:pathLst>
                <a:path w="6869371" h="2304997">
                  <a:moveTo>
                    <a:pt x="0" y="1153210"/>
                  </a:moveTo>
                  <a:lnTo>
                    <a:pt x="86954" y="1172373"/>
                  </a:lnTo>
                  <a:lnTo>
                    <a:pt x="173908" y="1190191"/>
                  </a:lnTo>
                  <a:lnTo>
                    <a:pt x="260862" y="1206634"/>
                  </a:lnTo>
                  <a:lnTo>
                    <a:pt x="347816" y="1221671"/>
                  </a:lnTo>
                  <a:lnTo>
                    <a:pt x="434770" y="1235275"/>
                  </a:lnTo>
                  <a:lnTo>
                    <a:pt x="521724" y="1247422"/>
                  </a:lnTo>
                  <a:lnTo>
                    <a:pt x="608678" y="1258097"/>
                  </a:lnTo>
                  <a:lnTo>
                    <a:pt x="695632" y="1267295"/>
                  </a:lnTo>
                  <a:lnTo>
                    <a:pt x="782586" y="1275025"/>
                  </a:lnTo>
                  <a:lnTo>
                    <a:pt x="869540" y="1281311"/>
                  </a:lnTo>
                  <a:lnTo>
                    <a:pt x="956494" y="1286202"/>
                  </a:lnTo>
                  <a:lnTo>
                    <a:pt x="1043448" y="1289763"/>
                  </a:lnTo>
                  <a:lnTo>
                    <a:pt x="1130402" y="1292088"/>
                  </a:lnTo>
                  <a:lnTo>
                    <a:pt x="1217356" y="1293289"/>
                  </a:lnTo>
                  <a:lnTo>
                    <a:pt x="1304311" y="1293499"/>
                  </a:lnTo>
                  <a:lnTo>
                    <a:pt x="1391265" y="1292866"/>
                  </a:lnTo>
                  <a:lnTo>
                    <a:pt x="1478219" y="1291551"/>
                  </a:lnTo>
                  <a:lnTo>
                    <a:pt x="1565173" y="1289742"/>
                  </a:lnTo>
                  <a:lnTo>
                    <a:pt x="1652127" y="1287654"/>
                  </a:lnTo>
                  <a:lnTo>
                    <a:pt x="1739081" y="1285417"/>
                  </a:lnTo>
                  <a:lnTo>
                    <a:pt x="1826035" y="1283150"/>
                  </a:lnTo>
                  <a:lnTo>
                    <a:pt x="1912989" y="1280959"/>
                  </a:lnTo>
                  <a:lnTo>
                    <a:pt x="1999943" y="1278949"/>
                  </a:lnTo>
                  <a:lnTo>
                    <a:pt x="2086897" y="1277338"/>
                  </a:lnTo>
                  <a:lnTo>
                    <a:pt x="2173851" y="1276415"/>
                  </a:lnTo>
                  <a:lnTo>
                    <a:pt x="2260805" y="1276147"/>
                  </a:lnTo>
                  <a:lnTo>
                    <a:pt x="2347759" y="1276468"/>
                  </a:lnTo>
                  <a:lnTo>
                    <a:pt x="2434713" y="1277313"/>
                  </a:lnTo>
                  <a:lnTo>
                    <a:pt x="2521667" y="1278631"/>
                  </a:lnTo>
                  <a:lnTo>
                    <a:pt x="2608622" y="1280390"/>
                  </a:lnTo>
                  <a:lnTo>
                    <a:pt x="2695576" y="1282594"/>
                  </a:lnTo>
                  <a:lnTo>
                    <a:pt x="2782530" y="1285272"/>
                  </a:lnTo>
                  <a:lnTo>
                    <a:pt x="2869484" y="1288481"/>
                  </a:lnTo>
                  <a:lnTo>
                    <a:pt x="2956438" y="1292389"/>
                  </a:lnTo>
                  <a:lnTo>
                    <a:pt x="3043392" y="1300599"/>
                  </a:lnTo>
                  <a:lnTo>
                    <a:pt x="3130346" y="1313267"/>
                  </a:lnTo>
                  <a:lnTo>
                    <a:pt x="3217300" y="1328106"/>
                  </a:lnTo>
                  <a:lnTo>
                    <a:pt x="3304254" y="1343045"/>
                  </a:lnTo>
                  <a:lnTo>
                    <a:pt x="3391208" y="1356424"/>
                  </a:lnTo>
                  <a:lnTo>
                    <a:pt x="3478162" y="1367103"/>
                  </a:lnTo>
                  <a:lnTo>
                    <a:pt x="3565116" y="1374457"/>
                  </a:lnTo>
                  <a:lnTo>
                    <a:pt x="3652070" y="1378261"/>
                  </a:lnTo>
                  <a:lnTo>
                    <a:pt x="3739024" y="1378511"/>
                  </a:lnTo>
                  <a:lnTo>
                    <a:pt x="3825978" y="1375391"/>
                  </a:lnTo>
                  <a:lnTo>
                    <a:pt x="3912933" y="1371839"/>
                  </a:lnTo>
                  <a:lnTo>
                    <a:pt x="3999887" y="1368359"/>
                  </a:lnTo>
                  <a:lnTo>
                    <a:pt x="4086841" y="1364161"/>
                  </a:lnTo>
                  <a:lnTo>
                    <a:pt x="4173795" y="1358576"/>
                  </a:lnTo>
                  <a:lnTo>
                    <a:pt x="4260749" y="1351073"/>
                  </a:lnTo>
                  <a:lnTo>
                    <a:pt x="4347703" y="1341246"/>
                  </a:lnTo>
                  <a:lnTo>
                    <a:pt x="4434657" y="1328777"/>
                  </a:lnTo>
                  <a:lnTo>
                    <a:pt x="4521611" y="1313372"/>
                  </a:lnTo>
                  <a:lnTo>
                    <a:pt x="4608565" y="1295532"/>
                  </a:lnTo>
                  <a:lnTo>
                    <a:pt x="4695519" y="1276370"/>
                  </a:lnTo>
                  <a:lnTo>
                    <a:pt x="4782473" y="1255819"/>
                  </a:lnTo>
                  <a:lnTo>
                    <a:pt x="4869427" y="1233786"/>
                  </a:lnTo>
                  <a:lnTo>
                    <a:pt x="4956381" y="1210166"/>
                  </a:lnTo>
                  <a:lnTo>
                    <a:pt x="5043335" y="1184841"/>
                  </a:lnTo>
                  <a:lnTo>
                    <a:pt x="5130289" y="1157679"/>
                  </a:lnTo>
                  <a:lnTo>
                    <a:pt x="5217244" y="1128537"/>
                  </a:lnTo>
                  <a:lnTo>
                    <a:pt x="5304198" y="1097260"/>
                  </a:lnTo>
                  <a:lnTo>
                    <a:pt x="5391152" y="1063683"/>
                  </a:lnTo>
                  <a:lnTo>
                    <a:pt x="5478106" y="1027635"/>
                  </a:lnTo>
                  <a:lnTo>
                    <a:pt x="5565060" y="988940"/>
                  </a:lnTo>
                  <a:lnTo>
                    <a:pt x="5652014" y="947422"/>
                  </a:lnTo>
                  <a:lnTo>
                    <a:pt x="5738968" y="902910"/>
                  </a:lnTo>
                  <a:lnTo>
                    <a:pt x="5825922" y="855240"/>
                  </a:lnTo>
                  <a:lnTo>
                    <a:pt x="5912876" y="804262"/>
                  </a:lnTo>
                  <a:lnTo>
                    <a:pt x="5999830" y="749842"/>
                  </a:lnTo>
                  <a:lnTo>
                    <a:pt x="6086784" y="691867"/>
                  </a:lnTo>
                  <a:lnTo>
                    <a:pt x="6173738" y="630240"/>
                  </a:lnTo>
                  <a:lnTo>
                    <a:pt x="6260692" y="564887"/>
                  </a:lnTo>
                  <a:lnTo>
                    <a:pt x="6347646" y="495750"/>
                  </a:lnTo>
                  <a:lnTo>
                    <a:pt x="6434600" y="422790"/>
                  </a:lnTo>
                  <a:lnTo>
                    <a:pt x="6521555" y="345978"/>
                  </a:lnTo>
                  <a:lnTo>
                    <a:pt x="6608509" y="265299"/>
                  </a:lnTo>
                  <a:lnTo>
                    <a:pt x="6695463" y="180745"/>
                  </a:lnTo>
                  <a:lnTo>
                    <a:pt x="6782417" y="92311"/>
                  </a:lnTo>
                  <a:lnTo>
                    <a:pt x="6869371" y="0"/>
                  </a:lnTo>
                  <a:lnTo>
                    <a:pt x="6869371" y="1167364"/>
                  </a:lnTo>
                  <a:lnTo>
                    <a:pt x="6782417" y="1198965"/>
                  </a:lnTo>
                  <a:lnTo>
                    <a:pt x="6695463" y="1230559"/>
                  </a:lnTo>
                  <a:lnTo>
                    <a:pt x="6608509" y="1262178"/>
                  </a:lnTo>
                  <a:lnTo>
                    <a:pt x="6521555" y="1293852"/>
                  </a:lnTo>
                  <a:lnTo>
                    <a:pt x="6434600" y="1325603"/>
                  </a:lnTo>
                  <a:lnTo>
                    <a:pt x="6347646" y="1357449"/>
                  </a:lnTo>
                  <a:lnTo>
                    <a:pt x="6260692" y="1389395"/>
                  </a:lnTo>
                  <a:lnTo>
                    <a:pt x="6173738" y="1421432"/>
                  </a:lnTo>
                  <a:lnTo>
                    <a:pt x="6086784" y="1453535"/>
                  </a:lnTo>
                  <a:lnTo>
                    <a:pt x="5999830" y="1485662"/>
                  </a:lnTo>
                  <a:lnTo>
                    <a:pt x="5912876" y="1517750"/>
                  </a:lnTo>
                  <a:lnTo>
                    <a:pt x="5825922" y="1549717"/>
                  </a:lnTo>
                  <a:lnTo>
                    <a:pt x="5738968" y="1581460"/>
                  </a:lnTo>
                  <a:lnTo>
                    <a:pt x="5652014" y="1612863"/>
                  </a:lnTo>
                  <a:lnTo>
                    <a:pt x="5565060" y="1643795"/>
                  </a:lnTo>
                  <a:lnTo>
                    <a:pt x="5478106" y="1674116"/>
                  </a:lnTo>
                  <a:lnTo>
                    <a:pt x="5391152" y="1703683"/>
                  </a:lnTo>
                  <a:lnTo>
                    <a:pt x="5304198" y="1732352"/>
                  </a:lnTo>
                  <a:lnTo>
                    <a:pt x="5217244" y="1759984"/>
                  </a:lnTo>
                  <a:lnTo>
                    <a:pt x="5130289" y="1786446"/>
                  </a:lnTo>
                  <a:lnTo>
                    <a:pt x="5043335" y="1811616"/>
                  </a:lnTo>
                  <a:lnTo>
                    <a:pt x="4956381" y="1835383"/>
                  </a:lnTo>
                  <a:lnTo>
                    <a:pt x="4869427" y="1857648"/>
                  </a:lnTo>
                  <a:lnTo>
                    <a:pt x="4782473" y="1878326"/>
                  </a:lnTo>
                  <a:lnTo>
                    <a:pt x="4695519" y="1897342"/>
                  </a:lnTo>
                  <a:lnTo>
                    <a:pt x="4608565" y="1914636"/>
                  </a:lnTo>
                  <a:lnTo>
                    <a:pt x="4521611" y="1930135"/>
                  </a:lnTo>
                  <a:lnTo>
                    <a:pt x="4434657" y="1941997"/>
                  </a:lnTo>
                  <a:lnTo>
                    <a:pt x="4347703" y="1949675"/>
                  </a:lnTo>
                  <a:lnTo>
                    <a:pt x="4260749" y="1954035"/>
                  </a:lnTo>
                  <a:lnTo>
                    <a:pt x="4173795" y="1955916"/>
                  </a:lnTo>
                  <a:lnTo>
                    <a:pt x="4086841" y="1956066"/>
                  </a:lnTo>
                  <a:lnTo>
                    <a:pt x="3999887" y="1955114"/>
                  </a:lnTo>
                  <a:lnTo>
                    <a:pt x="3912933" y="1953547"/>
                  </a:lnTo>
                  <a:lnTo>
                    <a:pt x="3825978" y="1951730"/>
                  </a:lnTo>
                  <a:lnTo>
                    <a:pt x="3739024" y="1947517"/>
                  </a:lnTo>
                  <a:lnTo>
                    <a:pt x="3652070" y="1936289"/>
                  </a:lnTo>
                  <a:lnTo>
                    <a:pt x="3565116" y="1920184"/>
                  </a:lnTo>
                  <a:lnTo>
                    <a:pt x="3478162" y="1901597"/>
                  </a:lnTo>
                  <a:lnTo>
                    <a:pt x="3391208" y="1882702"/>
                  </a:lnTo>
                  <a:lnTo>
                    <a:pt x="3304254" y="1865269"/>
                  </a:lnTo>
                  <a:lnTo>
                    <a:pt x="3217300" y="1850560"/>
                  </a:lnTo>
                  <a:lnTo>
                    <a:pt x="3130346" y="1839310"/>
                  </a:lnTo>
                  <a:lnTo>
                    <a:pt x="3043392" y="1831847"/>
                  </a:lnTo>
                  <a:lnTo>
                    <a:pt x="2956438" y="1828283"/>
                  </a:lnTo>
                  <a:lnTo>
                    <a:pt x="2869484" y="1827360"/>
                  </a:lnTo>
                  <a:lnTo>
                    <a:pt x="2782530" y="1826662"/>
                  </a:lnTo>
                  <a:lnTo>
                    <a:pt x="2695576" y="1826238"/>
                  </a:lnTo>
                  <a:lnTo>
                    <a:pt x="2608622" y="1826173"/>
                  </a:lnTo>
                  <a:lnTo>
                    <a:pt x="2521667" y="1826528"/>
                  </a:lnTo>
                  <a:lnTo>
                    <a:pt x="2434713" y="1827333"/>
                  </a:lnTo>
                  <a:lnTo>
                    <a:pt x="2347759" y="1828589"/>
                  </a:lnTo>
                  <a:lnTo>
                    <a:pt x="2260805" y="1830272"/>
                  </a:lnTo>
                  <a:lnTo>
                    <a:pt x="2173851" y="1832345"/>
                  </a:lnTo>
                  <a:lnTo>
                    <a:pt x="2086897" y="1834775"/>
                  </a:lnTo>
                  <a:lnTo>
                    <a:pt x="1999943" y="1837555"/>
                  </a:lnTo>
                  <a:lnTo>
                    <a:pt x="1912989" y="1840967"/>
                  </a:lnTo>
                  <a:lnTo>
                    <a:pt x="1826035" y="1845168"/>
                  </a:lnTo>
                  <a:lnTo>
                    <a:pt x="1739081" y="1850201"/>
                  </a:lnTo>
                  <a:lnTo>
                    <a:pt x="1652127" y="1856112"/>
                  </a:lnTo>
                  <a:lnTo>
                    <a:pt x="1565173" y="1862955"/>
                  </a:lnTo>
                  <a:lnTo>
                    <a:pt x="1478219" y="1870807"/>
                  </a:lnTo>
                  <a:lnTo>
                    <a:pt x="1391265" y="1879947"/>
                  </a:lnTo>
                  <a:lnTo>
                    <a:pt x="1304311" y="1890615"/>
                  </a:lnTo>
                  <a:lnTo>
                    <a:pt x="1217356" y="1902975"/>
                  </a:lnTo>
                  <a:lnTo>
                    <a:pt x="1130402" y="1917179"/>
                  </a:lnTo>
                  <a:lnTo>
                    <a:pt x="1043448" y="1933366"/>
                  </a:lnTo>
                  <a:lnTo>
                    <a:pt x="956494" y="1951654"/>
                  </a:lnTo>
                  <a:lnTo>
                    <a:pt x="869540" y="1972138"/>
                  </a:lnTo>
                  <a:lnTo>
                    <a:pt x="782586" y="1994893"/>
                  </a:lnTo>
                  <a:lnTo>
                    <a:pt x="695632" y="2019968"/>
                  </a:lnTo>
                  <a:lnTo>
                    <a:pt x="608678" y="2047394"/>
                  </a:lnTo>
                  <a:lnTo>
                    <a:pt x="521724" y="2077185"/>
                  </a:lnTo>
                  <a:lnTo>
                    <a:pt x="434770" y="2109340"/>
                  </a:lnTo>
                  <a:lnTo>
                    <a:pt x="347816" y="2143849"/>
                  </a:lnTo>
                  <a:lnTo>
                    <a:pt x="260862" y="2180693"/>
                  </a:lnTo>
                  <a:lnTo>
                    <a:pt x="173908" y="2219850"/>
                  </a:lnTo>
                  <a:lnTo>
                    <a:pt x="86954" y="2261293"/>
                  </a:lnTo>
                  <a:lnTo>
                    <a:pt x="0" y="230499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85392" y="2911552"/>
              <a:ext cx="6869371" cy="1378511"/>
            </a:xfrm>
            <a:custGeom>
              <a:avLst/>
              <a:pathLst>
                <a:path w="6869371" h="1378511">
                  <a:moveTo>
                    <a:pt x="0" y="1153210"/>
                  </a:moveTo>
                  <a:lnTo>
                    <a:pt x="86954" y="1172373"/>
                  </a:lnTo>
                  <a:lnTo>
                    <a:pt x="173908" y="1190191"/>
                  </a:lnTo>
                  <a:lnTo>
                    <a:pt x="260862" y="1206634"/>
                  </a:lnTo>
                  <a:lnTo>
                    <a:pt x="347816" y="1221671"/>
                  </a:lnTo>
                  <a:lnTo>
                    <a:pt x="434770" y="1235275"/>
                  </a:lnTo>
                  <a:lnTo>
                    <a:pt x="521724" y="1247422"/>
                  </a:lnTo>
                  <a:lnTo>
                    <a:pt x="608678" y="1258097"/>
                  </a:lnTo>
                  <a:lnTo>
                    <a:pt x="695632" y="1267295"/>
                  </a:lnTo>
                  <a:lnTo>
                    <a:pt x="782586" y="1275025"/>
                  </a:lnTo>
                  <a:lnTo>
                    <a:pt x="869540" y="1281311"/>
                  </a:lnTo>
                  <a:lnTo>
                    <a:pt x="956494" y="1286202"/>
                  </a:lnTo>
                  <a:lnTo>
                    <a:pt x="1043448" y="1289763"/>
                  </a:lnTo>
                  <a:lnTo>
                    <a:pt x="1130402" y="1292088"/>
                  </a:lnTo>
                  <a:lnTo>
                    <a:pt x="1217356" y="1293289"/>
                  </a:lnTo>
                  <a:lnTo>
                    <a:pt x="1304311" y="1293499"/>
                  </a:lnTo>
                  <a:lnTo>
                    <a:pt x="1391265" y="1292866"/>
                  </a:lnTo>
                  <a:lnTo>
                    <a:pt x="1478219" y="1291551"/>
                  </a:lnTo>
                  <a:lnTo>
                    <a:pt x="1565173" y="1289742"/>
                  </a:lnTo>
                  <a:lnTo>
                    <a:pt x="1652127" y="1287654"/>
                  </a:lnTo>
                  <a:lnTo>
                    <a:pt x="1739081" y="1285417"/>
                  </a:lnTo>
                  <a:lnTo>
                    <a:pt x="1826035" y="1283150"/>
                  </a:lnTo>
                  <a:lnTo>
                    <a:pt x="1912989" y="1280959"/>
                  </a:lnTo>
                  <a:lnTo>
                    <a:pt x="1999943" y="1278949"/>
                  </a:lnTo>
                  <a:lnTo>
                    <a:pt x="2086897" y="1277338"/>
                  </a:lnTo>
                  <a:lnTo>
                    <a:pt x="2173851" y="1276415"/>
                  </a:lnTo>
                  <a:lnTo>
                    <a:pt x="2260805" y="1276147"/>
                  </a:lnTo>
                  <a:lnTo>
                    <a:pt x="2347759" y="1276468"/>
                  </a:lnTo>
                  <a:lnTo>
                    <a:pt x="2434713" y="1277313"/>
                  </a:lnTo>
                  <a:lnTo>
                    <a:pt x="2521667" y="1278631"/>
                  </a:lnTo>
                  <a:lnTo>
                    <a:pt x="2608622" y="1280390"/>
                  </a:lnTo>
                  <a:lnTo>
                    <a:pt x="2695576" y="1282594"/>
                  </a:lnTo>
                  <a:lnTo>
                    <a:pt x="2782530" y="1285272"/>
                  </a:lnTo>
                  <a:lnTo>
                    <a:pt x="2869484" y="1288481"/>
                  </a:lnTo>
                  <a:lnTo>
                    <a:pt x="2956438" y="1292389"/>
                  </a:lnTo>
                  <a:lnTo>
                    <a:pt x="3043392" y="1300599"/>
                  </a:lnTo>
                  <a:lnTo>
                    <a:pt x="3130346" y="1313267"/>
                  </a:lnTo>
                  <a:lnTo>
                    <a:pt x="3217300" y="1328106"/>
                  </a:lnTo>
                  <a:lnTo>
                    <a:pt x="3304254" y="1343045"/>
                  </a:lnTo>
                  <a:lnTo>
                    <a:pt x="3391208" y="1356424"/>
                  </a:lnTo>
                  <a:lnTo>
                    <a:pt x="3478162" y="1367103"/>
                  </a:lnTo>
                  <a:lnTo>
                    <a:pt x="3565116" y="1374457"/>
                  </a:lnTo>
                  <a:lnTo>
                    <a:pt x="3652070" y="1378261"/>
                  </a:lnTo>
                  <a:lnTo>
                    <a:pt x="3739024" y="1378511"/>
                  </a:lnTo>
                  <a:lnTo>
                    <a:pt x="3825978" y="1375391"/>
                  </a:lnTo>
                  <a:lnTo>
                    <a:pt x="3912933" y="1371839"/>
                  </a:lnTo>
                  <a:lnTo>
                    <a:pt x="3999887" y="1368359"/>
                  </a:lnTo>
                  <a:lnTo>
                    <a:pt x="4086841" y="1364161"/>
                  </a:lnTo>
                  <a:lnTo>
                    <a:pt x="4173795" y="1358576"/>
                  </a:lnTo>
                  <a:lnTo>
                    <a:pt x="4260749" y="1351073"/>
                  </a:lnTo>
                  <a:lnTo>
                    <a:pt x="4347703" y="1341246"/>
                  </a:lnTo>
                  <a:lnTo>
                    <a:pt x="4434657" y="1328777"/>
                  </a:lnTo>
                  <a:lnTo>
                    <a:pt x="4521611" y="1313372"/>
                  </a:lnTo>
                  <a:lnTo>
                    <a:pt x="4608565" y="1295532"/>
                  </a:lnTo>
                  <a:lnTo>
                    <a:pt x="4695519" y="1276370"/>
                  </a:lnTo>
                  <a:lnTo>
                    <a:pt x="4782473" y="1255819"/>
                  </a:lnTo>
                  <a:lnTo>
                    <a:pt x="4869427" y="1233786"/>
                  </a:lnTo>
                  <a:lnTo>
                    <a:pt x="4956381" y="1210166"/>
                  </a:lnTo>
                  <a:lnTo>
                    <a:pt x="5043335" y="1184841"/>
                  </a:lnTo>
                  <a:lnTo>
                    <a:pt x="5130289" y="1157679"/>
                  </a:lnTo>
                  <a:lnTo>
                    <a:pt x="5217244" y="1128537"/>
                  </a:lnTo>
                  <a:lnTo>
                    <a:pt x="5304198" y="1097260"/>
                  </a:lnTo>
                  <a:lnTo>
                    <a:pt x="5391152" y="1063683"/>
                  </a:lnTo>
                  <a:lnTo>
                    <a:pt x="5478106" y="1027635"/>
                  </a:lnTo>
                  <a:lnTo>
                    <a:pt x="5565060" y="988940"/>
                  </a:lnTo>
                  <a:lnTo>
                    <a:pt x="5652014" y="947422"/>
                  </a:lnTo>
                  <a:lnTo>
                    <a:pt x="5738968" y="902910"/>
                  </a:lnTo>
                  <a:lnTo>
                    <a:pt x="5825922" y="855240"/>
                  </a:lnTo>
                  <a:lnTo>
                    <a:pt x="5912876" y="804262"/>
                  </a:lnTo>
                  <a:lnTo>
                    <a:pt x="5999830" y="749842"/>
                  </a:lnTo>
                  <a:lnTo>
                    <a:pt x="6086784" y="691867"/>
                  </a:lnTo>
                  <a:lnTo>
                    <a:pt x="6173738" y="630240"/>
                  </a:lnTo>
                  <a:lnTo>
                    <a:pt x="6260692" y="564887"/>
                  </a:lnTo>
                  <a:lnTo>
                    <a:pt x="6347646" y="495750"/>
                  </a:lnTo>
                  <a:lnTo>
                    <a:pt x="6434600" y="422790"/>
                  </a:lnTo>
                  <a:lnTo>
                    <a:pt x="6521555" y="345978"/>
                  </a:lnTo>
                  <a:lnTo>
                    <a:pt x="6608509" y="265299"/>
                  </a:lnTo>
                  <a:lnTo>
                    <a:pt x="6695463" y="180745"/>
                  </a:lnTo>
                  <a:lnTo>
                    <a:pt x="6782417" y="92311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85392" y="4078916"/>
              <a:ext cx="6869371" cy="1137632"/>
            </a:xfrm>
            <a:custGeom>
              <a:avLst/>
              <a:pathLst>
                <a:path w="6869371" h="1137632">
                  <a:moveTo>
                    <a:pt x="6869371" y="0"/>
                  </a:moveTo>
                  <a:lnTo>
                    <a:pt x="6782417" y="31601"/>
                  </a:lnTo>
                  <a:lnTo>
                    <a:pt x="6695463" y="63195"/>
                  </a:lnTo>
                  <a:lnTo>
                    <a:pt x="6608509" y="94814"/>
                  </a:lnTo>
                  <a:lnTo>
                    <a:pt x="6521555" y="126488"/>
                  </a:lnTo>
                  <a:lnTo>
                    <a:pt x="6434600" y="158239"/>
                  </a:lnTo>
                  <a:lnTo>
                    <a:pt x="6347646" y="190085"/>
                  </a:lnTo>
                  <a:lnTo>
                    <a:pt x="6260692" y="222031"/>
                  </a:lnTo>
                  <a:lnTo>
                    <a:pt x="6173738" y="254068"/>
                  </a:lnTo>
                  <a:lnTo>
                    <a:pt x="6086784" y="286171"/>
                  </a:lnTo>
                  <a:lnTo>
                    <a:pt x="5999830" y="318298"/>
                  </a:lnTo>
                  <a:lnTo>
                    <a:pt x="5912876" y="350386"/>
                  </a:lnTo>
                  <a:lnTo>
                    <a:pt x="5825922" y="382353"/>
                  </a:lnTo>
                  <a:lnTo>
                    <a:pt x="5738968" y="414096"/>
                  </a:lnTo>
                  <a:lnTo>
                    <a:pt x="5652014" y="445499"/>
                  </a:lnTo>
                  <a:lnTo>
                    <a:pt x="5565060" y="476431"/>
                  </a:lnTo>
                  <a:lnTo>
                    <a:pt x="5478106" y="506752"/>
                  </a:lnTo>
                  <a:lnTo>
                    <a:pt x="5391152" y="536319"/>
                  </a:lnTo>
                  <a:lnTo>
                    <a:pt x="5304198" y="564988"/>
                  </a:lnTo>
                  <a:lnTo>
                    <a:pt x="5217244" y="592619"/>
                  </a:lnTo>
                  <a:lnTo>
                    <a:pt x="5130289" y="619082"/>
                  </a:lnTo>
                  <a:lnTo>
                    <a:pt x="5043335" y="644252"/>
                  </a:lnTo>
                  <a:lnTo>
                    <a:pt x="4956381" y="668019"/>
                  </a:lnTo>
                  <a:lnTo>
                    <a:pt x="4869427" y="690284"/>
                  </a:lnTo>
                  <a:lnTo>
                    <a:pt x="4782473" y="710962"/>
                  </a:lnTo>
                  <a:lnTo>
                    <a:pt x="4695519" y="729978"/>
                  </a:lnTo>
                  <a:lnTo>
                    <a:pt x="4608565" y="747272"/>
                  </a:lnTo>
                  <a:lnTo>
                    <a:pt x="4521611" y="762771"/>
                  </a:lnTo>
                  <a:lnTo>
                    <a:pt x="4434657" y="774633"/>
                  </a:lnTo>
                  <a:lnTo>
                    <a:pt x="4347703" y="782311"/>
                  </a:lnTo>
                  <a:lnTo>
                    <a:pt x="4260749" y="786671"/>
                  </a:lnTo>
                  <a:lnTo>
                    <a:pt x="4173795" y="788552"/>
                  </a:lnTo>
                  <a:lnTo>
                    <a:pt x="4086841" y="788702"/>
                  </a:lnTo>
                  <a:lnTo>
                    <a:pt x="3999887" y="787750"/>
                  </a:lnTo>
                  <a:lnTo>
                    <a:pt x="3912933" y="786182"/>
                  </a:lnTo>
                  <a:lnTo>
                    <a:pt x="3825978" y="784366"/>
                  </a:lnTo>
                  <a:lnTo>
                    <a:pt x="3739024" y="780153"/>
                  </a:lnTo>
                  <a:lnTo>
                    <a:pt x="3652070" y="768925"/>
                  </a:lnTo>
                  <a:lnTo>
                    <a:pt x="3565116" y="752820"/>
                  </a:lnTo>
                  <a:lnTo>
                    <a:pt x="3478162" y="734233"/>
                  </a:lnTo>
                  <a:lnTo>
                    <a:pt x="3391208" y="715337"/>
                  </a:lnTo>
                  <a:lnTo>
                    <a:pt x="3304254" y="697905"/>
                  </a:lnTo>
                  <a:lnTo>
                    <a:pt x="3217300" y="683196"/>
                  </a:lnTo>
                  <a:lnTo>
                    <a:pt x="3130346" y="671946"/>
                  </a:lnTo>
                  <a:lnTo>
                    <a:pt x="3043392" y="664483"/>
                  </a:lnTo>
                  <a:lnTo>
                    <a:pt x="2956438" y="660919"/>
                  </a:lnTo>
                  <a:lnTo>
                    <a:pt x="2869484" y="659996"/>
                  </a:lnTo>
                  <a:lnTo>
                    <a:pt x="2782530" y="659298"/>
                  </a:lnTo>
                  <a:lnTo>
                    <a:pt x="2695576" y="658873"/>
                  </a:lnTo>
                  <a:lnTo>
                    <a:pt x="2608622" y="658809"/>
                  </a:lnTo>
                  <a:lnTo>
                    <a:pt x="2521667" y="659164"/>
                  </a:lnTo>
                  <a:lnTo>
                    <a:pt x="2434713" y="659969"/>
                  </a:lnTo>
                  <a:lnTo>
                    <a:pt x="2347759" y="661225"/>
                  </a:lnTo>
                  <a:lnTo>
                    <a:pt x="2260805" y="662907"/>
                  </a:lnTo>
                  <a:lnTo>
                    <a:pt x="2173851" y="664981"/>
                  </a:lnTo>
                  <a:lnTo>
                    <a:pt x="2086897" y="667411"/>
                  </a:lnTo>
                  <a:lnTo>
                    <a:pt x="1999943" y="670191"/>
                  </a:lnTo>
                  <a:lnTo>
                    <a:pt x="1912989" y="673603"/>
                  </a:lnTo>
                  <a:lnTo>
                    <a:pt x="1826035" y="677804"/>
                  </a:lnTo>
                  <a:lnTo>
                    <a:pt x="1739081" y="682836"/>
                  </a:lnTo>
                  <a:lnTo>
                    <a:pt x="1652127" y="688748"/>
                  </a:lnTo>
                  <a:lnTo>
                    <a:pt x="1565173" y="695591"/>
                  </a:lnTo>
                  <a:lnTo>
                    <a:pt x="1478219" y="703443"/>
                  </a:lnTo>
                  <a:lnTo>
                    <a:pt x="1391265" y="712583"/>
                  </a:lnTo>
                  <a:lnTo>
                    <a:pt x="1304311" y="723251"/>
                  </a:lnTo>
                  <a:lnTo>
                    <a:pt x="1217356" y="735611"/>
                  </a:lnTo>
                  <a:lnTo>
                    <a:pt x="1130402" y="749815"/>
                  </a:lnTo>
                  <a:lnTo>
                    <a:pt x="1043448" y="766002"/>
                  </a:lnTo>
                  <a:lnTo>
                    <a:pt x="956494" y="784290"/>
                  </a:lnTo>
                  <a:lnTo>
                    <a:pt x="869540" y="804774"/>
                  </a:lnTo>
                  <a:lnTo>
                    <a:pt x="782586" y="827529"/>
                  </a:lnTo>
                  <a:lnTo>
                    <a:pt x="695632" y="852603"/>
                  </a:lnTo>
                  <a:lnTo>
                    <a:pt x="608678" y="880030"/>
                  </a:lnTo>
                  <a:lnTo>
                    <a:pt x="521724" y="909821"/>
                  </a:lnTo>
                  <a:lnTo>
                    <a:pt x="434770" y="941976"/>
                  </a:lnTo>
                  <a:lnTo>
                    <a:pt x="347816" y="976485"/>
                  </a:lnTo>
                  <a:lnTo>
                    <a:pt x="260862" y="1013329"/>
                  </a:lnTo>
                  <a:lnTo>
                    <a:pt x="173908" y="1052486"/>
                  </a:lnTo>
                  <a:lnTo>
                    <a:pt x="86954" y="1093929"/>
                  </a:lnTo>
                  <a:lnTo>
                    <a:pt x="0" y="1137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385392" y="3495234"/>
              <a:ext cx="6869371" cy="1145421"/>
            </a:xfrm>
            <a:custGeom>
              <a:avLst/>
              <a:pathLst>
                <a:path w="6869371" h="1145421">
                  <a:moveTo>
                    <a:pt x="0" y="1145421"/>
                  </a:moveTo>
                  <a:lnTo>
                    <a:pt x="86954" y="1133151"/>
                  </a:lnTo>
                  <a:lnTo>
                    <a:pt x="173908" y="1121338"/>
                  </a:lnTo>
                  <a:lnTo>
                    <a:pt x="260862" y="1109981"/>
                  </a:lnTo>
                  <a:lnTo>
                    <a:pt x="347816" y="1099078"/>
                  </a:lnTo>
                  <a:lnTo>
                    <a:pt x="434770" y="1088625"/>
                  </a:lnTo>
                  <a:lnTo>
                    <a:pt x="521724" y="1078621"/>
                  </a:lnTo>
                  <a:lnTo>
                    <a:pt x="608678" y="1069064"/>
                  </a:lnTo>
                  <a:lnTo>
                    <a:pt x="695632" y="1059949"/>
                  </a:lnTo>
                  <a:lnTo>
                    <a:pt x="782586" y="1051277"/>
                  </a:lnTo>
                  <a:lnTo>
                    <a:pt x="869540" y="1043043"/>
                  </a:lnTo>
                  <a:lnTo>
                    <a:pt x="956494" y="1035246"/>
                  </a:lnTo>
                  <a:lnTo>
                    <a:pt x="1043448" y="1027883"/>
                  </a:lnTo>
                  <a:lnTo>
                    <a:pt x="1130402" y="1020951"/>
                  </a:lnTo>
                  <a:lnTo>
                    <a:pt x="1217356" y="1014450"/>
                  </a:lnTo>
                  <a:lnTo>
                    <a:pt x="1304311" y="1008375"/>
                  </a:lnTo>
                  <a:lnTo>
                    <a:pt x="1391265" y="1002725"/>
                  </a:lnTo>
                  <a:lnTo>
                    <a:pt x="1478219" y="997497"/>
                  </a:lnTo>
                  <a:lnTo>
                    <a:pt x="1565173" y="992667"/>
                  </a:lnTo>
                  <a:lnTo>
                    <a:pt x="1652127" y="988201"/>
                  </a:lnTo>
                  <a:lnTo>
                    <a:pt x="1739081" y="984127"/>
                  </a:lnTo>
                  <a:lnTo>
                    <a:pt x="1826035" y="980477"/>
                  </a:lnTo>
                  <a:lnTo>
                    <a:pt x="1912989" y="977281"/>
                  </a:lnTo>
                  <a:lnTo>
                    <a:pt x="1999943" y="974570"/>
                  </a:lnTo>
                  <a:lnTo>
                    <a:pt x="2086897" y="972374"/>
                  </a:lnTo>
                  <a:lnTo>
                    <a:pt x="2173851" y="970698"/>
                  </a:lnTo>
                  <a:lnTo>
                    <a:pt x="2260805" y="969527"/>
                  </a:lnTo>
                  <a:lnTo>
                    <a:pt x="2347759" y="968846"/>
                  </a:lnTo>
                  <a:lnTo>
                    <a:pt x="2434713" y="968641"/>
                  </a:lnTo>
                  <a:lnTo>
                    <a:pt x="2521667" y="968897"/>
                  </a:lnTo>
                  <a:lnTo>
                    <a:pt x="2608622" y="969600"/>
                  </a:lnTo>
                  <a:lnTo>
                    <a:pt x="2695576" y="970734"/>
                  </a:lnTo>
                  <a:lnTo>
                    <a:pt x="2782530" y="972285"/>
                  </a:lnTo>
                  <a:lnTo>
                    <a:pt x="2869484" y="974238"/>
                  </a:lnTo>
                  <a:lnTo>
                    <a:pt x="2956438" y="976654"/>
                  </a:lnTo>
                  <a:lnTo>
                    <a:pt x="3043392" y="982541"/>
                  </a:lnTo>
                  <a:lnTo>
                    <a:pt x="3130346" y="992606"/>
                  </a:lnTo>
                  <a:lnTo>
                    <a:pt x="3217300" y="1005651"/>
                  </a:lnTo>
                  <a:lnTo>
                    <a:pt x="3304254" y="1020475"/>
                  </a:lnTo>
                  <a:lnTo>
                    <a:pt x="3391208" y="1035881"/>
                  </a:lnTo>
                  <a:lnTo>
                    <a:pt x="3478162" y="1050668"/>
                  </a:lnTo>
                  <a:lnTo>
                    <a:pt x="3565116" y="1063638"/>
                  </a:lnTo>
                  <a:lnTo>
                    <a:pt x="3652070" y="1073593"/>
                  </a:lnTo>
                  <a:lnTo>
                    <a:pt x="3739024" y="1079332"/>
                  </a:lnTo>
                  <a:lnTo>
                    <a:pt x="3825978" y="1079878"/>
                  </a:lnTo>
                  <a:lnTo>
                    <a:pt x="3912933" y="1079011"/>
                  </a:lnTo>
                  <a:lnTo>
                    <a:pt x="3999887" y="1078054"/>
                  </a:lnTo>
                  <a:lnTo>
                    <a:pt x="4086841" y="1076432"/>
                  </a:lnTo>
                  <a:lnTo>
                    <a:pt x="4173795" y="1073564"/>
                  </a:lnTo>
                  <a:lnTo>
                    <a:pt x="4260749" y="1068872"/>
                  </a:lnTo>
                  <a:lnTo>
                    <a:pt x="4347703" y="1061779"/>
                  </a:lnTo>
                  <a:lnTo>
                    <a:pt x="4434657" y="1051705"/>
                  </a:lnTo>
                  <a:lnTo>
                    <a:pt x="4521611" y="1038072"/>
                  </a:lnTo>
                  <a:lnTo>
                    <a:pt x="4608565" y="1021402"/>
                  </a:lnTo>
                  <a:lnTo>
                    <a:pt x="4695519" y="1003174"/>
                  </a:lnTo>
                  <a:lnTo>
                    <a:pt x="4782473" y="983390"/>
                  </a:lnTo>
                  <a:lnTo>
                    <a:pt x="4869427" y="962035"/>
                  </a:lnTo>
                  <a:lnTo>
                    <a:pt x="4956381" y="939093"/>
                  </a:lnTo>
                  <a:lnTo>
                    <a:pt x="5043335" y="914546"/>
                  </a:lnTo>
                  <a:lnTo>
                    <a:pt x="5130289" y="888380"/>
                  </a:lnTo>
                  <a:lnTo>
                    <a:pt x="5217244" y="860578"/>
                  </a:lnTo>
                  <a:lnTo>
                    <a:pt x="5304198" y="831124"/>
                  </a:lnTo>
                  <a:lnTo>
                    <a:pt x="5391152" y="800001"/>
                  </a:lnTo>
                  <a:lnTo>
                    <a:pt x="5478106" y="767194"/>
                  </a:lnTo>
                  <a:lnTo>
                    <a:pt x="5565060" y="732686"/>
                  </a:lnTo>
                  <a:lnTo>
                    <a:pt x="5652014" y="696461"/>
                  </a:lnTo>
                  <a:lnTo>
                    <a:pt x="5738968" y="658503"/>
                  </a:lnTo>
                  <a:lnTo>
                    <a:pt x="5825922" y="618796"/>
                  </a:lnTo>
                  <a:lnTo>
                    <a:pt x="5912876" y="577324"/>
                  </a:lnTo>
                  <a:lnTo>
                    <a:pt x="5999830" y="534070"/>
                  </a:lnTo>
                  <a:lnTo>
                    <a:pt x="6086784" y="489019"/>
                  </a:lnTo>
                  <a:lnTo>
                    <a:pt x="6173738" y="442154"/>
                  </a:lnTo>
                  <a:lnTo>
                    <a:pt x="6260692" y="393459"/>
                  </a:lnTo>
                  <a:lnTo>
                    <a:pt x="6347646" y="342918"/>
                  </a:lnTo>
                  <a:lnTo>
                    <a:pt x="6434600" y="290515"/>
                  </a:lnTo>
                  <a:lnTo>
                    <a:pt x="6521555" y="236233"/>
                  </a:lnTo>
                  <a:lnTo>
                    <a:pt x="6608509" y="180057"/>
                  </a:lnTo>
                  <a:lnTo>
                    <a:pt x="6695463" y="121970"/>
                  </a:lnTo>
                  <a:lnTo>
                    <a:pt x="6782417" y="61956"/>
                  </a:lnTo>
                  <a:lnTo>
                    <a:pt x="6869371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385392" y="3473381"/>
              <a:ext cx="6869371" cy="2011274"/>
            </a:xfrm>
            <a:custGeom>
              <a:avLst/>
              <a:pathLst>
                <a:path w="6869371" h="2011274">
                  <a:moveTo>
                    <a:pt x="0" y="477061"/>
                  </a:moveTo>
                  <a:lnTo>
                    <a:pt x="86954" y="488384"/>
                  </a:lnTo>
                  <a:lnTo>
                    <a:pt x="173908" y="498192"/>
                  </a:lnTo>
                  <a:lnTo>
                    <a:pt x="260862" y="506451"/>
                  </a:lnTo>
                  <a:lnTo>
                    <a:pt x="347816" y="513130"/>
                  </a:lnTo>
                  <a:lnTo>
                    <a:pt x="434770" y="518200"/>
                  </a:lnTo>
                  <a:lnTo>
                    <a:pt x="521724" y="521640"/>
                  </a:lnTo>
                  <a:lnTo>
                    <a:pt x="608678" y="523437"/>
                  </a:lnTo>
                  <a:lnTo>
                    <a:pt x="695632" y="523593"/>
                  </a:lnTo>
                  <a:lnTo>
                    <a:pt x="782586" y="522128"/>
                  </a:lnTo>
                  <a:lnTo>
                    <a:pt x="869540" y="519085"/>
                  </a:lnTo>
                  <a:lnTo>
                    <a:pt x="956494" y="514534"/>
                  </a:lnTo>
                  <a:lnTo>
                    <a:pt x="1043448" y="508575"/>
                  </a:lnTo>
                  <a:lnTo>
                    <a:pt x="1130402" y="501337"/>
                  </a:lnTo>
                  <a:lnTo>
                    <a:pt x="1217356" y="492981"/>
                  </a:lnTo>
                  <a:lnTo>
                    <a:pt x="1304311" y="483692"/>
                  </a:lnTo>
                  <a:lnTo>
                    <a:pt x="1391265" y="473676"/>
                  </a:lnTo>
                  <a:lnTo>
                    <a:pt x="1478219" y="463154"/>
                  </a:lnTo>
                  <a:lnTo>
                    <a:pt x="1565173" y="452372"/>
                  </a:lnTo>
                  <a:lnTo>
                    <a:pt x="1652127" y="441588"/>
                  </a:lnTo>
                  <a:lnTo>
                    <a:pt x="1739081" y="430992"/>
                  </a:lnTo>
                  <a:lnTo>
                    <a:pt x="1826035" y="420752"/>
                  </a:lnTo>
                  <a:lnTo>
                    <a:pt x="1912989" y="411026"/>
                  </a:lnTo>
                  <a:lnTo>
                    <a:pt x="1999943" y="401965"/>
                  </a:lnTo>
                  <a:lnTo>
                    <a:pt x="2086897" y="393662"/>
                  </a:lnTo>
                  <a:lnTo>
                    <a:pt x="2173851" y="386118"/>
                  </a:lnTo>
                  <a:lnTo>
                    <a:pt x="2260805" y="379392"/>
                  </a:lnTo>
                  <a:lnTo>
                    <a:pt x="2347759" y="373515"/>
                  </a:lnTo>
                  <a:lnTo>
                    <a:pt x="2434713" y="368516"/>
                  </a:lnTo>
                  <a:lnTo>
                    <a:pt x="2521667" y="364444"/>
                  </a:lnTo>
                  <a:lnTo>
                    <a:pt x="2608622" y="361376"/>
                  </a:lnTo>
                  <a:lnTo>
                    <a:pt x="2695576" y="359433"/>
                  </a:lnTo>
                  <a:lnTo>
                    <a:pt x="2782530" y="358771"/>
                  </a:lnTo>
                  <a:lnTo>
                    <a:pt x="2869484" y="359586"/>
                  </a:lnTo>
                  <a:lnTo>
                    <a:pt x="2956438" y="362150"/>
                  </a:lnTo>
                  <a:lnTo>
                    <a:pt x="3043392" y="368690"/>
                  </a:lnTo>
                  <a:lnTo>
                    <a:pt x="3130346" y="378714"/>
                  </a:lnTo>
                  <a:lnTo>
                    <a:pt x="3217300" y="390120"/>
                  </a:lnTo>
                  <a:lnTo>
                    <a:pt x="3304254" y="401095"/>
                  </a:lnTo>
                  <a:lnTo>
                    <a:pt x="3391208" y="410372"/>
                  </a:lnTo>
                  <a:lnTo>
                    <a:pt x="3478162" y="417377"/>
                  </a:lnTo>
                  <a:lnTo>
                    <a:pt x="3565116" y="422223"/>
                  </a:lnTo>
                  <a:lnTo>
                    <a:pt x="3652070" y="425553"/>
                  </a:lnTo>
                  <a:lnTo>
                    <a:pt x="3739024" y="428307"/>
                  </a:lnTo>
                  <a:lnTo>
                    <a:pt x="3825978" y="431546"/>
                  </a:lnTo>
                  <a:lnTo>
                    <a:pt x="3912933" y="437041"/>
                  </a:lnTo>
                  <a:lnTo>
                    <a:pt x="3999887" y="444405"/>
                  </a:lnTo>
                  <a:lnTo>
                    <a:pt x="4086841" y="452588"/>
                  </a:lnTo>
                  <a:lnTo>
                    <a:pt x="4173795" y="460708"/>
                  </a:lnTo>
                  <a:lnTo>
                    <a:pt x="4260749" y="468064"/>
                  </a:lnTo>
                  <a:lnTo>
                    <a:pt x="4347703" y="474123"/>
                  </a:lnTo>
                  <a:lnTo>
                    <a:pt x="4434657" y="478466"/>
                  </a:lnTo>
                  <a:lnTo>
                    <a:pt x="4521611" y="480710"/>
                  </a:lnTo>
                  <a:lnTo>
                    <a:pt x="4608565" y="481495"/>
                  </a:lnTo>
                  <a:lnTo>
                    <a:pt x="4695519" y="482249"/>
                  </a:lnTo>
                  <a:lnTo>
                    <a:pt x="4782473" y="482885"/>
                  </a:lnTo>
                  <a:lnTo>
                    <a:pt x="4869427" y="483277"/>
                  </a:lnTo>
                  <a:lnTo>
                    <a:pt x="4956381" y="483285"/>
                  </a:lnTo>
                  <a:lnTo>
                    <a:pt x="5043335" y="482749"/>
                  </a:lnTo>
                  <a:lnTo>
                    <a:pt x="5130289" y="481495"/>
                  </a:lnTo>
                  <a:lnTo>
                    <a:pt x="5217244" y="479332"/>
                  </a:lnTo>
                  <a:lnTo>
                    <a:pt x="5304198" y="476051"/>
                  </a:lnTo>
                  <a:lnTo>
                    <a:pt x="5391152" y="471435"/>
                  </a:lnTo>
                  <a:lnTo>
                    <a:pt x="5478106" y="465252"/>
                  </a:lnTo>
                  <a:lnTo>
                    <a:pt x="5565060" y="457269"/>
                  </a:lnTo>
                  <a:lnTo>
                    <a:pt x="5652014" y="447250"/>
                  </a:lnTo>
                  <a:lnTo>
                    <a:pt x="5738968" y="434966"/>
                  </a:lnTo>
                  <a:lnTo>
                    <a:pt x="5825922" y="420200"/>
                  </a:lnTo>
                  <a:lnTo>
                    <a:pt x="5912876" y="402751"/>
                  </a:lnTo>
                  <a:lnTo>
                    <a:pt x="5999830" y="382440"/>
                  </a:lnTo>
                  <a:lnTo>
                    <a:pt x="6086784" y="359114"/>
                  </a:lnTo>
                  <a:lnTo>
                    <a:pt x="6173738" y="332645"/>
                  </a:lnTo>
                  <a:lnTo>
                    <a:pt x="6260692" y="302934"/>
                  </a:lnTo>
                  <a:lnTo>
                    <a:pt x="6347646" y="269903"/>
                  </a:lnTo>
                  <a:lnTo>
                    <a:pt x="6434600" y="233497"/>
                  </a:lnTo>
                  <a:lnTo>
                    <a:pt x="6521555" y="193681"/>
                  </a:lnTo>
                  <a:lnTo>
                    <a:pt x="6608509" y="150432"/>
                  </a:lnTo>
                  <a:lnTo>
                    <a:pt x="6695463" y="103737"/>
                  </a:lnTo>
                  <a:lnTo>
                    <a:pt x="6782417" y="53593"/>
                  </a:lnTo>
                  <a:lnTo>
                    <a:pt x="6869371" y="0"/>
                  </a:lnTo>
                  <a:lnTo>
                    <a:pt x="6869371" y="1554962"/>
                  </a:lnTo>
                  <a:lnTo>
                    <a:pt x="6782417" y="1527688"/>
                  </a:lnTo>
                  <a:lnTo>
                    <a:pt x="6695463" y="1502120"/>
                  </a:lnTo>
                  <a:lnTo>
                    <a:pt x="6608509" y="1478303"/>
                  </a:lnTo>
                  <a:lnTo>
                    <a:pt x="6521555" y="1456275"/>
                  </a:lnTo>
                  <a:lnTo>
                    <a:pt x="6434600" y="1436071"/>
                  </a:lnTo>
                  <a:lnTo>
                    <a:pt x="6347646" y="1417710"/>
                  </a:lnTo>
                  <a:lnTo>
                    <a:pt x="6260692" y="1401202"/>
                  </a:lnTo>
                  <a:lnTo>
                    <a:pt x="6173738" y="1386535"/>
                  </a:lnTo>
                  <a:lnTo>
                    <a:pt x="6086784" y="1373678"/>
                  </a:lnTo>
                  <a:lnTo>
                    <a:pt x="5999830" y="1362573"/>
                  </a:lnTo>
                  <a:lnTo>
                    <a:pt x="5912876" y="1353138"/>
                  </a:lnTo>
                  <a:lnTo>
                    <a:pt x="5825922" y="1345263"/>
                  </a:lnTo>
                  <a:lnTo>
                    <a:pt x="5738968" y="1338815"/>
                  </a:lnTo>
                  <a:lnTo>
                    <a:pt x="5652014" y="1333636"/>
                  </a:lnTo>
                  <a:lnTo>
                    <a:pt x="5565060" y="1329554"/>
                  </a:lnTo>
                  <a:lnTo>
                    <a:pt x="5478106" y="1326383"/>
                  </a:lnTo>
                  <a:lnTo>
                    <a:pt x="5391152" y="1323933"/>
                  </a:lnTo>
                  <a:lnTo>
                    <a:pt x="5304198" y="1322012"/>
                  </a:lnTo>
                  <a:lnTo>
                    <a:pt x="5217244" y="1320437"/>
                  </a:lnTo>
                  <a:lnTo>
                    <a:pt x="5130289" y="1319031"/>
                  </a:lnTo>
                  <a:lnTo>
                    <a:pt x="5043335" y="1317631"/>
                  </a:lnTo>
                  <a:lnTo>
                    <a:pt x="4956381" y="1316091"/>
                  </a:lnTo>
                  <a:lnTo>
                    <a:pt x="4869427" y="1314279"/>
                  </a:lnTo>
                  <a:lnTo>
                    <a:pt x="4782473" y="1312082"/>
                  </a:lnTo>
                  <a:lnTo>
                    <a:pt x="4695519" y="1309402"/>
                  </a:lnTo>
                  <a:lnTo>
                    <a:pt x="4608565" y="1306158"/>
                  </a:lnTo>
                  <a:lnTo>
                    <a:pt x="4521611" y="1302256"/>
                  </a:lnTo>
                  <a:lnTo>
                    <a:pt x="4434657" y="1295292"/>
                  </a:lnTo>
                  <a:lnTo>
                    <a:pt x="4347703" y="1284567"/>
                  </a:lnTo>
                  <a:lnTo>
                    <a:pt x="4260749" y="1271227"/>
                  </a:lnTo>
                  <a:lnTo>
                    <a:pt x="4173795" y="1256381"/>
                  </a:lnTo>
                  <a:lnTo>
                    <a:pt x="4086841" y="1241023"/>
                  </a:lnTo>
                  <a:lnTo>
                    <a:pt x="3999887" y="1225978"/>
                  </a:lnTo>
                  <a:lnTo>
                    <a:pt x="3912933" y="1211893"/>
                  </a:lnTo>
                  <a:lnTo>
                    <a:pt x="3825978" y="1199245"/>
                  </a:lnTo>
                  <a:lnTo>
                    <a:pt x="3739024" y="1186240"/>
                  </a:lnTo>
                  <a:lnTo>
                    <a:pt x="3652070" y="1168861"/>
                  </a:lnTo>
                  <a:lnTo>
                    <a:pt x="3565116" y="1149146"/>
                  </a:lnTo>
                  <a:lnTo>
                    <a:pt x="3478162" y="1129339"/>
                  </a:lnTo>
                  <a:lnTo>
                    <a:pt x="3391208" y="1111389"/>
                  </a:lnTo>
                  <a:lnTo>
                    <a:pt x="3304254" y="1096713"/>
                  </a:lnTo>
                  <a:lnTo>
                    <a:pt x="3217300" y="1086044"/>
                  </a:lnTo>
                  <a:lnTo>
                    <a:pt x="3130346" y="1079418"/>
                  </a:lnTo>
                  <a:lnTo>
                    <a:pt x="3043392" y="1076328"/>
                  </a:lnTo>
                  <a:lnTo>
                    <a:pt x="2956438" y="1075977"/>
                  </a:lnTo>
                  <a:lnTo>
                    <a:pt x="2869484" y="1077387"/>
                  </a:lnTo>
                  <a:lnTo>
                    <a:pt x="2782530" y="1079919"/>
                  </a:lnTo>
                  <a:lnTo>
                    <a:pt x="2695576" y="1083581"/>
                  </a:lnTo>
                  <a:lnTo>
                    <a:pt x="2608622" y="1088374"/>
                  </a:lnTo>
                  <a:lnTo>
                    <a:pt x="2521667" y="1094258"/>
                  </a:lnTo>
                  <a:lnTo>
                    <a:pt x="2434713" y="1101158"/>
                  </a:lnTo>
                  <a:lnTo>
                    <a:pt x="2347759" y="1108955"/>
                  </a:lnTo>
                  <a:lnTo>
                    <a:pt x="2260805" y="1117502"/>
                  </a:lnTo>
                  <a:lnTo>
                    <a:pt x="2173851" y="1126633"/>
                  </a:lnTo>
                  <a:lnTo>
                    <a:pt x="2086897" y="1136184"/>
                  </a:lnTo>
                  <a:lnTo>
                    <a:pt x="1999943" y="1146045"/>
                  </a:lnTo>
                  <a:lnTo>
                    <a:pt x="1912989" y="1156972"/>
                  </a:lnTo>
                  <a:lnTo>
                    <a:pt x="1826035" y="1169376"/>
                  </a:lnTo>
                  <a:lnTo>
                    <a:pt x="1739081" y="1183299"/>
                  </a:lnTo>
                  <a:lnTo>
                    <a:pt x="1652127" y="1198790"/>
                  </a:lnTo>
                  <a:lnTo>
                    <a:pt x="1565173" y="1215908"/>
                  </a:lnTo>
                  <a:lnTo>
                    <a:pt x="1478219" y="1234740"/>
                  </a:lnTo>
                  <a:lnTo>
                    <a:pt x="1391265" y="1255685"/>
                  </a:lnTo>
                  <a:lnTo>
                    <a:pt x="1304311" y="1279068"/>
                  </a:lnTo>
                  <a:lnTo>
                    <a:pt x="1217356" y="1305100"/>
                  </a:lnTo>
                  <a:lnTo>
                    <a:pt x="1130402" y="1333976"/>
                  </a:lnTo>
                  <a:lnTo>
                    <a:pt x="1043448" y="1365872"/>
                  </a:lnTo>
                  <a:lnTo>
                    <a:pt x="956494" y="1400935"/>
                  </a:lnTo>
                  <a:lnTo>
                    <a:pt x="869540" y="1439286"/>
                  </a:lnTo>
                  <a:lnTo>
                    <a:pt x="782586" y="1481012"/>
                  </a:lnTo>
                  <a:lnTo>
                    <a:pt x="695632" y="1526174"/>
                  </a:lnTo>
                  <a:lnTo>
                    <a:pt x="608678" y="1574803"/>
                  </a:lnTo>
                  <a:lnTo>
                    <a:pt x="521724" y="1626908"/>
                  </a:lnTo>
                  <a:lnTo>
                    <a:pt x="434770" y="1682480"/>
                  </a:lnTo>
                  <a:lnTo>
                    <a:pt x="347816" y="1741498"/>
                  </a:lnTo>
                  <a:lnTo>
                    <a:pt x="260862" y="1803926"/>
                  </a:lnTo>
                  <a:lnTo>
                    <a:pt x="173908" y="1869727"/>
                  </a:lnTo>
                  <a:lnTo>
                    <a:pt x="86954" y="1938857"/>
                  </a:lnTo>
                  <a:lnTo>
                    <a:pt x="0" y="2011274"/>
                  </a:lnTo>
                  <a:close/>
                </a:path>
              </a:pathLst>
            </a:cu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85392" y="3473381"/>
              <a:ext cx="6869371" cy="523593"/>
            </a:xfrm>
            <a:custGeom>
              <a:avLst/>
              <a:pathLst>
                <a:path w="6869371" h="523593">
                  <a:moveTo>
                    <a:pt x="0" y="477061"/>
                  </a:moveTo>
                  <a:lnTo>
                    <a:pt x="86954" y="488384"/>
                  </a:lnTo>
                  <a:lnTo>
                    <a:pt x="173908" y="498192"/>
                  </a:lnTo>
                  <a:lnTo>
                    <a:pt x="260862" y="506451"/>
                  </a:lnTo>
                  <a:lnTo>
                    <a:pt x="347816" y="513130"/>
                  </a:lnTo>
                  <a:lnTo>
                    <a:pt x="434770" y="518200"/>
                  </a:lnTo>
                  <a:lnTo>
                    <a:pt x="521724" y="521640"/>
                  </a:lnTo>
                  <a:lnTo>
                    <a:pt x="608678" y="523437"/>
                  </a:lnTo>
                  <a:lnTo>
                    <a:pt x="695632" y="523593"/>
                  </a:lnTo>
                  <a:lnTo>
                    <a:pt x="782586" y="522128"/>
                  </a:lnTo>
                  <a:lnTo>
                    <a:pt x="869540" y="519085"/>
                  </a:lnTo>
                  <a:lnTo>
                    <a:pt x="956494" y="514534"/>
                  </a:lnTo>
                  <a:lnTo>
                    <a:pt x="1043448" y="508575"/>
                  </a:lnTo>
                  <a:lnTo>
                    <a:pt x="1130402" y="501337"/>
                  </a:lnTo>
                  <a:lnTo>
                    <a:pt x="1217356" y="492981"/>
                  </a:lnTo>
                  <a:lnTo>
                    <a:pt x="1304311" y="483692"/>
                  </a:lnTo>
                  <a:lnTo>
                    <a:pt x="1391265" y="473676"/>
                  </a:lnTo>
                  <a:lnTo>
                    <a:pt x="1478219" y="463154"/>
                  </a:lnTo>
                  <a:lnTo>
                    <a:pt x="1565173" y="452372"/>
                  </a:lnTo>
                  <a:lnTo>
                    <a:pt x="1652127" y="441588"/>
                  </a:lnTo>
                  <a:lnTo>
                    <a:pt x="1739081" y="430992"/>
                  </a:lnTo>
                  <a:lnTo>
                    <a:pt x="1826035" y="420752"/>
                  </a:lnTo>
                  <a:lnTo>
                    <a:pt x="1912989" y="411026"/>
                  </a:lnTo>
                  <a:lnTo>
                    <a:pt x="1999943" y="401965"/>
                  </a:lnTo>
                  <a:lnTo>
                    <a:pt x="2086897" y="393662"/>
                  </a:lnTo>
                  <a:lnTo>
                    <a:pt x="2173851" y="386118"/>
                  </a:lnTo>
                  <a:lnTo>
                    <a:pt x="2260805" y="379392"/>
                  </a:lnTo>
                  <a:lnTo>
                    <a:pt x="2347759" y="373515"/>
                  </a:lnTo>
                  <a:lnTo>
                    <a:pt x="2434713" y="368516"/>
                  </a:lnTo>
                  <a:lnTo>
                    <a:pt x="2521667" y="364444"/>
                  </a:lnTo>
                  <a:lnTo>
                    <a:pt x="2608622" y="361376"/>
                  </a:lnTo>
                  <a:lnTo>
                    <a:pt x="2695576" y="359433"/>
                  </a:lnTo>
                  <a:lnTo>
                    <a:pt x="2782530" y="358771"/>
                  </a:lnTo>
                  <a:lnTo>
                    <a:pt x="2869484" y="359586"/>
                  </a:lnTo>
                  <a:lnTo>
                    <a:pt x="2956438" y="362150"/>
                  </a:lnTo>
                  <a:lnTo>
                    <a:pt x="3043392" y="368690"/>
                  </a:lnTo>
                  <a:lnTo>
                    <a:pt x="3130346" y="378714"/>
                  </a:lnTo>
                  <a:lnTo>
                    <a:pt x="3217300" y="390120"/>
                  </a:lnTo>
                  <a:lnTo>
                    <a:pt x="3304254" y="401095"/>
                  </a:lnTo>
                  <a:lnTo>
                    <a:pt x="3391208" y="410372"/>
                  </a:lnTo>
                  <a:lnTo>
                    <a:pt x="3478162" y="417377"/>
                  </a:lnTo>
                  <a:lnTo>
                    <a:pt x="3565116" y="422223"/>
                  </a:lnTo>
                  <a:lnTo>
                    <a:pt x="3652070" y="425553"/>
                  </a:lnTo>
                  <a:lnTo>
                    <a:pt x="3739024" y="428307"/>
                  </a:lnTo>
                  <a:lnTo>
                    <a:pt x="3825978" y="431546"/>
                  </a:lnTo>
                  <a:lnTo>
                    <a:pt x="3912933" y="437041"/>
                  </a:lnTo>
                  <a:lnTo>
                    <a:pt x="3999887" y="444405"/>
                  </a:lnTo>
                  <a:lnTo>
                    <a:pt x="4086841" y="452588"/>
                  </a:lnTo>
                  <a:lnTo>
                    <a:pt x="4173795" y="460708"/>
                  </a:lnTo>
                  <a:lnTo>
                    <a:pt x="4260749" y="468064"/>
                  </a:lnTo>
                  <a:lnTo>
                    <a:pt x="4347703" y="474123"/>
                  </a:lnTo>
                  <a:lnTo>
                    <a:pt x="4434657" y="478466"/>
                  </a:lnTo>
                  <a:lnTo>
                    <a:pt x="4521611" y="480710"/>
                  </a:lnTo>
                  <a:lnTo>
                    <a:pt x="4608565" y="481495"/>
                  </a:lnTo>
                  <a:lnTo>
                    <a:pt x="4695519" y="482249"/>
                  </a:lnTo>
                  <a:lnTo>
                    <a:pt x="4782473" y="482885"/>
                  </a:lnTo>
                  <a:lnTo>
                    <a:pt x="4869427" y="483277"/>
                  </a:lnTo>
                  <a:lnTo>
                    <a:pt x="4956381" y="483285"/>
                  </a:lnTo>
                  <a:lnTo>
                    <a:pt x="5043335" y="482749"/>
                  </a:lnTo>
                  <a:lnTo>
                    <a:pt x="5130289" y="481495"/>
                  </a:lnTo>
                  <a:lnTo>
                    <a:pt x="5217244" y="479332"/>
                  </a:lnTo>
                  <a:lnTo>
                    <a:pt x="5304198" y="476051"/>
                  </a:lnTo>
                  <a:lnTo>
                    <a:pt x="5391152" y="471435"/>
                  </a:lnTo>
                  <a:lnTo>
                    <a:pt x="5478106" y="465252"/>
                  </a:lnTo>
                  <a:lnTo>
                    <a:pt x="5565060" y="457269"/>
                  </a:lnTo>
                  <a:lnTo>
                    <a:pt x="5652014" y="447250"/>
                  </a:lnTo>
                  <a:lnTo>
                    <a:pt x="5738968" y="434966"/>
                  </a:lnTo>
                  <a:lnTo>
                    <a:pt x="5825922" y="420200"/>
                  </a:lnTo>
                  <a:lnTo>
                    <a:pt x="5912876" y="402751"/>
                  </a:lnTo>
                  <a:lnTo>
                    <a:pt x="5999830" y="382440"/>
                  </a:lnTo>
                  <a:lnTo>
                    <a:pt x="6086784" y="359114"/>
                  </a:lnTo>
                  <a:lnTo>
                    <a:pt x="6173738" y="332645"/>
                  </a:lnTo>
                  <a:lnTo>
                    <a:pt x="6260692" y="302934"/>
                  </a:lnTo>
                  <a:lnTo>
                    <a:pt x="6347646" y="269903"/>
                  </a:lnTo>
                  <a:lnTo>
                    <a:pt x="6434600" y="233497"/>
                  </a:lnTo>
                  <a:lnTo>
                    <a:pt x="6521555" y="193681"/>
                  </a:lnTo>
                  <a:lnTo>
                    <a:pt x="6608509" y="150432"/>
                  </a:lnTo>
                  <a:lnTo>
                    <a:pt x="6695463" y="103737"/>
                  </a:lnTo>
                  <a:lnTo>
                    <a:pt x="6782417" y="53593"/>
                  </a:lnTo>
                  <a:lnTo>
                    <a:pt x="68693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85392" y="4549359"/>
              <a:ext cx="6869371" cy="935296"/>
            </a:xfrm>
            <a:custGeom>
              <a:avLst/>
              <a:pathLst>
                <a:path w="6869371" h="935296">
                  <a:moveTo>
                    <a:pt x="6869371" y="478984"/>
                  </a:moveTo>
                  <a:lnTo>
                    <a:pt x="6782417" y="451711"/>
                  </a:lnTo>
                  <a:lnTo>
                    <a:pt x="6695463" y="426143"/>
                  </a:lnTo>
                  <a:lnTo>
                    <a:pt x="6608509" y="402325"/>
                  </a:lnTo>
                  <a:lnTo>
                    <a:pt x="6521555" y="380298"/>
                  </a:lnTo>
                  <a:lnTo>
                    <a:pt x="6434600" y="360093"/>
                  </a:lnTo>
                  <a:lnTo>
                    <a:pt x="6347646" y="341733"/>
                  </a:lnTo>
                  <a:lnTo>
                    <a:pt x="6260692" y="325225"/>
                  </a:lnTo>
                  <a:lnTo>
                    <a:pt x="6173738" y="310558"/>
                  </a:lnTo>
                  <a:lnTo>
                    <a:pt x="6086784" y="297700"/>
                  </a:lnTo>
                  <a:lnTo>
                    <a:pt x="5999830" y="286596"/>
                  </a:lnTo>
                  <a:lnTo>
                    <a:pt x="5912876" y="277160"/>
                  </a:lnTo>
                  <a:lnTo>
                    <a:pt x="5825922" y="269286"/>
                  </a:lnTo>
                  <a:lnTo>
                    <a:pt x="5738968" y="262837"/>
                  </a:lnTo>
                  <a:lnTo>
                    <a:pt x="5652014" y="257659"/>
                  </a:lnTo>
                  <a:lnTo>
                    <a:pt x="5565060" y="253576"/>
                  </a:lnTo>
                  <a:lnTo>
                    <a:pt x="5478106" y="250405"/>
                  </a:lnTo>
                  <a:lnTo>
                    <a:pt x="5391152" y="247955"/>
                  </a:lnTo>
                  <a:lnTo>
                    <a:pt x="5304198" y="246035"/>
                  </a:lnTo>
                  <a:lnTo>
                    <a:pt x="5217244" y="244459"/>
                  </a:lnTo>
                  <a:lnTo>
                    <a:pt x="5130289" y="243053"/>
                  </a:lnTo>
                  <a:lnTo>
                    <a:pt x="5043335" y="241654"/>
                  </a:lnTo>
                  <a:lnTo>
                    <a:pt x="4956381" y="240114"/>
                  </a:lnTo>
                  <a:lnTo>
                    <a:pt x="4869427" y="238302"/>
                  </a:lnTo>
                  <a:lnTo>
                    <a:pt x="4782473" y="236105"/>
                  </a:lnTo>
                  <a:lnTo>
                    <a:pt x="4695519" y="233424"/>
                  </a:lnTo>
                  <a:lnTo>
                    <a:pt x="4608565" y="230181"/>
                  </a:lnTo>
                  <a:lnTo>
                    <a:pt x="4521611" y="226279"/>
                  </a:lnTo>
                  <a:lnTo>
                    <a:pt x="4434657" y="219315"/>
                  </a:lnTo>
                  <a:lnTo>
                    <a:pt x="4347703" y="208590"/>
                  </a:lnTo>
                  <a:lnTo>
                    <a:pt x="4260749" y="195250"/>
                  </a:lnTo>
                  <a:lnTo>
                    <a:pt x="4173795" y="180404"/>
                  </a:lnTo>
                  <a:lnTo>
                    <a:pt x="4086841" y="165045"/>
                  </a:lnTo>
                  <a:lnTo>
                    <a:pt x="3999887" y="150001"/>
                  </a:lnTo>
                  <a:lnTo>
                    <a:pt x="3912933" y="135915"/>
                  </a:lnTo>
                  <a:lnTo>
                    <a:pt x="3825978" y="123268"/>
                  </a:lnTo>
                  <a:lnTo>
                    <a:pt x="3739024" y="110263"/>
                  </a:lnTo>
                  <a:lnTo>
                    <a:pt x="3652070" y="92884"/>
                  </a:lnTo>
                  <a:lnTo>
                    <a:pt x="3565116" y="73168"/>
                  </a:lnTo>
                  <a:lnTo>
                    <a:pt x="3478162" y="53362"/>
                  </a:lnTo>
                  <a:lnTo>
                    <a:pt x="3391208" y="35412"/>
                  </a:lnTo>
                  <a:lnTo>
                    <a:pt x="3304254" y="20736"/>
                  </a:lnTo>
                  <a:lnTo>
                    <a:pt x="3217300" y="10067"/>
                  </a:lnTo>
                  <a:lnTo>
                    <a:pt x="3130346" y="3441"/>
                  </a:lnTo>
                  <a:lnTo>
                    <a:pt x="3043392" y="351"/>
                  </a:lnTo>
                  <a:lnTo>
                    <a:pt x="2956438" y="0"/>
                  </a:lnTo>
                  <a:lnTo>
                    <a:pt x="2869484" y="1410"/>
                  </a:lnTo>
                  <a:lnTo>
                    <a:pt x="2782530" y="3941"/>
                  </a:lnTo>
                  <a:lnTo>
                    <a:pt x="2695576" y="7604"/>
                  </a:lnTo>
                  <a:lnTo>
                    <a:pt x="2608622" y="12396"/>
                  </a:lnTo>
                  <a:lnTo>
                    <a:pt x="2521667" y="18281"/>
                  </a:lnTo>
                  <a:lnTo>
                    <a:pt x="2434713" y="25181"/>
                  </a:lnTo>
                  <a:lnTo>
                    <a:pt x="2347759" y="32978"/>
                  </a:lnTo>
                  <a:lnTo>
                    <a:pt x="2260805" y="41525"/>
                  </a:lnTo>
                  <a:lnTo>
                    <a:pt x="2173851" y="50656"/>
                  </a:lnTo>
                  <a:lnTo>
                    <a:pt x="2086897" y="60206"/>
                  </a:lnTo>
                  <a:lnTo>
                    <a:pt x="1999943" y="70067"/>
                  </a:lnTo>
                  <a:lnTo>
                    <a:pt x="1912989" y="80994"/>
                  </a:lnTo>
                  <a:lnTo>
                    <a:pt x="1826035" y="93399"/>
                  </a:lnTo>
                  <a:lnTo>
                    <a:pt x="1739081" y="107322"/>
                  </a:lnTo>
                  <a:lnTo>
                    <a:pt x="1652127" y="122813"/>
                  </a:lnTo>
                  <a:lnTo>
                    <a:pt x="1565173" y="139931"/>
                  </a:lnTo>
                  <a:lnTo>
                    <a:pt x="1478219" y="158763"/>
                  </a:lnTo>
                  <a:lnTo>
                    <a:pt x="1391265" y="179707"/>
                  </a:lnTo>
                  <a:lnTo>
                    <a:pt x="1304311" y="203091"/>
                  </a:lnTo>
                  <a:lnTo>
                    <a:pt x="1217356" y="229123"/>
                  </a:lnTo>
                  <a:lnTo>
                    <a:pt x="1130402" y="257999"/>
                  </a:lnTo>
                  <a:lnTo>
                    <a:pt x="1043448" y="289895"/>
                  </a:lnTo>
                  <a:lnTo>
                    <a:pt x="956494" y="324958"/>
                  </a:lnTo>
                  <a:lnTo>
                    <a:pt x="869540" y="363309"/>
                  </a:lnTo>
                  <a:lnTo>
                    <a:pt x="782586" y="405035"/>
                  </a:lnTo>
                  <a:lnTo>
                    <a:pt x="695632" y="450197"/>
                  </a:lnTo>
                  <a:lnTo>
                    <a:pt x="608678" y="498825"/>
                  </a:lnTo>
                  <a:lnTo>
                    <a:pt x="521724" y="550930"/>
                  </a:lnTo>
                  <a:lnTo>
                    <a:pt x="434770" y="606503"/>
                  </a:lnTo>
                  <a:lnTo>
                    <a:pt x="347816" y="665520"/>
                  </a:lnTo>
                  <a:lnTo>
                    <a:pt x="260862" y="727949"/>
                  </a:lnTo>
                  <a:lnTo>
                    <a:pt x="173908" y="793749"/>
                  </a:lnTo>
                  <a:lnTo>
                    <a:pt x="86954" y="862880"/>
                  </a:lnTo>
                  <a:lnTo>
                    <a:pt x="0" y="935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85392" y="4191868"/>
              <a:ext cx="6869371" cy="525680"/>
            </a:xfrm>
            <a:custGeom>
              <a:avLst/>
              <a:pathLst>
                <a:path w="6869371" h="525680">
                  <a:moveTo>
                    <a:pt x="0" y="525680"/>
                  </a:moveTo>
                  <a:lnTo>
                    <a:pt x="86954" y="495134"/>
                  </a:lnTo>
                  <a:lnTo>
                    <a:pt x="173908" y="465472"/>
                  </a:lnTo>
                  <a:lnTo>
                    <a:pt x="260862" y="436701"/>
                  </a:lnTo>
                  <a:lnTo>
                    <a:pt x="347816" y="408827"/>
                  </a:lnTo>
                  <a:lnTo>
                    <a:pt x="434770" y="381853"/>
                  </a:lnTo>
                  <a:lnTo>
                    <a:pt x="521724" y="355787"/>
                  </a:lnTo>
                  <a:lnTo>
                    <a:pt x="608678" y="330633"/>
                  </a:lnTo>
                  <a:lnTo>
                    <a:pt x="695632" y="306397"/>
                  </a:lnTo>
                  <a:lnTo>
                    <a:pt x="782586" y="283083"/>
                  </a:lnTo>
                  <a:lnTo>
                    <a:pt x="869540" y="260699"/>
                  </a:lnTo>
                  <a:lnTo>
                    <a:pt x="956494" y="239248"/>
                  </a:lnTo>
                  <a:lnTo>
                    <a:pt x="1043448" y="218737"/>
                  </a:lnTo>
                  <a:lnTo>
                    <a:pt x="1130402" y="199170"/>
                  </a:lnTo>
                  <a:lnTo>
                    <a:pt x="1217356" y="180554"/>
                  </a:lnTo>
                  <a:lnTo>
                    <a:pt x="1304311" y="162893"/>
                  </a:lnTo>
                  <a:lnTo>
                    <a:pt x="1391265" y="146193"/>
                  </a:lnTo>
                  <a:lnTo>
                    <a:pt x="1478219" y="130460"/>
                  </a:lnTo>
                  <a:lnTo>
                    <a:pt x="1565173" y="115653"/>
                  </a:lnTo>
                  <a:lnTo>
                    <a:pt x="1652127" y="101702"/>
                  </a:lnTo>
                  <a:lnTo>
                    <a:pt x="1739081" y="88659"/>
                  </a:lnTo>
                  <a:lnTo>
                    <a:pt x="1826035" y="76577"/>
                  </a:lnTo>
                  <a:lnTo>
                    <a:pt x="1912989" y="65512"/>
                  </a:lnTo>
                  <a:lnTo>
                    <a:pt x="1999943" y="55518"/>
                  </a:lnTo>
                  <a:lnTo>
                    <a:pt x="2086897" y="46436"/>
                  </a:lnTo>
                  <a:lnTo>
                    <a:pt x="2173851" y="37889"/>
                  </a:lnTo>
                  <a:lnTo>
                    <a:pt x="2260805" y="29960"/>
                  </a:lnTo>
                  <a:lnTo>
                    <a:pt x="2347759" y="22748"/>
                  </a:lnTo>
                  <a:lnTo>
                    <a:pt x="2434713" y="16350"/>
                  </a:lnTo>
                  <a:lnTo>
                    <a:pt x="2521667" y="10864"/>
                  </a:lnTo>
                  <a:lnTo>
                    <a:pt x="2608622" y="6388"/>
                  </a:lnTo>
                  <a:lnTo>
                    <a:pt x="2695576" y="3020"/>
                  </a:lnTo>
                  <a:lnTo>
                    <a:pt x="2782530" y="858"/>
                  </a:lnTo>
                  <a:lnTo>
                    <a:pt x="2869484" y="0"/>
                  </a:lnTo>
                  <a:lnTo>
                    <a:pt x="2956438" y="577"/>
                  </a:lnTo>
                  <a:lnTo>
                    <a:pt x="3043392" y="4022"/>
                  </a:lnTo>
                  <a:lnTo>
                    <a:pt x="3130346" y="10579"/>
                  </a:lnTo>
                  <a:lnTo>
                    <a:pt x="3217300" y="19595"/>
                  </a:lnTo>
                  <a:lnTo>
                    <a:pt x="3304254" y="30417"/>
                  </a:lnTo>
                  <a:lnTo>
                    <a:pt x="3391208" y="42394"/>
                  </a:lnTo>
                  <a:lnTo>
                    <a:pt x="3478162" y="54871"/>
                  </a:lnTo>
                  <a:lnTo>
                    <a:pt x="3565116" y="67197"/>
                  </a:lnTo>
                  <a:lnTo>
                    <a:pt x="3652070" y="78720"/>
                  </a:lnTo>
                  <a:lnTo>
                    <a:pt x="3739024" y="88787"/>
                  </a:lnTo>
                  <a:lnTo>
                    <a:pt x="3825978" y="96909"/>
                  </a:lnTo>
                  <a:lnTo>
                    <a:pt x="3912933" y="105980"/>
                  </a:lnTo>
                  <a:lnTo>
                    <a:pt x="3999887" y="116705"/>
                  </a:lnTo>
                  <a:lnTo>
                    <a:pt x="4086841" y="128318"/>
                  </a:lnTo>
                  <a:lnTo>
                    <a:pt x="4173795" y="140058"/>
                  </a:lnTo>
                  <a:lnTo>
                    <a:pt x="4260749" y="151159"/>
                  </a:lnTo>
                  <a:lnTo>
                    <a:pt x="4347703" y="160858"/>
                  </a:lnTo>
                  <a:lnTo>
                    <a:pt x="4434657" y="168392"/>
                  </a:lnTo>
                  <a:lnTo>
                    <a:pt x="4521611" y="172997"/>
                  </a:lnTo>
                  <a:lnTo>
                    <a:pt x="4608565" y="175340"/>
                  </a:lnTo>
                  <a:lnTo>
                    <a:pt x="4695519" y="177339"/>
                  </a:lnTo>
                  <a:lnTo>
                    <a:pt x="4782473" y="178997"/>
                  </a:lnTo>
                  <a:lnTo>
                    <a:pt x="4869427" y="180291"/>
                  </a:lnTo>
                  <a:lnTo>
                    <a:pt x="4956381" y="181201"/>
                  </a:lnTo>
                  <a:lnTo>
                    <a:pt x="5043335" y="181703"/>
                  </a:lnTo>
                  <a:lnTo>
                    <a:pt x="5130289" y="181776"/>
                  </a:lnTo>
                  <a:lnTo>
                    <a:pt x="5217244" y="181397"/>
                  </a:lnTo>
                  <a:lnTo>
                    <a:pt x="5304198" y="180545"/>
                  </a:lnTo>
                  <a:lnTo>
                    <a:pt x="5391152" y="179197"/>
                  </a:lnTo>
                  <a:lnTo>
                    <a:pt x="5478106" y="177331"/>
                  </a:lnTo>
                  <a:lnTo>
                    <a:pt x="5565060" y="174924"/>
                  </a:lnTo>
                  <a:lnTo>
                    <a:pt x="5652014" y="171956"/>
                  </a:lnTo>
                  <a:lnTo>
                    <a:pt x="5738968" y="168404"/>
                  </a:lnTo>
                  <a:lnTo>
                    <a:pt x="5825922" y="164245"/>
                  </a:lnTo>
                  <a:lnTo>
                    <a:pt x="5912876" y="159457"/>
                  </a:lnTo>
                  <a:lnTo>
                    <a:pt x="5999830" y="154019"/>
                  </a:lnTo>
                  <a:lnTo>
                    <a:pt x="6086784" y="147909"/>
                  </a:lnTo>
                  <a:lnTo>
                    <a:pt x="6173738" y="141103"/>
                  </a:lnTo>
                  <a:lnTo>
                    <a:pt x="6260692" y="133581"/>
                  </a:lnTo>
                  <a:lnTo>
                    <a:pt x="6347646" y="125320"/>
                  </a:lnTo>
                  <a:lnTo>
                    <a:pt x="6434600" y="116297"/>
                  </a:lnTo>
                  <a:lnTo>
                    <a:pt x="6521555" y="106491"/>
                  </a:lnTo>
                  <a:lnTo>
                    <a:pt x="6608509" y="95880"/>
                  </a:lnTo>
                  <a:lnTo>
                    <a:pt x="6695463" y="84442"/>
                  </a:lnTo>
                  <a:lnTo>
                    <a:pt x="6782417" y="72154"/>
                  </a:lnTo>
                  <a:lnTo>
                    <a:pt x="6869371" y="58994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345660" y="4629025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345660" y="4629025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345660" y="4629025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43125" y="4376402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43125" y="4376402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843125" y="4376402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363624" y="4376402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63624" y="4376402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63624" y="4376402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7170" y="4123779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987170" y="4376402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987170" y="4123779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287313" y="4123779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287313" y="4629025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4287313" y="3618532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604121" y="4123779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604121" y="4629025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604121" y="4629025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9796" y="4123779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149796" y="4123779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149796" y="4123779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877770" y="3618532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877770" y="4629025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877770" y="4376402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6523331" y="4123779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523331" y="4629025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523331" y="4629025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8215031" y="3365909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8215031" y="3365909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8215031" y="4123779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tx66"/>
            <p:cNvSpPr/>
            <p:nvPr/>
          </p:nvSpPr>
          <p:spPr>
            <a:xfrm>
              <a:off x="756929" y="5224075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83208" y="461777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804204" y="401148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804204" y="340518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804204" y="279889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276095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79925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34604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790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23435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855821" y="5870717"/>
              <a:ext cx="592851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discrepancy (mg, mean within decile) = actual − predicted</a:t>
              </a:r>
            </a:p>
          </p:txBody>
        </p:sp>
        <p:sp>
          <p:nvSpPr>
            <p:cNvPr id="77" name="tx77"/>
            <p:cNvSpPr/>
            <p:nvPr/>
          </p:nvSpPr>
          <p:spPr>
            <a:xfrm rot="-5400000">
              <a:off x="-501905" y="4134324"/>
              <a:ext cx="222290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within 90 days (%)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1896560" y="2297737"/>
              <a:ext cx="219456" cy="219456"/>
            </a:xfrm>
            <a:prstGeom prst="rect">
              <a:avLst/>
            </a:prstGeom>
            <a:solidFill>
              <a:srgbClr val="1F78B4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191850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66556" y="2367733"/>
              <a:ext cx="79463" cy="79463"/>
            </a:xfrm>
            <a:prstGeom prst="ellipse">
              <a:avLst/>
            </a:prstGeom>
            <a:solidFill>
              <a:srgbClr val="1F78B4">
                <a:alpha val="100000"/>
              </a:srgbClr>
            </a:solidFill>
            <a:ln w="9000" cap="rnd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22374" y="2297737"/>
              <a:ext cx="219455" cy="219456"/>
            </a:xfrm>
            <a:prstGeom prst="rect">
              <a:avLst/>
            </a:pr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044319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92370" y="2367733"/>
              <a:ext cx="79463" cy="79463"/>
            </a:xfrm>
            <a:prstGeom prst="ellipse">
              <a:avLst/>
            </a:prstGeom>
            <a:solidFill>
              <a:srgbClr val="E31A1C">
                <a:alpha val="100000"/>
              </a:srgbClr>
            </a:solidFill>
            <a:ln w="9000" cap="rnd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248326" y="2297737"/>
              <a:ext cx="219455" cy="219456"/>
            </a:xfrm>
            <a:prstGeom prst="rect">
              <a:avLst/>
            </a:prstGeom>
            <a:solidFill>
              <a:srgbClr val="33A02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270272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318323" y="2367733"/>
              <a:ext cx="79463" cy="79463"/>
            </a:xfrm>
            <a:prstGeom prst="ellipse">
              <a:avLst/>
            </a:prstGeom>
            <a:solidFill>
              <a:srgbClr val="33A02C">
                <a:alpha val="100000"/>
              </a:srgbClr>
            </a:solidFill>
            <a:ln w="9000" cap="rnd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tx87"/>
            <p:cNvSpPr/>
            <p:nvPr/>
          </p:nvSpPr>
          <p:spPr>
            <a:xfrm>
              <a:off x="2204584" y="2356487"/>
              <a:ext cx="1729221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Platinum-AE hospitalization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330397" y="2356487"/>
              <a:ext cx="82936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556350" y="2356487"/>
              <a:ext cx="218724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Cancer-progression hospitalization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041923" y="1977589"/>
              <a:ext cx="391354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One dot per decile (10 deciles); LOESS trend with 95% CI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1041923" y="1688767"/>
              <a:ext cx="654317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 Rate by Carboplatin Dose Discrepancy Decile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2026-07-21T17:05:58Z</dcterms:modified>
  <cp:category/>
</cp:coreProperties>
</file>