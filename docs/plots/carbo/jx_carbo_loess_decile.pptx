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41923" y="3275179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41923" y="3108397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41923" y="2941614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41923" y="2774831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41923" y="2608049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60066" y="2506234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3720" y="2506234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27375" y="2506234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611030" y="2506234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094685" y="2506234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41923" y="3191788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41923" y="3025005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41923" y="2858223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41923" y="2691440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41923" y="2524657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18238" y="2506234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901893" y="2506234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385548" y="2506234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69203" y="2506234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52858" y="2506234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385392" y="2567597"/>
              <a:ext cx="6869371" cy="583987"/>
            </a:xfrm>
            <a:custGeom>
              <a:avLst/>
              <a:pathLst>
                <a:path w="6869371" h="583987">
                  <a:moveTo>
                    <a:pt x="0" y="337102"/>
                  </a:moveTo>
                  <a:lnTo>
                    <a:pt x="86954" y="339554"/>
                  </a:lnTo>
                  <a:lnTo>
                    <a:pt x="173908" y="341628"/>
                  </a:lnTo>
                  <a:lnTo>
                    <a:pt x="260862" y="343320"/>
                  </a:lnTo>
                  <a:lnTo>
                    <a:pt x="347816" y="344624"/>
                  </a:lnTo>
                  <a:lnTo>
                    <a:pt x="434770" y="345535"/>
                  </a:lnTo>
                  <a:lnTo>
                    <a:pt x="521724" y="346049"/>
                  </a:lnTo>
                  <a:lnTo>
                    <a:pt x="608678" y="346164"/>
                  </a:lnTo>
                  <a:lnTo>
                    <a:pt x="695632" y="345881"/>
                  </a:lnTo>
                  <a:lnTo>
                    <a:pt x="782586" y="345201"/>
                  </a:lnTo>
                  <a:lnTo>
                    <a:pt x="869540" y="344132"/>
                  </a:lnTo>
                  <a:lnTo>
                    <a:pt x="956494" y="342684"/>
                  </a:lnTo>
                  <a:lnTo>
                    <a:pt x="1043448" y="340874"/>
                  </a:lnTo>
                  <a:lnTo>
                    <a:pt x="1130402" y="338721"/>
                  </a:lnTo>
                  <a:lnTo>
                    <a:pt x="1217356" y="336252"/>
                  </a:lnTo>
                  <a:lnTo>
                    <a:pt x="1304311" y="333496"/>
                  </a:lnTo>
                  <a:lnTo>
                    <a:pt x="1391265" y="330485"/>
                  </a:lnTo>
                  <a:lnTo>
                    <a:pt x="1478219" y="327255"/>
                  </a:lnTo>
                  <a:lnTo>
                    <a:pt x="1565173" y="323834"/>
                  </a:lnTo>
                  <a:lnTo>
                    <a:pt x="1652127" y="320243"/>
                  </a:lnTo>
                  <a:lnTo>
                    <a:pt x="1739081" y="316529"/>
                  </a:lnTo>
                  <a:lnTo>
                    <a:pt x="1826035" y="312734"/>
                  </a:lnTo>
                  <a:lnTo>
                    <a:pt x="1912989" y="308900"/>
                  </a:lnTo>
                  <a:lnTo>
                    <a:pt x="1999943" y="305067"/>
                  </a:lnTo>
                  <a:lnTo>
                    <a:pt x="2086897" y="301243"/>
                  </a:lnTo>
                  <a:lnTo>
                    <a:pt x="2173851" y="297388"/>
                  </a:lnTo>
                  <a:lnTo>
                    <a:pt x="2260805" y="293515"/>
                  </a:lnTo>
                  <a:lnTo>
                    <a:pt x="2347759" y="289637"/>
                  </a:lnTo>
                  <a:lnTo>
                    <a:pt x="2434713" y="285763"/>
                  </a:lnTo>
                  <a:lnTo>
                    <a:pt x="2521667" y="281908"/>
                  </a:lnTo>
                  <a:lnTo>
                    <a:pt x="2608622" y="278089"/>
                  </a:lnTo>
                  <a:lnTo>
                    <a:pt x="2695576" y="274333"/>
                  </a:lnTo>
                  <a:lnTo>
                    <a:pt x="2782530" y="270670"/>
                  </a:lnTo>
                  <a:lnTo>
                    <a:pt x="2869484" y="267137"/>
                  </a:lnTo>
                  <a:lnTo>
                    <a:pt x="2956438" y="263780"/>
                  </a:lnTo>
                  <a:lnTo>
                    <a:pt x="3043392" y="260742"/>
                  </a:lnTo>
                  <a:lnTo>
                    <a:pt x="3130346" y="257891"/>
                  </a:lnTo>
                  <a:lnTo>
                    <a:pt x="3217300" y="254967"/>
                  </a:lnTo>
                  <a:lnTo>
                    <a:pt x="3304254" y="251759"/>
                  </a:lnTo>
                  <a:lnTo>
                    <a:pt x="3391208" y="248144"/>
                  </a:lnTo>
                  <a:lnTo>
                    <a:pt x="3478162" y="244110"/>
                  </a:lnTo>
                  <a:lnTo>
                    <a:pt x="3565116" y="239754"/>
                  </a:lnTo>
                  <a:lnTo>
                    <a:pt x="3652070" y="235262"/>
                  </a:lnTo>
                  <a:lnTo>
                    <a:pt x="3739024" y="230864"/>
                  </a:lnTo>
                  <a:lnTo>
                    <a:pt x="3825978" y="226797"/>
                  </a:lnTo>
                  <a:lnTo>
                    <a:pt x="3912933" y="223111"/>
                  </a:lnTo>
                  <a:lnTo>
                    <a:pt x="3999887" y="219651"/>
                  </a:lnTo>
                  <a:lnTo>
                    <a:pt x="4086841" y="216274"/>
                  </a:lnTo>
                  <a:lnTo>
                    <a:pt x="4173795" y="212864"/>
                  </a:lnTo>
                  <a:lnTo>
                    <a:pt x="4260749" y="209334"/>
                  </a:lnTo>
                  <a:lnTo>
                    <a:pt x="4347703" y="205626"/>
                  </a:lnTo>
                  <a:lnTo>
                    <a:pt x="4434657" y="201696"/>
                  </a:lnTo>
                  <a:lnTo>
                    <a:pt x="4521611" y="197510"/>
                  </a:lnTo>
                  <a:lnTo>
                    <a:pt x="4608565" y="193145"/>
                  </a:lnTo>
                  <a:lnTo>
                    <a:pt x="4695519" y="188762"/>
                  </a:lnTo>
                  <a:lnTo>
                    <a:pt x="4782473" y="184349"/>
                  </a:lnTo>
                  <a:lnTo>
                    <a:pt x="4869427" y="179886"/>
                  </a:lnTo>
                  <a:lnTo>
                    <a:pt x="4956381" y="175354"/>
                  </a:lnTo>
                  <a:lnTo>
                    <a:pt x="5043335" y="170728"/>
                  </a:lnTo>
                  <a:lnTo>
                    <a:pt x="5130289" y="165984"/>
                  </a:lnTo>
                  <a:lnTo>
                    <a:pt x="5217244" y="161091"/>
                  </a:lnTo>
                  <a:lnTo>
                    <a:pt x="5304198" y="156019"/>
                  </a:lnTo>
                  <a:lnTo>
                    <a:pt x="5391152" y="150734"/>
                  </a:lnTo>
                  <a:lnTo>
                    <a:pt x="5478106" y="145202"/>
                  </a:lnTo>
                  <a:lnTo>
                    <a:pt x="5565060" y="139387"/>
                  </a:lnTo>
                  <a:lnTo>
                    <a:pt x="5652014" y="133252"/>
                  </a:lnTo>
                  <a:lnTo>
                    <a:pt x="5738968" y="126764"/>
                  </a:lnTo>
                  <a:lnTo>
                    <a:pt x="5825922" y="119888"/>
                  </a:lnTo>
                  <a:lnTo>
                    <a:pt x="5912876" y="112596"/>
                  </a:lnTo>
                  <a:lnTo>
                    <a:pt x="5999830" y="104860"/>
                  </a:lnTo>
                  <a:lnTo>
                    <a:pt x="6086784" y="96657"/>
                  </a:lnTo>
                  <a:lnTo>
                    <a:pt x="6173738" y="87969"/>
                  </a:lnTo>
                  <a:lnTo>
                    <a:pt x="6260692" y="78782"/>
                  </a:lnTo>
                  <a:lnTo>
                    <a:pt x="6347646" y="69085"/>
                  </a:lnTo>
                  <a:lnTo>
                    <a:pt x="6434600" y="58873"/>
                  </a:lnTo>
                  <a:lnTo>
                    <a:pt x="6521555" y="48140"/>
                  </a:lnTo>
                  <a:lnTo>
                    <a:pt x="6608509" y="36886"/>
                  </a:lnTo>
                  <a:lnTo>
                    <a:pt x="6695463" y="25110"/>
                  </a:lnTo>
                  <a:lnTo>
                    <a:pt x="6782417" y="12814"/>
                  </a:lnTo>
                  <a:lnTo>
                    <a:pt x="6869371" y="0"/>
                  </a:lnTo>
                  <a:lnTo>
                    <a:pt x="6869371" y="250223"/>
                  </a:lnTo>
                  <a:lnTo>
                    <a:pt x="6782417" y="250024"/>
                  </a:lnTo>
                  <a:lnTo>
                    <a:pt x="6695463" y="250137"/>
                  </a:lnTo>
                  <a:lnTo>
                    <a:pt x="6608509" y="250566"/>
                  </a:lnTo>
                  <a:lnTo>
                    <a:pt x="6521555" y="251316"/>
                  </a:lnTo>
                  <a:lnTo>
                    <a:pt x="6434600" y="252390"/>
                  </a:lnTo>
                  <a:lnTo>
                    <a:pt x="6347646" y="253790"/>
                  </a:lnTo>
                  <a:lnTo>
                    <a:pt x="6260692" y="255515"/>
                  </a:lnTo>
                  <a:lnTo>
                    <a:pt x="6173738" y="257560"/>
                  </a:lnTo>
                  <a:lnTo>
                    <a:pt x="6086784" y="259920"/>
                  </a:lnTo>
                  <a:lnTo>
                    <a:pt x="5999830" y="262582"/>
                  </a:lnTo>
                  <a:lnTo>
                    <a:pt x="5912876" y="265532"/>
                  </a:lnTo>
                  <a:lnTo>
                    <a:pt x="5825922" y="268749"/>
                  </a:lnTo>
                  <a:lnTo>
                    <a:pt x="5738968" y="272211"/>
                  </a:lnTo>
                  <a:lnTo>
                    <a:pt x="5652014" y="275889"/>
                  </a:lnTo>
                  <a:lnTo>
                    <a:pt x="5565060" y="279755"/>
                  </a:lnTo>
                  <a:lnTo>
                    <a:pt x="5478106" y="283775"/>
                  </a:lnTo>
                  <a:lnTo>
                    <a:pt x="5391152" y="287918"/>
                  </a:lnTo>
                  <a:lnTo>
                    <a:pt x="5304198" y="292151"/>
                  </a:lnTo>
                  <a:lnTo>
                    <a:pt x="5217244" y="296441"/>
                  </a:lnTo>
                  <a:lnTo>
                    <a:pt x="5130289" y="300760"/>
                  </a:lnTo>
                  <a:lnTo>
                    <a:pt x="5043335" y="305077"/>
                  </a:lnTo>
                  <a:lnTo>
                    <a:pt x="4956381" y="309369"/>
                  </a:lnTo>
                  <a:lnTo>
                    <a:pt x="4869427" y="313611"/>
                  </a:lnTo>
                  <a:lnTo>
                    <a:pt x="4782473" y="317783"/>
                  </a:lnTo>
                  <a:lnTo>
                    <a:pt x="4695519" y="321867"/>
                  </a:lnTo>
                  <a:lnTo>
                    <a:pt x="4608565" y="325849"/>
                  </a:lnTo>
                  <a:lnTo>
                    <a:pt x="4521611" y="329713"/>
                  </a:lnTo>
                  <a:lnTo>
                    <a:pt x="4434657" y="333139"/>
                  </a:lnTo>
                  <a:lnTo>
                    <a:pt x="4347703" y="336042"/>
                  </a:lnTo>
                  <a:lnTo>
                    <a:pt x="4260749" y="338579"/>
                  </a:lnTo>
                  <a:lnTo>
                    <a:pt x="4173795" y="340903"/>
                  </a:lnTo>
                  <a:lnTo>
                    <a:pt x="4086841" y="343149"/>
                  </a:lnTo>
                  <a:lnTo>
                    <a:pt x="3999887" y="345422"/>
                  </a:lnTo>
                  <a:lnTo>
                    <a:pt x="3912933" y="347800"/>
                  </a:lnTo>
                  <a:lnTo>
                    <a:pt x="3825978" y="350335"/>
                  </a:lnTo>
                  <a:lnTo>
                    <a:pt x="3739024" y="352830"/>
                  </a:lnTo>
                  <a:lnTo>
                    <a:pt x="3652070" y="354875"/>
                  </a:lnTo>
                  <a:lnTo>
                    <a:pt x="3565116" y="356730"/>
                  </a:lnTo>
                  <a:lnTo>
                    <a:pt x="3478162" y="358678"/>
                  </a:lnTo>
                  <a:lnTo>
                    <a:pt x="3391208" y="360951"/>
                  </a:lnTo>
                  <a:lnTo>
                    <a:pt x="3304254" y="363698"/>
                  </a:lnTo>
                  <a:lnTo>
                    <a:pt x="3217300" y="366955"/>
                  </a:lnTo>
                  <a:lnTo>
                    <a:pt x="3130346" y="370648"/>
                  </a:lnTo>
                  <a:lnTo>
                    <a:pt x="3043392" y="374615"/>
                  </a:lnTo>
                  <a:lnTo>
                    <a:pt x="2956438" y="378648"/>
                  </a:lnTo>
                  <a:lnTo>
                    <a:pt x="2869484" y="382645"/>
                  </a:lnTo>
                  <a:lnTo>
                    <a:pt x="2782530" y="386716"/>
                  </a:lnTo>
                  <a:lnTo>
                    <a:pt x="2695576" y="390862"/>
                  </a:lnTo>
                  <a:lnTo>
                    <a:pt x="2608622" y="395077"/>
                  </a:lnTo>
                  <a:lnTo>
                    <a:pt x="2521667" y="399349"/>
                  </a:lnTo>
                  <a:lnTo>
                    <a:pt x="2434713" y="403660"/>
                  </a:lnTo>
                  <a:lnTo>
                    <a:pt x="2347759" y="407984"/>
                  </a:lnTo>
                  <a:lnTo>
                    <a:pt x="2260805" y="412292"/>
                  </a:lnTo>
                  <a:lnTo>
                    <a:pt x="2173851" y="416551"/>
                  </a:lnTo>
                  <a:lnTo>
                    <a:pt x="2086897" y="420729"/>
                  </a:lnTo>
                  <a:lnTo>
                    <a:pt x="1999943" y="424804"/>
                  </a:lnTo>
                  <a:lnTo>
                    <a:pt x="1912989" y="428937"/>
                  </a:lnTo>
                  <a:lnTo>
                    <a:pt x="1826035" y="433202"/>
                  </a:lnTo>
                  <a:lnTo>
                    <a:pt x="1739081" y="437590"/>
                  </a:lnTo>
                  <a:lnTo>
                    <a:pt x="1652127" y="442092"/>
                  </a:lnTo>
                  <a:lnTo>
                    <a:pt x="1565173" y="446702"/>
                  </a:lnTo>
                  <a:lnTo>
                    <a:pt x="1478219" y="451419"/>
                  </a:lnTo>
                  <a:lnTo>
                    <a:pt x="1391265" y="456325"/>
                  </a:lnTo>
                  <a:lnTo>
                    <a:pt x="1304311" y="461487"/>
                  </a:lnTo>
                  <a:lnTo>
                    <a:pt x="1217356" y="466938"/>
                  </a:lnTo>
                  <a:lnTo>
                    <a:pt x="1130402" y="472709"/>
                  </a:lnTo>
                  <a:lnTo>
                    <a:pt x="1043448" y="478830"/>
                  </a:lnTo>
                  <a:lnTo>
                    <a:pt x="956494" y="485323"/>
                  </a:lnTo>
                  <a:lnTo>
                    <a:pt x="869540" y="492210"/>
                  </a:lnTo>
                  <a:lnTo>
                    <a:pt x="782586" y="499504"/>
                  </a:lnTo>
                  <a:lnTo>
                    <a:pt x="695632" y="507215"/>
                  </a:lnTo>
                  <a:lnTo>
                    <a:pt x="608678" y="515350"/>
                  </a:lnTo>
                  <a:lnTo>
                    <a:pt x="521724" y="523908"/>
                  </a:lnTo>
                  <a:lnTo>
                    <a:pt x="434770" y="532890"/>
                  </a:lnTo>
                  <a:lnTo>
                    <a:pt x="347816" y="542292"/>
                  </a:lnTo>
                  <a:lnTo>
                    <a:pt x="260862" y="552109"/>
                  </a:lnTo>
                  <a:lnTo>
                    <a:pt x="173908" y="562335"/>
                  </a:lnTo>
                  <a:lnTo>
                    <a:pt x="86954" y="572963"/>
                  </a:lnTo>
                  <a:lnTo>
                    <a:pt x="0" y="583987"/>
                  </a:lnTo>
                  <a:close/>
                </a:path>
              </a:pathLst>
            </a:custGeom>
            <a:solidFill>
              <a:srgbClr val="1F78B4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385392" y="2567597"/>
              <a:ext cx="6869371" cy="346164"/>
            </a:xfrm>
            <a:custGeom>
              <a:avLst/>
              <a:pathLst>
                <a:path w="6869371" h="346164">
                  <a:moveTo>
                    <a:pt x="0" y="337102"/>
                  </a:moveTo>
                  <a:lnTo>
                    <a:pt x="86954" y="339554"/>
                  </a:lnTo>
                  <a:lnTo>
                    <a:pt x="173908" y="341628"/>
                  </a:lnTo>
                  <a:lnTo>
                    <a:pt x="260862" y="343320"/>
                  </a:lnTo>
                  <a:lnTo>
                    <a:pt x="347816" y="344624"/>
                  </a:lnTo>
                  <a:lnTo>
                    <a:pt x="434770" y="345535"/>
                  </a:lnTo>
                  <a:lnTo>
                    <a:pt x="521724" y="346049"/>
                  </a:lnTo>
                  <a:lnTo>
                    <a:pt x="608678" y="346164"/>
                  </a:lnTo>
                  <a:lnTo>
                    <a:pt x="695632" y="345881"/>
                  </a:lnTo>
                  <a:lnTo>
                    <a:pt x="782586" y="345201"/>
                  </a:lnTo>
                  <a:lnTo>
                    <a:pt x="869540" y="344132"/>
                  </a:lnTo>
                  <a:lnTo>
                    <a:pt x="956494" y="342684"/>
                  </a:lnTo>
                  <a:lnTo>
                    <a:pt x="1043448" y="340874"/>
                  </a:lnTo>
                  <a:lnTo>
                    <a:pt x="1130402" y="338721"/>
                  </a:lnTo>
                  <a:lnTo>
                    <a:pt x="1217356" y="336252"/>
                  </a:lnTo>
                  <a:lnTo>
                    <a:pt x="1304311" y="333496"/>
                  </a:lnTo>
                  <a:lnTo>
                    <a:pt x="1391265" y="330485"/>
                  </a:lnTo>
                  <a:lnTo>
                    <a:pt x="1478219" y="327255"/>
                  </a:lnTo>
                  <a:lnTo>
                    <a:pt x="1565173" y="323834"/>
                  </a:lnTo>
                  <a:lnTo>
                    <a:pt x="1652127" y="320243"/>
                  </a:lnTo>
                  <a:lnTo>
                    <a:pt x="1739081" y="316529"/>
                  </a:lnTo>
                  <a:lnTo>
                    <a:pt x="1826035" y="312734"/>
                  </a:lnTo>
                  <a:lnTo>
                    <a:pt x="1912989" y="308900"/>
                  </a:lnTo>
                  <a:lnTo>
                    <a:pt x="1999943" y="305067"/>
                  </a:lnTo>
                  <a:lnTo>
                    <a:pt x="2086897" y="301243"/>
                  </a:lnTo>
                  <a:lnTo>
                    <a:pt x="2173851" y="297388"/>
                  </a:lnTo>
                  <a:lnTo>
                    <a:pt x="2260805" y="293515"/>
                  </a:lnTo>
                  <a:lnTo>
                    <a:pt x="2347759" y="289637"/>
                  </a:lnTo>
                  <a:lnTo>
                    <a:pt x="2434713" y="285763"/>
                  </a:lnTo>
                  <a:lnTo>
                    <a:pt x="2521667" y="281908"/>
                  </a:lnTo>
                  <a:lnTo>
                    <a:pt x="2608622" y="278089"/>
                  </a:lnTo>
                  <a:lnTo>
                    <a:pt x="2695576" y="274333"/>
                  </a:lnTo>
                  <a:lnTo>
                    <a:pt x="2782530" y="270670"/>
                  </a:lnTo>
                  <a:lnTo>
                    <a:pt x="2869484" y="267137"/>
                  </a:lnTo>
                  <a:lnTo>
                    <a:pt x="2956438" y="263780"/>
                  </a:lnTo>
                  <a:lnTo>
                    <a:pt x="3043392" y="260742"/>
                  </a:lnTo>
                  <a:lnTo>
                    <a:pt x="3130346" y="257891"/>
                  </a:lnTo>
                  <a:lnTo>
                    <a:pt x="3217300" y="254967"/>
                  </a:lnTo>
                  <a:lnTo>
                    <a:pt x="3304254" y="251759"/>
                  </a:lnTo>
                  <a:lnTo>
                    <a:pt x="3391208" y="248144"/>
                  </a:lnTo>
                  <a:lnTo>
                    <a:pt x="3478162" y="244110"/>
                  </a:lnTo>
                  <a:lnTo>
                    <a:pt x="3565116" y="239754"/>
                  </a:lnTo>
                  <a:lnTo>
                    <a:pt x="3652070" y="235262"/>
                  </a:lnTo>
                  <a:lnTo>
                    <a:pt x="3739024" y="230864"/>
                  </a:lnTo>
                  <a:lnTo>
                    <a:pt x="3825978" y="226797"/>
                  </a:lnTo>
                  <a:lnTo>
                    <a:pt x="3912933" y="223111"/>
                  </a:lnTo>
                  <a:lnTo>
                    <a:pt x="3999887" y="219651"/>
                  </a:lnTo>
                  <a:lnTo>
                    <a:pt x="4086841" y="216274"/>
                  </a:lnTo>
                  <a:lnTo>
                    <a:pt x="4173795" y="212864"/>
                  </a:lnTo>
                  <a:lnTo>
                    <a:pt x="4260749" y="209334"/>
                  </a:lnTo>
                  <a:lnTo>
                    <a:pt x="4347703" y="205626"/>
                  </a:lnTo>
                  <a:lnTo>
                    <a:pt x="4434657" y="201696"/>
                  </a:lnTo>
                  <a:lnTo>
                    <a:pt x="4521611" y="197510"/>
                  </a:lnTo>
                  <a:lnTo>
                    <a:pt x="4608565" y="193145"/>
                  </a:lnTo>
                  <a:lnTo>
                    <a:pt x="4695519" y="188762"/>
                  </a:lnTo>
                  <a:lnTo>
                    <a:pt x="4782473" y="184349"/>
                  </a:lnTo>
                  <a:lnTo>
                    <a:pt x="4869427" y="179886"/>
                  </a:lnTo>
                  <a:lnTo>
                    <a:pt x="4956381" y="175354"/>
                  </a:lnTo>
                  <a:lnTo>
                    <a:pt x="5043335" y="170728"/>
                  </a:lnTo>
                  <a:lnTo>
                    <a:pt x="5130289" y="165984"/>
                  </a:lnTo>
                  <a:lnTo>
                    <a:pt x="5217244" y="161091"/>
                  </a:lnTo>
                  <a:lnTo>
                    <a:pt x="5304198" y="156019"/>
                  </a:lnTo>
                  <a:lnTo>
                    <a:pt x="5391152" y="150734"/>
                  </a:lnTo>
                  <a:lnTo>
                    <a:pt x="5478106" y="145202"/>
                  </a:lnTo>
                  <a:lnTo>
                    <a:pt x="5565060" y="139387"/>
                  </a:lnTo>
                  <a:lnTo>
                    <a:pt x="5652014" y="133252"/>
                  </a:lnTo>
                  <a:lnTo>
                    <a:pt x="5738968" y="126764"/>
                  </a:lnTo>
                  <a:lnTo>
                    <a:pt x="5825922" y="119888"/>
                  </a:lnTo>
                  <a:lnTo>
                    <a:pt x="5912876" y="112596"/>
                  </a:lnTo>
                  <a:lnTo>
                    <a:pt x="5999830" y="104860"/>
                  </a:lnTo>
                  <a:lnTo>
                    <a:pt x="6086784" y="96657"/>
                  </a:lnTo>
                  <a:lnTo>
                    <a:pt x="6173738" y="87969"/>
                  </a:lnTo>
                  <a:lnTo>
                    <a:pt x="6260692" y="78782"/>
                  </a:lnTo>
                  <a:lnTo>
                    <a:pt x="6347646" y="69085"/>
                  </a:lnTo>
                  <a:lnTo>
                    <a:pt x="6434600" y="58873"/>
                  </a:lnTo>
                  <a:lnTo>
                    <a:pt x="6521555" y="48140"/>
                  </a:lnTo>
                  <a:lnTo>
                    <a:pt x="6608509" y="36886"/>
                  </a:lnTo>
                  <a:lnTo>
                    <a:pt x="6695463" y="25110"/>
                  </a:lnTo>
                  <a:lnTo>
                    <a:pt x="6782417" y="12814"/>
                  </a:lnTo>
                  <a:lnTo>
                    <a:pt x="68693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385392" y="2817622"/>
              <a:ext cx="6869371" cy="333962"/>
            </a:xfrm>
            <a:custGeom>
              <a:avLst/>
              <a:pathLst>
                <a:path w="6869371" h="333962">
                  <a:moveTo>
                    <a:pt x="6869371" y="198"/>
                  </a:moveTo>
                  <a:lnTo>
                    <a:pt x="6782417" y="0"/>
                  </a:lnTo>
                  <a:lnTo>
                    <a:pt x="6695463" y="112"/>
                  </a:lnTo>
                  <a:lnTo>
                    <a:pt x="6608509" y="541"/>
                  </a:lnTo>
                  <a:lnTo>
                    <a:pt x="6521555" y="1291"/>
                  </a:lnTo>
                  <a:lnTo>
                    <a:pt x="6434600" y="2365"/>
                  </a:lnTo>
                  <a:lnTo>
                    <a:pt x="6347646" y="3765"/>
                  </a:lnTo>
                  <a:lnTo>
                    <a:pt x="6260692" y="5490"/>
                  </a:lnTo>
                  <a:lnTo>
                    <a:pt x="6173738" y="7535"/>
                  </a:lnTo>
                  <a:lnTo>
                    <a:pt x="6086784" y="9895"/>
                  </a:lnTo>
                  <a:lnTo>
                    <a:pt x="5999830" y="12557"/>
                  </a:lnTo>
                  <a:lnTo>
                    <a:pt x="5912876" y="15507"/>
                  </a:lnTo>
                  <a:lnTo>
                    <a:pt x="5825922" y="18724"/>
                  </a:lnTo>
                  <a:lnTo>
                    <a:pt x="5738968" y="22186"/>
                  </a:lnTo>
                  <a:lnTo>
                    <a:pt x="5652014" y="25864"/>
                  </a:lnTo>
                  <a:lnTo>
                    <a:pt x="5565060" y="29730"/>
                  </a:lnTo>
                  <a:lnTo>
                    <a:pt x="5478106" y="33750"/>
                  </a:lnTo>
                  <a:lnTo>
                    <a:pt x="5391152" y="37893"/>
                  </a:lnTo>
                  <a:lnTo>
                    <a:pt x="5304198" y="42126"/>
                  </a:lnTo>
                  <a:lnTo>
                    <a:pt x="5217244" y="46416"/>
                  </a:lnTo>
                  <a:lnTo>
                    <a:pt x="5130289" y="50735"/>
                  </a:lnTo>
                  <a:lnTo>
                    <a:pt x="5043335" y="55052"/>
                  </a:lnTo>
                  <a:lnTo>
                    <a:pt x="4956381" y="59344"/>
                  </a:lnTo>
                  <a:lnTo>
                    <a:pt x="4869427" y="63586"/>
                  </a:lnTo>
                  <a:lnTo>
                    <a:pt x="4782473" y="67758"/>
                  </a:lnTo>
                  <a:lnTo>
                    <a:pt x="4695519" y="71842"/>
                  </a:lnTo>
                  <a:lnTo>
                    <a:pt x="4608565" y="75825"/>
                  </a:lnTo>
                  <a:lnTo>
                    <a:pt x="4521611" y="79688"/>
                  </a:lnTo>
                  <a:lnTo>
                    <a:pt x="4434657" y="83114"/>
                  </a:lnTo>
                  <a:lnTo>
                    <a:pt x="4347703" y="86017"/>
                  </a:lnTo>
                  <a:lnTo>
                    <a:pt x="4260749" y="88554"/>
                  </a:lnTo>
                  <a:lnTo>
                    <a:pt x="4173795" y="90879"/>
                  </a:lnTo>
                  <a:lnTo>
                    <a:pt x="4086841" y="93124"/>
                  </a:lnTo>
                  <a:lnTo>
                    <a:pt x="3999887" y="95397"/>
                  </a:lnTo>
                  <a:lnTo>
                    <a:pt x="3912933" y="97775"/>
                  </a:lnTo>
                  <a:lnTo>
                    <a:pt x="3825978" y="100310"/>
                  </a:lnTo>
                  <a:lnTo>
                    <a:pt x="3739024" y="102805"/>
                  </a:lnTo>
                  <a:lnTo>
                    <a:pt x="3652070" y="104850"/>
                  </a:lnTo>
                  <a:lnTo>
                    <a:pt x="3565116" y="106705"/>
                  </a:lnTo>
                  <a:lnTo>
                    <a:pt x="3478162" y="108653"/>
                  </a:lnTo>
                  <a:lnTo>
                    <a:pt x="3391208" y="110926"/>
                  </a:lnTo>
                  <a:lnTo>
                    <a:pt x="3304254" y="113673"/>
                  </a:lnTo>
                  <a:lnTo>
                    <a:pt x="3217300" y="116930"/>
                  </a:lnTo>
                  <a:lnTo>
                    <a:pt x="3130346" y="120623"/>
                  </a:lnTo>
                  <a:lnTo>
                    <a:pt x="3043392" y="124590"/>
                  </a:lnTo>
                  <a:lnTo>
                    <a:pt x="2956438" y="128623"/>
                  </a:lnTo>
                  <a:lnTo>
                    <a:pt x="2869484" y="132620"/>
                  </a:lnTo>
                  <a:lnTo>
                    <a:pt x="2782530" y="136691"/>
                  </a:lnTo>
                  <a:lnTo>
                    <a:pt x="2695576" y="140838"/>
                  </a:lnTo>
                  <a:lnTo>
                    <a:pt x="2608622" y="145053"/>
                  </a:lnTo>
                  <a:lnTo>
                    <a:pt x="2521667" y="149324"/>
                  </a:lnTo>
                  <a:lnTo>
                    <a:pt x="2434713" y="153635"/>
                  </a:lnTo>
                  <a:lnTo>
                    <a:pt x="2347759" y="157959"/>
                  </a:lnTo>
                  <a:lnTo>
                    <a:pt x="2260805" y="162267"/>
                  </a:lnTo>
                  <a:lnTo>
                    <a:pt x="2173851" y="166526"/>
                  </a:lnTo>
                  <a:lnTo>
                    <a:pt x="2086897" y="170704"/>
                  </a:lnTo>
                  <a:lnTo>
                    <a:pt x="1999943" y="174779"/>
                  </a:lnTo>
                  <a:lnTo>
                    <a:pt x="1912989" y="178913"/>
                  </a:lnTo>
                  <a:lnTo>
                    <a:pt x="1826035" y="183177"/>
                  </a:lnTo>
                  <a:lnTo>
                    <a:pt x="1739081" y="187565"/>
                  </a:lnTo>
                  <a:lnTo>
                    <a:pt x="1652127" y="192067"/>
                  </a:lnTo>
                  <a:lnTo>
                    <a:pt x="1565173" y="196677"/>
                  </a:lnTo>
                  <a:lnTo>
                    <a:pt x="1478219" y="201394"/>
                  </a:lnTo>
                  <a:lnTo>
                    <a:pt x="1391265" y="206301"/>
                  </a:lnTo>
                  <a:lnTo>
                    <a:pt x="1304311" y="211462"/>
                  </a:lnTo>
                  <a:lnTo>
                    <a:pt x="1217356" y="216913"/>
                  </a:lnTo>
                  <a:lnTo>
                    <a:pt x="1130402" y="222684"/>
                  </a:lnTo>
                  <a:lnTo>
                    <a:pt x="1043448" y="228805"/>
                  </a:lnTo>
                  <a:lnTo>
                    <a:pt x="956494" y="235298"/>
                  </a:lnTo>
                  <a:lnTo>
                    <a:pt x="869540" y="242185"/>
                  </a:lnTo>
                  <a:lnTo>
                    <a:pt x="782586" y="249479"/>
                  </a:lnTo>
                  <a:lnTo>
                    <a:pt x="695632" y="257191"/>
                  </a:lnTo>
                  <a:lnTo>
                    <a:pt x="608678" y="265325"/>
                  </a:lnTo>
                  <a:lnTo>
                    <a:pt x="521724" y="273883"/>
                  </a:lnTo>
                  <a:lnTo>
                    <a:pt x="434770" y="282865"/>
                  </a:lnTo>
                  <a:lnTo>
                    <a:pt x="347816" y="292267"/>
                  </a:lnTo>
                  <a:lnTo>
                    <a:pt x="260862" y="302084"/>
                  </a:lnTo>
                  <a:lnTo>
                    <a:pt x="173908" y="312310"/>
                  </a:lnTo>
                  <a:lnTo>
                    <a:pt x="86954" y="322938"/>
                  </a:lnTo>
                  <a:lnTo>
                    <a:pt x="0" y="3339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385392" y="2692709"/>
              <a:ext cx="6869371" cy="335433"/>
            </a:xfrm>
            <a:custGeom>
              <a:avLst/>
              <a:pathLst>
                <a:path w="6869371" h="335433">
                  <a:moveTo>
                    <a:pt x="0" y="335433"/>
                  </a:moveTo>
                  <a:lnTo>
                    <a:pt x="86954" y="331147"/>
                  </a:lnTo>
                  <a:lnTo>
                    <a:pt x="173908" y="326870"/>
                  </a:lnTo>
                  <a:lnTo>
                    <a:pt x="260862" y="322603"/>
                  </a:lnTo>
                  <a:lnTo>
                    <a:pt x="347816" y="318346"/>
                  </a:lnTo>
                  <a:lnTo>
                    <a:pt x="434770" y="314100"/>
                  </a:lnTo>
                  <a:lnTo>
                    <a:pt x="521724" y="309867"/>
                  </a:lnTo>
                  <a:lnTo>
                    <a:pt x="608678" y="305645"/>
                  </a:lnTo>
                  <a:lnTo>
                    <a:pt x="695632" y="301436"/>
                  </a:lnTo>
                  <a:lnTo>
                    <a:pt x="782586" y="297241"/>
                  </a:lnTo>
                  <a:lnTo>
                    <a:pt x="869540" y="293059"/>
                  </a:lnTo>
                  <a:lnTo>
                    <a:pt x="956494" y="288892"/>
                  </a:lnTo>
                  <a:lnTo>
                    <a:pt x="1043448" y="284740"/>
                  </a:lnTo>
                  <a:lnTo>
                    <a:pt x="1130402" y="280603"/>
                  </a:lnTo>
                  <a:lnTo>
                    <a:pt x="1217356" y="276483"/>
                  </a:lnTo>
                  <a:lnTo>
                    <a:pt x="1304311" y="272379"/>
                  </a:lnTo>
                  <a:lnTo>
                    <a:pt x="1391265" y="268293"/>
                  </a:lnTo>
                  <a:lnTo>
                    <a:pt x="1478219" y="264225"/>
                  </a:lnTo>
                  <a:lnTo>
                    <a:pt x="1565173" y="260156"/>
                  </a:lnTo>
                  <a:lnTo>
                    <a:pt x="1652127" y="256055"/>
                  </a:lnTo>
                  <a:lnTo>
                    <a:pt x="1739081" y="251947"/>
                  </a:lnTo>
                  <a:lnTo>
                    <a:pt x="1826035" y="247856"/>
                  </a:lnTo>
                  <a:lnTo>
                    <a:pt x="1912989" y="243807"/>
                  </a:lnTo>
                  <a:lnTo>
                    <a:pt x="1999943" y="239824"/>
                  </a:lnTo>
                  <a:lnTo>
                    <a:pt x="2086897" y="235874"/>
                  </a:lnTo>
                  <a:lnTo>
                    <a:pt x="2173851" y="231858"/>
                  </a:lnTo>
                  <a:lnTo>
                    <a:pt x="2260805" y="227792"/>
                  </a:lnTo>
                  <a:lnTo>
                    <a:pt x="2347759" y="223698"/>
                  </a:lnTo>
                  <a:lnTo>
                    <a:pt x="2434713" y="219600"/>
                  </a:lnTo>
                  <a:lnTo>
                    <a:pt x="2521667" y="215517"/>
                  </a:lnTo>
                  <a:lnTo>
                    <a:pt x="2608622" y="211471"/>
                  </a:lnTo>
                  <a:lnTo>
                    <a:pt x="2695576" y="207486"/>
                  </a:lnTo>
                  <a:lnTo>
                    <a:pt x="2782530" y="203581"/>
                  </a:lnTo>
                  <a:lnTo>
                    <a:pt x="2869484" y="199779"/>
                  </a:lnTo>
                  <a:lnTo>
                    <a:pt x="2956438" y="196102"/>
                  </a:lnTo>
                  <a:lnTo>
                    <a:pt x="3043392" y="192567"/>
                  </a:lnTo>
                  <a:lnTo>
                    <a:pt x="3130346" y="189157"/>
                  </a:lnTo>
                  <a:lnTo>
                    <a:pt x="3217300" y="185849"/>
                  </a:lnTo>
                  <a:lnTo>
                    <a:pt x="3304254" y="182616"/>
                  </a:lnTo>
                  <a:lnTo>
                    <a:pt x="3391208" y="179436"/>
                  </a:lnTo>
                  <a:lnTo>
                    <a:pt x="3478162" y="176282"/>
                  </a:lnTo>
                  <a:lnTo>
                    <a:pt x="3565116" y="173130"/>
                  </a:lnTo>
                  <a:lnTo>
                    <a:pt x="3652070" y="169956"/>
                  </a:lnTo>
                  <a:lnTo>
                    <a:pt x="3739024" y="166735"/>
                  </a:lnTo>
                  <a:lnTo>
                    <a:pt x="3825978" y="163454"/>
                  </a:lnTo>
                  <a:lnTo>
                    <a:pt x="3912933" y="160344"/>
                  </a:lnTo>
                  <a:lnTo>
                    <a:pt x="3999887" y="157424"/>
                  </a:lnTo>
                  <a:lnTo>
                    <a:pt x="4086841" y="154599"/>
                  </a:lnTo>
                  <a:lnTo>
                    <a:pt x="4173795" y="151772"/>
                  </a:lnTo>
                  <a:lnTo>
                    <a:pt x="4260749" y="148845"/>
                  </a:lnTo>
                  <a:lnTo>
                    <a:pt x="4347703" y="145722"/>
                  </a:lnTo>
                  <a:lnTo>
                    <a:pt x="4434657" y="142306"/>
                  </a:lnTo>
                  <a:lnTo>
                    <a:pt x="4521611" y="138499"/>
                  </a:lnTo>
                  <a:lnTo>
                    <a:pt x="4608565" y="134385"/>
                  </a:lnTo>
                  <a:lnTo>
                    <a:pt x="4695519" y="130203"/>
                  </a:lnTo>
                  <a:lnTo>
                    <a:pt x="4782473" y="125954"/>
                  </a:lnTo>
                  <a:lnTo>
                    <a:pt x="4869427" y="121636"/>
                  </a:lnTo>
                  <a:lnTo>
                    <a:pt x="4956381" y="117249"/>
                  </a:lnTo>
                  <a:lnTo>
                    <a:pt x="5043335" y="112791"/>
                  </a:lnTo>
                  <a:lnTo>
                    <a:pt x="5130289" y="108260"/>
                  </a:lnTo>
                  <a:lnTo>
                    <a:pt x="5217244" y="103654"/>
                  </a:lnTo>
                  <a:lnTo>
                    <a:pt x="5304198" y="98973"/>
                  </a:lnTo>
                  <a:lnTo>
                    <a:pt x="5391152" y="94214"/>
                  </a:lnTo>
                  <a:lnTo>
                    <a:pt x="5478106" y="89377"/>
                  </a:lnTo>
                  <a:lnTo>
                    <a:pt x="5565060" y="84459"/>
                  </a:lnTo>
                  <a:lnTo>
                    <a:pt x="5652014" y="79459"/>
                  </a:lnTo>
                  <a:lnTo>
                    <a:pt x="5738968" y="74375"/>
                  </a:lnTo>
                  <a:lnTo>
                    <a:pt x="5825922" y="69207"/>
                  </a:lnTo>
                  <a:lnTo>
                    <a:pt x="5912876" y="63952"/>
                  </a:lnTo>
                  <a:lnTo>
                    <a:pt x="5999830" y="58609"/>
                  </a:lnTo>
                  <a:lnTo>
                    <a:pt x="6086784" y="53176"/>
                  </a:lnTo>
                  <a:lnTo>
                    <a:pt x="6173738" y="47653"/>
                  </a:lnTo>
                  <a:lnTo>
                    <a:pt x="6260692" y="42036"/>
                  </a:lnTo>
                  <a:lnTo>
                    <a:pt x="6347646" y="36326"/>
                  </a:lnTo>
                  <a:lnTo>
                    <a:pt x="6434600" y="30519"/>
                  </a:lnTo>
                  <a:lnTo>
                    <a:pt x="6521555" y="24616"/>
                  </a:lnTo>
                  <a:lnTo>
                    <a:pt x="6608509" y="18614"/>
                  </a:lnTo>
                  <a:lnTo>
                    <a:pt x="6695463" y="12511"/>
                  </a:lnTo>
                  <a:lnTo>
                    <a:pt x="6782417" y="6307"/>
                  </a:lnTo>
                  <a:lnTo>
                    <a:pt x="6869371" y="0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1342950" y="2982564"/>
              <a:ext cx="84883" cy="84883"/>
            </a:xfrm>
            <a:prstGeom prst="ellipse">
              <a:avLst/>
            </a:prstGeom>
            <a:solidFill>
              <a:srgbClr val="1F78B4">
                <a:alpha val="100000"/>
              </a:srgbClr>
            </a:solidFill>
            <a:ln w="9000" cap="rnd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840415" y="2913071"/>
              <a:ext cx="84883" cy="84883"/>
            </a:xfrm>
            <a:prstGeom prst="ellipse">
              <a:avLst/>
            </a:prstGeom>
            <a:solidFill>
              <a:srgbClr val="1F78B4">
                <a:alpha val="100000"/>
              </a:srgbClr>
            </a:solidFill>
            <a:ln w="9000" cap="rnd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360914" y="2913071"/>
              <a:ext cx="84883" cy="84883"/>
            </a:xfrm>
            <a:prstGeom prst="ellipse">
              <a:avLst/>
            </a:prstGeom>
            <a:solidFill>
              <a:srgbClr val="1F78B4">
                <a:alpha val="100000"/>
              </a:srgbClr>
            </a:solidFill>
            <a:ln w="9000" cap="rnd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984460" y="2843578"/>
              <a:ext cx="84883" cy="84883"/>
            </a:xfrm>
            <a:prstGeom prst="ellipse">
              <a:avLst/>
            </a:prstGeom>
            <a:solidFill>
              <a:srgbClr val="1F78B4">
                <a:alpha val="100000"/>
              </a:srgbClr>
            </a:solidFill>
            <a:ln w="9000" cap="rnd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284603" y="2843578"/>
              <a:ext cx="84883" cy="84883"/>
            </a:xfrm>
            <a:prstGeom prst="ellipse">
              <a:avLst/>
            </a:prstGeom>
            <a:solidFill>
              <a:srgbClr val="1F78B4">
                <a:alpha val="100000"/>
              </a:srgbClr>
            </a:solidFill>
            <a:ln w="9000" cap="rnd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601411" y="2843578"/>
              <a:ext cx="84883" cy="84883"/>
            </a:xfrm>
            <a:prstGeom prst="ellipse">
              <a:avLst/>
            </a:prstGeom>
            <a:solidFill>
              <a:srgbClr val="1F78B4">
                <a:alpha val="100000"/>
              </a:srgbClr>
            </a:solidFill>
            <a:ln w="9000" cap="rnd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147086" y="2843578"/>
              <a:ext cx="84883" cy="84883"/>
            </a:xfrm>
            <a:prstGeom prst="ellipse">
              <a:avLst/>
            </a:prstGeom>
            <a:solidFill>
              <a:srgbClr val="1F78B4">
                <a:alpha val="100000"/>
              </a:srgbClr>
            </a:solidFill>
            <a:ln w="9000" cap="rnd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5875060" y="2704592"/>
              <a:ext cx="84883" cy="84883"/>
            </a:xfrm>
            <a:prstGeom prst="ellipse">
              <a:avLst/>
            </a:prstGeom>
            <a:solidFill>
              <a:srgbClr val="1F78B4">
                <a:alpha val="100000"/>
              </a:srgbClr>
            </a:solidFill>
            <a:ln w="9000" cap="rnd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520621" y="2843578"/>
              <a:ext cx="84883" cy="84883"/>
            </a:xfrm>
            <a:prstGeom prst="ellipse">
              <a:avLst/>
            </a:prstGeom>
            <a:solidFill>
              <a:srgbClr val="1F78B4">
                <a:alpha val="100000"/>
              </a:srgbClr>
            </a:solidFill>
            <a:ln w="9000" cap="rnd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8212321" y="2635100"/>
              <a:ext cx="84883" cy="84883"/>
            </a:xfrm>
            <a:prstGeom prst="ellipse">
              <a:avLst/>
            </a:prstGeom>
            <a:solidFill>
              <a:srgbClr val="1F78B4">
                <a:alpha val="100000"/>
              </a:srgbClr>
            </a:solidFill>
            <a:ln w="9000" cap="rnd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41923" y="4439416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41923" y="4272633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041923" y="4105851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041923" y="3939068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041923" y="3772285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2160066" y="3670471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3643720" y="3670471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5127375" y="3670471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6611030" y="3670471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094685" y="3670471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1041923" y="4356025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1041923" y="4189242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041923" y="4022459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1041923" y="3855677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1041923" y="3688894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1418238" y="3670471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2901893" y="3670471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385548" y="3670471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869203" y="3670471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52858" y="3670471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1385392" y="3705862"/>
              <a:ext cx="6869371" cy="634069"/>
            </a:xfrm>
            <a:custGeom>
              <a:avLst/>
              <a:pathLst>
                <a:path w="6869371" h="634069">
                  <a:moveTo>
                    <a:pt x="0" y="317230"/>
                  </a:moveTo>
                  <a:lnTo>
                    <a:pt x="86954" y="322501"/>
                  </a:lnTo>
                  <a:lnTo>
                    <a:pt x="173908" y="327403"/>
                  </a:lnTo>
                  <a:lnTo>
                    <a:pt x="260862" y="331926"/>
                  </a:lnTo>
                  <a:lnTo>
                    <a:pt x="347816" y="336063"/>
                  </a:lnTo>
                  <a:lnTo>
                    <a:pt x="434770" y="339805"/>
                  </a:lnTo>
                  <a:lnTo>
                    <a:pt x="521724" y="343146"/>
                  </a:lnTo>
                  <a:lnTo>
                    <a:pt x="608678" y="346083"/>
                  </a:lnTo>
                  <a:lnTo>
                    <a:pt x="695632" y="348613"/>
                  </a:lnTo>
                  <a:lnTo>
                    <a:pt x="782586" y="350739"/>
                  </a:lnTo>
                  <a:lnTo>
                    <a:pt x="869540" y="352469"/>
                  </a:lnTo>
                  <a:lnTo>
                    <a:pt x="956494" y="353814"/>
                  </a:lnTo>
                  <a:lnTo>
                    <a:pt x="1043448" y="354794"/>
                  </a:lnTo>
                  <a:lnTo>
                    <a:pt x="1130402" y="355433"/>
                  </a:lnTo>
                  <a:lnTo>
                    <a:pt x="1217356" y="355764"/>
                  </a:lnTo>
                  <a:lnTo>
                    <a:pt x="1304311" y="355821"/>
                  </a:lnTo>
                  <a:lnTo>
                    <a:pt x="1391265" y="355647"/>
                  </a:lnTo>
                  <a:lnTo>
                    <a:pt x="1478219" y="355285"/>
                  </a:lnTo>
                  <a:lnTo>
                    <a:pt x="1565173" y="354788"/>
                  </a:lnTo>
                  <a:lnTo>
                    <a:pt x="1652127" y="354213"/>
                  </a:lnTo>
                  <a:lnTo>
                    <a:pt x="1739081" y="353598"/>
                  </a:lnTo>
                  <a:lnTo>
                    <a:pt x="1826035" y="352974"/>
                  </a:lnTo>
                  <a:lnTo>
                    <a:pt x="1912989" y="352372"/>
                  </a:lnTo>
                  <a:lnTo>
                    <a:pt x="1999943" y="351819"/>
                  </a:lnTo>
                  <a:lnTo>
                    <a:pt x="2086897" y="351376"/>
                  </a:lnTo>
                  <a:lnTo>
                    <a:pt x="2173851" y="351122"/>
                  </a:lnTo>
                  <a:lnTo>
                    <a:pt x="2260805" y="351048"/>
                  </a:lnTo>
                  <a:lnTo>
                    <a:pt x="2347759" y="351136"/>
                  </a:lnTo>
                  <a:lnTo>
                    <a:pt x="2434713" y="351369"/>
                  </a:lnTo>
                  <a:lnTo>
                    <a:pt x="2521667" y="351731"/>
                  </a:lnTo>
                  <a:lnTo>
                    <a:pt x="2608622" y="352215"/>
                  </a:lnTo>
                  <a:lnTo>
                    <a:pt x="2695576" y="352822"/>
                  </a:lnTo>
                  <a:lnTo>
                    <a:pt x="2782530" y="353558"/>
                  </a:lnTo>
                  <a:lnTo>
                    <a:pt x="2869484" y="354441"/>
                  </a:lnTo>
                  <a:lnTo>
                    <a:pt x="2956438" y="355516"/>
                  </a:lnTo>
                  <a:lnTo>
                    <a:pt x="3043392" y="357774"/>
                  </a:lnTo>
                  <a:lnTo>
                    <a:pt x="3130346" y="361259"/>
                  </a:lnTo>
                  <a:lnTo>
                    <a:pt x="3217300" y="365341"/>
                  </a:lnTo>
                  <a:lnTo>
                    <a:pt x="3304254" y="369451"/>
                  </a:lnTo>
                  <a:lnTo>
                    <a:pt x="3391208" y="373131"/>
                  </a:lnTo>
                  <a:lnTo>
                    <a:pt x="3478162" y="376069"/>
                  </a:lnTo>
                  <a:lnTo>
                    <a:pt x="3565116" y="378092"/>
                  </a:lnTo>
                  <a:lnTo>
                    <a:pt x="3652070" y="379138"/>
                  </a:lnTo>
                  <a:lnTo>
                    <a:pt x="3739024" y="379207"/>
                  </a:lnTo>
                  <a:lnTo>
                    <a:pt x="3825978" y="378349"/>
                  </a:lnTo>
                  <a:lnTo>
                    <a:pt x="3912933" y="377371"/>
                  </a:lnTo>
                  <a:lnTo>
                    <a:pt x="3999887" y="376414"/>
                  </a:lnTo>
                  <a:lnTo>
                    <a:pt x="4086841" y="375259"/>
                  </a:lnTo>
                  <a:lnTo>
                    <a:pt x="4173795" y="373723"/>
                  </a:lnTo>
                  <a:lnTo>
                    <a:pt x="4260749" y="371659"/>
                  </a:lnTo>
                  <a:lnTo>
                    <a:pt x="4347703" y="368956"/>
                  </a:lnTo>
                  <a:lnTo>
                    <a:pt x="4434657" y="365526"/>
                  </a:lnTo>
                  <a:lnTo>
                    <a:pt x="4521611" y="361288"/>
                  </a:lnTo>
                  <a:lnTo>
                    <a:pt x="4608565" y="356381"/>
                  </a:lnTo>
                  <a:lnTo>
                    <a:pt x="4695519" y="351109"/>
                  </a:lnTo>
                  <a:lnTo>
                    <a:pt x="4782473" y="345456"/>
                  </a:lnTo>
                  <a:lnTo>
                    <a:pt x="4869427" y="339395"/>
                  </a:lnTo>
                  <a:lnTo>
                    <a:pt x="4956381" y="332898"/>
                  </a:lnTo>
                  <a:lnTo>
                    <a:pt x="5043335" y="325931"/>
                  </a:lnTo>
                  <a:lnTo>
                    <a:pt x="5130289" y="318459"/>
                  </a:lnTo>
                  <a:lnTo>
                    <a:pt x="5217244" y="310443"/>
                  </a:lnTo>
                  <a:lnTo>
                    <a:pt x="5304198" y="301839"/>
                  </a:lnTo>
                  <a:lnTo>
                    <a:pt x="5391152" y="292603"/>
                  </a:lnTo>
                  <a:lnTo>
                    <a:pt x="5478106" y="282686"/>
                  </a:lnTo>
                  <a:lnTo>
                    <a:pt x="5565060" y="272042"/>
                  </a:lnTo>
                  <a:lnTo>
                    <a:pt x="5652014" y="260621"/>
                  </a:lnTo>
                  <a:lnTo>
                    <a:pt x="5738968" y="248376"/>
                  </a:lnTo>
                  <a:lnTo>
                    <a:pt x="5825922" y="235263"/>
                  </a:lnTo>
                  <a:lnTo>
                    <a:pt x="5912876" y="221240"/>
                  </a:lnTo>
                  <a:lnTo>
                    <a:pt x="5999830" y="206270"/>
                  </a:lnTo>
                  <a:lnTo>
                    <a:pt x="6086784" y="190322"/>
                  </a:lnTo>
                  <a:lnTo>
                    <a:pt x="6173738" y="173369"/>
                  </a:lnTo>
                  <a:lnTo>
                    <a:pt x="6260692" y="155391"/>
                  </a:lnTo>
                  <a:lnTo>
                    <a:pt x="6347646" y="136373"/>
                  </a:lnTo>
                  <a:lnTo>
                    <a:pt x="6434600" y="116303"/>
                  </a:lnTo>
                  <a:lnTo>
                    <a:pt x="6521555" y="95173"/>
                  </a:lnTo>
                  <a:lnTo>
                    <a:pt x="6608509" y="72979"/>
                  </a:lnTo>
                  <a:lnTo>
                    <a:pt x="6695463" y="49720"/>
                  </a:lnTo>
                  <a:lnTo>
                    <a:pt x="6782417" y="25393"/>
                  </a:lnTo>
                  <a:lnTo>
                    <a:pt x="6869371" y="0"/>
                  </a:lnTo>
                  <a:lnTo>
                    <a:pt x="6869371" y="321123"/>
                  </a:lnTo>
                  <a:lnTo>
                    <a:pt x="6782417" y="329817"/>
                  </a:lnTo>
                  <a:lnTo>
                    <a:pt x="6695463" y="338508"/>
                  </a:lnTo>
                  <a:lnTo>
                    <a:pt x="6608509" y="347206"/>
                  </a:lnTo>
                  <a:lnTo>
                    <a:pt x="6521555" y="355918"/>
                  </a:lnTo>
                  <a:lnTo>
                    <a:pt x="6434600" y="364653"/>
                  </a:lnTo>
                  <a:lnTo>
                    <a:pt x="6347646" y="373413"/>
                  </a:lnTo>
                  <a:lnTo>
                    <a:pt x="6260692" y="382201"/>
                  </a:lnTo>
                  <a:lnTo>
                    <a:pt x="6173738" y="391014"/>
                  </a:lnTo>
                  <a:lnTo>
                    <a:pt x="6086784" y="399845"/>
                  </a:lnTo>
                  <a:lnTo>
                    <a:pt x="5999830" y="408683"/>
                  </a:lnTo>
                  <a:lnTo>
                    <a:pt x="5912876" y="417509"/>
                  </a:lnTo>
                  <a:lnTo>
                    <a:pt x="5825922" y="426303"/>
                  </a:lnTo>
                  <a:lnTo>
                    <a:pt x="5738968" y="435035"/>
                  </a:lnTo>
                  <a:lnTo>
                    <a:pt x="5652014" y="443674"/>
                  </a:lnTo>
                  <a:lnTo>
                    <a:pt x="5565060" y="452182"/>
                  </a:lnTo>
                  <a:lnTo>
                    <a:pt x="5478106" y="460523"/>
                  </a:lnTo>
                  <a:lnTo>
                    <a:pt x="5391152" y="468657"/>
                  </a:lnTo>
                  <a:lnTo>
                    <a:pt x="5304198" y="476543"/>
                  </a:lnTo>
                  <a:lnTo>
                    <a:pt x="5217244" y="484144"/>
                  </a:lnTo>
                  <a:lnTo>
                    <a:pt x="5130289" y="491423"/>
                  </a:lnTo>
                  <a:lnTo>
                    <a:pt x="5043335" y="498347"/>
                  </a:lnTo>
                  <a:lnTo>
                    <a:pt x="4956381" y="504885"/>
                  </a:lnTo>
                  <a:lnTo>
                    <a:pt x="4869427" y="511010"/>
                  </a:lnTo>
                  <a:lnTo>
                    <a:pt x="4782473" y="516698"/>
                  </a:lnTo>
                  <a:lnTo>
                    <a:pt x="4695519" y="521929"/>
                  </a:lnTo>
                  <a:lnTo>
                    <a:pt x="4608565" y="526687"/>
                  </a:lnTo>
                  <a:lnTo>
                    <a:pt x="4521611" y="530950"/>
                  </a:lnTo>
                  <a:lnTo>
                    <a:pt x="4434657" y="534213"/>
                  </a:lnTo>
                  <a:lnTo>
                    <a:pt x="4347703" y="536325"/>
                  </a:lnTo>
                  <a:lnTo>
                    <a:pt x="4260749" y="537525"/>
                  </a:lnTo>
                  <a:lnTo>
                    <a:pt x="4173795" y="538042"/>
                  </a:lnTo>
                  <a:lnTo>
                    <a:pt x="4086841" y="538083"/>
                  </a:lnTo>
                  <a:lnTo>
                    <a:pt x="3999887" y="537821"/>
                  </a:lnTo>
                  <a:lnTo>
                    <a:pt x="3912933" y="537390"/>
                  </a:lnTo>
                  <a:lnTo>
                    <a:pt x="3825978" y="536891"/>
                  </a:lnTo>
                  <a:lnTo>
                    <a:pt x="3739024" y="535732"/>
                  </a:lnTo>
                  <a:lnTo>
                    <a:pt x="3652070" y="532643"/>
                  </a:lnTo>
                  <a:lnTo>
                    <a:pt x="3565116" y="528213"/>
                  </a:lnTo>
                  <a:lnTo>
                    <a:pt x="3478162" y="523100"/>
                  </a:lnTo>
                  <a:lnTo>
                    <a:pt x="3391208" y="517902"/>
                  </a:lnTo>
                  <a:lnTo>
                    <a:pt x="3304254" y="513107"/>
                  </a:lnTo>
                  <a:lnTo>
                    <a:pt x="3217300" y="509060"/>
                  </a:lnTo>
                  <a:lnTo>
                    <a:pt x="3130346" y="505966"/>
                  </a:lnTo>
                  <a:lnTo>
                    <a:pt x="3043392" y="503913"/>
                  </a:lnTo>
                  <a:lnTo>
                    <a:pt x="2956438" y="502932"/>
                  </a:lnTo>
                  <a:lnTo>
                    <a:pt x="2869484" y="502678"/>
                  </a:lnTo>
                  <a:lnTo>
                    <a:pt x="2782530" y="502486"/>
                  </a:lnTo>
                  <a:lnTo>
                    <a:pt x="2695576" y="502370"/>
                  </a:lnTo>
                  <a:lnTo>
                    <a:pt x="2608622" y="502352"/>
                  </a:lnTo>
                  <a:lnTo>
                    <a:pt x="2521667" y="502449"/>
                  </a:lnTo>
                  <a:lnTo>
                    <a:pt x="2434713" y="502671"/>
                  </a:lnTo>
                  <a:lnTo>
                    <a:pt x="2347759" y="503016"/>
                  </a:lnTo>
                  <a:lnTo>
                    <a:pt x="2260805" y="503479"/>
                  </a:lnTo>
                  <a:lnTo>
                    <a:pt x="2173851" y="504050"/>
                  </a:lnTo>
                  <a:lnTo>
                    <a:pt x="2086897" y="504718"/>
                  </a:lnTo>
                  <a:lnTo>
                    <a:pt x="1999943" y="505483"/>
                  </a:lnTo>
                  <a:lnTo>
                    <a:pt x="1912989" y="506421"/>
                  </a:lnTo>
                  <a:lnTo>
                    <a:pt x="1826035" y="507577"/>
                  </a:lnTo>
                  <a:lnTo>
                    <a:pt x="1739081" y="508961"/>
                  </a:lnTo>
                  <a:lnTo>
                    <a:pt x="1652127" y="510587"/>
                  </a:lnTo>
                  <a:lnTo>
                    <a:pt x="1565173" y="512470"/>
                  </a:lnTo>
                  <a:lnTo>
                    <a:pt x="1478219" y="514630"/>
                  </a:lnTo>
                  <a:lnTo>
                    <a:pt x="1391265" y="517144"/>
                  </a:lnTo>
                  <a:lnTo>
                    <a:pt x="1304311" y="520079"/>
                  </a:lnTo>
                  <a:lnTo>
                    <a:pt x="1217356" y="523479"/>
                  </a:lnTo>
                  <a:lnTo>
                    <a:pt x="1130402" y="527386"/>
                  </a:lnTo>
                  <a:lnTo>
                    <a:pt x="1043448" y="531839"/>
                  </a:lnTo>
                  <a:lnTo>
                    <a:pt x="956494" y="536870"/>
                  </a:lnTo>
                  <a:lnTo>
                    <a:pt x="869540" y="542505"/>
                  </a:lnTo>
                  <a:lnTo>
                    <a:pt x="782586" y="548764"/>
                  </a:lnTo>
                  <a:lnTo>
                    <a:pt x="695632" y="555662"/>
                  </a:lnTo>
                  <a:lnTo>
                    <a:pt x="608678" y="563206"/>
                  </a:lnTo>
                  <a:lnTo>
                    <a:pt x="521724" y="571401"/>
                  </a:lnTo>
                  <a:lnTo>
                    <a:pt x="434770" y="580247"/>
                  </a:lnTo>
                  <a:lnTo>
                    <a:pt x="347816" y="589740"/>
                  </a:lnTo>
                  <a:lnTo>
                    <a:pt x="260862" y="599875"/>
                  </a:lnTo>
                  <a:lnTo>
                    <a:pt x="173908" y="610646"/>
                  </a:lnTo>
                  <a:lnTo>
                    <a:pt x="86954" y="622047"/>
                  </a:lnTo>
                  <a:lnTo>
                    <a:pt x="0" y="634069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385392" y="3705862"/>
              <a:ext cx="6869371" cy="379207"/>
            </a:xfrm>
            <a:custGeom>
              <a:avLst/>
              <a:pathLst>
                <a:path w="6869371" h="379207">
                  <a:moveTo>
                    <a:pt x="0" y="317230"/>
                  </a:moveTo>
                  <a:lnTo>
                    <a:pt x="86954" y="322501"/>
                  </a:lnTo>
                  <a:lnTo>
                    <a:pt x="173908" y="327403"/>
                  </a:lnTo>
                  <a:lnTo>
                    <a:pt x="260862" y="331926"/>
                  </a:lnTo>
                  <a:lnTo>
                    <a:pt x="347816" y="336063"/>
                  </a:lnTo>
                  <a:lnTo>
                    <a:pt x="434770" y="339805"/>
                  </a:lnTo>
                  <a:lnTo>
                    <a:pt x="521724" y="343146"/>
                  </a:lnTo>
                  <a:lnTo>
                    <a:pt x="608678" y="346083"/>
                  </a:lnTo>
                  <a:lnTo>
                    <a:pt x="695632" y="348613"/>
                  </a:lnTo>
                  <a:lnTo>
                    <a:pt x="782586" y="350739"/>
                  </a:lnTo>
                  <a:lnTo>
                    <a:pt x="869540" y="352469"/>
                  </a:lnTo>
                  <a:lnTo>
                    <a:pt x="956494" y="353814"/>
                  </a:lnTo>
                  <a:lnTo>
                    <a:pt x="1043448" y="354794"/>
                  </a:lnTo>
                  <a:lnTo>
                    <a:pt x="1130402" y="355433"/>
                  </a:lnTo>
                  <a:lnTo>
                    <a:pt x="1217356" y="355764"/>
                  </a:lnTo>
                  <a:lnTo>
                    <a:pt x="1304311" y="355821"/>
                  </a:lnTo>
                  <a:lnTo>
                    <a:pt x="1391265" y="355647"/>
                  </a:lnTo>
                  <a:lnTo>
                    <a:pt x="1478219" y="355285"/>
                  </a:lnTo>
                  <a:lnTo>
                    <a:pt x="1565173" y="354788"/>
                  </a:lnTo>
                  <a:lnTo>
                    <a:pt x="1652127" y="354213"/>
                  </a:lnTo>
                  <a:lnTo>
                    <a:pt x="1739081" y="353598"/>
                  </a:lnTo>
                  <a:lnTo>
                    <a:pt x="1826035" y="352974"/>
                  </a:lnTo>
                  <a:lnTo>
                    <a:pt x="1912989" y="352372"/>
                  </a:lnTo>
                  <a:lnTo>
                    <a:pt x="1999943" y="351819"/>
                  </a:lnTo>
                  <a:lnTo>
                    <a:pt x="2086897" y="351376"/>
                  </a:lnTo>
                  <a:lnTo>
                    <a:pt x="2173851" y="351122"/>
                  </a:lnTo>
                  <a:lnTo>
                    <a:pt x="2260805" y="351048"/>
                  </a:lnTo>
                  <a:lnTo>
                    <a:pt x="2347759" y="351136"/>
                  </a:lnTo>
                  <a:lnTo>
                    <a:pt x="2434713" y="351369"/>
                  </a:lnTo>
                  <a:lnTo>
                    <a:pt x="2521667" y="351731"/>
                  </a:lnTo>
                  <a:lnTo>
                    <a:pt x="2608622" y="352215"/>
                  </a:lnTo>
                  <a:lnTo>
                    <a:pt x="2695576" y="352822"/>
                  </a:lnTo>
                  <a:lnTo>
                    <a:pt x="2782530" y="353558"/>
                  </a:lnTo>
                  <a:lnTo>
                    <a:pt x="2869484" y="354441"/>
                  </a:lnTo>
                  <a:lnTo>
                    <a:pt x="2956438" y="355516"/>
                  </a:lnTo>
                  <a:lnTo>
                    <a:pt x="3043392" y="357774"/>
                  </a:lnTo>
                  <a:lnTo>
                    <a:pt x="3130346" y="361259"/>
                  </a:lnTo>
                  <a:lnTo>
                    <a:pt x="3217300" y="365341"/>
                  </a:lnTo>
                  <a:lnTo>
                    <a:pt x="3304254" y="369451"/>
                  </a:lnTo>
                  <a:lnTo>
                    <a:pt x="3391208" y="373131"/>
                  </a:lnTo>
                  <a:lnTo>
                    <a:pt x="3478162" y="376069"/>
                  </a:lnTo>
                  <a:lnTo>
                    <a:pt x="3565116" y="378092"/>
                  </a:lnTo>
                  <a:lnTo>
                    <a:pt x="3652070" y="379138"/>
                  </a:lnTo>
                  <a:lnTo>
                    <a:pt x="3739024" y="379207"/>
                  </a:lnTo>
                  <a:lnTo>
                    <a:pt x="3825978" y="378349"/>
                  </a:lnTo>
                  <a:lnTo>
                    <a:pt x="3912933" y="377371"/>
                  </a:lnTo>
                  <a:lnTo>
                    <a:pt x="3999887" y="376414"/>
                  </a:lnTo>
                  <a:lnTo>
                    <a:pt x="4086841" y="375259"/>
                  </a:lnTo>
                  <a:lnTo>
                    <a:pt x="4173795" y="373723"/>
                  </a:lnTo>
                  <a:lnTo>
                    <a:pt x="4260749" y="371659"/>
                  </a:lnTo>
                  <a:lnTo>
                    <a:pt x="4347703" y="368956"/>
                  </a:lnTo>
                  <a:lnTo>
                    <a:pt x="4434657" y="365526"/>
                  </a:lnTo>
                  <a:lnTo>
                    <a:pt x="4521611" y="361288"/>
                  </a:lnTo>
                  <a:lnTo>
                    <a:pt x="4608565" y="356381"/>
                  </a:lnTo>
                  <a:lnTo>
                    <a:pt x="4695519" y="351109"/>
                  </a:lnTo>
                  <a:lnTo>
                    <a:pt x="4782473" y="345456"/>
                  </a:lnTo>
                  <a:lnTo>
                    <a:pt x="4869427" y="339395"/>
                  </a:lnTo>
                  <a:lnTo>
                    <a:pt x="4956381" y="332898"/>
                  </a:lnTo>
                  <a:lnTo>
                    <a:pt x="5043335" y="325931"/>
                  </a:lnTo>
                  <a:lnTo>
                    <a:pt x="5130289" y="318459"/>
                  </a:lnTo>
                  <a:lnTo>
                    <a:pt x="5217244" y="310443"/>
                  </a:lnTo>
                  <a:lnTo>
                    <a:pt x="5304198" y="301839"/>
                  </a:lnTo>
                  <a:lnTo>
                    <a:pt x="5391152" y="292603"/>
                  </a:lnTo>
                  <a:lnTo>
                    <a:pt x="5478106" y="282686"/>
                  </a:lnTo>
                  <a:lnTo>
                    <a:pt x="5565060" y="272042"/>
                  </a:lnTo>
                  <a:lnTo>
                    <a:pt x="5652014" y="260621"/>
                  </a:lnTo>
                  <a:lnTo>
                    <a:pt x="5738968" y="248376"/>
                  </a:lnTo>
                  <a:lnTo>
                    <a:pt x="5825922" y="235263"/>
                  </a:lnTo>
                  <a:lnTo>
                    <a:pt x="5912876" y="221240"/>
                  </a:lnTo>
                  <a:lnTo>
                    <a:pt x="5999830" y="206270"/>
                  </a:lnTo>
                  <a:lnTo>
                    <a:pt x="6086784" y="190322"/>
                  </a:lnTo>
                  <a:lnTo>
                    <a:pt x="6173738" y="173369"/>
                  </a:lnTo>
                  <a:lnTo>
                    <a:pt x="6260692" y="155391"/>
                  </a:lnTo>
                  <a:lnTo>
                    <a:pt x="6347646" y="136373"/>
                  </a:lnTo>
                  <a:lnTo>
                    <a:pt x="6434600" y="116303"/>
                  </a:lnTo>
                  <a:lnTo>
                    <a:pt x="6521555" y="95173"/>
                  </a:lnTo>
                  <a:lnTo>
                    <a:pt x="6608509" y="72979"/>
                  </a:lnTo>
                  <a:lnTo>
                    <a:pt x="6695463" y="49720"/>
                  </a:lnTo>
                  <a:lnTo>
                    <a:pt x="6782417" y="25393"/>
                  </a:lnTo>
                  <a:lnTo>
                    <a:pt x="68693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1385392" y="4026986"/>
              <a:ext cx="6869371" cy="312945"/>
            </a:xfrm>
            <a:custGeom>
              <a:avLst/>
              <a:pathLst>
                <a:path w="6869371" h="312945">
                  <a:moveTo>
                    <a:pt x="6869371" y="0"/>
                  </a:moveTo>
                  <a:lnTo>
                    <a:pt x="6782417" y="8693"/>
                  </a:lnTo>
                  <a:lnTo>
                    <a:pt x="6695463" y="17384"/>
                  </a:lnTo>
                  <a:lnTo>
                    <a:pt x="6608509" y="26082"/>
                  </a:lnTo>
                  <a:lnTo>
                    <a:pt x="6521555" y="34794"/>
                  </a:lnTo>
                  <a:lnTo>
                    <a:pt x="6434600" y="43529"/>
                  </a:lnTo>
                  <a:lnTo>
                    <a:pt x="6347646" y="52289"/>
                  </a:lnTo>
                  <a:lnTo>
                    <a:pt x="6260692" y="61077"/>
                  </a:lnTo>
                  <a:lnTo>
                    <a:pt x="6173738" y="69890"/>
                  </a:lnTo>
                  <a:lnTo>
                    <a:pt x="6086784" y="78721"/>
                  </a:lnTo>
                  <a:lnTo>
                    <a:pt x="5999830" y="87559"/>
                  </a:lnTo>
                  <a:lnTo>
                    <a:pt x="5912876" y="96385"/>
                  </a:lnTo>
                  <a:lnTo>
                    <a:pt x="5825922" y="105179"/>
                  </a:lnTo>
                  <a:lnTo>
                    <a:pt x="5738968" y="113911"/>
                  </a:lnTo>
                  <a:lnTo>
                    <a:pt x="5652014" y="122550"/>
                  </a:lnTo>
                  <a:lnTo>
                    <a:pt x="5565060" y="131058"/>
                  </a:lnTo>
                  <a:lnTo>
                    <a:pt x="5478106" y="139399"/>
                  </a:lnTo>
                  <a:lnTo>
                    <a:pt x="5391152" y="147533"/>
                  </a:lnTo>
                  <a:lnTo>
                    <a:pt x="5304198" y="155419"/>
                  </a:lnTo>
                  <a:lnTo>
                    <a:pt x="5217244" y="163020"/>
                  </a:lnTo>
                  <a:lnTo>
                    <a:pt x="5130289" y="170300"/>
                  </a:lnTo>
                  <a:lnTo>
                    <a:pt x="5043335" y="177223"/>
                  </a:lnTo>
                  <a:lnTo>
                    <a:pt x="4956381" y="183761"/>
                  </a:lnTo>
                  <a:lnTo>
                    <a:pt x="4869427" y="189886"/>
                  </a:lnTo>
                  <a:lnTo>
                    <a:pt x="4782473" y="195574"/>
                  </a:lnTo>
                  <a:lnTo>
                    <a:pt x="4695519" y="200805"/>
                  </a:lnTo>
                  <a:lnTo>
                    <a:pt x="4608565" y="205563"/>
                  </a:lnTo>
                  <a:lnTo>
                    <a:pt x="4521611" y="209826"/>
                  </a:lnTo>
                  <a:lnTo>
                    <a:pt x="4434657" y="213089"/>
                  </a:lnTo>
                  <a:lnTo>
                    <a:pt x="4347703" y="215201"/>
                  </a:lnTo>
                  <a:lnTo>
                    <a:pt x="4260749" y="216401"/>
                  </a:lnTo>
                  <a:lnTo>
                    <a:pt x="4173795" y="216918"/>
                  </a:lnTo>
                  <a:lnTo>
                    <a:pt x="4086841" y="216960"/>
                  </a:lnTo>
                  <a:lnTo>
                    <a:pt x="3999887" y="216698"/>
                  </a:lnTo>
                  <a:lnTo>
                    <a:pt x="3912933" y="216266"/>
                  </a:lnTo>
                  <a:lnTo>
                    <a:pt x="3825978" y="215767"/>
                  </a:lnTo>
                  <a:lnTo>
                    <a:pt x="3739024" y="214608"/>
                  </a:lnTo>
                  <a:lnTo>
                    <a:pt x="3652070" y="211519"/>
                  </a:lnTo>
                  <a:lnTo>
                    <a:pt x="3565116" y="207089"/>
                  </a:lnTo>
                  <a:lnTo>
                    <a:pt x="3478162" y="201976"/>
                  </a:lnTo>
                  <a:lnTo>
                    <a:pt x="3391208" y="196778"/>
                  </a:lnTo>
                  <a:lnTo>
                    <a:pt x="3304254" y="191983"/>
                  </a:lnTo>
                  <a:lnTo>
                    <a:pt x="3217300" y="187936"/>
                  </a:lnTo>
                  <a:lnTo>
                    <a:pt x="3130346" y="184842"/>
                  </a:lnTo>
                  <a:lnTo>
                    <a:pt x="3043392" y="182789"/>
                  </a:lnTo>
                  <a:lnTo>
                    <a:pt x="2956438" y="181808"/>
                  </a:lnTo>
                  <a:lnTo>
                    <a:pt x="2869484" y="181554"/>
                  </a:lnTo>
                  <a:lnTo>
                    <a:pt x="2782530" y="181362"/>
                  </a:lnTo>
                  <a:lnTo>
                    <a:pt x="2695576" y="181246"/>
                  </a:lnTo>
                  <a:lnTo>
                    <a:pt x="2608622" y="181228"/>
                  </a:lnTo>
                  <a:lnTo>
                    <a:pt x="2521667" y="181325"/>
                  </a:lnTo>
                  <a:lnTo>
                    <a:pt x="2434713" y="181547"/>
                  </a:lnTo>
                  <a:lnTo>
                    <a:pt x="2347759" y="181892"/>
                  </a:lnTo>
                  <a:lnTo>
                    <a:pt x="2260805" y="182355"/>
                  </a:lnTo>
                  <a:lnTo>
                    <a:pt x="2173851" y="182926"/>
                  </a:lnTo>
                  <a:lnTo>
                    <a:pt x="2086897" y="183594"/>
                  </a:lnTo>
                  <a:lnTo>
                    <a:pt x="1999943" y="184359"/>
                  </a:lnTo>
                  <a:lnTo>
                    <a:pt x="1912989" y="185297"/>
                  </a:lnTo>
                  <a:lnTo>
                    <a:pt x="1826035" y="186453"/>
                  </a:lnTo>
                  <a:lnTo>
                    <a:pt x="1739081" y="187837"/>
                  </a:lnTo>
                  <a:lnTo>
                    <a:pt x="1652127" y="189464"/>
                  </a:lnTo>
                  <a:lnTo>
                    <a:pt x="1565173" y="191346"/>
                  </a:lnTo>
                  <a:lnTo>
                    <a:pt x="1478219" y="193506"/>
                  </a:lnTo>
                  <a:lnTo>
                    <a:pt x="1391265" y="196020"/>
                  </a:lnTo>
                  <a:lnTo>
                    <a:pt x="1304311" y="198955"/>
                  </a:lnTo>
                  <a:lnTo>
                    <a:pt x="1217356" y="202355"/>
                  </a:lnTo>
                  <a:lnTo>
                    <a:pt x="1130402" y="206262"/>
                  </a:lnTo>
                  <a:lnTo>
                    <a:pt x="1043448" y="210715"/>
                  </a:lnTo>
                  <a:lnTo>
                    <a:pt x="956494" y="215746"/>
                  </a:lnTo>
                  <a:lnTo>
                    <a:pt x="869540" y="221381"/>
                  </a:lnTo>
                  <a:lnTo>
                    <a:pt x="782586" y="227640"/>
                  </a:lnTo>
                  <a:lnTo>
                    <a:pt x="695632" y="234538"/>
                  </a:lnTo>
                  <a:lnTo>
                    <a:pt x="608678" y="242082"/>
                  </a:lnTo>
                  <a:lnTo>
                    <a:pt x="521724" y="250277"/>
                  </a:lnTo>
                  <a:lnTo>
                    <a:pt x="434770" y="259123"/>
                  </a:lnTo>
                  <a:lnTo>
                    <a:pt x="347816" y="268616"/>
                  </a:lnTo>
                  <a:lnTo>
                    <a:pt x="260862" y="278751"/>
                  </a:lnTo>
                  <a:lnTo>
                    <a:pt x="173908" y="289522"/>
                  </a:lnTo>
                  <a:lnTo>
                    <a:pt x="86954" y="300923"/>
                  </a:lnTo>
                  <a:lnTo>
                    <a:pt x="0" y="3129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385392" y="3866424"/>
              <a:ext cx="6869371" cy="315087"/>
            </a:xfrm>
            <a:custGeom>
              <a:avLst/>
              <a:pathLst>
                <a:path w="6869371" h="315087">
                  <a:moveTo>
                    <a:pt x="0" y="315087"/>
                  </a:moveTo>
                  <a:lnTo>
                    <a:pt x="86954" y="311712"/>
                  </a:lnTo>
                  <a:lnTo>
                    <a:pt x="173908" y="308463"/>
                  </a:lnTo>
                  <a:lnTo>
                    <a:pt x="260862" y="305338"/>
                  </a:lnTo>
                  <a:lnTo>
                    <a:pt x="347816" y="302339"/>
                  </a:lnTo>
                  <a:lnTo>
                    <a:pt x="434770" y="299464"/>
                  </a:lnTo>
                  <a:lnTo>
                    <a:pt x="521724" y="296712"/>
                  </a:lnTo>
                  <a:lnTo>
                    <a:pt x="608678" y="294083"/>
                  </a:lnTo>
                  <a:lnTo>
                    <a:pt x="695632" y="291575"/>
                  </a:lnTo>
                  <a:lnTo>
                    <a:pt x="782586" y="289190"/>
                  </a:lnTo>
                  <a:lnTo>
                    <a:pt x="869540" y="286925"/>
                  </a:lnTo>
                  <a:lnTo>
                    <a:pt x="956494" y="284780"/>
                  </a:lnTo>
                  <a:lnTo>
                    <a:pt x="1043448" y="282754"/>
                  </a:lnTo>
                  <a:lnTo>
                    <a:pt x="1130402" y="280848"/>
                  </a:lnTo>
                  <a:lnTo>
                    <a:pt x="1217356" y="279059"/>
                  </a:lnTo>
                  <a:lnTo>
                    <a:pt x="1304311" y="277388"/>
                  </a:lnTo>
                  <a:lnTo>
                    <a:pt x="1391265" y="275834"/>
                  </a:lnTo>
                  <a:lnTo>
                    <a:pt x="1478219" y="274396"/>
                  </a:lnTo>
                  <a:lnTo>
                    <a:pt x="1565173" y="273067"/>
                  </a:lnTo>
                  <a:lnTo>
                    <a:pt x="1652127" y="271838"/>
                  </a:lnTo>
                  <a:lnTo>
                    <a:pt x="1739081" y="270718"/>
                  </a:lnTo>
                  <a:lnTo>
                    <a:pt x="1826035" y="269714"/>
                  </a:lnTo>
                  <a:lnTo>
                    <a:pt x="1912989" y="268835"/>
                  </a:lnTo>
                  <a:lnTo>
                    <a:pt x="1999943" y="268089"/>
                  </a:lnTo>
                  <a:lnTo>
                    <a:pt x="2086897" y="267485"/>
                  </a:lnTo>
                  <a:lnTo>
                    <a:pt x="2173851" y="267024"/>
                  </a:lnTo>
                  <a:lnTo>
                    <a:pt x="2260805" y="266702"/>
                  </a:lnTo>
                  <a:lnTo>
                    <a:pt x="2347759" y="266514"/>
                  </a:lnTo>
                  <a:lnTo>
                    <a:pt x="2434713" y="266458"/>
                  </a:lnTo>
                  <a:lnTo>
                    <a:pt x="2521667" y="266528"/>
                  </a:lnTo>
                  <a:lnTo>
                    <a:pt x="2608622" y="266722"/>
                  </a:lnTo>
                  <a:lnTo>
                    <a:pt x="2695576" y="267034"/>
                  </a:lnTo>
                  <a:lnTo>
                    <a:pt x="2782530" y="267460"/>
                  </a:lnTo>
                  <a:lnTo>
                    <a:pt x="2869484" y="267998"/>
                  </a:lnTo>
                  <a:lnTo>
                    <a:pt x="2956438" y="268662"/>
                  </a:lnTo>
                  <a:lnTo>
                    <a:pt x="3043392" y="270282"/>
                  </a:lnTo>
                  <a:lnTo>
                    <a:pt x="3130346" y="273050"/>
                  </a:lnTo>
                  <a:lnTo>
                    <a:pt x="3217300" y="276639"/>
                  </a:lnTo>
                  <a:lnTo>
                    <a:pt x="3304254" y="280717"/>
                  </a:lnTo>
                  <a:lnTo>
                    <a:pt x="3391208" y="284954"/>
                  </a:lnTo>
                  <a:lnTo>
                    <a:pt x="3478162" y="289022"/>
                  </a:lnTo>
                  <a:lnTo>
                    <a:pt x="3565116" y="292590"/>
                  </a:lnTo>
                  <a:lnTo>
                    <a:pt x="3652070" y="295329"/>
                  </a:lnTo>
                  <a:lnTo>
                    <a:pt x="3739024" y="296907"/>
                  </a:lnTo>
                  <a:lnTo>
                    <a:pt x="3825978" y="297058"/>
                  </a:lnTo>
                  <a:lnTo>
                    <a:pt x="3912933" y="296819"/>
                  </a:lnTo>
                  <a:lnTo>
                    <a:pt x="3999887" y="296556"/>
                  </a:lnTo>
                  <a:lnTo>
                    <a:pt x="4086841" y="296109"/>
                  </a:lnTo>
                  <a:lnTo>
                    <a:pt x="4173795" y="295321"/>
                  </a:lnTo>
                  <a:lnTo>
                    <a:pt x="4260749" y="294030"/>
                  </a:lnTo>
                  <a:lnTo>
                    <a:pt x="4347703" y="292079"/>
                  </a:lnTo>
                  <a:lnTo>
                    <a:pt x="4434657" y="289307"/>
                  </a:lnTo>
                  <a:lnTo>
                    <a:pt x="4521611" y="285557"/>
                  </a:lnTo>
                  <a:lnTo>
                    <a:pt x="4608565" y="280972"/>
                  </a:lnTo>
                  <a:lnTo>
                    <a:pt x="4695519" y="275957"/>
                  </a:lnTo>
                  <a:lnTo>
                    <a:pt x="4782473" y="270515"/>
                  </a:lnTo>
                  <a:lnTo>
                    <a:pt x="4869427" y="264641"/>
                  </a:lnTo>
                  <a:lnTo>
                    <a:pt x="4956381" y="258330"/>
                  </a:lnTo>
                  <a:lnTo>
                    <a:pt x="5043335" y="251577"/>
                  </a:lnTo>
                  <a:lnTo>
                    <a:pt x="5130289" y="244379"/>
                  </a:lnTo>
                  <a:lnTo>
                    <a:pt x="5217244" y="236731"/>
                  </a:lnTo>
                  <a:lnTo>
                    <a:pt x="5304198" y="228629"/>
                  </a:lnTo>
                  <a:lnTo>
                    <a:pt x="5391152" y="220068"/>
                  </a:lnTo>
                  <a:lnTo>
                    <a:pt x="5478106" y="211043"/>
                  </a:lnTo>
                  <a:lnTo>
                    <a:pt x="5565060" y="201550"/>
                  </a:lnTo>
                  <a:lnTo>
                    <a:pt x="5652014" y="191585"/>
                  </a:lnTo>
                  <a:lnTo>
                    <a:pt x="5738968" y="181144"/>
                  </a:lnTo>
                  <a:lnTo>
                    <a:pt x="5825922" y="170221"/>
                  </a:lnTo>
                  <a:lnTo>
                    <a:pt x="5912876" y="158813"/>
                  </a:lnTo>
                  <a:lnTo>
                    <a:pt x="5999830" y="146914"/>
                  </a:lnTo>
                  <a:lnTo>
                    <a:pt x="6086784" y="134521"/>
                  </a:lnTo>
                  <a:lnTo>
                    <a:pt x="6173738" y="121629"/>
                  </a:lnTo>
                  <a:lnTo>
                    <a:pt x="6260692" y="108234"/>
                  </a:lnTo>
                  <a:lnTo>
                    <a:pt x="6347646" y="94331"/>
                  </a:lnTo>
                  <a:lnTo>
                    <a:pt x="6434600" y="79916"/>
                  </a:lnTo>
                  <a:lnTo>
                    <a:pt x="6521555" y="64984"/>
                  </a:lnTo>
                  <a:lnTo>
                    <a:pt x="6608509" y="49531"/>
                  </a:lnTo>
                  <a:lnTo>
                    <a:pt x="6695463" y="33552"/>
                  </a:lnTo>
                  <a:lnTo>
                    <a:pt x="6782417" y="17043"/>
                  </a:lnTo>
                  <a:lnTo>
                    <a:pt x="6869371" y="0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342950" y="4146800"/>
              <a:ext cx="84883" cy="84883"/>
            </a:xfrm>
            <a:prstGeom prst="ellipse">
              <a:avLst/>
            </a:prstGeom>
            <a:solidFill>
              <a:srgbClr val="E31A1C">
                <a:alpha val="100000"/>
              </a:srgbClr>
            </a:solidFill>
            <a:ln w="9000" cap="rnd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840415" y="4077307"/>
              <a:ext cx="84883" cy="84883"/>
            </a:xfrm>
            <a:prstGeom prst="ellipse">
              <a:avLst/>
            </a:prstGeom>
            <a:solidFill>
              <a:srgbClr val="E31A1C">
                <a:alpha val="100000"/>
              </a:srgbClr>
            </a:solidFill>
            <a:ln w="9000" cap="rnd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360914" y="4077307"/>
              <a:ext cx="84883" cy="84883"/>
            </a:xfrm>
            <a:prstGeom prst="ellipse">
              <a:avLst/>
            </a:prstGeom>
            <a:solidFill>
              <a:srgbClr val="E31A1C">
                <a:alpha val="100000"/>
              </a:srgbClr>
            </a:solidFill>
            <a:ln w="9000" cap="rnd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984460" y="4077307"/>
              <a:ext cx="84883" cy="84883"/>
            </a:xfrm>
            <a:prstGeom prst="ellipse">
              <a:avLst/>
            </a:prstGeom>
            <a:solidFill>
              <a:srgbClr val="E31A1C">
                <a:alpha val="100000"/>
              </a:srgbClr>
            </a:solidFill>
            <a:ln w="9000" cap="rnd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4284603" y="4146800"/>
              <a:ext cx="84883" cy="84883"/>
            </a:xfrm>
            <a:prstGeom prst="ellipse">
              <a:avLst/>
            </a:prstGeom>
            <a:solidFill>
              <a:srgbClr val="E31A1C">
                <a:alpha val="100000"/>
              </a:srgbClr>
            </a:solidFill>
            <a:ln w="9000" cap="rnd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4601411" y="4146800"/>
              <a:ext cx="84883" cy="84883"/>
            </a:xfrm>
            <a:prstGeom prst="ellipse">
              <a:avLst/>
            </a:prstGeom>
            <a:solidFill>
              <a:srgbClr val="E31A1C">
                <a:alpha val="100000"/>
              </a:srgbClr>
            </a:solidFill>
            <a:ln w="9000" cap="rnd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147086" y="4007815"/>
              <a:ext cx="84883" cy="84883"/>
            </a:xfrm>
            <a:prstGeom prst="ellipse">
              <a:avLst/>
            </a:prstGeom>
            <a:solidFill>
              <a:srgbClr val="E31A1C">
                <a:alpha val="100000"/>
              </a:srgbClr>
            </a:solidFill>
            <a:ln w="9000" cap="rnd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875060" y="4146800"/>
              <a:ext cx="84883" cy="84883"/>
            </a:xfrm>
            <a:prstGeom prst="ellipse">
              <a:avLst/>
            </a:prstGeom>
            <a:solidFill>
              <a:srgbClr val="E31A1C">
                <a:alpha val="100000"/>
              </a:srgbClr>
            </a:solidFill>
            <a:ln w="9000" cap="rnd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6520621" y="4146800"/>
              <a:ext cx="84883" cy="84883"/>
            </a:xfrm>
            <a:prstGeom prst="ellipse">
              <a:avLst/>
            </a:prstGeom>
            <a:solidFill>
              <a:srgbClr val="E31A1C">
                <a:alpha val="100000"/>
              </a:srgbClr>
            </a:solidFill>
            <a:ln w="9000" cap="rnd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8212321" y="3799336"/>
              <a:ext cx="84883" cy="84883"/>
            </a:xfrm>
            <a:prstGeom prst="ellipse">
              <a:avLst/>
            </a:prstGeom>
            <a:solidFill>
              <a:srgbClr val="E31A1C">
                <a:alpha val="100000"/>
              </a:srgbClr>
            </a:solidFill>
            <a:ln w="9000" cap="rnd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1041923" y="5603652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1041923" y="5436870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1041923" y="5270087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1041923" y="5103304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1041923" y="4936522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2160066" y="4834707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3643720" y="4834707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5127375" y="4834707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6611030" y="4834707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8094685" y="4834707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1041923" y="5520261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1041923" y="5353478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1041923" y="5186696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1041923" y="5019913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1041923" y="4853130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1418238" y="4834707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2901893" y="4834707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4385548" y="4834707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5869203" y="4834707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7352858" y="4834707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1385392" y="5024649"/>
              <a:ext cx="6869371" cy="553270"/>
            </a:xfrm>
            <a:custGeom>
              <a:avLst/>
              <a:pathLst>
                <a:path w="6869371" h="553270">
                  <a:moveTo>
                    <a:pt x="0" y="131232"/>
                  </a:moveTo>
                  <a:lnTo>
                    <a:pt x="86954" y="134347"/>
                  </a:lnTo>
                  <a:lnTo>
                    <a:pt x="173908" y="137045"/>
                  </a:lnTo>
                  <a:lnTo>
                    <a:pt x="260862" y="139316"/>
                  </a:lnTo>
                  <a:lnTo>
                    <a:pt x="347816" y="141154"/>
                  </a:lnTo>
                  <a:lnTo>
                    <a:pt x="434770" y="142549"/>
                  </a:lnTo>
                  <a:lnTo>
                    <a:pt x="521724" y="143495"/>
                  </a:lnTo>
                  <a:lnTo>
                    <a:pt x="608678" y="143989"/>
                  </a:lnTo>
                  <a:lnTo>
                    <a:pt x="695632" y="144032"/>
                  </a:lnTo>
                  <a:lnTo>
                    <a:pt x="782586" y="143629"/>
                  </a:lnTo>
                  <a:lnTo>
                    <a:pt x="869540" y="142792"/>
                  </a:lnTo>
                  <a:lnTo>
                    <a:pt x="956494" y="141540"/>
                  </a:lnTo>
                  <a:lnTo>
                    <a:pt x="1043448" y="139901"/>
                  </a:lnTo>
                  <a:lnTo>
                    <a:pt x="1130402" y="137910"/>
                  </a:lnTo>
                  <a:lnTo>
                    <a:pt x="1217356" y="135611"/>
                  </a:lnTo>
                  <a:lnTo>
                    <a:pt x="1304311" y="133056"/>
                  </a:lnTo>
                  <a:lnTo>
                    <a:pt x="1391265" y="130301"/>
                  </a:lnTo>
                  <a:lnTo>
                    <a:pt x="1478219" y="127406"/>
                  </a:lnTo>
                  <a:lnTo>
                    <a:pt x="1565173" y="124440"/>
                  </a:lnTo>
                  <a:lnTo>
                    <a:pt x="1652127" y="121474"/>
                  </a:lnTo>
                  <a:lnTo>
                    <a:pt x="1739081" y="118559"/>
                  </a:lnTo>
                  <a:lnTo>
                    <a:pt x="1826035" y="115742"/>
                  </a:lnTo>
                  <a:lnTo>
                    <a:pt x="1912989" y="113067"/>
                  </a:lnTo>
                  <a:lnTo>
                    <a:pt x="1999943" y="110574"/>
                  </a:lnTo>
                  <a:lnTo>
                    <a:pt x="2086897" y="108290"/>
                  </a:lnTo>
                  <a:lnTo>
                    <a:pt x="2173851" y="106215"/>
                  </a:lnTo>
                  <a:lnTo>
                    <a:pt x="2260805" y="104365"/>
                  </a:lnTo>
                  <a:lnTo>
                    <a:pt x="2347759" y="102748"/>
                  </a:lnTo>
                  <a:lnTo>
                    <a:pt x="2434713" y="101373"/>
                  </a:lnTo>
                  <a:lnTo>
                    <a:pt x="2521667" y="100252"/>
                  </a:lnTo>
                  <a:lnTo>
                    <a:pt x="2608622" y="99409"/>
                  </a:lnTo>
                  <a:lnTo>
                    <a:pt x="2695576" y="98874"/>
                  </a:lnTo>
                  <a:lnTo>
                    <a:pt x="2782530" y="98692"/>
                  </a:lnTo>
                  <a:lnTo>
                    <a:pt x="2869484" y="98916"/>
                  </a:lnTo>
                  <a:lnTo>
                    <a:pt x="2956438" y="99622"/>
                  </a:lnTo>
                  <a:lnTo>
                    <a:pt x="3043392" y="101421"/>
                  </a:lnTo>
                  <a:lnTo>
                    <a:pt x="3130346" y="104178"/>
                  </a:lnTo>
                  <a:lnTo>
                    <a:pt x="3217300" y="107316"/>
                  </a:lnTo>
                  <a:lnTo>
                    <a:pt x="3304254" y="110335"/>
                  </a:lnTo>
                  <a:lnTo>
                    <a:pt x="3391208" y="112887"/>
                  </a:lnTo>
                  <a:lnTo>
                    <a:pt x="3478162" y="114814"/>
                  </a:lnTo>
                  <a:lnTo>
                    <a:pt x="3565116" y="116147"/>
                  </a:lnTo>
                  <a:lnTo>
                    <a:pt x="3652070" y="117063"/>
                  </a:lnTo>
                  <a:lnTo>
                    <a:pt x="3739024" y="117820"/>
                  </a:lnTo>
                  <a:lnTo>
                    <a:pt x="3825978" y="118711"/>
                  </a:lnTo>
                  <a:lnTo>
                    <a:pt x="3912933" y="120223"/>
                  </a:lnTo>
                  <a:lnTo>
                    <a:pt x="3999887" y="122248"/>
                  </a:lnTo>
                  <a:lnTo>
                    <a:pt x="4086841" y="124500"/>
                  </a:lnTo>
                  <a:lnTo>
                    <a:pt x="4173795" y="126733"/>
                  </a:lnTo>
                  <a:lnTo>
                    <a:pt x="4260749" y="128757"/>
                  </a:lnTo>
                  <a:lnTo>
                    <a:pt x="4347703" y="130424"/>
                  </a:lnTo>
                  <a:lnTo>
                    <a:pt x="4434657" y="131618"/>
                  </a:lnTo>
                  <a:lnTo>
                    <a:pt x="4521611" y="132236"/>
                  </a:lnTo>
                  <a:lnTo>
                    <a:pt x="4608565" y="132451"/>
                  </a:lnTo>
                  <a:lnTo>
                    <a:pt x="4695519" y="132659"/>
                  </a:lnTo>
                  <a:lnTo>
                    <a:pt x="4782473" y="132834"/>
                  </a:lnTo>
                  <a:lnTo>
                    <a:pt x="4869427" y="132942"/>
                  </a:lnTo>
                  <a:lnTo>
                    <a:pt x="4956381" y="132944"/>
                  </a:lnTo>
                  <a:lnTo>
                    <a:pt x="5043335" y="132796"/>
                  </a:lnTo>
                  <a:lnTo>
                    <a:pt x="5130289" y="132452"/>
                  </a:lnTo>
                  <a:lnTo>
                    <a:pt x="5217244" y="131856"/>
                  </a:lnTo>
                  <a:lnTo>
                    <a:pt x="5304198" y="130954"/>
                  </a:lnTo>
                  <a:lnTo>
                    <a:pt x="5391152" y="129684"/>
                  </a:lnTo>
                  <a:lnTo>
                    <a:pt x="5478106" y="127983"/>
                  </a:lnTo>
                  <a:lnTo>
                    <a:pt x="5565060" y="125787"/>
                  </a:lnTo>
                  <a:lnTo>
                    <a:pt x="5652014" y="123031"/>
                  </a:lnTo>
                  <a:lnTo>
                    <a:pt x="5738968" y="119652"/>
                  </a:lnTo>
                  <a:lnTo>
                    <a:pt x="5825922" y="115590"/>
                  </a:lnTo>
                  <a:lnTo>
                    <a:pt x="5912876" y="110790"/>
                  </a:lnTo>
                  <a:lnTo>
                    <a:pt x="5999830" y="105203"/>
                  </a:lnTo>
                  <a:lnTo>
                    <a:pt x="6086784" y="98786"/>
                  </a:lnTo>
                  <a:lnTo>
                    <a:pt x="6173738" y="91505"/>
                  </a:lnTo>
                  <a:lnTo>
                    <a:pt x="6260692" y="83332"/>
                  </a:lnTo>
                  <a:lnTo>
                    <a:pt x="6347646" y="74246"/>
                  </a:lnTo>
                  <a:lnTo>
                    <a:pt x="6434600" y="64231"/>
                  </a:lnTo>
                  <a:lnTo>
                    <a:pt x="6521555" y="53278"/>
                  </a:lnTo>
                  <a:lnTo>
                    <a:pt x="6608509" y="41381"/>
                  </a:lnTo>
                  <a:lnTo>
                    <a:pt x="6695463" y="28536"/>
                  </a:lnTo>
                  <a:lnTo>
                    <a:pt x="6782417" y="14742"/>
                  </a:lnTo>
                  <a:lnTo>
                    <a:pt x="6869371" y="0"/>
                  </a:lnTo>
                  <a:lnTo>
                    <a:pt x="6869371" y="427746"/>
                  </a:lnTo>
                  <a:lnTo>
                    <a:pt x="6782417" y="420243"/>
                  </a:lnTo>
                  <a:lnTo>
                    <a:pt x="6695463" y="413210"/>
                  </a:lnTo>
                  <a:lnTo>
                    <a:pt x="6608509" y="406658"/>
                  </a:lnTo>
                  <a:lnTo>
                    <a:pt x="6521555" y="400599"/>
                  </a:lnTo>
                  <a:lnTo>
                    <a:pt x="6434600" y="395041"/>
                  </a:lnTo>
                  <a:lnTo>
                    <a:pt x="6347646" y="389990"/>
                  </a:lnTo>
                  <a:lnTo>
                    <a:pt x="6260692" y="385449"/>
                  </a:lnTo>
                  <a:lnTo>
                    <a:pt x="6173738" y="381414"/>
                  </a:lnTo>
                  <a:lnTo>
                    <a:pt x="6086784" y="377877"/>
                  </a:lnTo>
                  <a:lnTo>
                    <a:pt x="5999830" y="374823"/>
                  </a:lnTo>
                  <a:lnTo>
                    <a:pt x="5912876" y="372227"/>
                  </a:lnTo>
                  <a:lnTo>
                    <a:pt x="5825922" y="370061"/>
                  </a:lnTo>
                  <a:lnTo>
                    <a:pt x="5738968" y="368287"/>
                  </a:lnTo>
                  <a:lnTo>
                    <a:pt x="5652014" y="366862"/>
                  </a:lnTo>
                  <a:lnTo>
                    <a:pt x="5565060" y="365739"/>
                  </a:lnTo>
                  <a:lnTo>
                    <a:pt x="5478106" y="364867"/>
                  </a:lnTo>
                  <a:lnTo>
                    <a:pt x="5391152" y="364193"/>
                  </a:lnTo>
                  <a:lnTo>
                    <a:pt x="5304198" y="363665"/>
                  </a:lnTo>
                  <a:lnTo>
                    <a:pt x="5217244" y="363232"/>
                  </a:lnTo>
                  <a:lnTo>
                    <a:pt x="5130289" y="362845"/>
                  </a:lnTo>
                  <a:lnTo>
                    <a:pt x="5043335" y="362460"/>
                  </a:lnTo>
                  <a:lnTo>
                    <a:pt x="4956381" y="362036"/>
                  </a:lnTo>
                  <a:lnTo>
                    <a:pt x="4869427" y="361538"/>
                  </a:lnTo>
                  <a:lnTo>
                    <a:pt x="4782473" y="360933"/>
                  </a:lnTo>
                  <a:lnTo>
                    <a:pt x="4695519" y="360196"/>
                  </a:lnTo>
                  <a:lnTo>
                    <a:pt x="4608565" y="359304"/>
                  </a:lnTo>
                  <a:lnTo>
                    <a:pt x="4521611" y="358230"/>
                  </a:lnTo>
                  <a:lnTo>
                    <a:pt x="4434657" y="356315"/>
                  </a:lnTo>
                  <a:lnTo>
                    <a:pt x="4347703" y="353364"/>
                  </a:lnTo>
                  <a:lnTo>
                    <a:pt x="4260749" y="349695"/>
                  </a:lnTo>
                  <a:lnTo>
                    <a:pt x="4173795" y="345611"/>
                  </a:lnTo>
                  <a:lnTo>
                    <a:pt x="4086841" y="341386"/>
                  </a:lnTo>
                  <a:lnTo>
                    <a:pt x="3999887" y="337247"/>
                  </a:lnTo>
                  <a:lnTo>
                    <a:pt x="3912933" y="333373"/>
                  </a:lnTo>
                  <a:lnTo>
                    <a:pt x="3825978" y="329894"/>
                  </a:lnTo>
                  <a:lnTo>
                    <a:pt x="3739024" y="326316"/>
                  </a:lnTo>
                  <a:lnTo>
                    <a:pt x="3652070" y="321535"/>
                  </a:lnTo>
                  <a:lnTo>
                    <a:pt x="3565116" y="316112"/>
                  </a:lnTo>
                  <a:lnTo>
                    <a:pt x="3478162" y="310663"/>
                  </a:lnTo>
                  <a:lnTo>
                    <a:pt x="3391208" y="305726"/>
                  </a:lnTo>
                  <a:lnTo>
                    <a:pt x="3304254" y="301689"/>
                  </a:lnTo>
                  <a:lnTo>
                    <a:pt x="3217300" y="298754"/>
                  </a:lnTo>
                  <a:lnTo>
                    <a:pt x="3130346" y="296931"/>
                  </a:lnTo>
                  <a:lnTo>
                    <a:pt x="3043392" y="296081"/>
                  </a:lnTo>
                  <a:lnTo>
                    <a:pt x="2956438" y="295984"/>
                  </a:lnTo>
                  <a:lnTo>
                    <a:pt x="2869484" y="296372"/>
                  </a:lnTo>
                  <a:lnTo>
                    <a:pt x="2782530" y="297069"/>
                  </a:lnTo>
                  <a:lnTo>
                    <a:pt x="2695576" y="298076"/>
                  </a:lnTo>
                  <a:lnTo>
                    <a:pt x="2608622" y="299395"/>
                  </a:lnTo>
                  <a:lnTo>
                    <a:pt x="2521667" y="301013"/>
                  </a:lnTo>
                  <a:lnTo>
                    <a:pt x="2434713" y="302911"/>
                  </a:lnTo>
                  <a:lnTo>
                    <a:pt x="2347759" y="305056"/>
                  </a:lnTo>
                  <a:lnTo>
                    <a:pt x="2260805" y="307407"/>
                  </a:lnTo>
                  <a:lnTo>
                    <a:pt x="2173851" y="309919"/>
                  </a:lnTo>
                  <a:lnTo>
                    <a:pt x="2086897" y="312546"/>
                  </a:lnTo>
                  <a:lnTo>
                    <a:pt x="1999943" y="315259"/>
                  </a:lnTo>
                  <a:lnTo>
                    <a:pt x="1912989" y="318265"/>
                  </a:lnTo>
                  <a:lnTo>
                    <a:pt x="1826035" y="321677"/>
                  </a:lnTo>
                  <a:lnTo>
                    <a:pt x="1739081" y="325507"/>
                  </a:lnTo>
                  <a:lnTo>
                    <a:pt x="1652127" y="329768"/>
                  </a:lnTo>
                  <a:lnTo>
                    <a:pt x="1565173" y="334477"/>
                  </a:lnTo>
                  <a:lnTo>
                    <a:pt x="1478219" y="339658"/>
                  </a:lnTo>
                  <a:lnTo>
                    <a:pt x="1391265" y="345419"/>
                  </a:lnTo>
                  <a:lnTo>
                    <a:pt x="1304311" y="351852"/>
                  </a:lnTo>
                  <a:lnTo>
                    <a:pt x="1217356" y="359013"/>
                  </a:lnTo>
                  <a:lnTo>
                    <a:pt x="1130402" y="366956"/>
                  </a:lnTo>
                  <a:lnTo>
                    <a:pt x="1043448" y="375730"/>
                  </a:lnTo>
                  <a:lnTo>
                    <a:pt x="956494" y="385375"/>
                  </a:lnTo>
                  <a:lnTo>
                    <a:pt x="869540" y="395925"/>
                  </a:lnTo>
                  <a:lnTo>
                    <a:pt x="782586" y="407403"/>
                  </a:lnTo>
                  <a:lnTo>
                    <a:pt x="695632" y="419827"/>
                  </a:lnTo>
                  <a:lnTo>
                    <a:pt x="608678" y="433204"/>
                  </a:lnTo>
                  <a:lnTo>
                    <a:pt x="521724" y="447537"/>
                  </a:lnTo>
                  <a:lnTo>
                    <a:pt x="434770" y="462824"/>
                  </a:lnTo>
                  <a:lnTo>
                    <a:pt x="347816" y="479059"/>
                  </a:lnTo>
                  <a:lnTo>
                    <a:pt x="260862" y="496232"/>
                  </a:lnTo>
                  <a:lnTo>
                    <a:pt x="173908" y="514333"/>
                  </a:lnTo>
                  <a:lnTo>
                    <a:pt x="86954" y="533349"/>
                  </a:lnTo>
                  <a:lnTo>
                    <a:pt x="0" y="553270"/>
                  </a:lnTo>
                  <a:close/>
                </a:path>
              </a:pathLst>
            </a:custGeom>
            <a:solidFill>
              <a:srgbClr val="33A02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1385392" y="5024649"/>
              <a:ext cx="6869371" cy="144032"/>
            </a:xfrm>
            <a:custGeom>
              <a:avLst/>
              <a:pathLst>
                <a:path w="6869371" h="144032">
                  <a:moveTo>
                    <a:pt x="0" y="131232"/>
                  </a:moveTo>
                  <a:lnTo>
                    <a:pt x="86954" y="134347"/>
                  </a:lnTo>
                  <a:lnTo>
                    <a:pt x="173908" y="137045"/>
                  </a:lnTo>
                  <a:lnTo>
                    <a:pt x="260862" y="139316"/>
                  </a:lnTo>
                  <a:lnTo>
                    <a:pt x="347816" y="141154"/>
                  </a:lnTo>
                  <a:lnTo>
                    <a:pt x="434770" y="142549"/>
                  </a:lnTo>
                  <a:lnTo>
                    <a:pt x="521724" y="143495"/>
                  </a:lnTo>
                  <a:lnTo>
                    <a:pt x="608678" y="143989"/>
                  </a:lnTo>
                  <a:lnTo>
                    <a:pt x="695632" y="144032"/>
                  </a:lnTo>
                  <a:lnTo>
                    <a:pt x="782586" y="143629"/>
                  </a:lnTo>
                  <a:lnTo>
                    <a:pt x="869540" y="142792"/>
                  </a:lnTo>
                  <a:lnTo>
                    <a:pt x="956494" y="141540"/>
                  </a:lnTo>
                  <a:lnTo>
                    <a:pt x="1043448" y="139901"/>
                  </a:lnTo>
                  <a:lnTo>
                    <a:pt x="1130402" y="137910"/>
                  </a:lnTo>
                  <a:lnTo>
                    <a:pt x="1217356" y="135611"/>
                  </a:lnTo>
                  <a:lnTo>
                    <a:pt x="1304311" y="133056"/>
                  </a:lnTo>
                  <a:lnTo>
                    <a:pt x="1391265" y="130301"/>
                  </a:lnTo>
                  <a:lnTo>
                    <a:pt x="1478219" y="127406"/>
                  </a:lnTo>
                  <a:lnTo>
                    <a:pt x="1565173" y="124440"/>
                  </a:lnTo>
                  <a:lnTo>
                    <a:pt x="1652127" y="121474"/>
                  </a:lnTo>
                  <a:lnTo>
                    <a:pt x="1739081" y="118559"/>
                  </a:lnTo>
                  <a:lnTo>
                    <a:pt x="1826035" y="115742"/>
                  </a:lnTo>
                  <a:lnTo>
                    <a:pt x="1912989" y="113067"/>
                  </a:lnTo>
                  <a:lnTo>
                    <a:pt x="1999943" y="110574"/>
                  </a:lnTo>
                  <a:lnTo>
                    <a:pt x="2086897" y="108290"/>
                  </a:lnTo>
                  <a:lnTo>
                    <a:pt x="2173851" y="106215"/>
                  </a:lnTo>
                  <a:lnTo>
                    <a:pt x="2260805" y="104365"/>
                  </a:lnTo>
                  <a:lnTo>
                    <a:pt x="2347759" y="102748"/>
                  </a:lnTo>
                  <a:lnTo>
                    <a:pt x="2434713" y="101373"/>
                  </a:lnTo>
                  <a:lnTo>
                    <a:pt x="2521667" y="100252"/>
                  </a:lnTo>
                  <a:lnTo>
                    <a:pt x="2608622" y="99409"/>
                  </a:lnTo>
                  <a:lnTo>
                    <a:pt x="2695576" y="98874"/>
                  </a:lnTo>
                  <a:lnTo>
                    <a:pt x="2782530" y="98692"/>
                  </a:lnTo>
                  <a:lnTo>
                    <a:pt x="2869484" y="98916"/>
                  </a:lnTo>
                  <a:lnTo>
                    <a:pt x="2956438" y="99622"/>
                  </a:lnTo>
                  <a:lnTo>
                    <a:pt x="3043392" y="101421"/>
                  </a:lnTo>
                  <a:lnTo>
                    <a:pt x="3130346" y="104178"/>
                  </a:lnTo>
                  <a:lnTo>
                    <a:pt x="3217300" y="107316"/>
                  </a:lnTo>
                  <a:lnTo>
                    <a:pt x="3304254" y="110335"/>
                  </a:lnTo>
                  <a:lnTo>
                    <a:pt x="3391208" y="112887"/>
                  </a:lnTo>
                  <a:lnTo>
                    <a:pt x="3478162" y="114814"/>
                  </a:lnTo>
                  <a:lnTo>
                    <a:pt x="3565116" y="116147"/>
                  </a:lnTo>
                  <a:lnTo>
                    <a:pt x="3652070" y="117063"/>
                  </a:lnTo>
                  <a:lnTo>
                    <a:pt x="3739024" y="117820"/>
                  </a:lnTo>
                  <a:lnTo>
                    <a:pt x="3825978" y="118711"/>
                  </a:lnTo>
                  <a:lnTo>
                    <a:pt x="3912933" y="120223"/>
                  </a:lnTo>
                  <a:lnTo>
                    <a:pt x="3999887" y="122248"/>
                  </a:lnTo>
                  <a:lnTo>
                    <a:pt x="4086841" y="124500"/>
                  </a:lnTo>
                  <a:lnTo>
                    <a:pt x="4173795" y="126733"/>
                  </a:lnTo>
                  <a:lnTo>
                    <a:pt x="4260749" y="128757"/>
                  </a:lnTo>
                  <a:lnTo>
                    <a:pt x="4347703" y="130424"/>
                  </a:lnTo>
                  <a:lnTo>
                    <a:pt x="4434657" y="131618"/>
                  </a:lnTo>
                  <a:lnTo>
                    <a:pt x="4521611" y="132236"/>
                  </a:lnTo>
                  <a:lnTo>
                    <a:pt x="4608565" y="132451"/>
                  </a:lnTo>
                  <a:lnTo>
                    <a:pt x="4695519" y="132659"/>
                  </a:lnTo>
                  <a:lnTo>
                    <a:pt x="4782473" y="132834"/>
                  </a:lnTo>
                  <a:lnTo>
                    <a:pt x="4869427" y="132942"/>
                  </a:lnTo>
                  <a:lnTo>
                    <a:pt x="4956381" y="132944"/>
                  </a:lnTo>
                  <a:lnTo>
                    <a:pt x="5043335" y="132796"/>
                  </a:lnTo>
                  <a:lnTo>
                    <a:pt x="5130289" y="132452"/>
                  </a:lnTo>
                  <a:lnTo>
                    <a:pt x="5217244" y="131856"/>
                  </a:lnTo>
                  <a:lnTo>
                    <a:pt x="5304198" y="130954"/>
                  </a:lnTo>
                  <a:lnTo>
                    <a:pt x="5391152" y="129684"/>
                  </a:lnTo>
                  <a:lnTo>
                    <a:pt x="5478106" y="127983"/>
                  </a:lnTo>
                  <a:lnTo>
                    <a:pt x="5565060" y="125787"/>
                  </a:lnTo>
                  <a:lnTo>
                    <a:pt x="5652014" y="123031"/>
                  </a:lnTo>
                  <a:lnTo>
                    <a:pt x="5738968" y="119652"/>
                  </a:lnTo>
                  <a:lnTo>
                    <a:pt x="5825922" y="115590"/>
                  </a:lnTo>
                  <a:lnTo>
                    <a:pt x="5912876" y="110790"/>
                  </a:lnTo>
                  <a:lnTo>
                    <a:pt x="5999830" y="105203"/>
                  </a:lnTo>
                  <a:lnTo>
                    <a:pt x="6086784" y="98786"/>
                  </a:lnTo>
                  <a:lnTo>
                    <a:pt x="6173738" y="91505"/>
                  </a:lnTo>
                  <a:lnTo>
                    <a:pt x="6260692" y="83332"/>
                  </a:lnTo>
                  <a:lnTo>
                    <a:pt x="6347646" y="74246"/>
                  </a:lnTo>
                  <a:lnTo>
                    <a:pt x="6434600" y="64231"/>
                  </a:lnTo>
                  <a:lnTo>
                    <a:pt x="6521555" y="53278"/>
                  </a:lnTo>
                  <a:lnTo>
                    <a:pt x="6608509" y="41381"/>
                  </a:lnTo>
                  <a:lnTo>
                    <a:pt x="6695463" y="28536"/>
                  </a:lnTo>
                  <a:lnTo>
                    <a:pt x="6782417" y="14742"/>
                  </a:lnTo>
                  <a:lnTo>
                    <a:pt x="68693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1385392" y="5320634"/>
              <a:ext cx="6869371" cy="257285"/>
            </a:xfrm>
            <a:custGeom>
              <a:avLst/>
              <a:pathLst>
                <a:path w="6869371" h="257285">
                  <a:moveTo>
                    <a:pt x="6869371" y="131761"/>
                  </a:moveTo>
                  <a:lnTo>
                    <a:pt x="6782417" y="124258"/>
                  </a:lnTo>
                  <a:lnTo>
                    <a:pt x="6695463" y="117225"/>
                  </a:lnTo>
                  <a:lnTo>
                    <a:pt x="6608509" y="110673"/>
                  </a:lnTo>
                  <a:lnTo>
                    <a:pt x="6521555" y="104614"/>
                  </a:lnTo>
                  <a:lnTo>
                    <a:pt x="6434600" y="99056"/>
                  </a:lnTo>
                  <a:lnTo>
                    <a:pt x="6347646" y="94005"/>
                  </a:lnTo>
                  <a:lnTo>
                    <a:pt x="6260692" y="89464"/>
                  </a:lnTo>
                  <a:lnTo>
                    <a:pt x="6173738" y="85429"/>
                  </a:lnTo>
                  <a:lnTo>
                    <a:pt x="6086784" y="81892"/>
                  </a:lnTo>
                  <a:lnTo>
                    <a:pt x="5999830" y="78838"/>
                  </a:lnTo>
                  <a:lnTo>
                    <a:pt x="5912876" y="76242"/>
                  </a:lnTo>
                  <a:lnTo>
                    <a:pt x="5825922" y="74076"/>
                  </a:lnTo>
                  <a:lnTo>
                    <a:pt x="5738968" y="72302"/>
                  </a:lnTo>
                  <a:lnTo>
                    <a:pt x="5652014" y="70878"/>
                  </a:lnTo>
                  <a:lnTo>
                    <a:pt x="5565060" y="69755"/>
                  </a:lnTo>
                  <a:lnTo>
                    <a:pt x="5478106" y="68882"/>
                  </a:lnTo>
                  <a:lnTo>
                    <a:pt x="5391152" y="68208"/>
                  </a:lnTo>
                  <a:lnTo>
                    <a:pt x="5304198" y="67680"/>
                  </a:lnTo>
                  <a:lnTo>
                    <a:pt x="5217244" y="67247"/>
                  </a:lnTo>
                  <a:lnTo>
                    <a:pt x="5130289" y="66860"/>
                  </a:lnTo>
                  <a:lnTo>
                    <a:pt x="5043335" y="66475"/>
                  </a:lnTo>
                  <a:lnTo>
                    <a:pt x="4956381" y="66051"/>
                  </a:lnTo>
                  <a:lnTo>
                    <a:pt x="4869427" y="65553"/>
                  </a:lnTo>
                  <a:lnTo>
                    <a:pt x="4782473" y="64948"/>
                  </a:lnTo>
                  <a:lnTo>
                    <a:pt x="4695519" y="64211"/>
                  </a:lnTo>
                  <a:lnTo>
                    <a:pt x="4608565" y="63319"/>
                  </a:lnTo>
                  <a:lnTo>
                    <a:pt x="4521611" y="62246"/>
                  </a:lnTo>
                  <a:lnTo>
                    <a:pt x="4434657" y="60330"/>
                  </a:lnTo>
                  <a:lnTo>
                    <a:pt x="4347703" y="57380"/>
                  </a:lnTo>
                  <a:lnTo>
                    <a:pt x="4260749" y="53710"/>
                  </a:lnTo>
                  <a:lnTo>
                    <a:pt x="4173795" y="49626"/>
                  </a:lnTo>
                  <a:lnTo>
                    <a:pt x="4086841" y="45401"/>
                  </a:lnTo>
                  <a:lnTo>
                    <a:pt x="3999887" y="41263"/>
                  </a:lnTo>
                  <a:lnTo>
                    <a:pt x="3912933" y="37388"/>
                  </a:lnTo>
                  <a:lnTo>
                    <a:pt x="3825978" y="33909"/>
                  </a:lnTo>
                  <a:lnTo>
                    <a:pt x="3739024" y="30331"/>
                  </a:lnTo>
                  <a:lnTo>
                    <a:pt x="3652070" y="25551"/>
                  </a:lnTo>
                  <a:lnTo>
                    <a:pt x="3565116" y="20127"/>
                  </a:lnTo>
                  <a:lnTo>
                    <a:pt x="3478162" y="14679"/>
                  </a:lnTo>
                  <a:lnTo>
                    <a:pt x="3391208" y="9741"/>
                  </a:lnTo>
                  <a:lnTo>
                    <a:pt x="3304254" y="5704"/>
                  </a:lnTo>
                  <a:lnTo>
                    <a:pt x="3217300" y="2769"/>
                  </a:lnTo>
                  <a:lnTo>
                    <a:pt x="3130346" y="946"/>
                  </a:lnTo>
                  <a:lnTo>
                    <a:pt x="3043392" y="96"/>
                  </a:lnTo>
                  <a:lnTo>
                    <a:pt x="2956438" y="0"/>
                  </a:lnTo>
                  <a:lnTo>
                    <a:pt x="2869484" y="387"/>
                  </a:lnTo>
                  <a:lnTo>
                    <a:pt x="2782530" y="1084"/>
                  </a:lnTo>
                  <a:lnTo>
                    <a:pt x="2695576" y="2091"/>
                  </a:lnTo>
                  <a:lnTo>
                    <a:pt x="2608622" y="3410"/>
                  </a:lnTo>
                  <a:lnTo>
                    <a:pt x="2521667" y="5028"/>
                  </a:lnTo>
                  <a:lnTo>
                    <a:pt x="2434713" y="6926"/>
                  </a:lnTo>
                  <a:lnTo>
                    <a:pt x="2347759" y="9071"/>
                  </a:lnTo>
                  <a:lnTo>
                    <a:pt x="2260805" y="11423"/>
                  </a:lnTo>
                  <a:lnTo>
                    <a:pt x="2173851" y="13934"/>
                  </a:lnTo>
                  <a:lnTo>
                    <a:pt x="2086897" y="16561"/>
                  </a:lnTo>
                  <a:lnTo>
                    <a:pt x="1999943" y="19274"/>
                  </a:lnTo>
                  <a:lnTo>
                    <a:pt x="1912989" y="22280"/>
                  </a:lnTo>
                  <a:lnTo>
                    <a:pt x="1826035" y="25692"/>
                  </a:lnTo>
                  <a:lnTo>
                    <a:pt x="1739081" y="29522"/>
                  </a:lnTo>
                  <a:lnTo>
                    <a:pt x="1652127" y="33784"/>
                  </a:lnTo>
                  <a:lnTo>
                    <a:pt x="1565173" y="38492"/>
                  </a:lnTo>
                  <a:lnTo>
                    <a:pt x="1478219" y="43673"/>
                  </a:lnTo>
                  <a:lnTo>
                    <a:pt x="1391265" y="49434"/>
                  </a:lnTo>
                  <a:lnTo>
                    <a:pt x="1304311" y="55867"/>
                  </a:lnTo>
                  <a:lnTo>
                    <a:pt x="1217356" y="63028"/>
                  </a:lnTo>
                  <a:lnTo>
                    <a:pt x="1130402" y="70971"/>
                  </a:lnTo>
                  <a:lnTo>
                    <a:pt x="1043448" y="79745"/>
                  </a:lnTo>
                  <a:lnTo>
                    <a:pt x="956494" y="89391"/>
                  </a:lnTo>
                  <a:lnTo>
                    <a:pt x="869540" y="99940"/>
                  </a:lnTo>
                  <a:lnTo>
                    <a:pt x="782586" y="111419"/>
                  </a:lnTo>
                  <a:lnTo>
                    <a:pt x="695632" y="123842"/>
                  </a:lnTo>
                  <a:lnTo>
                    <a:pt x="608678" y="137219"/>
                  </a:lnTo>
                  <a:lnTo>
                    <a:pt x="521724" y="151552"/>
                  </a:lnTo>
                  <a:lnTo>
                    <a:pt x="434770" y="166839"/>
                  </a:lnTo>
                  <a:lnTo>
                    <a:pt x="347816" y="183074"/>
                  </a:lnTo>
                  <a:lnTo>
                    <a:pt x="260862" y="200247"/>
                  </a:lnTo>
                  <a:lnTo>
                    <a:pt x="173908" y="218348"/>
                  </a:lnTo>
                  <a:lnTo>
                    <a:pt x="86954" y="237365"/>
                  </a:lnTo>
                  <a:lnTo>
                    <a:pt x="0" y="2572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1385392" y="5222294"/>
              <a:ext cx="6869371" cy="144606"/>
            </a:xfrm>
            <a:custGeom>
              <a:avLst/>
              <a:pathLst>
                <a:path w="6869371" h="144606">
                  <a:moveTo>
                    <a:pt x="0" y="144606"/>
                  </a:moveTo>
                  <a:lnTo>
                    <a:pt x="86954" y="136203"/>
                  </a:lnTo>
                  <a:lnTo>
                    <a:pt x="173908" y="128044"/>
                  </a:lnTo>
                  <a:lnTo>
                    <a:pt x="260862" y="120130"/>
                  </a:lnTo>
                  <a:lnTo>
                    <a:pt x="347816" y="112462"/>
                  </a:lnTo>
                  <a:lnTo>
                    <a:pt x="434770" y="105042"/>
                  </a:lnTo>
                  <a:lnTo>
                    <a:pt x="521724" y="97871"/>
                  </a:lnTo>
                  <a:lnTo>
                    <a:pt x="608678" y="90952"/>
                  </a:lnTo>
                  <a:lnTo>
                    <a:pt x="695632" y="84285"/>
                  </a:lnTo>
                  <a:lnTo>
                    <a:pt x="782586" y="77872"/>
                  </a:lnTo>
                  <a:lnTo>
                    <a:pt x="869540" y="71714"/>
                  </a:lnTo>
                  <a:lnTo>
                    <a:pt x="956494" y="65813"/>
                  </a:lnTo>
                  <a:lnTo>
                    <a:pt x="1043448" y="60171"/>
                  </a:lnTo>
                  <a:lnTo>
                    <a:pt x="1130402" y="54788"/>
                  </a:lnTo>
                  <a:lnTo>
                    <a:pt x="1217356" y="49667"/>
                  </a:lnTo>
                  <a:lnTo>
                    <a:pt x="1304311" y="44809"/>
                  </a:lnTo>
                  <a:lnTo>
                    <a:pt x="1391265" y="40215"/>
                  </a:lnTo>
                  <a:lnTo>
                    <a:pt x="1478219" y="35887"/>
                  </a:lnTo>
                  <a:lnTo>
                    <a:pt x="1565173" y="31814"/>
                  </a:lnTo>
                  <a:lnTo>
                    <a:pt x="1652127" y="27976"/>
                  </a:lnTo>
                  <a:lnTo>
                    <a:pt x="1739081" y="24388"/>
                  </a:lnTo>
                  <a:lnTo>
                    <a:pt x="1826035" y="21065"/>
                  </a:lnTo>
                  <a:lnTo>
                    <a:pt x="1912989" y="18021"/>
                  </a:lnTo>
                  <a:lnTo>
                    <a:pt x="1999943" y="15272"/>
                  </a:lnTo>
                  <a:lnTo>
                    <a:pt x="2086897" y="12773"/>
                  </a:lnTo>
                  <a:lnTo>
                    <a:pt x="2173851" y="10422"/>
                  </a:lnTo>
                  <a:lnTo>
                    <a:pt x="2260805" y="8241"/>
                  </a:lnTo>
                  <a:lnTo>
                    <a:pt x="2347759" y="6257"/>
                  </a:lnTo>
                  <a:lnTo>
                    <a:pt x="2434713" y="4497"/>
                  </a:lnTo>
                  <a:lnTo>
                    <a:pt x="2521667" y="2988"/>
                  </a:lnTo>
                  <a:lnTo>
                    <a:pt x="2608622" y="1757"/>
                  </a:lnTo>
                  <a:lnTo>
                    <a:pt x="2695576" y="830"/>
                  </a:lnTo>
                  <a:lnTo>
                    <a:pt x="2782530" y="236"/>
                  </a:lnTo>
                  <a:lnTo>
                    <a:pt x="2869484" y="0"/>
                  </a:lnTo>
                  <a:lnTo>
                    <a:pt x="2956438" y="158"/>
                  </a:lnTo>
                  <a:lnTo>
                    <a:pt x="3043392" y="1106"/>
                  </a:lnTo>
                  <a:lnTo>
                    <a:pt x="3130346" y="2910"/>
                  </a:lnTo>
                  <a:lnTo>
                    <a:pt x="3217300" y="5390"/>
                  </a:lnTo>
                  <a:lnTo>
                    <a:pt x="3304254" y="8367"/>
                  </a:lnTo>
                  <a:lnTo>
                    <a:pt x="3391208" y="11661"/>
                  </a:lnTo>
                  <a:lnTo>
                    <a:pt x="3478162" y="15094"/>
                  </a:lnTo>
                  <a:lnTo>
                    <a:pt x="3565116" y="18485"/>
                  </a:lnTo>
                  <a:lnTo>
                    <a:pt x="3652070" y="21654"/>
                  </a:lnTo>
                  <a:lnTo>
                    <a:pt x="3739024" y="24424"/>
                  </a:lnTo>
                  <a:lnTo>
                    <a:pt x="3825978" y="26658"/>
                  </a:lnTo>
                  <a:lnTo>
                    <a:pt x="3912933" y="29153"/>
                  </a:lnTo>
                  <a:lnTo>
                    <a:pt x="3999887" y="32103"/>
                  </a:lnTo>
                  <a:lnTo>
                    <a:pt x="4086841" y="35298"/>
                  </a:lnTo>
                  <a:lnTo>
                    <a:pt x="4173795" y="38527"/>
                  </a:lnTo>
                  <a:lnTo>
                    <a:pt x="4260749" y="41581"/>
                  </a:lnTo>
                  <a:lnTo>
                    <a:pt x="4347703" y="44249"/>
                  </a:lnTo>
                  <a:lnTo>
                    <a:pt x="4434657" y="46322"/>
                  </a:lnTo>
                  <a:lnTo>
                    <a:pt x="4521611" y="47588"/>
                  </a:lnTo>
                  <a:lnTo>
                    <a:pt x="4608565" y="48233"/>
                  </a:lnTo>
                  <a:lnTo>
                    <a:pt x="4695519" y="48783"/>
                  </a:lnTo>
                  <a:lnTo>
                    <a:pt x="4782473" y="49239"/>
                  </a:lnTo>
                  <a:lnTo>
                    <a:pt x="4869427" y="49595"/>
                  </a:lnTo>
                  <a:lnTo>
                    <a:pt x="4956381" y="49845"/>
                  </a:lnTo>
                  <a:lnTo>
                    <a:pt x="5043335" y="49983"/>
                  </a:lnTo>
                  <a:lnTo>
                    <a:pt x="5130289" y="50003"/>
                  </a:lnTo>
                  <a:lnTo>
                    <a:pt x="5217244" y="49899"/>
                  </a:lnTo>
                  <a:lnTo>
                    <a:pt x="5304198" y="49665"/>
                  </a:lnTo>
                  <a:lnTo>
                    <a:pt x="5391152" y="49294"/>
                  </a:lnTo>
                  <a:lnTo>
                    <a:pt x="5478106" y="48781"/>
                  </a:lnTo>
                  <a:lnTo>
                    <a:pt x="5565060" y="48119"/>
                  </a:lnTo>
                  <a:lnTo>
                    <a:pt x="5652014" y="47302"/>
                  </a:lnTo>
                  <a:lnTo>
                    <a:pt x="5738968" y="46325"/>
                  </a:lnTo>
                  <a:lnTo>
                    <a:pt x="5825922" y="45181"/>
                  </a:lnTo>
                  <a:lnTo>
                    <a:pt x="5912876" y="43864"/>
                  </a:lnTo>
                  <a:lnTo>
                    <a:pt x="5999830" y="42368"/>
                  </a:lnTo>
                  <a:lnTo>
                    <a:pt x="6086784" y="40687"/>
                  </a:lnTo>
                  <a:lnTo>
                    <a:pt x="6173738" y="38815"/>
                  </a:lnTo>
                  <a:lnTo>
                    <a:pt x="6260692" y="36746"/>
                  </a:lnTo>
                  <a:lnTo>
                    <a:pt x="6347646" y="34473"/>
                  </a:lnTo>
                  <a:lnTo>
                    <a:pt x="6434600" y="31991"/>
                  </a:lnTo>
                  <a:lnTo>
                    <a:pt x="6521555" y="29294"/>
                  </a:lnTo>
                  <a:lnTo>
                    <a:pt x="6608509" y="26375"/>
                  </a:lnTo>
                  <a:lnTo>
                    <a:pt x="6695463" y="23228"/>
                  </a:lnTo>
                  <a:lnTo>
                    <a:pt x="6782417" y="19848"/>
                  </a:lnTo>
                  <a:lnTo>
                    <a:pt x="6869371" y="16228"/>
                  </a:lnTo>
                </a:path>
              </a:pathLst>
            </a:custGeom>
            <a:ln w="24391" cap="flat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342950" y="5311037"/>
              <a:ext cx="84883" cy="84883"/>
            </a:xfrm>
            <a:prstGeom prst="ellipse">
              <a:avLst/>
            </a:prstGeom>
            <a:solidFill>
              <a:srgbClr val="33A02C">
                <a:alpha val="100000"/>
              </a:srgbClr>
            </a:solidFill>
            <a:ln w="9000" cap="rnd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840415" y="5241544"/>
              <a:ext cx="84883" cy="84883"/>
            </a:xfrm>
            <a:prstGeom prst="ellipse">
              <a:avLst/>
            </a:prstGeom>
            <a:solidFill>
              <a:srgbClr val="33A02C">
                <a:alpha val="100000"/>
              </a:srgbClr>
            </a:solidFill>
            <a:ln w="9000" cap="rnd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360914" y="5241544"/>
              <a:ext cx="84883" cy="84883"/>
            </a:xfrm>
            <a:prstGeom prst="ellipse">
              <a:avLst/>
            </a:prstGeom>
            <a:solidFill>
              <a:srgbClr val="33A02C">
                <a:alpha val="100000"/>
              </a:srgbClr>
            </a:solidFill>
            <a:ln w="9000" cap="rnd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984460" y="5172051"/>
              <a:ext cx="84883" cy="84883"/>
            </a:xfrm>
            <a:prstGeom prst="ellipse">
              <a:avLst/>
            </a:prstGeom>
            <a:solidFill>
              <a:srgbClr val="33A02C">
                <a:alpha val="100000"/>
              </a:srgbClr>
            </a:solidFill>
            <a:ln w="9000" cap="rnd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284603" y="5033066"/>
              <a:ext cx="84883" cy="84883"/>
            </a:xfrm>
            <a:prstGeom prst="ellipse">
              <a:avLst/>
            </a:prstGeom>
            <a:solidFill>
              <a:srgbClr val="33A02C">
                <a:alpha val="100000"/>
              </a:srgbClr>
            </a:solidFill>
            <a:ln w="9000" cap="rnd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601411" y="5311037"/>
              <a:ext cx="84883" cy="84883"/>
            </a:xfrm>
            <a:prstGeom prst="ellipse">
              <a:avLst/>
            </a:prstGeom>
            <a:solidFill>
              <a:srgbClr val="33A02C">
                <a:alpha val="100000"/>
              </a:srgbClr>
            </a:solidFill>
            <a:ln w="9000" cap="rnd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147086" y="5172051"/>
              <a:ext cx="84883" cy="84883"/>
            </a:xfrm>
            <a:prstGeom prst="ellipse">
              <a:avLst/>
            </a:prstGeom>
            <a:solidFill>
              <a:srgbClr val="33A02C">
                <a:alpha val="100000"/>
              </a:srgbClr>
            </a:solidFill>
            <a:ln w="9000" cap="rnd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875060" y="5241544"/>
              <a:ext cx="84883" cy="84883"/>
            </a:xfrm>
            <a:prstGeom prst="ellipse">
              <a:avLst/>
            </a:prstGeom>
            <a:solidFill>
              <a:srgbClr val="33A02C">
                <a:alpha val="100000"/>
              </a:srgbClr>
            </a:solidFill>
            <a:ln w="9000" cap="rnd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520621" y="5311037"/>
              <a:ext cx="84883" cy="84883"/>
            </a:xfrm>
            <a:prstGeom prst="ellipse">
              <a:avLst/>
            </a:prstGeom>
            <a:solidFill>
              <a:srgbClr val="33A02C">
                <a:alpha val="100000"/>
              </a:srgbClr>
            </a:solidFill>
            <a:ln w="9000" cap="rnd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8212321" y="5172051"/>
              <a:ext cx="84883" cy="84883"/>
            </a:xfrm>
            <a:prstGeom prst="ellipse">
              <a:avLst/>
            </a:prstGeom>
            <a:solidFill>
              <a:srgbClr val="33A02C">
                <a:alpha val="100000"/>
              </a:srgbClr>
            </a:solidFill>
            <a:ln w="9000" cap="rnd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tx106"/>
            <p:cNvSpPr/>
            <p:nvPr/>
          </p:nvSpPr>
          <p:spPr>
            <a:xfrm>
              <a:off x="3434761" y="4626739"/>
              <a:ext cx="2770632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Cancer-progression hospitalization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4315466" y="3462502"/>
              <a:ext cx="1009223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3728375" y="2298265"/>
              <a:ext cx="2183404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Platinum-AE hospitalization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1276095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279925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4346046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5790199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13" name="tx113"/>
            <p:cNvSpPr/>
            <p:nvPr/>
          </p:nvSpPr>
          <p:spPr>
            <a:xfrm>
              <a:off x="7234351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756929" y="3140810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883208" y="297402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16" name="tx116"/>
            <p:cNvSpPr/>
            <p:nvPr/>
          </p:nvSpPr>
          <p:spPr>
            <a:xfrm>
              <a:off x="804204" y="2807245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17" name="tx117"/>
            <p:cNvSpPr/>
            <p:nvPr/>
          </p:nvSpPr>
          <p:spPr>
            <a:xfrm>
              <a:off x="804204" y="264046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804204" y="247367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756929" y="4305047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883208" y="413826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804204" y="3971481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804204" y="380469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804204" y="3637916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756929" y="5469283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883208" y="530250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804204" y="5135718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804204" y="4968935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804204" y="4802153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1855821" y="5870717"/>
              <a:ext cx="5928512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discrepancy (mg, mean within decile) = actual − predicted</a:t>
              </a:r>
            </a:p>
          </p:txBody>
        </p:sp>
        <p:sp>
          <p:nvSpPr>
            <p:cNvPr id="130" name="tx130"/>
            <p:cNvSpPr/>
            <p:nvPr/>
          </p:nvSpPr>
          <p:spPr>
            <a:xfrm rot="-5400000">
              <a:off x="-501905" y="3995993"/>
              <a:ext cx="222290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Outcome within 90 days (%)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1041923" y="1977589"/>
              <a:ext cx="570960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One dot per decile (10 deciles); LOESS trend with 95% CI — one panel per outcome</a:t>
              </a:r>
            </a:p>
          </p:txBody>
        </p:sp>
        <p:sp>
          <p:nvSpPr>
            <p:cNvPr id="132" name="tx132"/>
            <p:cNvSpPr/>
            <p:nvPr/>
          </p:nvSpPr>
          <p:spPr>
            <a:xfrm>
              <a:off x="1041923" y="1688767"/>
              <a:ext cx="654317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Outcome Rate by Carboplatin Dose Discrepancy Decile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2026-09-08T07:54:03Z</dcterms:modified>
  <cp:category/>
</cp:coreProperties>
</file>