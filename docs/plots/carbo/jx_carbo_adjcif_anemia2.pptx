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4974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5883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2703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2656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60433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99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550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1401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252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1906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25771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59636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293500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273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01247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0975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266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3516930"/>
              <a:ext cx="7005923" cy="2020103"/>
            </a:xfrm>
            <a:custGeom>
              <a:avLst/>
              <a:pathLst>
                <a:path w="7005923" h="2020103">
                  <a:moveTo>
                    <a:pt x="0" y="2020103"/>
                  </a:moveTo>
                  <a:lnTo>
                    <a:pt x="166807" y="2020103"/>
                  </a:lnTo>
                  <a:lnTo>
                    <a:pt x="166807" y="1976263"/>
                  </a:lnTo>
                  <a:lnTo>
                    <a:pt x="250211" y="1976263"/>
                  </a:lnTo>
                  <a:lnTo>
                    <a:pt x="250211" y="1890449"/>
                  </a:lnTo>
                  <a:lnTo>
                    <a:pt x="417019" y="1890449"/>
                  </a:lnTo>
                  <a:lnTo>
                    <a:pt x="417019" y="1845050"/>
                  </a:lnTo>
                  <a:lnTo>
                    <a:pt x="583826" y="1845050"/>
                  </a:lnTo>
                  <a:lnTo>
                    <a:pt x="583826" y="1669900"/>
                  </a:lnTo>
                  <a:lnTo>
                    <a:pt x="667230" y="1669900"/>
                  </a:lnTo>
                  <a:lnTo>
                    <a:pt x="667230" y="1617258"/>
                  </a:lnTo>
                  <a:lnTo>
                    <a:pt x="750634" y="1617258"/>
                  </a:lnTo>
                  <a:lnTo>
                    <a:pt x="750634" y="1511090"/>
                  </a:lnTo>
                  <a:lnTo>
                    <a:pt x="1084250" y="1511090"/>
                  </a:lnTo>
                  <a:lnTo>
                    <a:pt x="1084250" y="1455791"/>
                  </a:lnTo>
                  <a:lnTo>
                    <a:pt x="1167653" y="1455791"/>
                  </a:lnTo>
                  <a:lnTo>
                    <a:pt x="1167653" y="1401907"/>
                  </a:lnTo>
                  <a:lnTo>
                    <a:pt x="1417865" y="1401907"/>
                  </a:lnTo>
                  <a:lnTo>
                    <a:pt x="1417865" y="1297565"/>
                  </a:lnTo>
                  <a:lnTo>
                    <a:pt x="1501269" y="1297565"/>
                  </a:lnTo>
                  <a:lnTo>
                    <a:pt x="1501269" y="1244285"/>
                  </a:lnTo>
                  <a:lnTo>
                    <a:pt x="2001692" y="1244285"/>
                  </a:lnTo>
                  <a:lnTo>
                    <a:pt x="2001692" y="1188487"/>
                  </a:lnTo>
                  <a:lnTo>
                    <a:pt x="2168500" y="1188487"/>
                  </a:lnTo>
                  <a:lnTo>
                    <a:pt x="2168500" y="1132974"/>
                  </a:lnTo>
                  <a:lnTo>
                    <a:pt x="2585519" y="1132974"/>
                  </a:lnTo>
                  <a:lnTo>
                    <a:pt x="2585519" y="1078691"/>
                  </a:lnTo>
                  <a:lnTo>
                    <a:pt x="3085942" y="1078691"/>
                  </a:lnTo>
                  <a:lnTo>
                    <a:pt x="3085942" y="972838"/>
                  </a:lnTo>
                  <a:lnTo>
                    <a:pt x="3169346" y="972838"/>
                  </a:lnTo>
                  <a:lnTo>
                    <a:pt x="3169346" y="770044"/>
                  </a:lnTo>
                  <a:lnTo>
                    <a:pt x="3336154" y="770044"/>
                  </a:lnTo>
                  <a:lnTo>
                    <a:pt x="3336154" y="718228"/>
                  </a:lnTo>
                  <a:lnTo>
                    <a:pt x="3419557" y="718228"/>
                  </a:lnTo>
                  <a:lnTo>
                    <a:pt x="3419557" y="667229"/>
                  </a:lnTo>
                  <a:lnTo>
                    <a:pt x="4253596" y="667229"/>
                  </a:lnTo>
                  <a:lnTo>
                    <a:pt x="4253596" y="616935"/>
                  </a:lnTo>
                  <a:lnTo>
                    <a:pt x="4587211" y="616935"/>
                  </a:lnTo>
                  <a:lnTo>
                    <a:pt x="4587211" y="567597"/>
                  </a:lnTo>
                  <a:lnTo>
                    <a:pt x="4670615" y="567597"/>
                  </a:lnTo>
                  <a:lnTo>
                    <a:pt x="4670615" y="519118"/>
                  </a:lnTo>
                  <a:lnTo>
                    <a:pt x="4920827" y="519118"/>
                  </a:lnTo>
                  <a:lnTo>
                    <a:pt x="4920827" y="334206"/>
                  </a:lnTo>
                  <a:lnTo>
                    <a:pt x="5004231" y="334206"/>
                  </a:lnTo>
                  <a:lnTo>
                    <a:pt x="5004231" y="285673"/>
                  </a:lnTo>
                  <a:lnTo>
                    <a:pt x="5671461" y="285673"/>
                  </a:lnTo>
                  <a:lnTo>
                    <a:pt x="5671461" y="237974"/>
                  </a:lnTo>
                  <a:lnTo>
                    <a:pt x="6338692" y="237974"/>
                  </a:lnTo>
                  <a:lnTo>
                    <a:pt x="6338692" y="190173"/>
                  </a:lnTo>
                  <a:lnTo>
                    <a:pt x="6672308" y="190173"/>
                  </a:lnTo>
                  <a:lnTo>
                    <a:pt x="6672308" y="46892"/>
                  </a:lnTo>
                  <a:lnTo>
                    <a:pt x="7005923" y="4689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649894"/>
            </a:xfrm>
            <a:custGeom>
              <a:avLst/>
              <a:pathLst>
                <a:path w="7005923" h="2649894">
                  <a:moveTo>
                    <a:pt x="0" y="2649894"/>
                  </a:moveTo>
                  <a:lnTo>
                    <a:pt x="166807" y="2649894"/>
                  </a:lnTo>
                  <a:lnTo>
                    <a:pt x="166807" y="2581498"/>
                  </a:lnTo>
                  <a:lnTo>
                    <a:pt x="250211" y="2581498"/>
                  </a:lnTo>
                  <a:lnTo>
                    <a:pt x="250211" y="2450069"/>
                  </a:lnTo>
                  <a:lnTo>
                    <a:pt x="417019" y="2450069"/>
                  </a:lnTo>
                  <a:lnTo>
                    <a:pt x="417019" y="2381755"/>
                  </a:lnTo>
                  <a:lnTo>
                    <a:pt x="583826" y="2381755"/>
                  </a:lnTo>
                  <a:lnTo>
                    <a:pt x="583826" y="2125111"/>
                  </a:lnTo>
                  <a:lnTo>
                    <a:pt x="667230" y="2125111"/>
                  </a:lnTo>
                  <a:lnTo>
                    <a:pt x="667230" y="2049889"/>
                  </a:lnTo>
                  <a:lnTo>
                    <a:pt x="750634" y="2049889"/>
                  </a:lnTo>
                  <a:lnTo>
                    <a:pt x="750634" y="1900531"/>
                  </a:lnTo>
                  <a:lnTo>
                    <a:pt x="1084250" y="1900531"/>
                  </a:lnTo>
                  <a:lnTo>
                    <a:pt x="1084250" y="1823885"/>
                  </a:lnTo>
                  <a:lnTo>
                    <a:pt x="1167653" y="1823885"/>
                  </a:lnTo>
                  <a:lnTo>
                    <a:pt x="1167653" y="1749900"/>
                  </a:lnTo>
                  <a:lnTo>
                    <a:pt x="1417865" y="1749900"/>
                  </a:lnTo>
                  <a:lnTo>
                    <a:pt x="1417865" y="1608474"/>
                  </a:lnTo>
                  <a:lnTo>
                    <a:pt x="1501269" y="1608474"/>
                  </a:lnTo>
                  <a:lnTo>
                    <a:pt x="1501269" y="1537134"/>
                  </a:lnTo>
                  <a:lnTo>
                    <a:pt x="2001692" y="1537134"/>
                  </a:lnTo>
                  <a:lnTo>
                    <a:pt x="2001692" y="1463024"/>
                  </a:lnTo>
                  <a:lnTo>
                    <a:pt x="2168500" y="1463024"/>
                  </a:lnTo>
                  <a:lnTo>
                    <a:pt x="2168500" y="1389877"/>
                  </a:lnTo>
                  <a:lnTo>
                    <a:pt x="2585519" y="1389877"/>
                  </a:lnTo>
                  <a:lnTo>
                    <a:pt x="2585519" y="1318892"/>
                  </a:lnTo>
                  <a:lnTo>
                    <a:pt x="3085942" y="1318892"/>
                  </a:lnTo>
                  <a:lnTo>
                    <a:pt x="3085942" y="1181947"/>
                  </a:lnTo>
                  <a:lnTo>
                    <a:pt x="3169346" y="1181947"/>
                  </a:lnTo>
                  <a:lnTo>
                    <a:pt x="3169346" y="924672"/>
                  </a:lnTo>
                  <a:lnTo>
                    <a:pt x="3336154" y="924672"/>
                  </a:lnTo>
                  <a:lnTo>
                    <a:pt x="3336154" y="859946"/>
                  </a:lnTo>
                  <a:lnTo>
                    <a:pt x="3419557" y="859946"/>
                  </a:lnTo>
                  <a:lnTo>
                    <a:pt x="3419557" y="796622"/>
                  </a:lnTo>
                  <a:lnTo>
                    <a:pt x="4253596" y="796622"/>
                  </a:lnTo>
                  <a:lnTo>
                    <a:pt x="4253596" y="734538"/>
                  </a:lnTo>
                  <a:lnTo>
                    <a:pt x="4587211" y="734538"/>
                  </a:lnTo>
                  <a:lnTo>
                    <a:pt x="4587211" y="673978"/>
                  </a:lnTo>
                  <a:lnTo>
                    <a:pt x="4670615" y="673978"/>
                  </a:lnTo>
                  <a:lnTo>
                    <a:pt x="4670615" y="614799"/>
                  </a:lnTo>
                  <a:lnTo>
                    <a:pt x="4920827" y="614799"/>
                  </a:lnTo>
                  <a:lnTo>
                    <a:pt x="4920827" y="391936"/>
                  </a:lnTo>
                  <a:lnTo>
                    <a:pt x="5004231" y="391936"/>
                  </a:lnTo>
                  <a:lnTo>
                    <a:pt x="5004231" y="334171"/>
                  </a:lnTo>
                  <a:lnTo>
                    <a:pt x="5671461" y="334171"/>
                  </a:lnTo>
                  <a:lnTo>
                    <a:pt x="5671461" y="277685"/>
                  </a:lnTo>
                  <a:lnTo>
                    <a:pt x="6338692" y="277685"/>
                  </a:lnTo>
                  <a:lnTo>
                    <a:pt x="6338692" y="221361"/>
                  </a:lnTo>
                  <a:lnTo>
                    <a:pt x="6672308" y="221361"/>
                  </a:lnTo>
                  <a:lnTo>
                    <a:pt x="6672308" y="54184"/>
                  </a:lnTo>
                  <a:lnTo>
                    <a:pt x="7005923" y="54184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790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21766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5563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89495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96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9502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503538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204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5" name="pl35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1.59 (95% CI 0.77-3.27), p = 0.206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2026-05-22T13:30:01Z</dcterms:modified>
  <cp:category/>
</cp:coreProperties>
</file>