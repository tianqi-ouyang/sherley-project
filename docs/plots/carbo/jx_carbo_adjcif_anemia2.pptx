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6296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62803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931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35818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723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454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3105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6756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04072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673884"/>
              <a:ext cx="7005923" cy="1867010"/>
            </a:xfrm>
            <a:custGeom>
              <a:avLst/>
              <a:pathLst>
                <a:path w="7005923" h="1867010">
                  <a:moveTo>
                    <a:pt x="0" y="1867010"/>
                  </a:moveTo>
                  <a:lnTo>
                    <a:pt x="166807" y="1867010"/>
                  </a:lnTo>
                  <a:lnTo>
                    <a:pt x="166807" y="1827090"/>
                  </a:lnTo>
                  <a:lnTo>
                    <a:pt x="250211" y="1827090"/>
                  </a:lnTo>
                  <a:lnTo>
                    <a:pt x="250211" y="1748747"/>
                  </a:lnTo>
                  <a:lnTo>
                    <a:pt x="417019" y="1748747"/>
                  </a:lnTo>
                  <a:lnTo>
                    <a:pt x="417019" y="1706306"/>
                  </a:lnTo>
                  <a:lnTo>
                    <a:pt x="583826" y="1706306"/>
                  </a:lnTo>
                  <a:lnTo>
                    <a:pt x="583826" y="1542663"/>
                  </a:lnTo>
                  <a:lnTo>
                    <a:pt x="667230" y="1542663"/>
                  </a:lnTo>
                  <a:lnTo>
                    <a:pt x="667230" y="1495021"/>
                  </a:lnTo>
                  <a:lnTo>
                    <a:pt x="750634" y="1495021"/>
                  </a:lnTo>
                  <a:lnTo>
                    <a:pt x="750634" y="1398705"/>
                  </a:lnTo>
                  <a:lnTo>
                    <a:pt x="1084250" y="1398705"/>
                  </a:lnTo>
                  <a:lnTo>
                    <a:pt x="1084250" y="1349461"/>
                  </a:lnTo>
                  <a:lnTo>
                    <a:pt x="1167653" y="1349461"/>
                  </a:lnTo>
                  <a:lnTo>
                    <a:pt x="1167653" y="1301282"/>
                  </a:lnTo>
                  <a:lnTo>
                    <a:pt x="1417865" y="1301282"/>
                  </a:lnTo>
                  <a:lnTo>
                    <a:pt x="1417865" y="1207376"/>
                  </a:lnTo>
                  <a:lnTo>
                    <a:pt x="1501269" y="1207376"/>
                  </a:lnTo>
                  <a:lnTo>
                    <a:pt x="1501269" y="1159036"/>
                  </a:lnTo>
                  <a:lnTo>
                    <a:pt x="2001692" y="1159036"/>
                  </a:lnTo>
                  <a:lnTo>
                    <a:pt x="2001692" y="1108472"/>
                  </a:lnTo>
                  <a:lnTo>
                    <a:pt x="2168500" y="1108472"/>
                  </a:lnTo>
                  <a:lnTo>
                    <a:pt x="2168500" y="1058063"/>
                  </a:lnTo>
                  <a:lnTo>
                    <a:pt x="2585519" y="1058063"/>
                  </a:lnTo>
                  <a:lnTo>
                    <a:pt x="2585519" y="1008654"/>
                  </a:lnTo>
                  <a:lnTo>
                    <a:pt x="3085942" y="1008654"/>
                  </a:lnTo>
                  <a:lnTo>
                    <a:pt x="3085942" y="911931"/>
                  </a:lnTo>
                  <a:lnTo>
                    <a:pt x="3169346" y="911931"/>
                  </a:lnTo>
                  <a:lnTo>
                    <a:pt x="3169346" y="726221"/>
                  </a:lnTo>
                  <a:lnTo>
                    <a:pt x="3336154" y="726221"/>
                  </a:lnTo>
                  <a:lnTo>
                    <a:pt x="3336154" y="678138"/>
                  </a:lnTo>
                  <a:lnTo>
                    <a:pt x="3419557" y="678138"/>
                  </a:lnTo>
                  <a:lnTo>
                    <a:pt x="3419557" y="630741"/>
                  </a:lnTo>
                  <a:lnTo>
                    <a:pt x="4253596" y="630741"/>
                  </a:lnTo>
                  <a:lnTo>
                    <a:pt x="4253596" y="583767"/>
                  </a:lnTo>
                  <a:lnTo>
                    <a:pt x="4587211" y="583767"/>
                  </a:lnTo>
                  <a:lnTo>
                    <a:pt x="4587211" y="537647"/>
                  </a:lnTo>
                  <a:lnTo>
                    <a:pt x="4670615" y="537647"/>
                  </a:lnTo>
                  <a:lnTo>
                    <a:pt x="4670615" y="492268"/>
                  </a:lnTo>
                  <a:lnTo>
                    <a:pt x="4920827" y="492268"/>
                  </a:lnTo>
                  <a:lnTo>
                    <a:pt x="4920827" y="318755"/>
                  </a:lnTo>
                  <a:lnTo>
                    <a:pt x="5004231" y="318755"/>
                  </a:lnTo>
                  <a:lnTo>
                    <a:pt x="5004231" y="272983"/>
                  </a:lnTo>
                  <a:lnTo>
                    <a:pt x="5671461" y="272983"/>
                  </a:lnTo>
                  <a:lnTo>
                    <a:pt x="5671461" y="227891"/>
                  </a:lnTo>
                  <a:lnTo>
                    <a:pt x="6338692" y="227891"/>
                  </a:lnTo>
                  <a:lnTo>
                    <a:pt x="6338692" y="182565"/>
                  </a:lnTo>
                  <a:lnTo>
                    <a:pt x="6672308" y="182565"/>
                  </a:lnTo>
                  <a:lnTo>
                    <a:pt x="6672308" y="45151"/>
                  </a:lnTo>
                  <a:lnTo>
                    <a:pt x="7005923" y="4515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48220"/>
            </a:xfrm>
            <a:custGeom>
              <a:avLst/>
              <a:pathLst>
                <a:path w="7005923" h="2648220">
                  <a:moveTo>
                    <a:pt x="0" y="2648220"/>
                  </a:moveTo>
                  <a:lnTo>
                    <a:pt x="166807" y="2648220"/>
                  </a:lnTo>
                  <a:lnTo>
                    <a:pt x="166807" y="2578340"/>
                  </a:lnTo>
                  <a:lnTo>
                    <a:pt x="250211" y="2578340"/>
                  </a:lnTo>
                  <a:lnTo>
                    <a:pt x="250211" y="2444165"/>
                  </a:lnTo>
                  <a:lnTo>
                    <a:pt x="417019" y="2444165"/>
                  </a:lnTo>
                  <a:lnTo>
                    <a:pt x="417019" y="2373007"/>
                  </a:lnTo>
                  <a:lnTo>
                    <a:pt x="583826" y="2373007"/>
                  </a:lnTo>
                  <a:lnTo>
                    <a:pt x="583826" y="2107538"/>
                  </a:lnTo>
                  <a:lnTo>
                    <a:pt x="667230" y="2107538"/>
                  </a:lnTo>
                  <a:lnTo>
                    <a:pt x="667230" y="2032630"/>
                  </a:lnTo>
                  <a:lnTo>
                    <a:pt x="750634" y="2032630"/>
                  </a:lnTo>
                  <a:lnTo>
                    <a:pt x="750634" y="1884063"/>
                  </a:lnTo>
                  <a:lnTo>
                    <a:pt x="1084250" y="1884063"/>
                  </a:lnTo>
                  <a:lnTo>
                    <a:pt x="1084250" y="1809472"/>
                  </a:lnTo>
                  <a:lnTo>
                    <a:pt x="1167653" y="1809472"/>
                  </a:lnTo>
                  <a:lnTo>
                    <a:pt x="1167653" y="1737323"/>
                  </a:lnTo>
                  <a:lnTo>
                    <a:pt x="1417865" y="1737323"/>
                  </a:lnTo>
                  <a:lnTo>
                    <a:pt x="1417865" y="1598881"/>
                  </a:lnTo>
                  <a:lnTo>
                    <a:pt x="1501269" y="1598881"/>
                  </a:lnTo>
                  <a:lnTo>
                    <a:pt x="1501269" y="1528662"/>
                  </a:lnTo>
                  <a:lnTo>
                    <a:pt x="2001692" y="1528662"/>
                  </a:lnTo>
                  <a:lnTo>
                    <a:pt x="2001692" y="1455925"/>
                  </a:lnTo>
                  <a:lnTo>
                    <a:pt x="2168500" y="1455925"/>
                  </a:lnTo>
                  <a:lnTo>
                    <a:pt x="2168500" y="1384096"/>
                  </a:lnTo>
                  <a:lnTo>
                    <a:pt x="2585519" y="1384096"/>
                  </a:lnTo>
                  <a:lnTo>
                    <a:pt x="2585519" y="1314330"/>
                  </a:lnTo>
                  <a:lnTo>
                    <a:pt x="3085942" y="1314330"/>
                  </a:lnTo>
                  <a:lnTo>
                    <a:pt x="3085942" y="1179472"/>
                  </a:lnTo>
                  <a:lnTo>
                    <a:pt x="3169346" y="1179472"/>
                  </a:lnTo>
                  <a:lnTo>
                    <a:pt x="3169346" y="926401"/>
                  </a:lnTo>
                  <a:lnTo>
                    <a:pt x="3336154" y="926401"/>
                  </a:lnTo>
                  <a:lnTo>
                    <a:pt x="3336154" y="862046"/>
                  </a:lnTo>
                  <a:lnTo>
                    <a:pt x="3419557" y="862046"/>
                  </a:lnTo>
                  <a:lnTo>
                    <a:pt x="3419557" y="799055"/>
                  </a:lnTo>
                  <a:lnTo>
                    <a:pt x="4253596" y="799055"/>
                  </a:lnTo>
                  <a:lnTo>
                    <a:pt x="4253596" y="737055"/>
                  </a:lnTo>
                  <a:lnTo>
                    <a:pt x="4587211" y="737055"/>
                  </a:lnTo>
                  <a:lnTo>
                    <a:pt x="4587211" y="676590"/>
                  </a:lnTo>
                  <a:lnTo>
                    <a:pt x="4670615" y="676590"/>
                  </a:lnTo>
                  <a:lnTo>
                    <a:pt x="4670615" y="617484"/>
                  </a:lnTo>
                  <a:lnTo>
                    <a:pt x="4920827" y="617484"/>
                  </a:lnTo>
                  <a:lnTo>
                    <a:pt x="4920827" y="394946"/>
                  </a:lnTo>
                  <a:lnTo>
                    <a:pt x="5004231" y="394946"/>
                  </a:lnTo>
                  <a:lnTo>
                    <a:pt x="5004231" y="337139"/>
                  </a:lnTo>
                  <a:lnTo>
                    <a:pt x="5671461" y="337139"/>
                  </a:lnTo>
                  <a:lnTo>
                    <a:pt x="5671461" y="280554"/>
                  </a:lnTo>
                  <a:lnTo>
                    <a:pt x="6338692" y="280554"/>
                  </a:lnTo>
                  <a:lnTo>
                    <a:pt x="6338692" y="224033"/>
                  </a:lnTo>
                  <a:lnTo>
                    <a:pt x="6672308" y="224033"/>
                  </a:lnTo>
                  <a:lnTo>
                    <a:pt x="6672308" y="54868"/>
                  </a:lnTo>
                  <a:lnTo>
                    <a:pt x="7005923" y="5486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0544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2705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6355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000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1.79 (95% CI 0.86-3.74), p = 0.121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2026-05-22T09:54:38Z</dcterms:modified>
  <cp:category/>
</cp:coreProperties>
</file>