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5350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996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458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919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381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26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72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18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650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71099"/>
              <a:ext cx="7005923" cy="1967078"/>
            </a:xfrm>
            <a:custGeom>
              <a:avLst/>
              <a:pathLst>
                <a:path w="7005923" h="1967078">
                  <a:moveTo>
                    <a:pt x="0" y="1967078"/>
                  </a:moveTo>
                  <a:lnTo>
                    <a:pt x="166807" y="1967078"/>
                  </a:lnTo>
                  <a:lnTo>
                    <a:pt x="166807" y="1924382"/>
                  </a:lnTo>
                  <a:lnTo>
                    <a:pt x="250211" y="1924382"/>
                  </a:lnTo>
                  <a:lnTo>
                    <a:pt x="250211" y="1840893"/>
                  </a:lnTo>
                  <a:lnTo>
                    <a:pt x="417019" y="1840893"/>
                  </a:lnTo>
                  <a:lnTo>
                    <a:pt x="417019" y="1796975"/>
                  </a:lnTo>
                  <a:lnTo>
                    <a:pt x="583826" y="1796975"/>
                  </a:lnTo>
                  <a:lnTo>
                    <a:pt x="583826" y="1628222"/>
                  </a:lnTo>
                  <a:lnTo>
                    <a:pt x="667230" y="1628222"/>
                  </a:lnTo>
                  <a:lnTo>
                    <a:pt x="667230" y="1577923"/>
                  </a:lnTo>
                  <a:lnTo>
                    <a:pt x="750634" y="1577923"/>
                  </a:lnTo>
                  <a:lnTo>
                    <a:pt x="750634" y="1476288"/>
                  </a:lnTo>
                  <a:lnTo>
                    <a:pt x="1084250" y="1476288"/>
                  </a:lnTo>
                  <a:lnTo>
                    <a:pt x="1084250" y="1423625"/>
                  </a:lnTo>
                  <a:lnTo>
                    <a:pt x="1167653" y="1423625"/>
                  </a:lnTo>
                  <a:lnTo>
                    <a:pt x="1167653" y="1372253"/>
                  </a:lnTo>
                  <a:lnTo>
                    <a:pt x="1417865" y="1372253"/>
                  </a:lnTo>
                  <a:lnTo>
                    <a:pt x="1417865" y="1272666"/>
                  </a:lnTo>
                  <a:lnTo>
                    <a:pt x="1501269" y="1272666"/>
                  </a:lnTo>
                  <a:lnTo>
                    <a:pt x="1501269" y="1221193"/>
                  </a:lnTo>
                  <a:lnTo>
                    <a:pt x="2001692" y="1221193"/>
                  </a:lnTo>
                  <a:lnTo>
                    <a:pt x="2001692" y="1167085"/>
                  </a:lnTo>
                  <a:lnTo>
                    <a:pt x="2168500" y="1167085"/>
                  </a:lnTo>
                  <a:lnTo>
                    <a:pt x="2168500" y="1113019"/>
                  </a:lnTo>
                  <a:lnTo>
                    <a:pt x="2585519" y="1113019"/>
                  </a:lnTo>
                  <a:lnTo>
                    <a:pt x="2585519" y="1060104"/>
                  </a:lnTo>
                  <a:lnTo>
                    <a:pt x="3085942" y="1060104"/>
                  </a:lnTo>
                  <a:lnTo>
                    <a:pt x="3085942" y="956599"/>
                  </a:lnTo>
                  <a:lnTo>
                    <a:pt x="3169346" y="956599"/>
                  </a:lnTo>
                  <a:lnTo>
                    <a:pt x="3169346" y="757569"/>
                  </a:lnTo>
                  <a:lnTo>
                    <a:pt x="3336154" y="757569"/>
                  </a:lnTo>
                  <a:lnTo>
                    <a:pt x="3336154" y="707081"/>
                  </a:lnTo>
                  <a:lnTo>
                    <a:pt x="3419557" y="707081"/>
                  </a:lnTo>
                  <a:lnTo>
                    <a:pt x="3419557" y="657291"/>
                  </a:lnTo>
                  <a:lnTo>
                    <a:pt x="4253596" y="657291"/>
                  </a:lnTo>
                  <a:lnTo>
                    <a:pt x="4253596" y="608223"/>
                  </a:lnTo>
                  <a:lnTo>
                    <a:pt x="4587211" y="608223"/>
                  </a:lnTo>
                  <a:lnTo>
                    <a:pt x="4587211" y="560089"/>
                  </a:lnTo>
                  <a:lnTo>
                    <a:pt x="4670615" y="560089"/>
                  </a:lnTo>
                  <a:lnTo>
                    <a:pt x="4670615" y="512727"/>
                  </a:lnTo>
                  <a:lnTo>
                    <a:pt x="4920827" y="512727"/>
                  </a:lnTo>
                  <a:lnTo>
                    <a:pt x="4920827" y="332176"/>
                  </a:lnTo>
                  <a:lnTo>
                    <a:pt x="5004231" y="332176"/>
                  </a:lnTo>
                  <a:lnTo>
                    <a:pt x="5004231" y="284422"/>
                  </a:lnTo>
                  <a:lnTo>
                    <a:pt x="5671461" y="284422"/>
                  </a:lnTo>
                  <a:lnTo>
                    <a:pt x="5671461" y="237435"/>
                  </a:lnTo>
                  <a:lnTo>
                    <a:pt x="6338692" y="237435"/>
                  </a:lnTo>
                  <a:lnTo>
                    <a:pt x="6338692" y="190106"/>
                  </a:lnTo>
                  <a:lnTo>
                    <a:pt x="6672308" y="190106"/>
                  </a:lnTo>
                  <a:lnTo>
                    <a:pt x="6672308" y="46983"/>
                  </a:lnTo>
                  <a:lnTo>
                    <a:pt x="7005923" y="4698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8853"/>
            </a:xfrm>
            <a:custGeom>
              <a:avLst/>
              <a:pathLst>
                <a:path w="7005923" h="2648853">
                  <a:moveTo>
                    <a:pt x="0" y="2648853"/>
                  </a:moveTo>
                  <a:lnTo>
                    <a:pt x="166807" y="2648853"/>
                  </a:lnTo>
                  <a:lnTo>
                    <a:pt x="166807" y="2579472"/>
                  </a:lnTo>
                  <a:lnTo>
                    <a:pt x="250211" y="2579472"/>
                  </a:lnTo>
                  <a:lnTo>
                    <a:pt x="250211" y="2446481"/>
                  </a:lnTo>
                  <a:lnTo>
                    <a:pt x="417019" y="2446481"/>
                  </a:lnTo>
                  <a:lnTo>
                    <a:pt x="417019" y="2377838"/>
                  </a:lnTo>
                  <a:lnTo>
                    <a:pt x="583826" y="2377838"/>
                  </a:lnTo>
                  <a:lnTo>
                    <a:pt x="583826" y="2121454"/>
                  </a:lnTo>
                  <a:lnTo>
                    <a:pt x="667230" y="2121454"/>
                  </a:lnTo>
                  <a:lnTo>
                    <a:pt x="667230" y="2047052"/>
                  </a:lnTo>
                  <a:lnTo>
                    <a:pt x="750634" y="2047052"/>
                  </a:lnTo>
                  <a:lnTo>
                    <a:pt x="750634" y="1899187"/>
                  </a:lnTo>
                  <a:lnTo>
                    <a:pt x="1084250" y="1899187"/>
                  </a:lnTo>
                  <a:lnTo>
                    <a:pt x="1084250" y="1823773"/>
                  </a:lnTo>
                  <a:lnTo>
                    <a:pt x="1167653" y="1823773"/>
                  </a:lnTo>
                  <a:lnTo>
                    <a:pt x="1167653" y="1750940"/>
                  </a:lnTo>
                  <a:lnTo>
                    <a:pt x="1417865" y="1750940"/>
                  </a:lnTo>
                  <a:lnTo>
                    <a:pt x="1417865" y="1611684"/>
                  </a:lnTo>
                  <a:lnTo>
                    <a:pt x="1501269" y="1611684"/>
                  </a:lnTo>
                  <a:lnTo>
                    <a:pt x="1501269" y="1540648"/>
                  </a:lnTo>
                  <a:lnTo>
                    <a:pt x="2001692" y="1540648"/>
                  </a:lnTo>
                  <a:lnTo>
                    <a:pt x="2001692" y="1466628"/>
                  </a:lnTo>
                  <a:lnTo>
                    <a:pt x="2168500" y="1466628"/>
                  </a:lnTo>
                  <a:lnTo>
                    <a:pt x="2168500" y="1393309"/>
                  </a:lnTo>
                  <a:lnTo>
                    <a:pt x="2585519" y="1393309"/>
                  </a:lnTo>
                  <a:lnTo>
                    <a:pt x="2585519" y="1322149"/>
                  </a:lnTo>
                  <a:lnTo>
                    <a:pt x="3085942" y="1322149"/>
                  </a:lnTo>
                  <a:lnTo>
                    <a:pt x="3085942" y="1184598"/>
                  </a:lnTo>
                  <a:lnTo>
                    <a:pt x="3169346" y="1184598"/>
                  </a:lnTo>
                  <a:lnTo>
                    <a:pt x="3169346" y="925817"/>
                  </a:lnTo>
                  <a:lnTo>
                    <a:pt x="3336154" y="925817"/>
                  </a:lnTo>
                  <a:lnTo>
                    <a:pt x="3336154" y="861301"/>
                  </a:lnTo>
                  <a:lnTo>
                    <a:pt x="3419557" y="861301"/>
                  </a:lnTo>
                  <a:lnTo>
                    <a:pt x="3419557" y="798105"/>
                  </a:lnTo>
                  <a:lnTo>
                    <a:pt x="4253596" y="798105"/>
                  </a:lnTo>
                  <a:lnTo>
                    <a:pt x="4253596" y="736232"/>
                  </a:lnTo>
                  <a:lnTo>
                    <a:pt x="4587211" y="736232"/>
                  </a:lnTo>
                  <a:lnTo>
                    <a:pt x="4587211" y="675921"/>
                  </a:lnTo>
                  <a:lnTo>
                    <a:pt x="4670615" y="675921"/>
                  </a:lnTo>
                  <a:lnTo>
                    <a:pt x="4670615" y="616943"/>
                  </a:lnTo>
                  <a:lnTo>
                    <a:pt x="4920827" y="616943"/>
                  </a:lnTo>
                  <a:lnTo>
                    <a:pt x="4920827" y="395313"/>
                  </a:lnTo>
                  <a:lnTo>
                    <a:pt x="5004231" y="395313"/>
                  </a:lnTo>
                  <a:lnTo>
                    <a:pt x="5004231" y="337516"/>
                  </a:lnTo>
                  <a:lnTo>
                    <a:pt x="5671461" y="337516"/>
                  </a:lnTo>
                  <a:lnTo>
                    <a:pt x="5671461" y="280972"/>
                  </a:lnTo>
                  <a:lnTo>
                    <a:pt x="6338692" y="280972"/>
                  </a:lnTo>
                  <a:lnTo>
                    <a:pt x="6338692" y="224336"/>
                  </a:lnTo>
                  <a:lnTo>
                    <a:pt x="6672308" y="224336"/>
                  </a:lnTo>
                  <a:lnTo>
                    <a:pt x="6672308" y="54981"/>
                  </a:lnTo>
                  <a:lnTo>
                    <a:pt x="7005923" y="549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865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32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788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9250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0.81-3.39), p = 0.164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2026-05-22T10:32:47Z</dcterms:modified>
  <cp:category/>
</cp:coreProperties>
</file>