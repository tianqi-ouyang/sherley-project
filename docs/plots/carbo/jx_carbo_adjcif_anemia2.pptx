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8656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59039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99421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39803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280186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88847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2923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69612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0999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3624523"/>
              <a:ext cx="6876437" cy="1821021"/>
            </a:xfrm>
            <a:custGeom>
              <a:avLst/>
              <a:pathLst>
                <a:path w="6876437" h="1821021">
                  <a:moveTo>
                    <a:pt x="0" y="1821021"/>
                  </a:moveTo>
                  <a:lnTo>
                    <a:pt x="163724" y="1821021"/>
                  </a:lnTo>
                  <a:lnTo>
                    <a:pt x="163724" y="1781501"/>
                  </a:lnTo>
                  <a:lnTo>
                    <a:pt x="245587" y="1781501"/>
                  </a:lnTo>
                  <a:lnTo>
                    <a:pt x="245587" y="1704144"/>
                  </a:lnTo>
                  <a:lnTo>
                    <a:pt x="409311" y="1704144"/>
                  </a:lnTo>
                  <a:lnTo>
                    <a:pt x="409311" y="1663219"/>
                  </a:lnTo>
                  <a:lnTo>
                    <a:pt x="573036" y="1663219"/>
                  </a:lnTo>
                  <a:lnTo>
                    <a:pt x="573036" y="1505330"/>
                  </a:lnTo>
                  <a:lnTo>
                    <a:pt x="654898" y="1505330"/>
                  </a:lnTo>
                  <a:lnTo>
                    <a:pt x="654898" y="1457876"/>
                  </a:lnTo>
                  <a:lnTo>
                    <a:pt x="736761" y="1457876"/>
                  </a:lnTo>
                  <a:lnTo>
                    <a:pt x="736761" y="1362171"/>
                  </a:lnTo>
                  <a:lnTo>
                    <a:pt x="1064210" y="1362171"/>
                  </a:lnTo>
                  <a:lnTo>
                    <a:pt x="1064210" y="1312322"/>
                  </a:lnTo>
                  <a:lnTo>
                    <a:pt x="1146072" y="1312322"/>
                  </a:lnTo>
                  <a:lnTo>
                    <a:pt x="1146072" y="1263748"/>
                  </a:lnTo>
                  <a:lnTo>
                    <a:pt x="1391659" y="1263748"/>
                  </a:lnTo>
                  <a:lnTo>
                    <a:pt x="1391659" y="1169689"/>
                  </a:lnTo>
                  <a:lnTo>
                    <a:pt x="1473522" y="1169689"/>
                  </a:lnTo>
                  <a:lnTo>
                    <a:pt x="1473522" y="1121660"/>
                  </a:lnTo>
                  <a:lnTo>
                    <a:pt x="1964696" y="1121660"/>
                  </a:lnTo>
                  <a:lnTo>
                    <a:pt x="1964696" y="1071361"/>
                  </a:lnTo>
                  <a:lnTo>
                    <a:pt x="2128421" y="1071361"/>
                  </a:lnTo>
                  <a:lnTo>
                    <a:pt x="2128421" y="1021319"/>
                  </a:lnTo>
                  <a:lnTo>
                    <a:pt x="2537732" y="1021319"/>
                  </a:lnTo>
                  <a:lnTo>
                    <a:pt x="2537732" y="972385"/>
                  </a:lnTo>
                  <a:lnTo>
                    <a:pt x="3028906" y="972385"/>
                  </a:lnTo>
                  <a:lnTo>
                    <a:pt x="3028906" y="876964"/>
                  </a:lnTo>
                  <a:lnTo>
                    <a:pt x="3110769" y="876964"/>
                  </a:lnTo>
                  <a:lnTo>
                    <a:pt x="3110769" y="694156"/>
                  </a:lnTo>
                  <a:lnTo>
                    <a:pt x="3274493" y="694156"/>
                  </a:lnTo>
                  <a:lnTo>
                    <a:pt x="3274493" y="647446"/>
                  </a:lnTo>
                  <a:lnTo>
                    <a:pt x="3356356" y="647446"/>
                  </a:lnTo>
                  <a:lnTo>
                    <a:pt x="3356356" y="601473"/>
                  </a:lnTo>
                  <a:lnTo>
                    <a:pt x="4174979" y="601473"/>
                  </a:lnTo>
                  <a:lnTo>
                    <a:pt x="4174979" y="556135"/>
                  </a:lnTo>
                  <a:lnTo>
                    <a:pt x="4502429" y="556135"/>
                  </a:lnTo>
                  <a:lnTo>
                    <a:pt x="4502429" y="511660"/>
                  </a:lnTo>
                  <a:lnTo>
                    <a:pt x="4584291" y="511660"/>
                  </a:lnTo>
                  <a:lnTo>
                    <a:pt x="4584291" y="467958"/>
                  </a:lnTo>
                  <a:lnTo>
                    <a:pt x="4829878" y="467958"/>
                  </a:lnTo>
                  <a:lnTo>
                    <a:pt x="4829878" y="301269"/>
                  </a:lnTo>
                  <a:lnTo>
                    <a:pt x="4911740" y="301269"/>
                  </a:lnTo>
                  <a:lnTo>
                    <a:pt x="4911740" y="257520"/>
                  </a:lnTo>
                  <a:lnTo>
                    <a:pt x="5566639" y="257520"/>
                  </a:lnTo>
                  <a:lnTo>
                    <a:pt x="5566639" y="214521"/>
                  </a:lnTo>
                  <a:lnTo>
                    <a:pt x="6221538" y="214521"/>
                  </a:lnTo>
                  <a:lnTo>
                    <a:pt x="6221538" y="171432"/>
                  </a:lnTo>
                  <a:lnTo>
                    <a:pt x="6548987" y="171432"/>
                  </a:lnTo>
                  <a:lnTo>
                    <a:pt x="6548987" y="42271"/>
                  </a:lnTo>
                  <a:lnTo>
                    <a:pt x="6876437" y="4227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388745"/>
            </a:xfrm>
            <a:custGeom>
              <a:avLst/>
              <a:pathLst>
                <a:path w="6876437" h="2388745">
                  <a:moveTo>
                    <a:pt x="0" y="2388745"/>
                  </a:moveTo>
                  <a:lnTo>
                    <a:pt x="163724" y="2388745"/>
                  </a:lnTo>
                  <a:lnTo>
                    <a:pt x="163724" y="2327089"/>
                  </a:lnTo>
                  <a:lnTo>
                    <a:pt x="245587" y="2327089"/>
                  </a:lnTo>
                  <a:lnTo>
                    <a:pt x="245587" y="2208613"/>
                  </a:lnTo>
                  <a:lnTo>
                    <a:pt x="409311" y="2208613"/>
                  </a:lnTo>
                  <a:lnTo>
                    <a:pt x="409311" y="2147031"/>
                  </a:lnTo>
                  <a:lnTo>
                    <a:pt x="573036" y="2147031"/>
                  </a:lnTo>
                  <a:lnTo>
                    <a:pt x="573036" y="1915680"/>
                  </a:lnTo>
                  <a:lnTo>
                    <a:pt x="654898" y="1915680"/>
                  </a:lnTo>
                  <a:lnTo>
                    <a:pt x="654898" y="1847871"/>
                  </a:lnTo>
                  <a:lnTo>
                    <a:pt x="736761" y="1847871"/>
                  </a:lnTo>
                  <a:lnTo>
                    <a:pt x="736761" y="1713232"/>
                  </a:lnTo>
                  <a:lnTo>
                    <a:pt x="1064210" y="1713232"/>
                  </a:lnTo>
                  <a:lnTo>
                    <a:pt x="1064210" y="1644139"/>
                  </a:lnTo>
                  <a:lnTo>
                    <a:pt x="1146072" y="1644139"/>
                  </a:lnTo>
                  <a:lnTo>
                    <a:pt x="1146072" y="1577446"/>
                  </a:lnTo>
                  <a:lnTo>
                    <a:pt x="1391659" y="1577446"/>
                  </a:lnTo>
                  <a:lnTo>
                    <a:pt x="1391659" y="1449957"/>
                  </a:lnTo>
                  <a:lnTo>
                    <a:pt x="1473522" y="1449957"/>
                  </a:lnTo>
                  <a:lnTo>
                    <a:pt x="1473522" y="1385649"/>
                  </a:lnTo>
                  <a:lnTo>
                    <a:pt x="1964696" y="1385649"/>
                  </a:lnTo>
                  <a:lnTo>
                    <a:pt x="1964696" y="1318842"/>
                  </a:lnTo>
                  <a:lnTo>
                    <a:pt x="2128421" y="1318842"/>
                  </a:lnTo>
                  <a:lnTo>
                    <a:pt x="2128421" y="1252903"/>
                  </a:lnTo>
                  <a:lnTo>
                    <a:pt x="2537732" y="1252903"/>
                  </a:lnTo>
                  <a:lnTo>
                    <a:pt x="2537732" y="1188914"/>
                  </a:lnTo>
                  <a:lnTo>
                    <a:pt x="3028906" y="1188914"/>
                  </a:lnTo>
                  <a:lnTo>
                    <a:pt x="3028906" y="1065465"/>
                  </a:lnTo>
                  <a:lnTo>
                    <a:pt x="3110769" y="1065465"/>
                  </a:lnTo>
                  <a:lnTo>
                    <a:pt x="3110769" y="833545"/>
                  </a:lnTo>
                  <a:lnTo>
                    <a:pt x="3274493" y="833545"/>
                  </a:lnTo>
                  <a:lnTo>
                    <a:pt x="3274493" y="775198"/>
                  </a:lnTo>
                  <a:lnTo>
                    <a:pt x="3356356" y="775198"/>
                  </a:lnTo>
                  <a:lnTo>
                    <a:pt x="3356356" y="718114"/>
                  </a:lnTo>
                  <a:lnTo>
                    <a:pt x="4174979" y="718114"/>
                  </a:lnTo>
                  <a:lnTo>
                    <a:pt x="4174979" y="662148"/>
                  </a:lnTo>
                  <a:lnTo>
                    <a:pt x="4502429" y="662148"/>
                  </a:lnTo>
                  <a:lnTo>
                    <a:pt x="4502429" y="607557"/>
                  </a:lnTo>
                  <a:lnTo>
                    <a:pt x="4584291" y="607557"/>
                  </a:lnTo>
                  <a:lnTo>
                    <a:pt x="4584291" y="554210"/>
                  </a:lnTo>
                  <a:lnTo>
                    <a:pt x="4829878" y="554210"/>
                  </a:lnTo>
                  <a:lnTo>
                    <a:pt x="4829878" y="353310"/>
                  </a:lnTo>
                  <a:lnTo>
                    <a:pt x="4911740" y="353310"/>
                  </a:lnTo>
                  <a:lnTo>
                    <a:pt x="4911740" y="301238"/>
                  </a:lnTo>
                  <a:lnTo>
                    <a:pt x="5566639" y="301238"/>
                  </a:lnTo>
                  <a:lnTo>
                    <a:pt x="5566639" y="250319"/>
                  </a:lnTo>
                  <a:lnTo>
                    <a:pt x="6221538" y="250319"/>
                  </a:lnTo>
                  <a:lnTo>
                    <a:pt x="6221538" y="199545"/>
                  </a:lnTo>
                  <a:lnTo>
                    <a:pt x="6548987" y="199545"/>
                  </a:lnTo>
                  <a:lnTo>
                    <a:pt x="6548987" y="48844"/>
                  </a:lnTo>
                  <a:lnTo>
                    <a:pt x="6876437" y="4884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83750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24132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64514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0489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2026-06-29T11:01:40Z</dcterms:modified>
  <cp:category/>
</cp:coreProperties>
</file>