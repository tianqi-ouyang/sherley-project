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69148"/>
              <a:ext cx="7370972" cy="3309971"/>
            </a:xfrm>
            <a:custGeom>
              <a:avLst/>
              <a:pathLst>
                <a:path w="7370972" h="3309971">
                  <a:moveTo>
                    <a:pt x="0" y="0"/>
                  </a:moveTo>
                  <a:lnTo>
                    <a:pt x="73372" y="103096"/>
                  </a:lnTo>
                  <a:lnTo>
                    <a:pt x="151006" y="208767"/>
                  </a:lnTo>
                  <a:lnTo>
                    <a:pt x="228640" y="311131"/>
                  </a:lnTo>
                  <a:lnTo>
                    <a:pt x="306274" y="410292"/>
                  </a:lnTo>
                  <a:lnTo>
                    <a:pt x="383908" y="506350"/>
                  </a:lnTo>
                  <a:lnTo>
                    <a:pt x="461542" y="599402"/>
                  </a:lnTo>
                  <a:lnTo>
                    <a:pt x="539176" y="689543"/>
                  </a:lnTo>
                  <a:lnTo>
                    <a:pt x="616810" y="776863"/>
                  </a:lnTo>
                  <a:lnTo>
                    <a:pt x="694444" y="861450"/>
                  </a:lnTo>
                  <a:lnTo>
                    <a:pt x="772078" y="943391"/>
                  </a:lnTo>
                  <a:lnTo>
                    <a:pt x="849712" y="1022768"/>
                  </a:lnTo>
                  <a:lnTo>
                    <a:pt x="927346" y="1099660"/>
                  </a:lnTo>
                  <a:lnTo>
                    <a:pt x="1004981" y="1174147"/>
                  </a:lnTo>
                  <a:lnTo>
                    <a:pt x="1082615" y="1246303"/>
                  </a:lnTo>
                  <a:lnTo>
                    <a:pt x="1160249" y="1316201"/>
                  </a:lnTo>
                  <a:lnTo>
                    <a:pt x="1237883" y="1383912"/>
                  </a:lnTo>
                  <a:lnTo>
                    <a:pt x="1315517" y="1449504"/>
                  </a:lnTo>
                  <a:lnTo>
                    <a:pt x="1393151" y="1513043"/>
                  </a:lnTo>
                  <a:lnTo>
                    <a:pt x="1470785" y="1574594"/>
                  </a:lnTo>
                  <a:lnTo>
                    <a:pt x="1548419" y="1634219"/>
                  </a:lnTo>
                  <a:lnTo>
                    <a:pt x="1626053" y="1691979"/>
                  </a:lnTo>
                  <a:lnTo>
                    <a:pt x="1703687" y="1747931"/>
                  </a:lnTo>
                  <a:lnTo>
                    <a:pt x="1781321" y="1802132"/>
                  </a:lnTo>
                  <a:lnTo>
                    <a:pt x="1858955" y="1854637"/>
                  </a:lnTo>
                  <a:lnTo>
                    <a:pt x="1936589" y="1905499"/>
                  </a:lnTo>
                  <a:lnTo>
                    <a:pt x="2014223" y="1954770"/>
                  </a:lnTo>
                  <a:lnTo>
                    <a:pt x="2091857" y="2002499"/>
                  </a:lnTo>
                  <a:lnTo>
                    <a:pt x="2169491" y="2048734"/>
                  </a:lnTo>
                  <a:lnTo>
                    <a:pt x="2247125" y="2093523"/>
                  </a:lnTo>
                  <a:lnTo>
                    <a:pt x="2324759" y="2136910"/>
                  </a:lnTo>
                  <a:lnTo>
                    <a:pt x="2402393" y="2178939"/>
                  </a:lnTo>
                  <a:lnTo>
                    <a:pt x="2480027" y="2219653"/>
                  </a:lnTo>
                  <a:lnTo>
                    <a:pt x="2557661" y="2259093"/>
                  </a:lnTo>
                  <a:lnTo>
                    <a:pt x="2635295" y="2297299"/>
                  </a:lnTo>
                  <a:lnTo>
                    <a:pt x="2712930" y="2334310"/>
                  </a:lnTo>
                  <a:lnTo>
                    <a:pt x="2790564" y="2370162"/>
                  </a:lnTo>
                  <a:lnTo>
                    <a:pt x="2868198" y="2404893"/>
                  </a:lnTo>
                  <a:lnTo>
                    <a:pt x="2945832" y="2438537"/>
                  </a:lnTo>
                  <a:lnTo>
                    <a:pt x="3023466" y="2471128"/>
                  </a:lnTo>
                  <a:lnTo>
                    <a:pt x="3101100" y="2502699"/>
                  </a:lnTo>
                  <a:lnTo>
                    <a:pt x="3178734" y="2533282"/>
                  </a:lnTo>
                  <a:lnTo>
                    <a:pt x="3256368" y="2562908"/>
                  </a:lnTo>
                  <a:lnTo>
                    <a:pt x="3334002" y="2591607"/>
                  </a:lnTo>
                  <a:lnTo>
                    <a:pt x="3411636" y="2607852"/>
                  </a:lnTo>
                  <a:lnTo>
                    <a:pt x="3489270" y="2600104"/>
                  </a:lnTo>
                  <a:lnTo>
                    <a:pt x="3566904" y="2592287"/>
                  </a:lnTo>
                  <a:lnTo>
                    <a:pt x="3644538" y="2584400"/>
                  </a:lnTo>
                  <a:lnTo>
                    <a:pt x="3722172" y="2576444"/>
                  </a:lnTo>
                  <a:lnTo>
                    <a:pt x="3799806" y="2568417"/>
                  </a:lnTo>
                  <a:lnTo>
                    <a:pt x="3877440" y="2560318"/>
                  </a:lnTo>
                  <a:lnTo>
                    <a:pt x="3955074" y="2552147"/>
                  </a:lnTo>
                  <a:lnTo>
                    <a:pt x="4032708" y="2543904"/>
                  </a:lnTo>
                  <a:lnTo>
                    <a:pt x="4110342" y="2535588"/>
                  </a:lnTo>
                  <a:lnTo>
                    <a:pt x="4187976" y="2527197"/>
                  </a:lnTo>
                  <a:lnTo>
                    <a:pt x="4265610" y="2518733"/>
                  </a:lnTo>
                  <a:lnTo>
                    <a:pt x="4343244" y="2510193"/>
                  </a:lnTo>
                  <a:lnTo>
                    <a:pt x="4420879" y="2501577"/>
                  </a:lnTo>
                  <a:lnTo>
                    <a:pt x="4498513" y="2492884"/>
                  </a:lnTo>
                  <a:lnTo>
                    <a:pt x="4576147" y="2484115"/>
                  </a:lnTo>
                  <a:lnTo>
                    <a:pt x="4653781" y="2475267"/>
                  </a:lnTo>
                  <a:lnTo>
                    <a:pt x="4731415" y="2466341"/>
                  </a:lnTo>
                  <a:lnTo>
                    <a:pt x="4809049" y="2457336"/>
                  </a:lnTo>
                  <a:lnTo>
                    <a:pt x="4886683" y="2448250"/>
                  </a:lnTo>
                  <a:lnTo>
                    <a:pt x="4964317" y="2439084"/>
                  </a:lnTo>
                  <a:lnTo>
                    <a:pt x="5041951" y="2429836"/>
                  </a:lnTo>
                  <a:lnTo>
                    <a:pt x="5119585" y="2420507"/>
                  </a:lnTo>
                  <a:lnTo>
                    <a:pt x="5197219" y="2411094"/>
                  </a:lnTo>
                  <a:lnTo>
                    <a:pt x="5274853" y="2401598"/>
                  </a:lnTo>
                  <a:lnTo>
                    <a:pt x="5352487" y="2392017"/>
                  </a:lnTo>
                  <a:lnTo>
                    <a:pt x="5430121" y="2382352"/>
                  </a:lnTo>
                  <a:lnTo>
                    <a:pt x="5507755" y="2372600"/>
                  </a:lnTo>
                  <a:lnTo>
                    <a:pt x="5585389" y="2362762"/>
                  </a:lnTo>
                  <a:lnTo>
                    <a:pt x="5663023" y="2352836"/>
                  </a:lnTo>
                  <a:lnTo>
                    <a:pt x="5740657" y="2342823"/>
                  </a:lnTo>
                  <a:lnTo>
                    <a:pt x="5818291" y="2332720"/>
                  </a:lnTo>
                  <a:lnTo>
                    <a:pt x="5895925" y="2322527"/>
                  </a:lnTo>
                  <a:lnTo>
                    <a:pt x="5973559" y="2312244"/>
                  </a:lnTo>
                  <a:lnTo>
                    <a:pt x="6051193" y="2301870"/>
                  </a:lnTo>
                  <a:lnTo>
                    <a:pt x="6128827" y="2291403"/>
                  </a:lnTo>
                  <a:lnTo>
                    <a:pt x="6206462" y="2280844"/>
                  </a:lnTo>
                  <a:lnTo>
                    <a:pt x="6284096" y="2270191"/>
                  </a:lnTo>
                  <a:lnTo>
                    <a:pt x="6361730" y="2259443"/>
                  </a:lnTo>
                  <a:lnTo>
                    <a:pt x="6439364" y="2248599"/>
                  </a:lnTo>
                  <a:lnTo>
                    <a:pt x="6516998" y="2237660"/>
                  </a:lnTo>
                  <a:lnTo>
                    <a:pt x="6594632" y="2226623"/>
                  </a:lnTo>
                  <a:lnTo>
                    <a:pt x="6672266" y="2215488"/>
                  </a:lnTo>
                  <a:lnTo>
                    <a:pt x="6749900" y="2204254"/>
                  </a:lnTo>
                  <a:lnTo>
                    <a:pt x="6827534" y="2192920"/>
                  </a:lnTo>
                  <a:lnTo>
                    <a:pt x="6905168" y="2181486"/>
                  </a:lnTo>
                  <a:lnTo>
                    <a:pt x="6982802" y="2169950"/>
                  </a:lnTo>
                  <a:lnTo>
                    <a:pt x="7060436" y="2158311"/>
                  </a:lnTo>
                  <a:lnTo>
                    <a:pt x="7138070" y="2146569"/>
                  </a:lnTo>
                  <a:lnTo>
                    <a:pt x="7215704" y="2134723"/>
                  </a:lnTo>
                  <a:lnTo>
                    <a:pt x="7293338" y="2122772"/>
                  </a:lnTo>
                  <a:lnTo>
                    <a:pt x="7370972" y="2110714"/>
                  </a:lnTo>
                  <a:lnTo>
                    <a:pt x="7370972" y="3309971"/>
                  </a:lnTo>
                  <a:lnTo>
                    <a:pt x="7293338" y="3304477"/>
                  </a:lnTo>
                  <a:lnTo>
                    <a:pt x="7215704" y="3298805"/>
                  </a:lnTo>
                  <a:lnTo>
                    <a:pt x="7138070" y="3292950"/>
                  </a:lnTo>
                  <a:lnTo>
                    <a:pt x="7060436" y="3286906"/>
                  </a:lnTo>
                  <a:lnTo>
                    <a:pt x="6982802" y="3280667"/>
                  </a:lnTo>
                  <a:lnTo>
                    <a:pt x="6905168" y="3274226"/>
                  </a:lnTo>
                  <a:lnTo>
                    <a:pt x="6827534" y="3267577"/>
                  </a:lnTo>
                  <a:lnTo>
                    <a:pt x="6749900" y="3260714"/>
                  </a:lnTo>
                  <a:lnTo>
                    <a:pt x="6672266" y="3253628"/>
                  </a:lnTo>
                  <a:lnTo>
                    <a:pt x="6594632" y="3246314"/>
                  </a:lnTo>
                  <a:lnTo>
                    <a:pt x="6516998" y="3238763"/>
                  </a:lnTo>
                  <a:lnTo>
                    <a:pt x="6439364" y="3230969"/>
                  </a:lnTo>
                  <a:lnTo>
                    <a:pt x="6361730" y="3222923"/>
                  </a:lnTo>
                  <a:lnTo>
                    <a:pt x="6284096" y="3214617"/>
                  </a:lnTo>
                  <a:lnTo>
                    <a:pt x="6206462" y="3206042"/>
                  </a:lnTo>
                  <a:lnTo>
                    <a:pt x="6128827" y="3197191"/>
                  </a:lnTo>
                  <a:lnTo>
                    <a:pt x="6051193" y="3188054"/>
                  </a:lnTo>
                  <a:lnTo>
                    <a:pt x="5973559" y="3178621"/>
                  </a:lnTo>
                  <a:lnTo>
                    <a:pt x="5895925" y="3168884"/>
                  </a:lnTo>
                  <a:lnTo>
                    <a:pt x="5818291" y="3158832"/>
                  </a:lnTo>
                  <a:lnTo>
                    <a:pt x="5740657" y="3148456"/>
                  </a:lnTo>
                  <a:lnTo>
                    <a:pt x="5663023" y="3137744"/>
                  </a:lnTo>
                  <a:lnTo>
                    <a:pt x="5585389" y="3126687"/>
                  </a:lnTo>
                  <a:lnTo>
                    <a:pt x="5507755" y="3115272"/>
                  </a:lnTo>
                  <a:lnTo>
                    <a:pt x="5430121" y="3103488"/>
                  </a:lnTo>
                  <a:lnTo>
                    <a:pt x="5352487" y="3091324"/>
                  </a:lnTo>
                  <a:lnTo>
                    <a:pt x="5274853" y="3078767"/>
                  </a:lnTo>
                  <a:lnTo>
                    <a:pt x="5197219" y="3065805"/>
                  </a:lnTo>
                  <a:lnTo>
                    <a:pt x="5119585" y="3052423"/>
                  </a:lnTo>
                  <a:lnTo>
                    <a:pt x="5041951" y="3038610"/>
                  </a:lnTo>
                  <a:lnTo>
                    <a:pt x="4964317" y="3024350"/>
                  </a:lnTo>
                  <a:lnTo>
                    <a:pt x="4886683" y="3009629"/>
                  </a:lnTo>
                  <a:lnTo>
                    <a:pt x="4809049" y="2994433"/>
                  </a:lnTo>
                  <a:lnTo>
                    <a:pt x="4731415" y="2978746"/>
                  </a:lnTo>
                  <a:lnTo>
                    <a:pt x="4653781" y="2962553"/>
                  </a:lnTo>
                  <a:lnTo>
                    <a:pt x="4576147" y="2945836"/>
                  </a:lnTo>
                  <a:lnTo>
                    <a:pt x="4498513" y="2928579"/>
                  </a:lnTo>
                  <a:lnTo>
                    <a:pt x="4420879" y="2910765"/>
                  </a:lnTo>
                  <a:lnTo>
                    <a:pt x="4343244" y="2892376"/>
                  </a:lnTo>
                  <a:lnTo>
                    <a:pt x="4265610" y="2873392"/>
                  </a:lnTo>
                  <a:lnTo>
                    <a:pt x="4187976" y="2853795"/>
                  </a:lnTo>
                  <a:lnTo>
                    <a:pt x="4110342" y="2833565"/>
                  </a:lnTo>
                  <a:lnTo>
                    <a:pt x="4032708" y="2812682"/>
                  </a:lnTo>
                  <a:lnTo>
                    <a:pt x="3955074" y="2791124"/>
                  </a:lnTo>
                  <a:lnTo>
                    <a:pt x="3877440" y="2768870"/>
                  </a:lnTo>
                  <a:lnTo>
                    <a:pt x="3799806" y="2745897"/>
                  </a:lnTo>
                  <a:lnTo>
                    <a:pt x="3722172" y="2722181"/>
                  </a:lnTo>
                  <a:lnTo>
                    <a:pt x="3644538" y="2697700"/>
                  </a:lnTo>
                  <a:lnTo>
                    <a:pt x="3566904" y="2672428"/>
                  </a:lnTo>
                  <a:lnTo>
                    <a:pt x="3489270" y="2646340"/>
                  </a:lnTo>
                  <a:lnTo>
                    <a:pt x="3411636" y="2619408"/>
                  </a:lnTo>
                  <a:lnTo>
                    <a:pt x="3334002" y="2615533"/>
                  </a:lnTo>
                  <a:lnTo>
                    <a:pt x="3256368" y="2623145"/>
                  </a:lnTo>
                  <a:lnTo>
                    <a:pt x="3178734" y="2630690"/>
                  </a:lnTo>
                  <a:lnTo>
                    <a:pt x="3101100" y="2638169"/>
                  </a:lnTo>
                  <a:lnTo>
                    <a:pt x="3023466" y="2645583"/>
                  </a:lnTo>
                  <a:lnTo>
                    <a:pt x="2945832" y="2652930"/>
                  </a:lnTo>
                  <a:lnTo>
                    <a:pt x="2868198" y="2660214"/>
                  </a:lnTo>
                  <a:lnTo>
                    <a:pt x="2790564" y="2667433"/>
                  </a:lnTo>
                  <a:lnTo>
                    <a:pt x="2712930" y="2674588"/>
                  </a:lnTo>
                  <a:lnTo>
                    <a:pt x="2635295" y="2681680"/>
                  </a:lnTo>
                  <a:lnTo>
                    <a:pt x="2557661" y="2688710"/>
                  </a:lnTo>
                  <a:lnTo>
                    <a:pt x="2480027" y="2695679"/>
                  </a:lnTo>
                  <a:lnTo>
                    <a:pt x="2402393" y="2702585"/>
                  </a:lnTo>
                  <a:lnTo>
                    <a:pt x="2324759" y="2709431"/>
                  </a:lnTo>
                  <a:lnTo>
                    <a:pt x="2247125" y="2716217"/>
                  </a:lnTo>
                  <a:lnTo>
                    <a:pt x="2169491" y="2722943"/>
                  </a:lnTo>
                  <a:lnTo>
                    <a:pt x="2091857" y="2729609"/>
                  </a:lnTo>
                  <a:lnTo>
                    <a:pt x="2014223" y="2736217"/>
                  </a:lnTo>
                  <a:lnTo>
                    <a:pt x="1936589" y="2742767"/>
                  </a:lnTo>
                  <a:lnTo>
                    <a:pt x="1858955" y="2749259"/>
                  </a:lnTo>
                  <a:lnTo>
                    <a:pt x="1781321" y="2755694"/>
                  </a:lnTo>
                  <a:lnTo>
                    <a:pt x="1703687" y="2762072"/>
                  </a:lnTo>
                  <a:lnTo>
                    <a:pt x="1626053" y="2768395"/>
                  </a:lnTo>
                  <a:lnTo>
                    <a:pt x="1548419" y="2774661"/>
                  </a:lnTo>
                  <a:lnTo>
                    <a:pt x="1470785" y="2780872"/>
                  </a:lnTo>
                  <a:lnTo>
                    <a:pt x="1393151" y="2787029"/>
                  </a:lnTo>
                  <a:lnTo>
                    <a:pt x="1315517" y="2793131"/>
                  </a:lnTo>
                  <a:lnTo>
                    <a:pt x="1237883" y="2799180"/>
                  </a:lnTo>
                  <a:lnTo>
                    <a:pt x="1160249" y="2805175"/>
                  </a:lnTo>
                  <a:lnTo>
                    <a:pt x="1082615" y="2811118"/>
                  </a:lnTo>
                  <a:lnTo>
                    <a:pt x="1004981" y="2817008"/>
                  </a:lnTo>
                  <a:lnTo>
                    <a:pt x="927346" y="2822846"/>
                  </a:lnTo>
                  <a:lnTo>
                    <a:pt x="849712" y="2828633"/>
                  </a:lnTo>
                  <a:lnTo>
                    <a:pt x="772078" y="2834369"/>
                  </a:lnTo>
                  <a:lnTo>
                    <a:pt x="694444" y="2840055"/>
                  </a:lnTo>
                  <a:lnTo>
                    <a:pt x="616810" y="2845690"/>
                  </a:lnTo>
                  <a:lnTo>
                    <a:pt x="539176" y="2851276"/>
                  </a:lnTo>
                  <a:lnTo>
                    <a:pt x="461542" y="2856813"/>
                  </a:lnTo>
                  <a:lnTo>
                    <a:pt x="383908" y="2862301"/>
                  </a:lnTo>
                  <a:lnTo>
                    <a:pt x="306274" y="2867740"/>
                  </a:lnTo>
                  <a:lnTo>
                    <a:pt x="228640" y="2873132"/>
                  </a:lnTo>
                  <a:lnTo>
                    <a:pt x="151006" y="2878476"/>
                  </a:lnTo>
                  <a:lnTo>
                    <a:pt x="73372" y="2883773"/>
                  </a:lnTo>
                  <a:lnTo>
                    <a:pt x="0" y="28887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069148"/>
              <a:ext cx="7370972" cy="2607852"/>
            </a:xfrm>
            <a:custGeom>
              <a:avLst/>
              <a:pathLst>
                <a:path w="7370972" h="2607852">
                  <a:moveTo>
                    <a:pt x="0" y="0"/>
                  </a:moveTo>
                  <a:lnTo>
                    <a:pt x="73372" y="103096"/>
                  </a:lnTo>
                  <a:lnTo>
                    <a:pt x="151006" y="208767"/>
                  </a:lnTo>
                  <a:lnTo>
                    <a:pt x="228640" y="311131"/>
                  </a:lnTo>
                  <a:lnTo>
                    <a:pt x="306274" y="410292"/>
                  </a:lnTo>
                  <a:lnTo>
                    <a:pt x="383908" y="506350"/>
                  </a:lnTo>
                  <a:lnTo>
                    <a:pt x="461542" y="599402"/>
                  </a:lnTo>
                  <a:lnTo>
                    <a:pt x="539176" y="689543"/>
                  </a:lnTo>
                  <a:lnTo>
                    <a:pt x="616810" y="776863"/>
                  </a:lnTo>
                  <a:lnTo>
                    <a:pt x="694444" y="861450"/>
                  </a:lnTo>
                  <a:lnTo>
                    <a:pt x="772078" y="943391"/>
                  </a:lnTo>
                  <a:lnTo>
                    <a:pt x="849712" y="1022768"/>
                  </a:lnTo>
                  <a:lnTo>
                    <a:pt x="927346" y="1099660"/>
                  </a:lnTo>
                  <a:lnTo>
                    <a:pt x="1004981" y="1174147"/>
                  </a:lnTo>
                  <a:lnTo>
                    <a:pt x="1082615" y="1246303"/>
                  </a:lnTo>
                  <a:lnTo>
                    <a:pt x="1160249" y="1316201"/>
                  </a:lnTo>
                  <a:lnTo>
                    <a:pt x="1237883" y="1383912"/>
                  </a:lnTo>
                  <a:lnTo>
                    <a:pt x="1315517" y="1449504"/>
                  </a:lnTo>
                  <a:lnTo>
                    <a:pt x="1393151" y="1513043"/>
                  </a:lnTo>
                  <a:lnTo>
                    <a:pt x="1470785" y="1574594"/>
                  </a:lnTo>
                  <a:lnTo>
                    <a:pt x="1548419" y="1634219"/>
                  </a:lnTo>
                  <a:lnTo>
                    <a:pt x="1626053" y="1691979"/>
                  </a:lnTo>
                  <a:lnTo>
                    <a:pt x="1703687" y="1747931"/>
                  </a:lnTo>
                  <a:lnTo>
                    <a:pt x="1781321" y="1802132"/>
                  </a:lnTo>
                  <a:lnTo>
                    <a:pt x="1858955" y="1854637"/>
                  </a:lnTo>
                  <a:lnTo>
                    <a:pt x="1936589" y="1905499"/>
                  </a:lnTo>
                  <a:lnTo>
                    <a:pt x="2014223" y="1954770"/>
                  </a:lnTo>
                  <a:lnTo>
                    <a:pt x="2091857" y="2002499"/>
                  </a:lnTo>
                  <a:lnTo>
                    <a:pt x="2169491" y="2048734"/>
                  </a:lnTo>
                  <a:lnTo>
                    <a:pt x="2247125" y="2093523"/>
                  </a:lnTo>
                  <a:lnTo>
                    <a:pt x="2324759" y="2136910"/>
                  </a:lnTo>
                  <a:lnTo>
                    <a:pt x="2402393" y="2178939"/>
                  </a:lnTo>
                  <a:lnTo>
                    <a:pt x="2480027" y="2219653"/>
                  </a:lnTo>
                  <a:lnTo>
                    <a:pt x="2557661" y="2259093"/>
                  </a:lnTo>
                  <a:lnTo>
                    <a:pt x="2635295" y="2297299"/>
                  </a:lnTo>
                  <a:lnTo>
                    <a:pt x="2712930" y="2334310"/>
                  </a:lnTo>
                  <a:lnTo>
                    <a:pt x="2790564" y="2370162"/>
                  </a:lnTo>
                  <a:lnTo>
                    <a:pt x="2868198" y="2404893"/>
                  </a:lnTo>
                  <a:lnTo>
                    <a:pt x="2945832" y="2438537"/>
                  </a:lnTo>
                  <a:lnTo>
                    <a:pt x="3023466" y="2471128"/>
                  </a:lnTo>
                  <a:lnTo>
                    <a:pt x="3101100" y="2502699"/>
                  </a:lnTo>
                  <a:lnTo>
                    <a:pt x="3178734" y="2533282"/>
                  </a:lnTo>
                  <a:lnTo>
                    <a:pt x="3256368" y="2562908"/>
                  </a:lnTo>
                  <a:lnTo>
                    <a:pt x="3334002" y="2591607"/>
                  </a:lnTo>
                  <a:lnTo>
                    <a:pt x="3411636" y="2607852"/>
                  </a:lnTo>
                  <a:lnTo>
                    <a:pt x="3489270" y="2600104"/>
                  </a:lnTo>
                  <a:lnTo>
                    <a:pt x="3566904" y="2592287"/>
                  </a:lnTo>
                  <a:lnTo>
                    <a:pt x="3644538" y="2584400"/>
                  </a:lnTo>
                  <a:lnTo>
                    <a:pt x="3722172" y="2576444"/>
                  </a:lnTo>
                  <a:lnTo>
                    <a:pt x="3799806" y="2568417"/>
                  </a:lnTo>
                  <a:lnTo>
                    <a:pt x="3877440" y="2560318"/>
                  </a:lnTo>
                  <a:lnTo>
                    <a:pt x="3955074" y="2552147"/>
                  </a:lnTo>
                  <a:lnTo>
                    <a:pt x="4032708" y="2543904"/>
                  </a:lnTo>
                  <a:lnTo>
                    <a:pt x="4110342" y="2535588"/>
                  </a:lnTo>
                  <a:lnTo>
                    <a:pt x="4187976" y="2527197"/>
                  </a:lnTo>
                  <a:lnTo>
                    <a:pt x="4265610" y="2518733"/>
                  </a:lnTo>
                  <a:lnTo>
                    <a:pt x="4343244" y="2510193"/>
                  </a:lnTo>
                  <a:lnTo>
                    <a:pt x="4420879" y="2501577"/>
                  </a:lnTo>
                  <a:lnTo>
                    <a:pt x="4498513" y="2492884"/>
                  </a:lnTo>
                  <a:lnTo>
                    <a:pt x="4576147" y="2484115"/>
                  </a:lnTo>
                  <a:lnTo>
                    <a:pt x="4653781" y="2475267"/>
                  </a:lnTo>
                  <a:lnTo>
                    <a:pt x="4731415" y="2466341"/>
                  </a:lnTo>
                  <a:lnTo>
                    <a:pt x="4809049" y="2457336"/>
                  </a:lnTo>
                  <a:lnTo>
                    <a:pt x="4886683" y="2448250"/>
                  </a:lnTo>
                  <a:lnTo>
                    <a:pt x="4964317" y="2439084"/>
                  </a:lnTo>
                  <a:lnTo>
                    <a:pt x="5041951" y="2429836"/>
                  </a:lnTo>
                  <a:lnTo>
                    <a:pt x="5119585" y="2420507"/>
                  </a:lnTo>
                  <a:lnTo>
                    <a:pt x="5197219" y="2411094"/>
                  </a:lnTo>
                  <a:lnTo>
                    <a:pt x="5274853" y="2401598"/>
                  </a:lnTo>
                  <a:lnTo>
                    <a:pt x="5352487" y="2392017"/>
                  </a:lnTo>
                  <a:lnTo>
                    <a:pt x="5430121" y="2382352"/>
                  </a:lnTo>
                  <a:lnTo>
                    <a:pt x="5507755" y="2372600"/>
                  </a:lnTo>
                  <a:lnTo>
                    <a:pt x="5585389" y="2362762"/>
                  </a:lnTo>
                  <a:lnTo>
                    <a:pt x="5663023" y="2352836"/>
                  </a:lnTo>
                  <a:lnTo>
                    <a:pt x="5740657" y="2342823"/>
                  </a:lnTo>
                  <a:lnTo>
                    <a:pt x="5818291" y="2332720"/>
                  </a:lnTo>
                  <a:lnTo>
                    <a:pt x="5895925" y="2322527"/>
                  </a:lnTo>
                  <a:lnTo>
                    <a:pt x="5973559" y="2312244"/>
                  </a:lnTo>
                  <a:lnTo>
                    <a:pt x="6051193" y="2301870"/>
                  </a:lnTo>
                  <a:lnTo>
                    <a:pt x="6128827" y="2291403"/>
                  </a:lnTo>
                  <a:lnTo>
                    <a:pt x="6206462" y="2280844"/>
                  </a:lnTo>
                  <a:lnTo>
                    <a:pt x="6284096" y="2270191"/>
                  </a:lnTo>
                  <a:lnTo>
                    <a:pt x="6361730" y="2259443"/>
                  </a:lnTo>
                  <a:lnTo>
                    <a:pt x="6439364" y="2248599"/>
                  </a:lnTo>
                  <a:lnTo>
                    <a:pt x="6516998" y="2237660"/>
                  </a:lnTo>
                  <a:lnTo>
                    <a:pt x="6594632" y="2226623"/>
                  </a:lnTo>
                  <a:lnTo>
                    <a:pt x="6672266" y="2215488"/>
                  </a:lnTo>
                  <a:lnTo>
                    <a:pt x="6749900" y="2204254"/>
                  </a:lnTo>
                  <a:lnTo>
                    <a:pt x="6827534" y="2192920"/>
                  </a:lnTo>
                  <a:lnTo>
                    <a:pt x="6905168" y="2181486"/>
                  </a:lnTo>
                  <a:lnTo>
                    <a:pt x="6982802" y="2169950"/>
                  </a:lnTo>
                  <a:lnTo>
                    <a:pt x="7060436" y="2158311"/>
                  </a:lnTo>
                  <a:lnTo>
                    <a:pt x="7138070" y="2146569"/>
                  </a:lnTo>
                  <a:lnTo>
                    <a:pt x="7215704" y="2134723"/>
                  </a:lnTo>
                  <a:lnTo>
                    <a:pt x="7293338" y="2122772"/>
                  </a:lnTo>
                  <a:lnTo>
                    <a:pt x="7370972" y="2110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4681"/>
              <a:ext cx="7370972" cy="694438"/>
            </a:xfrm>
            <a:custGeom>
              <a:avLst/>
              <a:pathLst>
                <a:path w="7370972" h="694438">
                  <a:moveTo>
                    <a:pt x="7370972" y="694438"/>
                  </a:moveTo>
                  <a:lnTo>
                    <a:pt x="7293338" y="688944"/>
                  </a:lnTo>
                  <a:lnTo>
                    <a:pt x="7215704" y="683272"/>
                  </a:lnTo>
                  <a:lnTo>
                    <a:pt x="7138070" y="677417"/>
                  </a:lnTo>
                  <a:lnTo>
                    <a:pt x="7060436" y="671373"/>
                  </a:lnTo>
                  <a:lnTo>
                    <a:pt x="6982802" y="665134"/>
                  </a:lnTo>
                  <a:lnTo>
                    <a:pt x="6905168" y="658693"/>
                  </a:lnTo>
                  <a:lnTo>
                    <a:pt x="6827534" y="652044"/>
                  </a:lnTo>
                  <a:lnTo>
                    <a:pt x="6749900" y="645180"/>
                  </a:lnTo>
                  <a:lnTo>
                    <a:pt x="6672266" y="638095"/>
                  </a:lnTo>
                  <a:lnTo>
                    <a:pt x="6594632" y="630781"/>
                  </a:lnTo>
                  <a:lnTo>
                    <a:pt x="6516998" y="623230"/>
                  </a:lnTo>
                  <a:lnTo>
                    <a:pt x="6439364" y="615436"/>
                  </a:lnTo>
                  <a:lnTo>
                    <a:pt x="6361730" y="607390"/>
                  </a:lnTo>
                  <a:lnTo>
                    <a:pt x="6284096" y="599084"/>
                  </a:lnTo>
                  <a:lnTo>
                    <a:pt x="6206462" y="590509"/>
                  </a:lnTo>
                  <a:lnTo>
                    <a:pt x="6128827" y="581658"/>
                  </a:lnTo>
                  <a:lnTo>
                    <a:pt x="6051193" y="572521"/>
                  </a:lnTo>
                  <a:lnTo>
                    <a:pt x="5973559" y="563088"/>
                  </a:lnTo>
                  <a:lnTo>
                    <a:pt x="5895925" y="553351"/>
                  </a:lnTo>
                  <a:lnTo>
                    <a:pt x="5818291" y="543299"/>
                  </a:lnTo>
                  <a:lnTo>
                    <a:pt x="5740657" y="532923"/>
                  </a:lnTo>
                  <a:lnTo>
                    <a:pt x="5663023" y="522211"/>
                  </a:lnTo>
                  <a:lnTo>
                    <a:pt x="5585389" y="511154"/>
                  </a:lnTo>
                  <a:lnTo>
                    <a:pt x="5507755" y="499739"/>
                  </a:lnTo>
                  <a:lnTo>
                    <a:pt x="5430121" y="487955"/>
                  </a:lnTo>
                  <a:lnTo>
                    <a:pt x="5352487" y="475791"/>
                  </a:lnTo>
                  <a:lnTo>
                    <a:pt x="5274853" y="463234"/>
                  </a:lnTo>
                  <a:lnTo>
                    <a:pt x="5197219" y="450272"/>
                  </a:lnTo>
                  <a:lnTo>
                    <a:pt x="5119585" y="436890"/>
                  </a:lnTo>
                  <a:lnTo>
                    <a:pt x="5041951" y="423076"/>
                  </a:lnTo>
                  <a:lnTo>
                    <a:pt x="4964317" y="408817"/>
                  </a:lnTo>
                  <a:lnTo>
                    <a:pt x="4886683" y="394096"/>
                  </a:lnTo>
                  <a:lnTo>
                    <a:pt x="4809049" y="378900"/>
                  </a:lnTo>
                  <a:lnTo>
                    <a:pt x="4731415" y="363213"/>
                  </a:lnTo>
                  <a:lnTo>
                    <a:pt x="4653781" y="347020"/>
                  </a:lnTo>
                  <a:lnTo>
                    <a:pt x="4576147" y="330303"/>
                  </a:lnTo>
                  <a:lnTo>
                    <a:pt x="4498513" y="313046"/>
                  </a:lnTo>
                  <a:lnTo>
                    <a:pt x="4420879" y="295232"/>
                  </a:lnTo>
                  <a:lnTo>
                    <a:pt x="4343244" y="276842"/>
                  </a:lnTo>
                  <a:lnTo>
                    <a:pt x="4265610" y="257859"/>
                  </a:lnTo>
                  <a:lnTo>
                    <a:pt x="4187976" y="238262"/>
                  </a:lnTo>
                  <a:lnTo>
                    <a:pt x="4110342" y="218032"/>
                  </a:lnTo>
                  <a:lnTo>
                    <a:pt x="4032708" y="197149"/>
                  </a:lnTo>
                  <a:lnTo>
                    <a:pt x="3955074" y="175591"/>
                  </a:lnTo>
                  <a:lnTo>
                    <a:pt x="3877440" y="153337"/>
                  </a:lnTo>
                  <a:lnTo>
                    <a:pt x="3799806" y="130364"/>
                  </a:lnTo>
                  <a:lnTo>
                    <a:pt x="3722172" y="106648"/>
                  </a:lnTo>
                  <a:lnTo>
                    <a:pt x="3644538" y="82167"/>
                  </a:lnTo>
                  <a:lnTo>
                    <a:pt x="3566904" y="56895"/>
                  </a:lnTo>
                  <a:lnTo>
                    <a:pt x="3489270" y="30806"/>
                  </a:lnTo>
                  <a:lnTo>
                    <a:pt x="3411636" y="3875"/>
                  </a:lnTo>
                  <a:lnTo>
                    <a:pt x="3334002" y="0"/>
                  </a:lnTo>
                  <a:lnTo>
                    <a:pt x="3256368" y="7612"/>
                  </a:lnTo>
                  <a:lnTo>
                    <a:pt x="3178734" y="15157"/>
                  </a:lnTo>
                  <a:lnTo>
                    <a:pt x="3101100" y="22636"/>
                  </a:lnTo>
                  <a:lnTo>
                    <a:pt x="3023466" y="30049"/>
                  </a:lnTo>
                  <a:lnTo>
                    <a:pt x="2945832" y="37397"/>
                  </a:lnTo>
                  <a:lnTo>
                    <a:pt x="2868198" y="44680"/>
                  </a:lnTo>
                  <a:lnTo>
                    <a:pt x="2790564" y="51900"/>
                  </a:lnTo>
                  <a:lnTo>
                    <a:pt x="2712930" y="59055"/>
                  </a:lnTo>
                  <a:lnTo>
                    <a:pt x="2635295" y="66147"/>
                  </a:lnTo>
                  <a:lnTo>
                    <a:pt x="2557661" y="73177"/>
                  </a:lnTo>
                  <a:lnTo>
                    <a:pt x="2480027" y="80145"/>
                  </a:lnTo>
                  <a:lnTo>
                    <a:pt x="2402393" y="87052"/>
                  </a:lnTo>
                  <a:lnTo>
                    <a:pt x="2324759" y="93898"/>
                  </a:lnTo>
                  <a:lnTo>
                    <a:pt x="2247125" y="100684"/>
                  </a:lnTo>
                  <a:lnTo>
                    <a:pt x="2169491" y="107410"/>
                  </a:lnTo>
                  <a:lnTo>
                    <a:pt x="2091857" y="114076"/>
                  </a:lnTo>
                  <a:lnTo>
                    <a:pt x="2014223" y="120684"/>
                  </a:lnTo>
                  <a:lnTo>
                    <a:pt x="1936589" y="127234"/>
                  </a:lnTo>
                  <a:lnTo>
                    <a:pt x="1858955" y="133726"/>
                  </a:lnTo>
                  <a:lnTo>
                    <a:pt x="1781321" y="140161"/>
                  </a:lnTo>
                  <a:lnTo>
                    <a:pt x="1703687" y="146539"/>
                  </a:lnTo>
                  <a:lnTo>
                    <a:pt x="1626053" y="152862"/>
                  </a:lnTo>
                  <a:lnTo>
                    <a:pt x="1548419" y="159128"/>
                  </a:lnTo>
                  <a:lnTo>
                    <a:pt x="1470785" y="165339"/>
                  </a:lnTo>
                  <a:lnTo>
                    <a:pt x="1393151" y="171496"/>
                  </a:lnTo>
                  <a:lnTo>
                    <a:pt x="1315517" y="177598"/>
                  </a:lnTo>
                  <a:lnTo>
                    <a:pt x="1237883" y="183647"/>
                  </a:lnTo>
                  <a:lnTo>
                    <a:pt x="1160249" y="189642"/>
                  </a:lnTo>
                  <a:lnTo>
                    <a:pt x="1082615" y="195585"/>
                  </a:lnTo>
                  <a:lnTo>
                    <a:pt x="1004981" y="201475"/>
                  </a:lnTo>
                  <a:lnTo>
                    <a:pt x="927346" y="207313"/>
                  </a:lnTo>
                  <a:lnTo>
                    <a:pt x="849712" y="213100"/>
                  </a:lnTo>
                  <a:lnTo>
                    <a:pt x="772078" y="218836"/>
                  </a:lnTo>
                  <a:lnTo>
                    <a:pt x="694444" y="224522"/>
                  </a:lnTo>
                  <a:lnTo>
                    <a:pt x="616810" y="230157"/>
                  </a:lnTo>
                  <a:lnTo>
                    <a:pt x="539176" y="235743"/>
                  </a:lnTo>
                  <a:lnTo>
                    <a:pt x="461542" y="241280"/>
                  </a:lnTo>
                  <a:lnTo>
                    <a:pt x="383908" y="246768"/>
                  </a:lnTo>
                  <a:lnTo>
                    <a:pt x="306274" y="252207"/>
                  </a:lnTo>
                  <a:lnTo>
                    <a:pt x="228640" y="257599"/>
                  </a:lnTo>
                  <a:lnTo>
                    <a:pt x="151006" y="262943"/>
                  </a:lnTo>
                  <a:lnTo>
                    <a:pt x="73372" y="268240"/>
                  </a:lnTo>
                  <a:lnTo>
                    <a:pt x="0" y="273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14706"/>
              <a:ext cx="7370972" cy="951895"/>
            </a:xfrm>
            <a:custGeom>
              <a:avLst/>
              <a:pathLst>
                <a:path w="7370972" h="951895">
                  <a:moveTo>
                    <a:pt x="0" y="0"/>
                  </a:moveTo>
                  <a:lnTo>
                    <a:pt x="73372" y="15476"/>
                  </a:lnTo>
                  <a:lnTo>
                    <a:pt x="151006" y="31664"/>
                  </a:lnTo>
                  <a:lnTo>
                    <a:pt x="228640" y="47668"/>
                  </a:lnTo>
                  <a:lnTo>
                    <a:pt x="306274" y="63489"/>
                  </a:lnTo>
                  <a:lnTo>
                    <a:pt x="383908" y="79130"/>
                  </a:lnTo>
                  <a:lnTo>
                    <a:pt x="461542" y="94592"/>
                  </a:lnTo>
                  <a:lnTo>
                    <a:pt x="539176" y="109878"/>
                  </a:lnTo>
                  <a:lnTo>
                    <a:pt x="616810" y="124989"/>
                  </a:lnTo>
                  <a:lnTo>
                    <a:pt x="694444" y="139928"/>
                  </a:lnTo>
                  <a:lnTo>
                    <a:pt x="772078" y="154697"/>
                  </a:lnTo>
                  <a:lnTo>
                    <a:pt x="849712" y="169297"/>
                  </a:lnTo>
                  <a:lnTo>
                    <a:pt x="927346" y="183731"/>
                  </a:lnTo>
                  <a:lnTo>
                    <a:pt x="1004981" y="198000"/>
                  </a:lnTo>
                  <a:lnTo>
                    <a:pt x="1082615" y="212106"/>
                  </a:lnTo>
                  <a:lnTo>
                    <a:pt x="1160249" y="226051"/>
                  </a:lnTo>
                  <a:lnTo>
                    <a:pt x="1237883" y="239837"/>
                  </a:lnTo>
                  <a:lnTo>
                    <a:pt x="1315517" y="253466"/>
                  </a:lnTo>
                  <a:lnTo>
                    <a:pt x="1393151" y="266939"/>
                  </a:lnTo>
                  <a:lnTo>
                    <a:pt x="1470785" y="280259"/>
                  </a:lnTo>
                  <a:lnTo>
                    <a:pt x="1548419" y="293427"/>
                  </a:lnTo>
                  <a:lnTo>
                    <a:pt x="1626053" y="306444"/>
                  </a:lnTo>
                  <a:lnTo>
                    <a:pt x="1703687" y="319313"/>
                  </a:lnTo>
                  <a:lnTo>
                    <a:pt x="1781321" y="332035"/>
                  </a:lnTo>
                  <a:lnTo>
                    <a:pt x="1858955" y="344612"/>
                  </a:lnTo>
                  <a:lnTo>
                    <a:pt x="1936589" y="357046"/>
                  </a:lnTo>
                  <a:lnTo>
                    <a:pt x="2014223" y="369338"/>
                  </a:lnTo>
                  <a:lnTo>
                    <a:pt x="2091857" y="381489"/>
                  </a:lnTo>
                  <a:lnTo>
                    <a:pt x="2169491" y="393502"/>
                  </a:lnTo>
                  <a:lnTo>
                    <a:pt x="2247125" y="405378"/>
                  </a:lnTo>
                  <a:lnTo>
                    <a:pt x="2324759" y="417118"/>
                  </a:lnTo>
                  <a:lnTo>
                    <a:pt x="2402393" y="428725"/>
                  </a:lnTo>
                  <a:lnTo>
                    <a:pt x="2480027" y="440199"/>
                  </a:lnTo>
                  <a:lnTo>
                    <a:pt x="2557661" y="451542"/>
                  </a:lnTo>
                  <a:lnTo>
                    <a:pt x="2635295" y="462756"/>
                  </a:lnTo>
                  <a:lnTo>
                    <a:pt x="2712930" y="473841"/>
                  </a:lnTo>
                  <a:lnTo>
                    <a:pt x="2790564" y="484801"/>
                  </a:lnTo>
                  <a:lnTo>
                    <a:pt x="2868198" y="495635"/>
                  </a:lnTo>
                  <a:lnTo>
                    <a:pt x="2945832" y="506346"/>
                  </a:lnTo>
                  <a:lnTo>
                    <a:pt x="3023466" y="516934"/>
                  </a:lnTo>
                  <a:lnTo>
                    <a:pt x="3101100" y="527402"/>
                  </a:lnTo>
                  <a:lnTo>
                    <a:pt x="3178734" y="537750"/>
                  </a:lnTo>
                  <a:lnTo>
                    <a:pt x="3256368" y="547980"/>
                  </a:lnTo>
                  <a:lnTo>
                    <a:pt x="3334002" y="558094"/>
                  </a:lnTo>
                  <a:lnTo>
                    <a:pt x="3411636" y="568092"/>
                  </a:lnTo>
                  <a:lnTo>
                    <a:pt x="3489270" y="577976"/>
                  </a:lnTo>
                  <a:lnTo>
                    <a:pt x="3566904" y="587747"/>
                  </a:lnTo>
                  <a:lnTo>
                    <a:pt x="3644538" y="597407"/>
                  </a:lnTo>
                  <a:lnTo>
                    <a:pt x="3722172" y="606957"/>
                  </a:lnTo>
                  <a:lnTo>
                    <a:pt x="3799806" y="616398"/>
                  </a:lnTo>
                  <a:lnTo>
                    <a:pt x="3877440" y="625731"/>
                  </a:lnTo>
                  <a:lnTo>
                    <a:pt x="3955074" y="634957"/>
                  </a:lnTo>
                  <a:lnTo>
                    <a:pt x="4032708" y="644078"/>
                  </a:lnTo>
                  <a:lnTo>
                    <a:pt x="4110342" y="653096"/>
                  </a:lnTo>
                  <a:lnTo>
                    <a:pt x="4187976" y="662010"/>
                  </a:lnTo>
                  <a:lnTo>
                    <a:pt x="4265610" y="670823"/>
                  </a:lnTo>
                  <a:lnTo>
                    <a:pt x="4343244" y="679535"/>
                  </a:lnTo>
                  <a:lnTo>
                    <a:pt x="4420879" y="688148"/>
                  </a:lnTo>
                  <a:lnTo>
                    <a:pt x="4498513" y="696662"/>
                  </a:lnTo>
                  <a:lnTo>
                    <a:pt x="4576147" y="705079"/>
                  </a:lnTo>
                  <a:lnTo>
                    <a:pt x="4653781" y="713401"/>
                  </a:lnTo>
                  <a:lnTo>
                    <a:pt x="4731415" y="721627"/>
                  </a:lnTo>
                  <a:lnTo>
                    <a:pt x="4809049" y="729760"/>
                  </a:lnTo>
                  <a:lnTo>
                    <a:pt x="4886683" y="737799"/>
                  </a:lnTo>
                  <a:lnTo>
                    <a:pt x="4964317" y="745747"/>
                  </a:lnTo>
                  <a:lnTo>
                    <a:pt x="5041951" y="753605"/>
                  </a:lnTo>
                  <a:lnTo>
                    <a:pt x="5119585" y="761373"/>
                  </a:lnTo>
                  <a:lnTo>
                    <a:pt x="5197219" y="769052"/>
                  </a:lnTo>
                  <a:lnTo>
                    <a:pt x="5274853" y="776643"/>
                  </a:lnTo>
                  <a:lnTo>
                    <a:pt x="5352487" y="784148"/>
                  </a:lnTo>
                  <a:lnTo>
                    <a:pt x="5430121" y="791567"/>
                  </a:lnTo>
                  <a:lnTo>
                    <a:pt x="5507755" y="798902"/>
                  </a:lnTo>
                  <a:lnTo>
                    <a:pt x="5585389" y="806153"/>
                  </a:lnTo>
                  <a:lnTo>
                    <a:pt x="5663023" y="813321"/>
                  </a:lnTo>
                  <a:lnTo>
                    <a:pt x="5740657" y="820408"/>
                  </a:lnTo>
                  <a:lnTo>
                    <a:pt x="5818291" y="827413"/>
                  </a:lnTo>
                  <a:lnTo>
                    <a:pt x="5895925" y="834339"/>
                  </a:lnTo>
                  <a:lnTo>
                    <a:pt x="5973559" y="841186"/>
                  </a:lnTo>
                  <a:lnTo>
                    <a:pt x="6051193" y="847954"/>
                  </a:lnTo>
                  <a:lnTo>
                    <a:pt x="6128827" y="854646"/>
                  </a:lnTo>
                  <a:lnTo>
                    <a:pt x="6206462" y="861261"/>
                  </a:lnTo>
                  <a:lnTo>
                    <a:pt x="6284096" y="867800"/>
                  </a:lnTo>
                  <a:lnTo>
                    <a:pt x="6361730" y="874265"/>
                  </a:lnTo>
                  <a:lnTo>
                    <a:pt x="6439364" y="880657"/>
                  </a:lnTo>
                  <a:lnTo>
                    <a:pt x="6516998" y="886975"/>
                  </a:lnTo>
                  <a:lnTo>
                    <a:pt x="6594632" y="893221"/>
                  </a:lnTo>
                  <a:lnTo>
                    <a:pt x="6672266" y="899396"/>
                  </a:lnTo>
                  <a:lnTo>
                    <a:pt x="6749900" y="905501"/>
                  </a:lnTo>
                  <a:lnTo>
                    <a:pt x="6827534" y="911536"/>
                  </a:lnTo>
                  <a:lnTo>
                    <a:pt x="6905168" y="917502"/>
                  </a:lnTo>
                  <a:lnTo>
                    <a:pt x="6982802" y="923400"/>
                  </a:lnTo>
                  <a:lnTo>
                    <a:pt x="7060436" y="929230"/>
                  </a:lnTo>
                  <a:lnTo>
                    <a:pt x="7138070" y="934994"/>
                  </a:lnTo>
                  <a:lnTo>
                    <a:pt x="7215704" y="940693"/>
                  </a:lnTo>
                  <a:lnTo>
                    <a:pt x="7293338" y="946326"/>
                  </a:lnTo>
                  <a:lnTo>
                    <a:pt x="7370972" y="9518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2026-05-22T09:54:37Z</dcterms:modified>
  <cp:category/>
</cp:coreProperties>
</file>