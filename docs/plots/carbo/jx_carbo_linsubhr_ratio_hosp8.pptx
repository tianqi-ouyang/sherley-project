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8713"/>
            </a:xfrm>
            <a:custGeom>
              <a:avLst/>
              <a:pathLst>
                <a:path w="7370972" h="3548713">
                  <a:moveTo>
                    <a:pt x="694320" y="0"/>
                  </a:moveTo>
                  <a:lnTo>
                    <a:pt x="694444" y="246"/>
                  </a:lnTo>
                  <a:lnTo>
                    <a:pt x="772078" y="148328"/>
                  </a:lnTo>
                  <a:lnTo>
                    <a:pt x="849712" y="290406"/>
                  </a:lnTo>
                  <a:lnTo>
                    <a:pt x="927346" y="426724"/>
                  </a:lnTo>
                  <a:lnTo>
                    <a:pt x="1004981" y="557515"/>
                  </a:lnTo>
                  <a:lnTo>
                    <a:pt x="1082615" y="683003"/>
                  </a:lnTo>
                  <a:lnTo>
                    <a:pt x="1160249" y="803404"/>
                  </a:lnTo>
                  <a:lnTo>
                    <a:pt x="1237883" y="918923"/>
                  </a:lnTo>
                  <a:lnTo>
                    <a:pt x="1315517" y="1029758"/>
                  </a:lnTo>
                  <a:lnTo>
                    <a:pt x="1393151" y="1136100"/>
                  </a:lnTo>
                  <a:lnTo>
                    <a:pt x="1470785" y="1238130"/>
                  </a:lnTo>
                  <a:lnTo>
                    <a:pt x="1548419" y="1336024"/>
                  </a:lnTo>
                  <a:lnTo>
                    <a:pt x="1626053" y="1429948"/>
                  </a:lnTo>
                  <a:lnTo>
                    <a:pt x="1703687" y="1520065"/>
                  </a:lnTo>
                  <a:lnTo>
                    <a:pt x="1781321" y="1606528"/>
                  </a:lnTo>
                  <a:lnTo>
                    <a:pt x="1858955" y="1689485"/>
                  </a:lnTo>
                  <a:lnTo>
                    <a:pt x="1936589" y="1769079"/>
                  </a:lnTo>
                  <a:lnTo>
                    <a:pt x="2014223" y="1845446"/>
                  </a:lnTo>
                  <a:lnTo>
                    <a:pt x="2091857" y="1918717"/>
                  </a:lnTo>
                  <a:lnTo>
                    <a:pt x="2169491" y="1989017"/>
                  </a:lnTo>
                  <a:lnTo>
                    <a:pt x="2247125" y="2056466"/>
                  </a:lnTo>
                  <a:lnTo>
                    <a:pt x="2324759" y="2121181"/>
                  </a:lnTo>
                  <a:lnTo>
                    <a:pt x="2402393" y="2183273"/>
                  </a:lnTo>
                  <a:lnTo>
                    <a:pt x="2480027" y="2242847"/>
                  </a:lnTo>
                  <a:lnTo>
                    <a:pt x="2557661" y="2300005"/>
                  </a:lnTo>
                  <a:lnTo>
                    <a:pt x="2635295" y="2354846"/>
                  </a:lnTo>
                  <a:lnTo>
                    <a:pt x="2712930" y="2407464"/>
                  </a:lnTo>
                  <a:lnTo>
                    <a:pt x="2790564" y="2457948"/>
                  </a:lnTo>
                  <a:lnTo>
                    <a:pt x="2868198" y="2506386"/>
                  </a:lnTo>
                  <a:lnTo>
                    <a:pt x="2945832" y="2552859"/>
                  </a:lnTo>
                  <a:lnTo>
                    <a:pt x="3023466" y="2597449"/>
                  </a:lnTo>
                  <a:lnTo>
                    <a:pt x="3101100" y="2640230"/>
                  </a:lnTo>
                  <a:lnTo>
                    <a:pt x="3178734" y="2681277"/>
                  </a:lnTo>
                  <a:lnTo>
                    <a:pt x="3256368" y="2720660"/>
                  </a:lnTo>
                  <a:lnTo>
                    <a:pt x="3334002" y="2758446"/>
                  </a:lnTo>
                  <a:lnTo>
                    <a:pt x="3411636" y="2780652"/>
                  </a:lnTo>
                  <a:lnTo>
                    <a:pt x="3489270" y="2773564"/>
                  </a:lnTo>
                  <a:lnTo>
                    <a:pt x="3566904" y="2766419"/>
                  </a:lnTo>
                  <a:lnTo>
                    <a:pt x="3644538" y="2759215"/>
                  </a:lnTo>
                  <a:lnTo>
                    <a:pt x="3722172" y="2751953"/>
                  </a:lnTo>
                  <a:lnTo>
                    <a:pt x="3799806" y="2744632"/>
                  </a:lnTo>
                  <a:lnTo>
                    <a:pt x="3877440" y="2737251"/>
                  </a:lnTo>
                  <a:lnTo>
                    <a:pt x="3955074" y="2729810"/>
                  </a:lnTo>
                  <a:lnTo>
                    <a:pt x="4032708" y="2722309"/>
                  </a:lnTo>
                  <a:lnTo>
                    <a:pt x="4110342" y="2714747"/>
                  </a:lnTo>
                  <a:lnTo>
                    <a:pt x="4187976" y="2707123"/>
                  </a:lnTo>
                  <a:lnTo>
                    <a:pt x="4265610" y="2699438"/>
                  </a:lnTo>
                  <a:lnTo>
                    <a:pt x="4343244" y="2691690"/>
                  </a:lnTo>
                  <a:lnTo>
                    <a:pt x="4420879" y="2683879"/>
                  </a:lnTo>
                  <a:lnTo>
                    <a:pt x="4498513" y="2676004"/>
                  </a:lnTo>
                  <a:lnTo>
                    <a:pt x="4576147" y="2668066"/>
                  </a:lnTo>
                  <a:lnTo>
                    <a:pt x="4653781" y="2660063"/>
                  </a:lnTo>
                  <a:lnTo>
                    <a:pt x="4731415" y="2651995"/>
                  </a:lnTo>
                  <a:lnTo>
                    <a:pt x="4809049" y="2643861"/>
                  </a:lnTo>
                  <a:lnTo>
                    <a:pt x="4886683" y="2635661"/>
                  </a:lnTo>
                  <a:lnTo>
                    <a:pt x="4964317" y="2627395"/>
                  </a:lnTo>
                  <a:lnTo>
                    <a:pt x="5041951" y="2619061"/>
                  </a:lnTo>
                  <a:lnTo>
                    <a:pt x="5119585" y="2610659"/>
                  </a:lnTo>
                  <a:lnTo>
                    <a:pt x="5197219" y="2602190"/>
                  </a:lnTo>
                  <a:lnTo>
                    <a:pt x="5274853" y="2593651"/>
                  </a:lnTo>
                  <a:lnTo>
                    <a:pt x="5352487" y="2585043"/>
                  </a:lnTo>
                  <a:lnTo>
                    <a:pt x="5430121" y="2576365"/>
                  </a:lnTo>
                  <a:lnTo>
                    <a:pt x="5507755" y="2567617"/>
                  </a:lnTo>
                  <a:lnTo>
                    <a:pt x="5585389" y="2558797"/>
                  </a:lnTo>
                  <a:lnTo>
                    <a:pt x="5663023" y="2549906"/>
                  </a:lnTo>
                  <a:lnTo>
                    <a:pt x="5740657" y="2540943"/>
                  </a:lnTo>
                  <a:lnTo>
                    <a:pt x="5818291" y="2531906"/>
                  </a:lnTo>
                  <a:lnTo>
                    <a:pt x="5895925" y="2522796"/>
                  </a:lnTo>
                  <a:lnTo>
                    <a:pt x="5973559" y="2513612"/>
                  </a:lnTo>
                  <a:lnTo>
                    <a:pt x="6051193" y="2504354"/>
                  </a:lnTo>
                  <a:lnTo>
                    <a:pt x="6128827" y="2495020"/>
                  </a:lnTo>
                  <a:lnTo>
                    <a:pt x="6206462" y="2485610"/>
                  </a:lnTo>
                  <a:lnTo>
                    <a:pt x="6284096" y="2476124"/>
                  </a:lnTo>
                  <a:lnTo>
                    <a:pt x="6361730" y="2466561"/>
                  </a:lnTo>
                  <a:lnTo>
                    <a:pt x="6439364" y="2456920"/>
                  </a:lnTo>
                  <a:lnTo>
                    <a:pt x="6516998" y="2447201"/>
                  </a:lnTo>
                  <a:lnTo>
                    <a:pt x="6594632" y="2437402"/>
                  </a:lnTo>
                  <a:lnTo>
                    <a:pt x="6672266" y="2427524"/>
                  </a:lnTo>
                  <a:lnTo>
                    <a:pt x="6749900" y="2417566"/>
                  </a:lnTo>
                  <a:lnTo>
                    <a:pt x="6827534" y="2407527"/>
                  </a:lnTo>
                  <a:lnTo>
                    <a:pt x="6905168" y="2397406"/>
                  </a:lnTo>
                  <a:lnTo>
                    <a:pt x="6982802" y="2387203"/>
                  </a:lnTo>
                  <a:lnTo>
                    <a:pt x="7060436" y="2376917"/>
                  </a:lnTo>
                  <a:lnTo>
                    <a:pt x="7138070" y="2366547"/>
                  </a:lnTo>
                  <a:lnTo>
                    <a:pt x="7215704" y="2356093"/>
                  </a:lnTo>
                  <a:lnTo>
                    <a:pt x="7293338" y="2345554"/>
                  </a:lnTo>
                  <a:lnTo>
                    <a:pt x="7370972" y="2334930"/>
                  </a:lnTo>
                  <a:lnTo>
                    <a:pt x="7370972" y="3548713"/>
                  </a:lnTo>
                  <a:lnTo>
                    <a:pt x="7293338" y="3544322"/>
                  </a:lnTo>
                  <a:lnTo>
                    <a:pt x="7215704" y="3539744"/>
                  </a:lnTo>
                  <a:lnTo>
                    <a:pt x="7138070" y="3534973"/>
                  </a:lnTo>
                  <a:lnTo>
                    <a:pt x="7060436" y="3530001"/>
                  </a:lnTo>
                  <a:lnTo>
                    <a:pt x="6982802" y="3524818"/>
                  </a:lnTo>
                  <a:lnTo>
                    <a:pt x="6905168" y="3519417"/>
                  </a:lnTo>
                  <a:lnTo>
                    <a:pt x="6827534" y="3513787"/>
                  </a:lnTo>
                  <a:lnTo>
                    <a:pt x="6749900" y="3507920"/>
                  </a:lnTo>
                  <a:lnTo>
                    <a:pt x="6672266" y="3501804"/>
                  </a:lnTo>
                  <a:lnTo>
                    <a:pt x="6594632" y="3495430"/>
                  </a:lnTo>
                  <a:lnTo>
                    <a:pt x="6516998" y="3488787"/>
                  </a:lnTo>
                  <a:lnTo>
                    <a:pt x="6439364" y="3481862"/>
                  </a:lnTo>
                  <a:lnTo>
                    <a:pt x="6361730" y="3474646"/>
                  </a:lnTo>
                  <a:lnTo>
                    <a:pt x="6284096" y="3467124"/>
                  </a:lnTo>
                  <a:lnTo>
                    <a:pt x="6206462" y="3459285"/>
                  </a:lnTo>
                  <a:lnTo>
                    <a:pt x="6128827" y="3451114"/>
                  </a:lnTo>
                  <a:lnTo>
                    <a:pt x="6051193" y="3442598"/>
                  </a:lnTo>
                  <a:lnTo>
                    <a:pt x="5973559" y="3433722"/>
                  </a:lnTo>
                  <a:lnTo>
                    <a:pt x="5895925" y="3424471"/>
                  </a:lnTo>
                  <a:lnTo>
                    <a:pt x="5818291" y="3414829"/>
                  </a:lnTo>
                  <a:lnTo>
                    <a:pt x="5740657" y="3404780"/>
                  </a:lnTo>
                  <a:lnTo>
                    <a:pt x="5663023" y="3394306"/>
                  </a:lnTo>
                  <a:lnTo>
                    <a:pt x="5585389" y="3383389"/>
                  </a:lnTo>
                  <a:lnTo>
                    <a:pt x="5507755" y="3372011"/>
                  </a:lnTo>
                  <a:lnTo>
                    <a:pt x="5430121" y="3360152"/>
                  </a:lnTo>
                  <a:lnTo>
                    <a:pt x="5352487" y="3347793"/>
                  </a:lnTo>
                  <a:lnTo>
                    <a:pt x="5274853" y="3334911"/>
                  </a:lnTo>
                  <a:lnTo>
                    <a:pt x="5197219" y="3321484"/>
                  </a:lnTo>
                  <a:lnTo>
                    <a:pt x="5119585" y="3307490"/>
                  </a:lnTo>
                  <a:lnTo>
                    <a:pt x="5041951" y="3292905"/>
                  </a:lnTo>
                  <a:lnTo>
                    <a:pt x="4964317" y="3277704"/>
                  </a:lnTo>
                  <a:lnTo>
                    <a:pt x="4886683" y="3261860"/>
                  </a:lnTo>
                  <a:lnTo>
                    <a:pt x="4809049" y="3245346"/>
                  </a:lnTo>
                  <a:lnTo>
                    <a:pt x="4731415" y="3228135"/>
                  </a:lnTo>
                  <a:lnTo>
                    <a:pt x="4653781" y="3210197"/>
                  </a:lnTo>
                  <a:lnTo>
                    <a:pt x="4576147" y="3191500"/>
                  </a:lnTo>
                  <a:lnTo>
                    <a:pt x="4498513" y="3172014"/>
                  </a:lnTo>
                  <a:lnTo>
                    <a:pt x="4420879" y="3151704"/>
                  </a:lnTo>
                  <a:lnTo>
                    <a:pt x="4343244" y="3130536"/>
                  </a:lnTo>
                  <a:lnTo>
                    <a:pt x="4265610" y="3108473"/>
                  </a:lnTo>
                  <a:lnTo>
                    <a:pt x="4187976" y="3085478"/>
                  </a:lnTo>
                  <a:lnTo>
                    <a:pt x="4110342" y="3061511"/>
                  </a:lnTo>
                  <a:lnTo>
                    <a:pt x="4032708" y="3036532"/>
                  </a:lnTo>
                  <a:lnTo>
                    <a:pt x="3955074" y="3010496"/>
                  </a:lnTo>
                  <a:lnTo>
                    <a:pt x="3877440" y="2983361"/>
                  </a:lnTo>
                  <a:lnTo>
                    <a:pt x="3799806" y="2955079"/>
                  </a:lnTo>
                  <a:lnTo>
                    <a:pt x="3722172" y="2925602"/>
                  </a:lnTo>
                  <a:lnTo>
                    <a:pt x="3644538" y="2894880"/>
                  </a:lnTo>
                  <a:lnTo>
                    <a:pt x="3566904" y="2862859"/>
                  </a:lnTo>
                  <a:lnTo>
                    <a:pt x="3489270" y="2829485"/>
                  </a:lnTo>
                  <a:lnTo>
                    <a:pt x="3411636" y="2794701"/>
                  </a:lnTo>
                  <a:lnTo>
                    <a:pt x="3334002" y="2787683"/>
                  </a:lnTo>
                  <a:lnTo>
                    <a:pt x="3256368" y="2794657"/>
                  </a:lnTo>
                  <a:lnTo>
                    <a:pt x="3178734" y="2801575"/>
                  </a:lnTo>
                  <a:lnTo>
                    <a:pt x="3101100" y="2808437"/>
                  </a:lnTo>
                  <a:lnTo>
                    <a:pt x="3023466" y="2815244"/>
                  </a:lnTo>
                  <a:lnTo>
                    <a:pt x="2945832" y="2821996"/>
                  </a:lnTo>
                  <a:lnTo>
                    <a:pt x="2868198" y="2828693"/>
                  </a:lnTo>
                  <a:lnTo>
                    <a:pt x="2790564" y="2835337"/>
                  </a:lnTo>
                  <a:lnTo>
                    <a:pt x="2712930" y="2841926"/>
                  </a:lnTo>
                  <a:lnTo>
                    <a:pt x="2635295" y="2848463"/>
                  </a:lnTo>
                  <a:lnTo>
                    <a:pt x="2557661" y="2854947"/>
                  </a:lnTo>
                  <a:lnTo>
                    <a:pt x="2480027" y="2861379"/>
                  </a:lnTo>
                  <a:lnTo>
                    <a:pt x="2402393" y="2867759"/>
                  </a:lnTo>
                  <a:lnTo>
                    <a:pt x="2324759" y="2874087"/>
                  </a:lnTo>
                  <a:lnTo>
                    <a:pt x="2247125" y="2880365"/>
                  </a:lnTo>
                  <a:lnTo>
                    <a:pt x="2169491" y="2886591"/>
                  </a:lnTo>
                  <a:lnTo>
                    <a:pt x="2091857" y="2892768"/>
                  </a:lnTo>
                  <a:lnTo>
                    <a:pt x="2014223" y="2898895"/>
                  </a:lnTo>
                  <a:lnTo>
                    <a:pt x="1936589" y="2904972"/>
                  </a:lnTo>
                  <a:lnTo>
                    <a:pt x="1858955" y="2911001"/>
                  </a:lnTo>
                  <a:lnTo>
                    <a:pt x="1781321" y="2916980"/>
                  </a:lnTo>
                  <a:lnTo>
                    <a:pt x="1703687" y="2922912"/>
                  </a:lnTo>
                  <a:lnTo>
                    <a:pt x="1626053" y="2928796"/>
                  </a:lnTo>
                  <a:lnTo>
                    <a:pt x="1548419" y="2934632"/>
                  </a:lnTo>
                  <a:lnTo>
                    <a:pt x="1470785" y="2940421"/>
                  </a:lnTo>
                  <a:lnTo>
                    <a:pt x="1393151" y="2946164"/>
                  </a:lnTo>
                  <a:lnTo>
                    <a:pt x="1315517" y="2951860"/>
                  </a:lnTo>
                  <a:lnTo>
                    <a:pt x="1237883" y="2957510"/>
                  </a:lnTo>
                  <a:lnTo>
                    <a:pt x="1160249" y="2963115"/>
                  </a:lnTo>
                  <a:lnTo>
                    <a:pt x="1082615" y="2968675"/>
                  </a:lnTo>
                  <a:lnTo>
                    <a:pt x="1004981" y="2974190"/>
                  </a:lnTo>
                  <a:lnTo>
                    <a:pt x="927346" y="2979660"/>
                  </a:lnTo>
                  <a:lnTo>
                    <a:pt x="849712" y="2985086"/>
                  </a:lnTo>
                  <a:lnTo>
                    <a:pt x="772078" y="2990468"/>
                  </a:lnTo>
                  <a:lnTo>
                    <a:pt x="694444" y="2995807"/>
                  </a:lnTo>
                  <a:lnTo>
                    <a:pt x="616810" y="3001103"/>
                  </a:lnTo>
                  <a:lnTo>
                    <a:pt x="539176" y="3006357"/>
                  </a:lnTo>
                  <a:lnTo>
                    <a:pt x="461542" y="3011568"/>
                  </a:lnTo>
                  <a:lnTo>
                    <a:pt x="383908" y="3016737"/>
                  </a:lnTo>
                  <a:lnTo>
                    <a:pt x="306274" y="3021864"/>
                  </a:lnTo>
                  <a:lnTo>
                    <a:pt x="228640" y="3026950"/>
                  </a:lnTo>
                  <a:lnTo>
                    <a:pt x="151006" y="3031995"/>
                  </a:lnTo>
                  <a:lnTo>
                    <a:pt x="73372" y="3036999"/>
                  </a:lnTo>
                  <a:lnTo>
                    <a:pt x="0" y="3041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1838" y="1896563"/>
              <a:ext cx="6676651" cy="2780652"/>
            </a:xfrm>
            <a:custGeom>
              <a:avLst/>
              <a:pathLst>
                <a:path w="6676651" h="2780652">
                  <a:moveTo>
                    <a:pt x="0" y="0"/>
                  </a:moveTo>
                  <a:lnTo>
                    <a:pt x="123" y="246"/>
                  </a:lnTo>
                  <a:lnTo>
                    <a:pt x="77757" y="148328"/>
                  </a:lnTo>
                  <a:lnTo>
                    <a:pt x="155391" y="290406"/>
                  </a:lnTo>
                  <a:lnTo>
                    <a:pt x="233026" y="426724"/>
                  </a:lnTo>
                  <a:lnTo>
                    <a:pt x="310660" y="557515"/>
                  </a:lnTo>
                  <a:lnTo>
                    <a:pt x="388294" y="683003"/>
                  </a:lnTo>
                  <a:lnTo>
                    <a:pt x="465928" y="803404"/>
                  </a:lnTo>
                  <a:lnTo>
                    <a:pt x="543562" y="918923"/>
                  </a:lnTo>
                  <a:lnTo>
                    <a:pt x="621196" y="1029758"/>
                  </a:lnTo>
                  <a:lnTo>
                    <a:pt x="698830" y="1136100"/>
                  </a:lnTo>
                  <a:lnTo>
                    <a:pt x="776464" y="1238130"/>
                  </a:lnTo>
                  <a:lnTo>
                    <a:pt x="854098" y="1336024"/>
                  </a:lnTo>
                  <a:lnTo>
                    <a:pt x="931732" y="1429948"/>
                  </a:lnTo>
                  <a:lnTo>
                    <a:pt x="1009366" y="1520065"/>
                  </a:lnTo>
                  <a:lnTo>
                    <a:pt x="1087000" y="1606528"/>
                  </a:lnTo>
                  <a:lnTo>
                    <a:pt x="1164634" y="1689485"/>
                  </a:lnTo>
                  <a:lnTo>
                    <a:pt x="1242268" y="1769079"/>
                  </a:lnTo>
                  <a:lnTo>
                    <a:pt x="1319902" y="1845446"/>
                  </a:lnTo>
                  <a:lnTo>
                    <a:pt x="1397536" y="1918717"/>
                  </a:lnTo>
                  <a:lnTo>
                    <a:pt x="1475170" y="1989017"/>
                  </a:lnTo>
                  <a:lnTo>
                    <a:pt x="1552804" y="2056466"/>
                  </a:lnTo>
                  <a:lnTo>
                    <a:pt x="1630438" y="2121181"/>
                  </a:lnTo>
                  <a:lnTo>
                    <a:pt x="1708072" y="2183273"/>
                  </a:lnTo>
                  <a:lnTo>
                    <a:pt x="1785706" y="2242847"/>
                  </a:lnTo>
                  <a:lnTo>
                    <a:pt x="1863340" y="2300005"/>
                  </a:lnTo>
                  <a:lnTo>
                    <a:pt x="1940975" y="2354846"/>
                  </a:lnTo>
                  <a:lnTo>
                    <a:pt x="2018609" y="2407464"/>
                  </a:lnTo>
                  <a:lnTo>
                    <a:pt x="2096243" y="2457948"/>
                  </a:lnTo>
                  <a:lnTo>
                    <a:pt x="2173877" y="2506386"/>
                  </a:lnTo>
                  <a:lnTo>
                    <a:pt x="2251511" y="2552859"/>
                  </a:lnTo>
                  <a:lnTo>
                    <a:pt x="2329145" y="2597449"/>
                  </a:lnTo>
                  <a:lnTo>
                    <a:pt x="2406779" y="2640230"/>
                  </a:lnTo>
                  <a:lnTo>
                    <a:pt x="2484413" y="2681277"/>
                  </a:lnTo>
                  <a:lnTo>
                    <a:pt x="2562047" y="2720660"/>
                  </a:lnTo>
                  <a:lnTo>
                    <a:pt x="2639681" y="2758446"/>
                  </a:lnTo>
                  <a:lnTo>
                    <a:pt x="2717315" y="2780652"/>
                  </a:lnTo>
                  <a:lnTo>
                    <a:pt x="2794949" y="2773564"/>
                  </a:lnTo>
                  <a:lnTo>
                    <a:pt x="2872583" y="2766419"/>
                  </a:lnTo>
                  <a:lnTo>
                    <a:pt x="2950217" y="2759215"/>
                  </a:lnTo>
                  <a:lnTo>
                    <a:pt x="3027851" y="2751953"/>
                  </a:lnTo>
                  <a:lnTo>
                    <a:pt x="3105485" y="2744632"/>
                  </a:lnTo>
                  <a:lnTo>
                    <a:pt x="3183119" y="2737251"/>
                  </a:lnTo>
                  <a:lnTo>
                    <a:pt x="3260753" y="2729810"/>
                  </a:lnTo>
                  <a:lnTo>
                    <a:pt x="3338387" y="2722309"/>
                  </a:lnTo>
                  <a:lnTo>
                    <a:pt x="3416021" y="2714747"/>
                  </a:lnTo>
                  <a:lnTo>
                    <a:pt x="3493655" y="2707123"/>
                  </a:lnTo>
                  <a:lnTo>
                    <a:pt x="3571289" y="2699438"/>
                  </a:lnTo>
                  <a:lnTo>
                    <a:pt x="3648924" y="2691690"/>
                  </a:lnTo>
                  <a:lnTo>
                    <a:pt x="3726558" y="2683879"/>
                  </a:lnTo>
                  <a:lnTo>
                    <a:pt x="3804192" y="2676004"/>
                  </a:lnTo>
                  <a:lnTo>
                    <a:pt x="3881826" y="2668066"/>
                  </a:lnTo>
                  <a:lnTo>
                    <a:pt x="3959460" y="2660063"/>
                  </a:lnTo>
                  <a:lnTo>
                    <a:pt x="4037094" y="2651995"/>
                  </a:lnTo>
                  <a:lnTo>
                    <a:pt x="4114728" y="2643861"/>
                  </a:lnTo>
                  <a:lnTo>
                    <a:pt x="4192362" y="2635661"/>
                  </a:lnTo>
                  <a:lnTo>
                    <a:pt x="4269996" y="2627395"/>
                  </a:lnTo>
                  <a:lnTo>
                    <a:pt x="4347630" y="2619061"/>
                  </a:lnTo>
                  <a:lnTo>
                    <a:pt x="4425264" y="2610659"/>
                  </a:lnTo>
                  <a:lnTo>
                    <a:pt x="4502898" y="2602190"/>
                  </a:lnTo>
                  <a:lnTo>
                    <a:pt x="4580532" y="2593651"/>
                  </a:lnTo>
                  <a:lnTo>
                    <a:pt x="4658166" y="2585043"/>
                  </a:lnTo>
                  <a:lnTo>
                    <a:pt x="4735800" y="2576365"/>
                  </a:lnTo>
                  <a:lnTo>
                    <a:pt x="4813434" y="2567617"/>
                  </a:lnTo>
                  <a:lnTo>
                    <a:pt x="4891068" y="2558797"/>
                  </a:lnTo>
                  <a:lnTo>
                    <a:pt x="4968702" y="2549906"/>
                  </a:lnTo>
                  <a:lnTo>
                    <a:pt x="5046336" y="2540943"/>
                  </a:lnTo>
                  <a:lnTo>
                    <a:pt x="5123970" y="2531906"/>
                  </a:lnTo>
                  <a:lnTo>
                    <a:pt x="5201604" y="2522796"/>
                  </a:lnTo>
                  <a:lnTo>
                    <a:pt x="5279238" y="2513612"/>
                  </a:lnTo>
                  <a:lnTo>
                    <a:pt x="5356872" y="2504354"/>
                  </a:lnTo>
                  <a:lnTo>
                    <a:pt x="5434507" y="2495020"/>
                  </a:lnTo>
                  <a:lnTo>
                    <a:pt x="5512141" y="2485610"/>
                  </a:lnTo>
                  <a:lnTo>
                    <a:pt x="5589775" y="2476124"/>
                  </a:lnTo>
                  <a:lnTo>
                    <a:pt x="5667409" y="2466561"/>
                  </a:lnTo>
                  <a:lnTo>
                    <a:pt x="5745043" y="2456920"/>
                  </a:lnTo>
                  <a:lnTo>
                    <a:pt x="5822677" y="2447201"/>
                  </a:lnTo>
                  <a:lnTo>
                    <a:pt x="5900311" y="2437402"/>
                  </a:lnTo>
                  <a:lnTo>
                    <a:pt x="5977945" y="2427524"/>
                  </a:lnTo>
                  <a:lnTo>
                    <a:pt x="6055579" y="2417566"/>
                  </a:lnTo>
                  <a:lnTo>
                    <a:pt x="6133213" y="2407527"/>
                  </a:lnTo>
                  <a:lnTo>
                    <a:pt x="6210847" y="2397406"/>
                  </a:lnTo>
                  <a:lnTo>
                    <a:pt x="6288481" y="2387203"/>
                  </a:lnTo>
                  <a:lnTo>
                    <a:pt x="6366115" y="2376917"/>
                  </a:lnTo>
                  <a:lnTo>
                    <a:pt x="6443749" y="2366547"/>
                  </a:lnTo>
                  <a:lnTo>
                    <a:pt x="6521383" y="2356093"/>
                  </a:lnTo>
                  <a:lnTo>
                    <a:pt x="6599017" y="2345554"/>
                  </a:lnTo>
                  <a:lnTo>
                    <a:pt x="6676651" y="2334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246"/>
              <a:ext cx="7370972" cy="761030"/>
            </a:xfrm>
            <a:custGeom>
              <a:avLst/>
              <a:pathLst>
                <a:path w="7370972" h="761030">
                  <a:moveTo>
                    <a:pt x="7370972" y="761030"/>
                  </a:moveTo>
                  <a:lnTo>
                    <a:pt x="7293338" y="756638"/>
                  </a:lnTo>
                  <a:lnTo>
                    <a:pt x="7215704" y="752061"/>
                  </a:lnTo>
                  <a:lnTo>
                    <a:pt x="7138070" y="747290"/>
                  </a:lnTo>
                  <a:lnTo>
                    <a:pt x="7060436" y="742317"/>
                  </a:lnTo>
                  <a:lnTo>
                    <a:pt x="6982802" y="737135"/>
                  </a:lnTo>
                  <a:lnTo>
                    <a:pt x="6905168" y="731733"/>
                  </a:lnTo>
                  <a:lnTo>
                    <a:pt x="6827534" y="726104"/>
                  </a:lnTo>
                  <a:lnTo>
                    <a:pt x="6749900" y="720236"/>
                  </a:lnTo>
                  <a:lnTo>
                    <a:pt x="6672266" y="714120"/>
                  </a:lnTo>
                  <a:lnTo>
                    <a:pt x="6594632" y="707746"/>
                  </a:lnTo>
                  <a:lnTo>
                    <a:pt x="6516998" y="701103"/>
                  </a:lnTo>
                  <a:lnTo>
                    <a:pt x="6439364" y="694179"/>
                  </a:lnTo>
                  <a:lnTo>
                    <a:pt x="6361730" y="686962"/>
                  </a:lnTo>
                  <a:lnTo>
                    <a:pt x="6284096" y="679441"/>
                  </a:lnTo>
                  <a:lnTo>
                    <a:pt x="6206462" y="671601"/>
                  </a:lnTo>
                  <a:lnTo>
                    <a:pt x="6128827" y="663430"/>
                  </a:lnTo>
                  <a:lnTo>
                    <a:pt x="6051193" y="654914"/>
                  </a:lnTo>
                  <a:lnTo>
                    <a:pt x="5973559" y="646038"/>
                  </a:lnTo>
                  <a:lnTo>
                    <a:pt x="5895925" y="636787"/>
                  </a:lnTo>
                  <a:lnTo>
                    <a:pt x="5818291" y="627145"/>
                  </a:lnTo>
                  <a:lnTo>
                    <a:pt x="5740657" y="617096"/>
                  </a:lnTo>
                  <a:lnTo>
                    <a:pt x="5663023" y="606622"/>
                  </a:lnTo>
                  <a:lnTo>
                    <a:pt x="5585389" y="595706"/>
                  </a:lnTo>
                  <a:lnTo>
                    <a:pt x="5507755" y="584328"/>
                  </a:lnTo>
                  <a:lnTo>
                    <a:pt x="5430121" y="572469"/>
                  </a:lnTo>
                  <a:lnTo>
                    <a:pt x="5352487" y="560109"/>
                  </a:lnTo>
                  <a:lnTo>
                    <a:pt x="5274853" y="547227"/>
                  </a:lnTo>
                  <a:lnTo>
                    <a:pt x="5197219" y="533801"/>
                  </a:lnTo>
                  <a:lnTo>
                    <a:pt x="5119585" y="519807"/>
                  </a:lnTo>
                  <a:lnTo>
                    <a:pt x="5041951" y="505222"/>
                  </a:lnTo>
                  <a:lnTo>
                    <a:pt x="4964317" y="490020"/>
                  </a:lnTo>
                  <a:lnTo>
                    <a:pt x="4886683" y="474176"/>
                  </a:lnTo>
                  <a:lnTo>
                    <a:pt x="4809049" y="457663"/>
                  </a:lnTo>
                  <a:lnTo>
                    <a:pt x="4731415" y="440452"/>
                  </a:lnTo>
                  <a:lnTo>
                    <a:pt x="4653781" y="422513"/>
                  </a:lnTo>
                  <a:lnTo>
                    <a:pt x="4576147" y="403817"/>
                  </a:lnTo>
                  <a:lnTo>
                    <a:pt x="4498513" y="384330"/>
                  </a:lnTo>
                  <a:lnTo>
                    <a:pt x="4420879" y="364020"/>
                  </a:lnTo>
                  <a:lnTo>
                    <a:pt x="4343244" y="342852"/>
                  </a:lnTo>
                  <a:lnTo>
                    <a:pt x="4265610" y="320789"/>
                  </a:lnTo>
                  <a:lnTo>
                    <a:pt x="4187976" y="297794"/>
                  </a:lnTo>
                  <a:lnTo>
                    <a:pt x="4110342" y="273827"/>
                  </a:lnTo>
                  <a:lnTo>
                    <a:pt x="4032708" y="248848"/>
                  </a:lnTo>
                  <a:lnTo>
                    <a:pt x="3955074" y="222813"/>
                  </a:lnTo>
                  <a:lnTo>
                    <a:pt x="3877440" y="195678"/>
                  </a:lnTo>
                  <a:lnTo>
                    <a:pt x="3799806" y="167396"/>
                  </a:lnTo>
                  <a:lnTo>
                    <a:pt x="3722172" y="137919"/>
                  </a:lnTo>
                  <a:lnTo>
                    <a:pt x="3644538" y="107196"/>
                  </a:lnTo>
                  <a:lnTo>
                    <a:pt x="3566904" y="75175"/>
                  </a:lnTo>
                  <a:lnTo>
                    <a:pt x="3489270" y="41801"/>
                  </a:lnTo>
                  <a:lnTo>
                    <a:pt x="3411636" y="7017"/>
                  </a:lnTo>
                  <a:lnTo>
                    <a:pt x="3334002" y="0"/>
                  </a:lnTo>
                  <a:lnTo>
                    <a:pt x="3256368" y="6974"/>
                  </a:lnTo>
                  <a:lnTo>
                    <a:pt x="3178734" y="13891"/>
                  </a:lnTo>
                  <a:lnTo>
                    <a:pt x="3101100" y="20754"/>
                  </a:lnTo>
                  <a:lnTo>
                    <a:pt x="3023466" y="27560"/>
                  </a:lnTo>
                  <a:lnTo>
                    <a:pt x="2945832" y="34312"/>
                  </a:lnTo>
                  <a:lnTo>
                    <a:pt x="2868198" y="41010"/>
                  </a:lnTo>
                  <a:lnTo>
                    <a:pt x="2790564" y="47653"/>
                  </a:lnTo>
                  <a:lnTo>
                    <a:pt x="2712930" y="54243"/>
                  </a:lnTo>
                  <a:lnTo>
                    <a:pt x="2635295" y="60780"/>
                  </a:lnTo>
                  <a:lnTo>
                    <a:pt x="2557661" y="67264"/>
                  </a:lnTo>
                  <a:lnTo>
                    <a:pt x="2480027" y="73695"/>
                  </a:lnTo>
                  <a:lnTo>
                    <a:pt x="2402393" y="80075"/>
                  </a:lnTo>
                  <a:lnTo>
                    <a:pt x="2324759" y="86404"/>
                  </a:lnTo>
                  <a:lnTo>
                    <a:pt x="2247125" y="92681"/>
                  </a:lnTo>
                  <a:lnTo>
                    <a:pt x="2169491" y="98908"/>
                  </a:lnTo>
                  <a:lnTo>
                    <a:pt x="2091857" y="105084"/>
                  </a:lnTo>
                  <a:lnTo>
                    <a:pt x="2014223" y="111211"/>
                  </a:lnTo>
                  <a:lnTo>
                    <a:pt x="1936589" y="117289"/>
                  </a:lnTo>
                  <a:lnTo>
                    <a:pt x="1858955" y="123317"/>
                  </a:lnTo>
                  <a:lnTo>
                    <a:pt x="1781321" y="129297"/>
                  </a:lnTo>
                  <a:lnTo>
                    <a:pt x="1703687" y="135228"/>
                  </a:lnTo>
                  <a:lnTo>
                    <a:pt x="1626053" y="141112"/>
                  </a:lnTo>
                  <a:lnTo>
                    <a:pt x="1548419" y="146948"/>
                  </a:lnTo>
                  <a:lnTo>
                    <a:pt x="1470785" y="152738"/>
                  </a:lnTo>
                  <a:lnTo>
                    <a:pt x="1393151" y="158480"/>
                  </a:lnTo>
                  <a:lnTo>
                    <a:pt x="1315517" y="164176"/>
                  </a:lnTo>
                  <a:lnTo>
                    <a:pt x="1237883" y="169827"/>
                  </a:lnTo>
                  <a:lnTo>
                    <a:pt x="1160249" y="175432"/>
                  </a:lnTo>
                  <a:lnTo>
                    <a:pt x="1082615" y="180991"/>
                  </a:lnTo>
                  <a:lnTo>
                    <a:pt x="1004981" y="186506"/>
                  </a:lnTo>
                  <a:lnTo>
                    <a:pt x="927346" y="191976"/>
                  </a:lnTo>
                  <a:lnTo>
                    <a:pt x="849712" y="197402"/>
                  </a:lnTo>
                  <a:lnTo>
                    <a:pt x="772078" y="202785"/>
                  </a:lnTo>
                  <a:lnTo>
                    <a:pt x="694444" y="208124"/>
                  </a:lnTo>
                  <a:lnTo>
                    <a:pt x="616810" y="213420"/>
                  </a:lnTo>
                  <a:lnTo>
                    <a:pt x="539176" y="218673"/>
                  </a:lnTo>
                  <a:lnTo>
                    <a:pt x="461542" y="223884"/>
                  </a:lnTo>
                  <a:lnTo>
                    <a:pt x="383908" y="229053"/>
                  </a:lnTo>
                  <a:lnTo>
                    <a:pt x="306274" y="234180"/>
                  </a:lnTo>
                  <a:lnTo>
                    <a:pt x="228640" y="239266"/>
                  </a:lnTo>
                  <a:lnTo>
                    <a:pt x="151006" y="244311"/>
                  </a:lnTo>
                  <a:lnTo>
                    <a:pt x="73372" y="249315"/>
                  </a:lnTo>
                  <a:lnTo>
                    <a:pt x="0" y="254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51623"/>
              <a:ext cx="7370972" cy="1427516"/>
            </a:xfrm>
            <a:custGeom>
              <a:avLst/>
              <a:pathLst>
                <a:path w="7370972" h="1427516">
                  <a:moveTo>
                    <a:pt x="0" y="0"/>
                  </a:moveTo>
                  <a:lnTo>
                    <a:pt x="73372" y="28072"/>
                  </a:lnTo>
                  <a:lnTo>
                    <a:pt x="151006" y="57284"/>
                  </a:lnTo>
                  <a:lnTo>
                    <a:pt x="228640" y="86014"/>
                  </a:lnTo>
                  <a:lnTo>
                    <a:pt x="306274" y="114270"/>
                  </a:lnTo>
                  <a:lnTo>
                    <a:pt x="383908" y="142060"/>
                  </a:lnTo>
                  <a:lnTo>
                    <a:pt x="461542" y="169390"/>
                  </a:lnTo>
                  <a:lnTo>
                    <a:pt x="539176" y="196270"/>
                  </a:lnTo>
                  <a:lnTo>
                    <a:pt x="616810" y="222705"/>
                  </a:lnTo>
                  <a:lnTo>
                    <a:pt x="694444" y="248704"/>
                  </a:lnTo>
                  <a:lnTo>
                    <a:pt x="772078" y="274274"/>
                  </a:lnTo>
                  <a:lnTo>
                    <a:pt x="849712" y="299422"/>
                  </a:lnTo>
                  <a:lnTo>
                    <a:pt x="927346" y="324155"/>
                  </a:lnTo>
                  <a:lnTo>
                    <a:pt x="1004981" y="348480"/>
                  </a:lnTo>
                  <a:lnTo>
                    <a:pt x="1082615" y="372402"/>
                  </a:lnTo>
                  <a:lnTo>
                    <a:pt x="1160249" y="395930"/>
                  </a:lnTo>
                  <a:lnTo>
                    <a:pt x="1237883" y="419070"/>
                  </a:lnTo>
                  <a:lnTo>
                    <a:pt x="1315517" y="441827"/>
                  </a:lnTo>
                  <a:lnTo>
                    <a:pt x="1393151" y="464209"/>
                  </a:lnTo>
                  <a:lnTo>
                    <a:pt x="1470785" y="486222"/>
                  </a:lnTo>
                  <a:lnTo>
                    <a:pt x="1548419" y="507870"/>
                  </a:lnTo>
                  <a:lnTo>
                    <a:pt x="1626053" y="529162"/>
                  </a:lnTo>
                  <a:lnTo>
                    <a:pt x="1703687" y="550102"/>
                  </a:lnTo>
                  <a:lnTo>
                    <a:pt x="1781321" y="570696"/>
                  </a:lnTo>
                  <a:lnTo>
                    <a:pt x="1858955" y="590951"/>
                  </a:lnTo>
                  <a:lnTo>
                    <a:pt x="1936589" y="610871"/>
                  </a:lnTo>
                  <a:lnTo>
                    <a:pt x="2014223" y="630462"/>
                  </a:lnTo>
                  <a:lnTo>
                    <a:pt x="2091857" y="649730"/>
                  </a:lnTo>
                  <a:lnTo>
                    <a:pt x="2169491" y="668679"/>
                  </a:lnTo>
                  <a:lnTo>
                    <a:pt x="2247125" y="687316"/>
                  </a:lnTo>
                  <a:lnTo>
                    <a:pt x="2324759" y="705645"/>
                  </a:lnTo>
                  <a:lnTo>
                    <a:pt x="2402393" y="723672"/>
                  </a:lnTo>
                  <a:lnTo>
                    <a:pt x="2480027" y="741400"/>
                  </a:lnTo>
                  <a:lnTo>
                    <a:pt x="2557661" y="758837"/>
                  </a:lnTo>
                  <a:lnTo>
                    <a:pt x="2635295" y="775985"/>
                  </a:lnTo>
                  <a:lnTo>
                    <a:pt x="2712930" y="792850"/>
                  </a:lnTo>
                  <a:lnTo>
                    <a:pt x="2790564" y="809437"/>
                  </a:lnTo>
                  <a:lnTo>
                    <a:pt x="2868198" y="825750"/>
                  </a:lnTo>
                  <a:lnTo>
                    <a:pt x="2945832" y="841794"/>
                  </a:lnTo>
                  <a:lnTo>
                    <a:pt x="3023466" y="857573"/>
                  </a:lnTo>
                  <a:lnTo>
                    <a:pt x="3101100" y="873091"/>
                  </a:lnTo>
                  <a:lnTo>
                    <a:pt x="3178734" y="888353"/>
                  </a:lnTo>
                  <a:lnTo>
                    <a:pt x="3256368" y="903364"/>
                  </a:lnTo>
                  <a:lnTo>
                    <a:pt x="3334002" y="918126"/>
                  </a:lnTo>
                  <a:lnTo>
                    <a:pt x="3411636" y="932645"/>
                  </a:lnTo>
                  <a:lnTo>
                    <a:pt x="3489270" y="946924"/>
                  </a:lnTo>
                  <a:lnTo>
                    <a:pt x="3566904" y="960967"/>
                  </a:lnTo>
                  <a:lnTo>
                    <a:pt x="3644538" y="974779"/>
                  </a:lnTo>
                  <a:lnTo>
                    <a:pt x="3722172" y="988362"/>
                  </a:lnTo>
                  <a:lnTo>
                    <a:pt x="3799806" y="1001721"/>
                  </a:lnTo>
                  <a:lnTo>
                    <a:pt x="3877440" y="1014860"/>
                  </a:lnTo>
                  <a:lnTo>
                    <a:pt x="3955074" y="1027782"/>
                  </a:lnTo>
                  <a:lnTo>
                    <a:pt x="4032708" y="1040490"/>
                  </a:lnTo>
                  <a:lnTo>
                    <a:pt x="4110342" y="1052989"/>
                  </a:lnTo>
                  <a:lnTo>
                    <a:pt x="4187976" y="1065281"/>
                  </a:lnTo>
                  <a:lnTo>
                    <a:pt x="4265610" y="1077371"/>
                  </a:lnTo>
                  <a:lnTo>
                    <a:pt x="4343244" y="1089260"/>
                  </a:lnTo>
                  <a:lnTo>
                    <a:pt x="4420879" y="1100954"/>
                  </a:lnTo>
                  <a:lnTo>
                    <a:pt x="4498513" y="1112454"/>
                  </a:lnTo>
                  <a:lnTo>
                    <a:pt x="4576147" y="1123765"/>
                  </a:lnTo>
                  <a:lnTo>
                    <a:pt x="4653781" y="1134889"/>
                  </a:lnTo>
                  <a:lnTo>
                    <a:pt x="4731415" y="1145829"/>
                  </a:lnTo>
                  <a:lnTo>
                    <a:pt x="4809049" y="1156589"/>
                  </a:lnTo>
                  <a:lnTo>
                    <a:pt x="4886683" y="1167171"/>
                  </a:lnTo>
                  <a:lnTo>
                    <a:pt x="4964317" y="1177578"/>
                  </a:lnTo>
                  <a:lnTo>
                    <a:pt x="5041951" y="1187814"/>
                  </a:lnTo>
                  <a:lnTo>
                    <a:pt x="5119585" y="1197880"/>
                  </a:lnTo>
                  <a:lnTo>
                    <a:pt x="5197219" y="1207780"/>
                  </a:lnTo>
                  <a:lnTo>
                    <a:pt x="5274853" y="1217517"/>
                  </a:lnTo>
                  <a:lnTo>
                    <a:pt x="5352487" y="1227094"/>
                  </a:lnTo>
                  <a:lnTo>
                    <a:pt x="5430121" y="1236512"/>
                  </a:lnTo>
                  <a:lnTo>
                    <a:pt x="5507755" y="1245774"/>
                  </a:lnTo>
                  <a:lnTo>
                    <a:pt x="5585389" y="1254884"/>
                  </a:lnTo>
                  <a:lnTo>
                    <a:pt x="5663023" y="1263843"/>
                  </a:lnTo>
                  <a:lnTo>
                    <a:pt x="5740657" y="1272654"/>
                  </a:lnTo>
                  <a:lnTo>
                    <a:pt x="5818291" y="1281320"/>
                  </a:lnTo>
                  <a:lnTo>
                    <a:pt x="5895925" y="1289843"/>
                  </a:lnTo>
                  <a:lnTo>
                    <a:pt x="5973559" y="1298225"/>
                  </a:lnTo>
                  <a:lnTo>
                    <a:pt x="6051193" y="1306469"/>
                  </a:lnTo>
                  <a:lnTo>
                    <a:pt x="6128827" y="1314577"/>
                  </a:lnTo>
                  <a:lnTo>
                    <a:pt x="6206462" y="1322551"/>
                  </a:lnTo>
                  <a:lnTo>
                    <a:pt x="6284096" y="1330393"/>
                  </a:lnTo>
                  <a:lnTo>
                    <a:pt x="6361730" y="1338106"/>
                  </a:lnTo>
                  <a:lnTo>
                    <a:pt x="6439364" y="1345691"/>
                  </a:lnTo>
                  <a:lnTo>
                    <a:pt x="6516998" y="1353151"/>
                  </a:lnTo>
                  <a:lnTo>
                    <a:pt x="6594632" y="1360488"/>
                  </a:lnTo>
                  <a:lnTo>
                    <a:pt x="6672266" y="1367704"/>
                  </a:lnTo>
                  <a:lnTo>
                    <a:pt x="6749900" y="1374801"/>
                  </a:lnTo>
                  <a:lnTo>
                    <a:pt x="6827534" y="1381780"/>
                  </a:lnTo>
                  <a:lnTo>
                    <a:pt x="6905168" y="1388645"/>
                  </a:lnTo>
                  <a:lnTo>
                    <a:pt x="6982802" y="1395396"/>
                  </a:lnTo>
                  <a:lnTo>
                    <a:pt x="7060436" y="1402035"/>
                  </a:lnTo>
                  <a:lnTo>
                    <a:pt x="7138070" y="1408565"/>
                  </a:lnTo>
                  <a:lnTo>
                    <a:pt x="7215704" y="1414988"/>
                  </a:lnTo>
                  <a:lnTo>
                    <a:pt x="7293338" y="1421304"/>
                  </a:lnTo>
                  <a:lnTo>
                    <a:pt x="7370972" y="14275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2026-05-22T10:32:46Z</dcterms:modified>
  <cp:category/>
</cp:coreProperties>
</file>