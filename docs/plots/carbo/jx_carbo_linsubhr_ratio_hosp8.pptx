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377482"/>
            </a:xfrm>
            <a:custGeom>
              <a:avLst/>
              <a:pathLst>
                <a:path w="7370972" h="3377482">
                  <a:moveTo>
                    <a:pt x="603428" y="0"/>
                  </a:moveTo>
                  <a:lnTo>
                    <a:pt x="616810" y="24356"/>
                  </a:lnTo>
                  <a:lnTo>
                    <a:pt x="694444" y="160113"/>
                  </a:lnTo>
                  <a:lnTo>
                    <a:pt x="772078" y="290541"/>
                  </a:lnTo>
                  <a:lnTo>
                    <a:pt x="849712" y="415852"/>
                  </a:lnTo>
                  <a:lnTo>
                    <a:pt x="927346" y="536244"/>
                  </a:lnTo>
                  <a:lnTo>
                    <a:pt x="1004981" y="651913"/>
                  </a:lnTo>
                  <a:lnTo>
                    <a:pt x="1082615" y="763042"/>
                  </a:lnTo>
                  <a:lnTo>
                    <a:pt x="1160249" y="869810"/>
                  </a:lnTo>
                  <a:lnTo>
                    <a:pt x="1237883" y="972388"/>
                  </a:lnTo>
                  <a:lnTo>
                    <a:pt x="1315517" y="1070941"/>
                  </a:lnTo>
                  <a:lnTo>
                    <a:pt x="1393151" y="1165626"/>
                  </a:lnTo>
                  <a:lnTo>
                    <a:pt x="1470785" y="1256596"/>
                  </a:lnTo>
                  <a:lnTo>
                    <a:pt x="1548419" y="1343995"/>
                  </a:lnTo>
                  <a:lnTo>
                    <a:pt x="1626053" y="1427965"/>
                  </a:lnTo>
                  <a:lnTo>
                    <a:pt x="1703687" y="1508640"/>
                  </a:lnTo>
                  <a:lnTo>
                    <a:pt x="1781321" y="1586148"/>
                  </a:lnTo>
                  <a:lnTo>
                    <a:pt x="1858955" y="1660616"/>
                  </a:lnTo>
                  <a:lnTo>
                    <a:pt x="1936589" y="1732160"/>
                  </a:lnTo>
                  <a:lnTo>
                    <a:pt x="2014223" y="1800897"/>
                  </a:lnTo>
                  <a:lnTo>
                    <a:pt x="2091857" y="1866937"/>
                  </a:lnTo>
                  <a:lnTo>
                    <a:pt x="2169491" y="1930385"/>
                  </a:lnTo>
                  <a:lnTo>
                    <a:pt x="2247125" y="1991344"/>
                  </a:lnTo>
                  <a:lnTo>
                    <a:pt x="2324759" y="2049910"/>
                  </a:lnTo>
                  <a:lnTo>
                    <a:pt x="2402393" y="2106177"/>
                  </a:lnTo>
                  <a:lnTo>
                    <a:pt x="2480027" y="2160237"/>
                  </a:lnTo>
                  <a:lnTo>
                    <a:pt x="2557661" y="2212175"/>
                  </a:lnTo>
                  <a:lnTo>
                    <a:pt x="2635295" y="2262075"/>
                  </a:lnTo>
                  <a:lnTo>
                    <a:pt x="2712930" y="2310017"/>
                  </a:lnTo>
                  <a:lnTo>
                    <a:pt x="2790564" y="2356078"/>
                  </a:lnTo>
                  <a:lnTo>
                    <a:pt x="2868198" y="2400330"/>
                  </a:lnTo>
                  <a:lnTo>
                    <a:pt x="2945832" y="2442847"/>
                  </a:lnTo>
                  <a:lnTo>
                    <a:pt x="3023466" y="2483695"/>
                  </a:lnTo>
                  <a:lnTo>
                    <a:pt x="3101100" y="2522939"/>
                  </a:lnTo>
                  <a:lnTo>
                    <a:pt x="3178734" y="2560644"/>
                  </a:lnTo>
                  <a:lnTo>
                    <a:pt x="3256368" y="2596869"/>
                  </a:lnTo>
                  <a:lnTo>
                    <a:pt x="3334002" y="2631673"/>
                  </a:lnTo>
                  <a:lnTo>
                    <a:pt x="3411636" y="2652669"/>
                  </a:lnTo>
                  <a:lnTo>
                    <a:pt x="3489270" y="2647731"/>
                  </a:lnTo>
                  <a:lnTo>
                    <a:pt x="3566904" y="2642763"/>
                  </a:lnTo>
                  <a:lnTo>
                    <a:pt x="3644538" y="2637767"/>
                  </a:lnTo>
                  <a:lnTo>
                    <a:pt x="3722172" y="2632740"/>
                  </a:lnTo>
                  <a:lnTo>
                    <a:pt x="3799806" y="2627684"/>
                  </a:lnTo>
                  <a:lnTo>
                    <a:pt x="3877440" y="2622598"/>
                  </a:lnTo>
                  <a:lnTo>
                    <a:pt x="3955074" y="2617481"/>
                  </a:lnTo>
                  <a:lnTo>
                    <a:pt x="4032708" y="2612334"/>
                  </a:lnTo>
                  <a:lnTo>
                    <a:pt x="4110342" y="2607157"/>
                  </a:lnTo>
                  <a:lnTo>
                    <a:pt x="4187976" y="2601948"/>
                  </a:lnTo>
                  <a:lnTo>
                    <a:pt x="4265610" y="2596709"/>
                  </a:lnTo>
                  <a:lnTo>
                    <a:pt x="4343244" y="2591439"/>
                  </a:lnTo>
                  <a:lnTo>
                    <a:pt x="4420879" y="2586137"/>
                  </a:lnTo>
                  <a:lnTo>
                    <a:pt x="4498513" y="2580804"/>
                  </a:lnTo>
                  <a:lnTo>
                    <a:pt x="4576147" y="2575439"/>
                  </a:lnTo>
                  <a:lnTo>
                    <a:pt x="4653781" y="2570042"/>
                  </a:lnTo>
                  <a:lnTo>
                    <a:pt x="4731415" y="2564614"/>
                  </a:lnTo>
                  <a:lnTo>
                    <a:pt x="4809049" y="2559153"/>
                  </a:lnTo>
                  <a:lnTo>
                    <a:pt x="4886683" y="2553659"/>
                  </a:lnTo>
                  <a:lnTo>
                    <a:pt x="4964317" y="2548133"/>
                  </a:lnTo>
                  <a:lnTo>
                    <a:pt x="5041951" y="2542574"/>
                  </a:lnTo>
                  <a:lnTo>
                    <a:pt x="5119585" y="2536982"/>
                  </a:lnTo>
                  <a:lnTo>
                    <a:pt x="5197219" y="2531357"/>
                  </a:lnTo>
                  <a:lnTo>
                    <a:pt x="5274853" y="2525698"/>
                  </a:lnTo>
                  <a:lnTo>
                    <a:pt x="5352487" y="2520006"/>
                  </a:lnTo>
                  <a:lnTo>
                    <a:pt x="5430121" y="2514280"/>
                  </a:lnTo>
                  <a:lnTo>
                    <a:pt x="5507755" y="2508520"/>
                  </a:lnTo>
                  <a:lnTo>
                    <a:pt x="5585389" y="2502725"/>
                  </a:lnTo>
                  <a:lnTo>
                    <a:pt x="5663023" y="2496897"/>
                  </a:lnTo>
                  <a:lnTo>
                    <a:pt x="5740657" y="2491033"/>
                  </a:lnTo>
                  <a:lnTo>
                    <a:pt x="5818291" y="2485135"/>
                  </a:lnTo>
                  <a:lnTo>
                    <a:pt x="5895925" y="2479202"/>
                  </a:lnTo>
                  <a:lnTo>
                    <a:pt x="5973559" y="2473233"/>
                  </a:lnTo>
                  <a:lnTo>
                    <a:pt x="6051193" y="2467229"/>
                  </a:lnTo>
                  <a:lnTo>
                    <a:pt x="6128827" y="2461189"/>
                  </a:lnTo>
                  <a:lnTo>
                    <a:pt x="6206462" y="2455114"/>
                  </a:lnTo>
                  <a:lnTo>
                    <a:pt x="6284096" y="2449002"/>
                  </a:lnTo>
                  <a:lnTo>
                    <a:pt x="6361730" y="2442854"/>
                  </a:lnTo>
                  <a:lnTo>
                    <a:pt x="6439364" y="2436670"/>
                  </a:lnTo>
                  <a:lnTo>
                    <a:pt x="6516998" y="2430449"/>
                  </a:lnTo>
                  <a:lnTo>
                    <a:pt x="6594632" y="2424190"/>
                  </a:lnTo>
                  <a:lnTo>
                    <a:pt x="6672266" y="2417895"/>
                  </a:lnTo>
                  <a:lnTo>
                    <a:pt x="6749900" y="2411562"/>
                  </a:lnTo>
                  <a:lnTo>
                    <a:pt x="6827534" y="2405192"/>
                  </a:lnTo>
                  <a:lnTo>
                    <a:pt x="6905168" y="2398784"/>
                  </a:lnTo>
                  <a:lnTo>
                    <a:pt x="6982802" y="2392337"/>
                  </a:lnTo>
                  <a:lnTo>
                    <a:pt x="7060436" y="2385853"/>
                  </a:lnTo>
                  <a:lnTo>
                    <a:pt x="7138070" y="2379329"/>
                  </a:lnTo>
                  <a:lnTo>
                    <a:pt x="7215704" y="2372768"/>
                  </a:lnTo>
                  <a:lnTo>
                    <a:pt x="7293338" y="2366167"/>
                  </a:lnTo>
                  <a:lnTo>
                    <a:pt x="7370972" y="2359527"/>
                  </a:lnTo>
                  <a:lnTo>
                    <a:pt x="7370972" y="3377482"/>
                  </a:lnTo>
                  <a:lnTo>
                    <a:pt x="7293338" y="3373142"/>
                  </a:lnTo>
                  <a:lnTo>
                    <a:pt x="7215704" y="3368624"/>
                  </a:lnTo>
                  <a:lnTo>
                    <a:pt x="7138070" y="3363922"/>
                  </a:lnTo>
                  <a:lnTo>
                    <a:pt x="7060436" y="3359028"/>
                  </a:lnTo>
                  <a:lnTo>
                    <a:pt x="6982802" y="3353933"/>
                  </a:lnTo>
                  <a:lnTo>
                    <a:pt x="6905168" y="3348631"/>
                  </a:lnTo>
                  <a:lnTo>
                    <a:pt x="6827534" y="3343112"/>
                  </a:lnTo>
                  <a:lnTo>
                    <a:pt x="6749900" y="3337368"/>
                  </a:lnTo>
                  <a:lnTo>
                    <a:pt x="6672266" y="3331389"/>
                  </a:lnTo>
                  <a:lnTo>
                    <a:pt x="6594632" y="3325166"/>
                  </a:lnTo>
                  <a:lnTo>
                    <a:pt x="6516998" y="3318688"/>
                  </a:lnTo>
                  <a:lnTo>
                    <a:pt x="6439364" y="3311947"/>
                  </a:lnTo>
                  <a:lnTo>
                    <a:pt x="6361730" y="3304929"/>
                  </a:lnTo>
                  <a:lnTo>
                    <a:pt x="6284096" y="3297625"/>
                  </a:lnTo>
                  <a:lnTo>
                    <a:pt x="6206462" y="3290023"/>
                  </a:lnTo>
                  <a:lnTo>
                    <a:pt x="6128827" y="3282110"/>
                  </a:lnTo>
                  <a:lnTo>
                    <a:pt x="6051193" y="3273874"/>
                  </a:lnTo>
                  <a:lnTo>
                    <a:pt x="5973559" y="3265302"/>
                  </a:lnTo>
                  <a:lnTo>
                    <a:pt x="5895925" y="3256379"/>
                  </a:lnTo>
                  <a:lnTo>
                    <a:pt x="5818291" y="3247092"/>
                  </a:lnTo>
                  <a:lnTo>
                    <a:pt x="5740657" y="3237426"/>
                  </a:lnTo>
                  <a:lnTo>
                    <a:pt x="5663023" y="3227365"/>
                  </a:lnTo>
                  <a:lnTo>
                    <a:pt x="5585389" y="3216893"/>
                  </a:lnTo>
                  <a:lnTo>
                    <a:pt x="5507755" y="3205993"/>
                  </a:lnTo>
                  <a:lnTo>
                    <a:pt x="5430121" y="3194648"/>
                  </a:lnTo>
                  <a:lnTo>
                    <a:pt x="5352487" y="3182840"/>
                  </a:lnTo>
                  <a:lnTo>
                    <a:pt x="5274853" y="3170549"/>
                  </a:lnTo>
                  <a:lnTo>
                    <a:pt x="5197219" y="3157756"/>
                  </a:lnTo>
                  <a:lnTo>
                    <a:pt x="5119585" y="3144441"/>
                  </a:lnTo>
                  <a:lnTo>
                    <a:pt x="5041951" y="3130582"/>
                  </a:lnTo>
                  <a:lnTo>
                    <a:pt x="4964317" y="3116156"/>
                  </a:lnTo>
                  <a:lnTo>
                    <a:pt x="4886683" y="3101142"/>
                  </a:lnTo>
                  <a:lnTo>
                    <a:pt x="4809049" y="3085514"/>
                  </a:lnTo>
                  <a:lnTo>
                    <a:pt x="4731415" y="3069248"/>
                  </a:lnTo>
                  <a:lnTo>
                    <a:pt x="4653781" y="3052318"/>
                  </a:lnTo>
                  <a:lnTo>
                    <a:pt x="4576147" y="3034696"/>
                  </a:lnTo>
                  <a:lnTo>
                    <a:pt x="4498513" y="3016354"/>
                  </a:lnTo>
                  <a:lnTo>
                    <a:pt x="4420879" y="2997263"/>
                  </a:lnTo>
                  <a:lnTo>
                    <a:pt x="4343244" y="2977392"/>
                  </a:lnTo>
                  <a:lnTo>
                    <a:pt x="4265610" y="2956710"/>
                  </a:lnTo>
                  <a:lnTo>
                    <a:pt x="4187976" y="2935183"/>
                  </a:lnTo>
                  <a:lnTo>
                    <a:pt x="4110342" y="2912776"/>
                  </a:lnTo>
                  <a:lnTo>
                    <a:pt x="4032708" y="2889454"/>
                  </a:lnTo>
                  <a:lnTo>
                    <a:pt x="3955074" y="2865180"/>
                  </a:lnTo>
                  <a:lnTo>
                    <a:pt x="3877440" y="2839914"/>
                  </a:lnTo>
                  <a:lnTo>
                    <a:pt x="3799806" y="2813617"/>
                  </a:lnTo>
                  <a:lnTo>
                    <a:pt x="3722172" y="2786245"/>
                  </a:lnTo>
                  <a:lnTo>
                    <a:pt x="3644538" y="2757755"/>
                  </a:lnTo>
                  <a:lnTo>
                    <a:pt x="3566904" y="2728101"/>
                  </a:lnTo>
                  <a:lnTo>
                    <a:pt x="3489270" y="2697236"/>
                  </a:lnTo>
                  <a:lnTo>
                    <a:pt x="3411636" y="2665111"/>
                  </a:lnTo>
                  <a:lnTo>
                    <a:pt x="3334002" y="2657577"/>
                  </a:lnTo>
                  <a:lnTo>
                    <a:pt x="3256368" y="2662457"/>
                  </a:lnTo>
                  <a:lnTo>
                    <a:pt x="3178734" y="2667308"/>
                  </a:lnTo>
                  <a:lnTo>
                    <a:pt x="3101100" y="2672130"/>
                  </a:lnTo>
                  <a:lnTo>
                    <a:pt x="3023466" y="2676924"/>
                  </a:lnTo>
                  <a:lnTo>
                    <a:pt x="2945832" y="2681689"/>
                  </a:lnTo>
                  <a:lnTo>
                    <a:pt x="2868198" y="2686427"/>
                  </a:lnTo>
                  <a:lnTo>
                    <a:pt x="2790564" y="2691136"/>
                  </a:lnTo>
                  <a:lnTo>
                    <a:pt x="2712930" y="2695817"/>
                  </a:lnTo>
                  <a:lnTo>
                    <a:pt x="2635295" y="2700471"/>
                  </a:lnTo>
                  <a:lnTo>
                    <a:pt x="2557661" y="2705098"/>
                  </a:lnTo>
                  <a:lnTo>
                    <a:pt x="2480027" y="2709697"/>
                  </a:lnTo>
                  <a:lnTo>
                    <a:pt x="2402393" y="2714268"/>
                  </a:lnTo>
                  <a:lnTo>
                    <a:pt x="2324759" y="2718813"/>
                  </a:lnTo>
                  <a:lnTo>
                    <a:pt x="2247125" y="2723331"/>
                  </a:lnTo>
                  <a:lnTo>
                    <a:pt x="2169491" y="2727823"/>
                  </a:lnTo>
                  <a:lnTo>
                    <a:pt x="2091857" y="2732288"/>
                  </a:lnTo>
                  <a:lnTo>
                    <a:pt x="2014223" y="2736726"/>
                  </a:lnTo>
                  <a:lnTo>
                    <a:pt x="1936589" y="2741138"/>
                  </a:lnTo>
                  <a:lnTo>
                    <a:pt x="1858955" y="2745524"/>
                  </a:lnTo>
                  <a:lnTo>
                    <a:pt x="1781321" y="2749885"/>
                  </a:lnTo>
                  <a:lnTo>
                    <a:pt x="1703687" y="2754219"/>
                  </a:lnTo>
                  <a:lnTo>
                    <a:pt x="1626053" y="2758528"/>
                  </a:lnTo>
                  <a:lnTo>
                    <a:pt x="1548419" y="2762811"/>
                  </a:lnTo>
                  <a:lnTo>
                    <a:pt x="1470785" y="2767070"/>
                  </a:lnTo>
                  <a:lnTo>
                    <a:pt x="1393151" y="2771303"/>
                  </a:lnTo>
                  <a:lnTo>
                    <a:pt x="1315517" y="2775511"/>
                  </a:lnTo>
                  <a:lnTo>
                    <a:pt x="1237883" y="2779694"/>
                  </a:lnTo>
                  <a:lnTo>
                    <a:pt x="1160249" y="2783852"/>
                  </a:lnTo>
                  <a:lnTo>
                    <a:pt x="1082615" y="2787986"/>
                  </a:lnTo>
                  <a:lnTo>
                    <a:pt x="1004981" y="2792096"/>
                  </a:lnTo>
                  <a:lnTo>
                    <a:pt x="927346" y="2796181"/>
                  </a:lnTo>
                  <a:lnTo>
                    <a:pt x="849712" y="2800242"/>
                  </a:lnTo>
                  <a:lnTo>
                    <a:pt x="772078" y="2804279"/>
                  </a:lnTo>
                  <a:lnTo>
                    <a:pt x="694444" y="2808292"/>
                  </a:lnTo>
                  <a:lnTo>
                    <a:pt x="616810" y="2812282"/>
                  </a:lnTo>
                  <a:lnTo>
                    <a:pt x="539176" y="2816248"/>
                  </a:lnTo>
                  <a:lnTo>
                    <a:pt x="461542" y="2820190"/>
                  </a:lnTo>
                  <a:lnTo>
                    <a:pt x="383908" y="2824109"/>
                  </a:lnTo>
                  <a:lnTo>
                    <a:pt x="306274" y="2828005"/>
                  </a:lnTo>
                  <a:lnTo>
                    <a:pt x="228640" y="2831879"/>
                  </a:lnTo>
                  <a:lnTo>
                    <a:pt x="151006" y="2835729"/>
                  </a:lnTo>
                  <a:lnTo>
                    <a:pt x="73372" y="2839556"/>
                  </a:lnTo>
                  <a:lnTo>
                    <a:pt x="0" y="28431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946" y="2073503"/>
              <a:ext cx="6767544" cy="2652669"/>
            </a:xfrm>
            <a:custGeom>
              <a:avLst/>
              <a:pathLst>
                <a:path w="6767544" h="2652669">
                  <a:moveTo>
                    <a:pt x="0" y="0"/>
                  </a:moveTo>
                  <a:lnTo>
                    <a:pt x="13382" y="24356"/>
                  </a:lnTo>
                  <a:lnTo>
                    <a:pt x="91016" y="160113"/>
                  </a:lnTo>
                  <a:lnTo>
                    <a:pt x="168650" y="290541"/>
                  </a:lnTo>
                  <a:lnTo>
                    <a:pt x="246284" y="415852"/>
                  </a:lnTo>
                  <a:lnTo>
                    <a:pt x="323918" y="536244"/>
                  </a:lnTo>
                  <a:lnTo>
                    <a:pt x="401552" y="651913"/>
                  </a:lnTo>
                  <a:lnTo>
                    <a:pt x="479186" y="763042"/>
                  </a:lnTo>
                  <a:lnTo>
                    <a:pt x="556820" y="869810"/>
                  </a:lnTo>
                  <a:lnTo>
                    <a:pt x="634454" y="972388"/>
                  </a:lnTo>
                  <a:lnTo>
                    <a:pt x="712088" y="1070941"/>
                  </a:lnTo>
                  <a:lnTo>
                    <a:pt x="789722" y="1165626"/>
                  </a:lnTo>
                  <a:lnTo>
                    <a:pt x="867356" y="1256596"/>
                  </a:lnTo>
                  <a:lnTo>
                    <a:pt x="944990" y="1343995"/>
                  </a:lnTo>
                  <a:lnTo>
                    <a:pt x="1022624" y="1427965"/>
                  </a:lnTo>
                  <a:lnTo>
                    <a:pt x="1100258" y="1508640"/>
                  </a:lnTo>
                  <a:lnTo>
                    <a:pt x="1177892" y="1586148"/>
                  </a:lnTo>
                  <a:lnTo>
                    <a:pt x="1255526" y="1660616"/>
                  </a:lnTo>
                  <a:lnTo>
                    <a:pt x="1333160" y="1732160"/>
                  </a:lnTo>
                  <a:lnTo>
                    <a:pt x="1410795" y="1800897"/>
                  </a:lnTo>
                  <a:lnTo>
                    <a:pt x="1488429" y="1866937"/>
                  </a:lnTo>
                  <a:lnTo>
                    <a:pt x="1566063" y="1930385"/>
                  </a:lnTo>
                  <a:lnTo>
                    <a:pt x="1643697" y="1991344"/>
                  </a:lnTo>
                  <a:lnTo>
                    <a:pt x="1721331" y="2049910"/>
                  </a:lnTo>
                  <a:lnTo>
                    <a:pt x="1798965" y="2106177"/>
                  </a:lnTo>
                  <a:lnTo>
                    <a:pt x="1876599" y="2160237"/>
                  </a:lnTo>
                  <a:lnTo>
                    <a:pt x="1954233" y="2212175"/>
                  </a:lnTo>
                  <a:lnTo>
                    <a:pt x="2031867" y="2262075"/>
                  </a:lnTo>
                  <a:lnTo>
                    <a:pt x="2109501" y="2310017"/>
                  </a:lnTo>
                  <a:lnTo>
                    <a:pt x="2187135" y="2356078"/>
                  </a:lnTo>
                  <a:lnTo>
                    <a:pt x="2264769" y="2400330"/>
                  </a:lnTo>
                  <a:lnTo>
                    <a:pt x="2342403" y="2442847"/>
                  </a:lnTo>
                  <a:lnTo>
                    <a:pt x="2420037" y="2483695"/>
                  </a:lnTo>
                  <a:lnTo>
                    <a:pt x="2497671" y="2522939"/>
                  </a:lnTo>
                  <a:lnTo>
                    <a:pt x="2575305" y="2560644"/>
                  </a:lnTo>
                  <a:lnTo>
                    <a:pt x="2652939" y="2596869"/>
                  </a:lnTo>
                  <a:lnTo>
                    <a:pt x="2730573" y="2631673"/>
                  </a:lnTo>
                  <a:lnTo>
                    <a:pt x="2808207" y="2652669"/>
                  </a:lnTo>
                  <a:lnTo>
                    <a:pt x="2885841" y="2647731"/>
                  </a:lnTo>
                  <a:lnTo>
                    <a:pt x="2963475" y="2642763"/>
                  </a:lnTo>
                  <a:lnTo>
                    <a:pt x="3041109" y="2637767"/>
                  </a:lnTo>
                  <a:lnTo>
                    <a:pt x="3118744" y="2632740"/>
                  </a:lnTo>
                  <a:lnTo>
                    <a:pt x="3196378" y="2627684"/>
                  </a:lnTo>
                  <a:lnTo>
                    <a:pt x="3274012" y="2622598"/>
                  </a:lnTo>
                  <a:lnTo>
                    <a:pt x="3351646" y="2617481"/>
                  </a:lnTo>
                  <a:lnTo>
                    <a:pt x="3429280" y="2612334"/>
                  </a:lnTo>
                  <a:lnTo>
                    <a:pt x="3506914" y="2607157"/>
                  </a:lnTo>
                  <a:lnTo>
                    <a:pt x="3584548" y="2601948"/>
                  </a:lnTo>
                  <a:lnTo>
                    <a:pt x="3662182" y="2596709"/>
                  </a:lnTo>
                  <a:lnTo>
                    <a:pt x="3739816" y="2591439"/>
                  </a:lnTo>
                  <a:lnTo>
                    <a:pt x="3817450" y="2586137"/>
                  </a:lnTo>
                  <a:lnTo>
                    <a:pt x="3895084" y="2580804"/>
                  </a:lnTo>
                  <a:lnTo>
                    <a:pt x="3972718" y="2575439"/>
                  </a:lnTo>
                  <a:lnTo>
                    <a:pt x="4050352" y="2570042"/>
                  </a:lnTo>
                  <a:lnTo>
                    <a:pt x="4127986" y="2564614"/>
                  </a:lnTo>
                  <a:lnTo>
                    <a:pt x="4205620" y="2559153"/>
                  </a:lnTo>
                  <a:lnTo>
                    <a:pt x="4283254" y="2553659"/>
                  </a:lnTo>
                  <a:lnTo>
                    <a:pt x="4360888" y="2548133"/>
                  </a:lnTo>
                  <a:lnTo>
                    <a:pt x="4438522" y="2542574"/>
                  </a:lnTo>
                  <a:lnTo>
                    <a:pt x="4516156" y="2536982"/>
                  </a:lnTo>
                  <a:lnTo>
                    <a:pt x="4593790" y="2531357"/>
                  </a:lnTo>
                  <a:lnTo>
                    <a:pt x="4671424" y="2525698"/>
                  </a:lnTo>
                  <a:lnTo>
                    <a:pt x="4749058" y="2520006"/>
                  </a:lnTo>
                  <a:lnTo>
                    <a:pt x="4826693" y="2514280"/>
                  </a:lnTo>
                  <a:lnTo>
                    <a:pt x="4904327" y="2508520"/>
                  </a:lnTo>
                  <a:lnTo>
                    <a:pt x="4981961" y="2502725"/>
                  </a:lnTo>
                  <a:lnTo>
                    <a:pt x="5059595" y="2496897"/>
                  </a:lnTo>
                  <a:lnTo>
                    <a:pt x="5137229" y="2491033"/>
                  </a:lnTo>
                  <a:lnTo>
                    <a:pt x="5214863" y="2485135"/>
                  </a:lnTo>
                  <a:lnTo>
                    <a:pt x="5292497" y="2479202"/>
                  </a:lnTo>
                  <a:lnTo>
                    <a:pt x="5370131" y="2473233"/>
                  </a:lnTo>
                  <a:lnTo>
                    <a:pt x="5447765" y="2467229"/>
                  </a:lnTo>
                  <a:lnTo>
                    <a:pt x="5525399" y="2461189"/>
                  </a:lnTo>
                  <a:lnTo>
                    <a:pt x="5603033" y="2455114"/>
                  </a:lnTo>
                  <a:lnTo>
                    <a:pt x="5680667" y="2449002"/>
                  </a:lnTo>
                  <a:lnTo>
                    <a:pt x="5758301" y="2442854"/>
                  </a:lnTo>
                  <a:lnTo>
                    <a:pt x="5835935" y="2436670"/>
                  </a:lnTo>
                  <a:lnTo>
                    <a:pt x="5913569" y="2430449"/>
                  </a:lnTo>
                  <a:lnTo>
                    <a:pt x="5991203" y="2424190"/>
                  </a:lnTo>
                  <a:lnTo>
                    <a:pt x="6068837" y="2417895"/>
                  </a:lnTo>
                  <a:lnTo>
                    <a:pt x="6146471" y="2411562"/>
                  </a:lnTo>
                  <a:lnTo>
                    <a:pt x="6224105" y="2405192"/>
                  </a:lnTo>
                  <a:lnTo>
                    <a:pt x="6301739" y="2398784"/>
                  </a:lnTo>
                  <a:lnTo>
                    <a:pt x="6379373" y="2392337"/>
                  </a:lnTo>
                  <a:lnTo>
                    <a:pt x="6457007" y="2385853"/>
                  </a:lnTo>
                  <a:lnTo>
                    <a:pt x="6534641" y="2379329"/>
                  </a:lnTo>
                  <a:lnTo>
                    <a:pt x="6612276" y="2372768"/>
                  </a:lnTo>
                  <a:lnTo>
                    <a:pt x="6689910" y="2366167"/>
                  </a:lnTo>
                  <a:lnTo>
                    <a:pt x="6767544" y="2359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1080"/>
              <a:ext cx="7370972" cy="719905"/>
            </a:xfrm>
            <a:custGeom>
              <a:avLst/>
              <a:pathLst>
                <a:path w="7370972" h="719905">
                  <a:moveTo>
                    <a:pt x="7370972" y="719905"/>
                  </a:moveTo>
                  <a:lnTo>
                    <a:pt x="7293338" y="715564"/>
                  </a:lnTo>
                  <a:lnTo>
                    <a:pt x="7215704" y="711046"/>
                  </a:lnTo>
                  <a:lnTo>
                    <a:pt x="7138070" y="706344"/>
                  </a:lnTo>
                  <a:lnTo>
                    <a:pt x="7060436" y="701450"/>
                  </a:lnTo>
                  <a:lnTo>
                    <a:pt x="6982802" y="696356"/>
                  </a:lnTo>
                  <a:lnTo>
                    <a:pt x="6905168" y="691053"/>
                  </a:lnTo>
                  <a:lnTo>
                    <a:pt x="6827534" y="685534"/>
                  </a:lnTo>
                  <a:lnTo>
                    <a:pt x="6749900" y="679790"/>
                  </a:lnTo>
                  <a:lnTo>
                    <a:pt x="6672266" y="673811"/>
                  </a:lnTo>
                  <a:lnTo>
                    <a:pt x="6594632" y="667588"/>
                  </a:lnTo>
                  <a:lnTo>
                    <a:pt x="6516998" y="661111"/>
                  </a:lnTo>
                  <a:lnTo>
                    <a:pt x="6439364" y="654369"/>
                  </a:lnTo>
                  <a:lnTo>
                    <a:pt x="6361730" y="647352"/>
                  </a:lnTo>
                  <a:lnTo>
                    <a:pt x="6284096" y="640048"/>
                  </a:lnTo>
                  <a:lnTo>
                    <a:pt x="6206462" y="632445"/>
                  </a:lnTo>
                  <a:lnTo>
                    <a:pt x="6128827" y="624533"/>
                  </a:lnTo>
                  <a:lnTo>
                    <a:pt x="6051193" y="616297"/>
                  </a:lnTo>
                  <a:lnTo>
                    <a:pt x="5973559" y="607724"/>
                  </a:lnTo>
                  <a:lnTo>
                    <a:pt x="5895925" y="598802"/>
                  </a:lnTo>
                  <a:lnTo>
                    <a:pt x="5818291" y="589515"/>
                  </a:lnTo>
                  <a:lnTo>
                    <a:pt x="5740657" y="579848"/>
                  </a:lnTo>
                  <a:lnTo>
                    <a:pt x="5663023" y="569787"/>
                  </a:lnTo>
                  <a:lnTo>
                    <a:pt x="5585389" y="559315"/>
                  </a:lnTo>
                  <a:lnTo>
                    <a:pt x="5507755" y="548415"/>
                  </a:lnTo>
                  <a:lnTo>
                    <a:pt x="5430121" y="537070"/>
                  </a:lnTo>
                  <a:lnTo>
                    <a:pt x="5352487" y="525262"/>
                  </a:lnTo>
                  <a:lnTo>
                    <a:pt x="5274853" y="512971"/>
                  </a:lnTo>
                  <a:lnTo>
                    <a:pt x="5197219" y="500178"/>
                  </a:lnTo>
                  <a:lnTo>
                    <a:pt x="5119585" y="486863"/>
                  </a:lnTo>
                  <a:lnTo>
                    <a:pt x="5041951" y="473004"/>
                  </a:lnTo>
                  <a:lnTo>
                    <a:pt x="4964317" y="458579"/>
                  </a:lnTo>
                  <a:lnTo>
                    <a:pt x="4886683" y="443564"/>
                  </a:lnTo>
                  <a:lnTo>
                    <a:pt x="4809049" y="427937"/>
                  </a:lnTo>
                  <a:lnTo>
                    <a:pt x="4731415" y="411670"/>
                  </a:lnTo>
                  <a:lnTo>
                    <a:pt x="4653781" y="394740"/>
                  </a:lnTo>
                  <a:lnTo>
                    <a:pt x="4576147" y="377118"/>
                  </a:lnTo>
                  <a:lnTo>
                    <a:pt x="4498513" y="358776"/>
                  </a:lnTo>
                  <a:lnTo>
                    <a:pt x="4420879" y="339685"/>
                  </a:lnTo>
                  <a:lnTo>
                    <a:pt x="4343244" y="319814"/>
                  </a:lnTo>
                  <a:lnTo>
                    <a:pt x="4265610" y="299132"/>
                  </a:lnTo>
                  <a:lnTo>
                    <a:pt x="4187976" y="277605"/>
                  </a:lnTo>
                  <a:lnTo>
                    <a:pt x="4110342" y="255198"/>
                  </a:lnTo>
                  <a:lnTo>
                    <a:pt x="4032708" y="231877"/>
                  </a:lnTo>
                  <a:lnTo>
                    <a:pt x="3955074" y="207602"/>
                  </a:lnTo>
                  <a:lnTo>
                    <a:pt x="3877440" y="182337"/>
                  </a:lnTo>
                  <a:lnTo>
                    <a:pt x="3799806" y="156039"/>
                  </a:lnTo>
                  <a:lnTo>
                    <a:pt x="3722172" y="128667"/>
                  </a:lnTo>
                  <a:lnTo>
                    <a:pt x="3644538" y="100177"/>
                  </a:lnTo>
                  <a:lnTo>
                    <a:pt x="3566904" y="70523"/>
                  </a:lnTo>
                  <a:lnTo>
                    <a:pt x="3489270" y="39658"/>
                  </a:lnTo>
                  <a:lnTo>
                    <a:pt x="3411636" y="7533"/>
                  </a:lnTo>
                  <a:lnTo>
                    <a:pt x="3334002" y="0"/>
                  </a:lnTo>
                  <a:lnTo>
                    <a:pt x="3256368" y="4879"/>
                  </a:lnTo>
                  <a:lnTo>
                    <a:pt x="3178734" y="9730"/>
                  </a:lnTo>
                  <a:lnTo>
                    <a:pt x="3101100" y="14552"/>
                  </a:lnTo>
                  <a:lnTo>
                    <a:pt x="3023466" y="19346"/>
                  </a:lnTo>
                  <a:lnTo>
                    <a:pt x="2945832" y="24112"/>
                  </a:lnTo>
                  <a:lnTo>
                    <a:pt x="2868198" y="28849"/>
                  </a:lnTo>
                  <a:lnTo>
                    <a:pt x="2790564" y="33558"/>
                  </a:lnTo>
                  <a:lnTo>
                    <a:pt x="2712930" y="38240"/>
                  </a:lnTo>
                  <a:lnTo>
                    <a:pt x="2635295" y="42893"/>
                  </a:lnTo>
                  <a:lnTo>
                    <a:pt x="2557661" y="47520"/>
                  </a:lnTo>
                  <a:lnTo>
                    <a:pt x="2480027" y="52119"/>
                  </a:lnTo>
                  <a:lnTo>
                    <a:pt x="2402393" y="56691"/>
                  </a:lnTo>
                  <a:lnTo>
                    <a:pt x="2324759" y="61236"/>
                  </a:lnTo>
                  <a:lnTo>
                    <a:pt x="2247125" y="65754"/>
                  </a:lnTo>
                  <a:lnTo>
                    <a:pt x="2169491" y="70245"/>
                  </a:lnTo>
                  <a:lnTo>
                    <a:pt x="2091857" y="74710"/>
                  </a:lnTo>
                  <a:lnTo>
                    <a:pt x="2014223" y="79148"/>
                  </a:lnTo>
                  <a:lnTo>
                    <a:pt x="1936589" y="83560"/>
                  </a:lnTo>
                  <a:lnTo>
                    <a:pt x="1858955" y="87947"/>
                  </a:lnTo>
                  <a:lnTo>
                    <a:pt x="1781321" y="92307"/>
                  </a:lnTo>
                  <a:lnTo>
                    <a:pt x="1703687" y="96641"/>
                  </a:lnTo>
                  <a:lnTo>
                    <a:pt x="1626053" y="100950"/>
                  </a:lnTo>
                  <a:lnTo>
                    <a:pt x="1548419" y="105234"/>
                  </a:lnTo>
                  <a:lnTo>
                    <a:pt x="1470785" y="109492"/>
                  </a:lnTo>
                  <a:lnTo>
                    <a:pt x="1393151" y="113725"/>
                  </a:lnTo>
                  <a:lnTo>
                    <a:pt x="1315517" y="117933"/>
                  </a:lnTo>
                  <a:lnTo>
                    <a:pt x="1237883" y="122116"/>
                  </a:lnTo>
                  <a:lnTo>
                    <a:pt x="1160249" y="126274"/>
                  </a:lnTo>
                  <a:lnTo>
                    <a:pt x="1082615" y="130408"/>
                  </a:lnTo>
                  <a:lnTo>
                    <a:pt x="1004981" y="134518"/>
                  </a:lnTo>
                  <a:lnTo>
                    <a:pt x="927346" y="138603"/>
                  </a:lnTo>
                  <a:lnTo>
                    <a:pt x="849712" y="142664"/>
                  </a:lnTo>
                  <a:lnTo>
                    <a:pt x="772078" y="146701"/>
                  </a:lnTo>
                  <a:lnTo>
                    <a:pt x="694444" y="150714"/>
                  </a:lnTo>
                  <a:lnTo>
                    <a:pt x="616810" y="154704"/>
                  </a:lnTo>
                  <a:lnTo>
                    <a:pt x="539176" y="158670"/>
                  </a:lnTo>
                  <a:lnTo>
                    <a:pt x="461542" y="162612"/>
                  </a:lnTo>
                  <a:lnTo>
                    <a:pt x="383908" y="166532"/>
                  </a:lnTo>
                  <a:lnTo>
                    <a:pt x="306274" y="170428"/>
                  </a:lnTo>
                  <a:lnTo>
                    <a:pt x="228640" y="174301"/>
                  </a:lnTo>
                  <a:lnTo>
                    <a:pt x="151006" y="178151"/>
                  </a:lnTo>
                  <a:lnTo>
                    <a:pt x="73372" y="181979"/>
                  </a:lnTo>
                  <a:lnTo>
                    <a:pt x="0" y="18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11980"/>
              <a:ext cx="7370972" cy="1399633"/>
            </a:xfrm>
            <a:custGeom>
              <a:avLst/>
              <a:pathLst>
                <a:path w="7370972" h="1399633">
                  <a:moveTo>
                    <a:pt x="0" y="0"/>
                  </a:moveTo>
                  <a:lnTo>
                    <a:pt x="73372" y="27918"/>
                  </a:lnTo>
                  <a:lnTo>
                    <a:pt x="151006" y="56959"/>
                  </a:lnTo>
                  <a:lnTo>
                    <a:pt x="228640" y="85509"/>
                  </a:lnTo>
                  <a:lnTo>
                    <a:pt x="306274" y="113576"/>
                  </a:lnTo>
                  <a:lnTo>
                    <a:pt x="383908" y="141168"/>
                  </a:lnTo>
                  <a:lnTo>
                    <a:pt x="461542" y="168293"/>
                  </a:lnTo>
                  <a:lnTo>
                    <a:pt x="539176" y="194960"/>
                  </a:lnTo>
                  <a:lnTo>
                    <a:pt x="616810" y="221176"/>
                  </a:lnTo>
                  <a:lnTo>
                    <a:pt x="694444" y="246949"/>
                  </a:lnTo>
                  <a:lnTo>
                    <a:pt x="772078" y="272286"/>
                  </a:lnTo>
                  <a:lnTo>
                    <a:pt x="849712" y="297195"/>
                  </a:lnTo>
                  <a:lnTo>
                    <a:pt x="927346" y="321682"/>
                  </a:lnTo>
                  <a:lnTo>
                    <a:pt x="1004981" y="345755"/>
                  </a:lnTo>
                  <a:lnTo>
                    <a:pt x="1082615" y="369421"/>
                  </a:lnTo>
                  <a:lnTo>
                    <a:pt x="1160249" y="392687"/>
                  </a:lnTo>
                  <a:lnTo>
                    <a:pt x="1237883" y="415559"/>
                  </a:lnTo>
                  <a:lnTo>
                    <a:pt x="1315517" y="438045"/>
                  </a:lnTo>
                  <a:lnTo>
                    <a:pt x="1393151" y="460150"/>
                  </a:lnTo>
                  <a:lnTo>
                    <a:pt x="1470785" y="481882"/>
                  </a:lnTo>
                  <a:lnTo>
                    <a:pt x="1548419" y="503246"/>
                  </a:lnTo>
                  <a:lnTo>
                    <a:pt x="1626053" y="524249"/>
                  </a:lnTo>
                  <a:lnTo>
                    <a:pt x="1703687" y="544897"/>
                  </a:lnTo>
                  <a:lnTo>
                    <a:pt x="1781321" y="565195"/>
                  </a:lnTo>
                  <a:lnTo>
                    <a:pt x="1858955" y="585150"/>
                  </a:lnTo>
                  <a:lnTo>
                    <a:pt x="1936589" y="604768"/>
                  </a:lnTo>
                  <a:lnTo>
                    <a:pt x="2014223" y="624054"/>
                  </a:lnTo>
                  <a:lnTo>
                    <a:pt x="2091857" y="643014"/>
                  </a:lnTo>
                  <a:lnTo>
                    <a:pt x="2169491" y="661654"/>
                  </a:lnTo>
                  <a:lnTo>
                    <a:pt x="2247125" y="679978"/>
                  </a:lnTo>
                  <a:lnTo>
                    <a:pt x="2324759" y="697992"/>
                  </a:lnTo>
                  <a:lnTo>
                    <a:pt x="2402393" y="715702"/>
                  </a:lnTo>
                  <a:lnTo>
                    <a:pt x="2480027" y="733112"/>
                  </a:lnTo>
                  <a:lnTo>
                    <a:pt x="2557661" y="750228"/>
                  </a:lnTo>
                  <a:lnTo>
                    <a:pt x="2635295" y="767054"/>
                  </a:lnTo>
                  <a:lnTo>
                    <a:pt x="2712930" y="783596"/>
                  </a:lnTo>
                  <a:lnTo>
                    <a:pt x="2790564" y="799858"/>
                  </a:lnTo>
                  <a:lnTo>
                    <a:pt x="2868198" y="815845"/>
                  </a:lnTo>
                  <a:lnTo>
                    <a:pt x="2945832" y="831562"/>
                  </a:lnTo>
                  <a:lnTo>
                    <a:pt x="3023466" y="847013"/>
                  </a:lnTo>
                  <a:lnTo>
                    <a:pt x="3101100" y="862203"/>
                  </a:lnTo>
                  <a:lnTo>
                    <a:pt x="3178734" y="877135"/>
                  </a:lnTo>
                  <a:lnTo>
                    <a:pt x="3256368" y="891816"/>
                  </a:lnTo>
                  <a:lnTo>
                    <a:pt x="3334002" y="906248"/>
                  </a:lnTo>
                  <a:lnTo>
                    <a:pt x="3411636" y="920436"/>
                  </a:lnTo>
                  <a:lnTo>
                    <a:pt x="3489270" y="934384"/>
                  </a:lnTo>
                  <a:lnTo>
                    <a:pt x="3566904" y="948096"/>
                  </a:lnTo>
                  <a:lnTo>
                    <a:pt x="3644538" y="961576"/>
                  </a:lnTo>
                  <a:lnTo>
                    <a:pt x="3722172" y="974829"/>
                  </a:lnTo>
                  <a:lnTo>
                    <a:pt x="3799806" y="987857"/>
                  </a:lnTo>
                  <a:lnTo>
                    <a:pt x="3877440" y="1000665"/>
                  </a:lnTo>
                  <a:lnTo>
                    <a:pt x="3955074" y="1013257"/>
                  </a:lnTo>
                  <a:lnTo>
                    <a:pt x="4032708" y="1025635"/>
                  </a:lnTo>
                  <a:lnTo>
                    <a:pt x="4110342" y="1037804"/>
                  </a:lnTo>
                  <a:lnTo>
                    <a:pt x="4187976" y="1049768"/>
                  </a:lnTo>
                  <a:lnTo>
                    <a:pt x="4265610" y="1061529"/>
                  </a:lnTo>
                  <a:lnTo>
                    <a:pt x="4343244" y="1073091"/>
                  </a:lnTo>
                  <a:lnTo>
                    <a:pt x="4420879" y="1084457"/>
                  </a:lnTo>
                  <a:lnTo>
                    <a:pt x="4498513" y="1095632"/>
                  </a:lnTo>
                  <a:lnTo>
                    <a:pt x="4576147" y="1106617"/>
                  </a:lnTo>
                  <a:lnTo>
                    <a:pt x="4653781" y="1117417"/>
                  </a:lnTo>
                  <a:lnTo>
                    <a:pt x="4731415" y="1128034"/>
                  </a:lnTo>
                  <a:lnTo>
                    <a:pt x="4809049" y="1138472"/>
                  </a:lnTo>
                  <a:lnTo>
                    <a:pt x="4886683" y="1148733"/>
                  </a:lnTo>
                  <a:lnTo>
                    <a:pt x="4964317" y="1158820"/>
                  </a:lnTo>
                  <a:lnTo>
                    <a:pt x="5041951" y="1168737"/>
                  </a:lnTo>
                  <a:lnTo>
                    <a:pt x="5119585" y="1178487"/>
                  </a:lnTo>
                  <a:lnTo>
                    <a:pt x="5197219" y="1188071"/>
                  </a:lnTo>
                  <a:lnTo>
                    <a:pt x="5274853" y="1197493"/>
                  </a:lnTo>
                  <a:lnTo>
                    <a:pt x="5352487" y="1206756"/>
                  </a:lnTo>
                  <a:lnTo>
                    <a:pt x="5430121" y="1215863"/>
                  </a:lnTo>
                  <a:lnTo>
                    <a:pt x="5507755" y="1224815"/>
                  </a:lnTo>
                  <a:lnTo>
                    <a:pt x="5585389" y="1233616"/>
                  </a:lnTo>
                  <a:lnTo>
                    <a:pt x="5663023" y="1242268"/>
                  </a:lnTo>
                  <a:lnTo>
                    <a:pt x="5740657" y="1250774"/>
                  </a:lnTo>
                  <a:lnTo>
                    <a:pt x="5818291" y="1259136"/>
                  </a:lnTo>
                  <a:lnTo>
                    <a:pt x="5895925" y="1267357"/>
                  </a:lnTo>
                  <a:lnTo>
                    <a:pt x="5973559" y="1275438"/>
                  </a:lnTo>
                  <a:lnTo>
                    <a:pt x="6051193" y="1283383"/>
                  </a:lnTo>
                  <a:lnTo>
                    <a:pt x="6128827" y="1291194"/>
                  </a:lnTo>
                  <a:lnTo>
                    <a:pt x="6206462" y="1298872"/>
                  </a:lnTo>
                  <a:lnTo>
                    <a:pt x="6284096" y="1306421"/>
                  </a:lnTo>
                  <a:lnTo>
                    <a:pt x="6361730" y="1313842"/>
                  </a:lnTo>
                  <a:lnTo>
                    <a:pt x="6439364" y="1321138"/>
                  </a:lnTo>
                  <a:lnTo>
                    <a:pt x="6516998" y="1328310"/>
                  </a:lnTo>
                  <a:lnTo>
                    <a:pt x="6594632" y="1335361"/>
                  </a:lnTo>
                  <a:lnTo>
                    <a:pt x="6672266" y="1342292"/>
                  </a:lnTo>
                  <a:lnTo>
                    <a:pt x="6749900" y="1349107"/>
                  </a:lnTo>
                  <a:lnTo>
                    <a:pt x="6827534" y="1355806"/>
                  </a:lnTo>
                  <a:lnTo>
                    <a:pt x="6905168" y="1362392"/>
                  </a:lnTo>
                  <a:lnTo>
                    <a:pt x="6982802" y="1368866"/>
                  </a:lnTo>
                  <a:lnTo>
                    <a:pt x="7060436" y="1375231"/>
                  </a:lnTo>
                  <a:lnTo>
                    <a:pt x="7138070" y="1381489"/>
                  </a:lnTo>
                  <a:lnTo>
                    <a:pt x="7215704" y="1387640"/>
                  </a:lnTo>
                  <a:lnTo>
                    <a:pt x="7293338" y="1393688"/>
                  </a:lnTo>
                  <a:lnTo>
                    <a:pt x="7370972" y="1399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2026-06-02T08:49:35Z</dcterms:modified>
  <cp:category/>
</cp:coreProperties>
</file>