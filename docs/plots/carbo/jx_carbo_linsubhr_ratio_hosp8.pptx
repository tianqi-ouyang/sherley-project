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41227"/>
            </a:xfrm>
            <a:custGeom>
              <a:avLst/>
              <a:pathLst>
                <a:path w="7370972" h="3541227">
                  <a:moveTo>
                    <a:pt x="603428" y="0"/>
                  </a:moveTo>
                  <a:lnTo>
                    <a:pt x="616810" y="25537"/>
                  </a:lnTo>
                  <a:lnTo>
                    <a:pt x="694444" y="167875"/>
                  </a:lnTo>
                  <a:lnTo>
                    <a:pt x="772078" y="304627"/>
                  </a:lnTo>
                  <a:lnTo>
                    <a:pt x="849712" y="436013"/>
                  </a:lnTo>
                  <a:lnTo>
                    <a:pt x="927346" y="562242"/>
                  </a:lnTo>
                  <a:lnTo>
                    <a:pt x="1004981" y="683518"/>
                  </a:lnTo>
                  <a:lnTo>
                    <a:pt x="1082615" y="800035"/>
                  </a:lnTo>
                  <a:lnTo>
                    <a:pt x="1160249" y="911980"/>
                  </a:lnTo>
                  <a:lnTo>
                    <a:pt x="1237883" y="1019531"/>
                  </a:lnTo>
                  <a:lnTo>
                    <a:pt x="1315517" y="1122862"/>
                  </a:lnTo>
                  <a:lnTo>
                    <a:pt x="1393151" y="1222137"/>
                  </a:lnTo>
                  <a:lnTo>
                    <a:pt x="1470785" y="1317517"/>
                  </a:lnTo>
                  <a:lnTo>
                    <a:pt x="1548419" y="1409154"/>
                  </a:lnTo>
                  <a:lnTo>
                    <a:pt x="1626053" y="1497195"/>
                  </a:lnTo>
                  <a:lnTo>
                    <a:pt x="1703687" y="1581781"/>
                  </a:lnTo>
                  <a:lnTo>
                    <a:pt x="1781321" y="1663047"/>
                  </a:lnTo>
                  <a:lnTo>
                    <a:pt x="1858955" y="1741125"/>
                  </a:lnTo>
                  <a:lnTo>
                    <a:pt x="1936589" y="1816138"/>
                  </a:lnTo>
                  <a:lnTo>
                    <a:pt x="2014223" y="1888208"/>
                  </a:lnTo>
                  <a:lnTo>
                    <a:pt x="2091857" y="1957449"/>
                  </a:lnTo>
                  <a:lnTo>
                    <a:pt x="2169491" y="2023973"/>
                  </a:lnTo>
                  <a:lnTo>
                    <a:pt x="2247125" y="2087887"/>
                  </a:lnTo>
                  <a:lnTo>
                    <a:pt x="2324759" y="2149292"/>
                  </a:lnTo>
                  <a:lnTo>
                    <a:pt x="2402393" y="2208288"/>
                  </a:lnTo>
                  <a:lnTo>
                    <a:pt x="2480027" y="2264968"/>
                  </a:lnTo>
                  <a:lnTo>
                    <a:pt x="2557661" y="2319425"/>
                  </a:lnTo>
                  <a:lnTo>
                    <a:pt x="2635295" y="2371744"/>
                  </a:lnTo>
                  <a:lnTo>
                    <a:pt x="2712930" y="2422010"/>
                  </a:lnTo>
                  <a:lnTo>
                    <a:pt x="2790564" y="2470304"/>
                  </a:lnTo>
                  <a:lnTo>
                    <a:pt x="2868198" y="2516702"/>
                  </a:lnTo>
                  <a:lnTo>
                    <a:pt x="2945832" y="2561279"/>
                  </a:lnTo>
                  <a:lnTo>
                    <a:pt x="3023466" y="2604108"/>
                  </a:lnTo>
                  <a:lnTo>
                    <a:pt x="3101100" y="2645255"/>
                  </a:lnTo>
                  <a:lnTo>
                    <a:pt x="3178734" y="2684788"/>
                  </a:lnTo>
                  <a:lnTo>
                    <a:pt x="3256368" y="2722769"/>
                  </a:lnTo>
                  <a:lnTo>
                    <a:pt x="3334002" y="2759260"/>
                  </a:lnTo>
                  <a:lnTo>
                    <a:pt x="3411636" y="2781274"/>
                  </a:lnTo>
                  <a:lnTo>
                    <a:pt x="3489270" y="2776096"/>
                  </a:lnTo>
                  <a:lnTo>
                    <a:pt x="3566904" y="2770888"/>
                  </a:lnTo>
                  <a:lnTo>
                    <a:pt x="3644538" y="2765649"/>
                  </a:lnTo>
                  <a:lnTo>
                    <a:pt x="3722172" y="2760379"/>
                  </a:lnTo>
                  <a:lnTo>
                    <a:pt x="3799806" y="2755078"/>
                  </a:lnTo>
                  <a:lnTo>
                    <a:pt x="3877440" y="2749745"/>
                  </a:lnTo>
                  <a:lnTo>
                    <a:pt x="3955074" y="2744380"/>
                  </a:lnTo>
                  <a:lnTo>
                    <a:pt x="4032708" y="2738984"/>
                  </a:lnTo>
                  <a:lnTo>
                    <a:pt x="4110342" y="2733555"/>
                  </a:lnTo>
                  <a:lnTo>
                    <a:pt x="4187976" y="2728095"/>
                  </a:lnTo>
                  <a:lnTo>
                    <a:pt x="4265610" y="2722601"/>
                  </a:lnTo>
                  <a:lnTo>
                    <a:pt x="4343244" y="2717075"/>
                  </a:lnTo>
                  <a:lnTo>
                    <a:pt x="4420879" y="2711517"/>
                  </a:lnTo>
                  <a:lnTo>
                    <a:pt x="4498513" y="2705925"/>
                  </a:lnTo>
                  <a:lnTo>
                    <a:pt x="4576147" y="2700300"/>
                  </a:lnTo>
                  <a:lnTo>
                    <a:pt x="4653781" y="2694642"/>
                  </a:lnTo>
                  <a:lnTo>
                    <a:pt x="4731415" y="2688950"/>
                  </a:lnTo>
                  <a:lnTo>
                    <a:pt x="4809049" y="2683224"/>
                  </a:lnTo>
                  <a:lnTo>
                    <a:pt x="4886683" y="2677464"/>
                  </a:lnTo>
                  <a:lnTo>
                    <a:pt x="4964317" y="2671670"/>
                  </a:lnTo>
                  <a:lnTo>
                    <a:pt x="5041951" y="2665842"/>
                  </a:lnTo>
                  <a:lnTo>
                    <a:pt x="5119585" y="2659978"/>
                  </a:lnTo>
                  <a:lnTo>
                    <a:pt x="5197219" y="2654080"/>
                  </a:lnTo>
                  <a:lnTo>
                    <a:pt x="5274853" y="2648147"/>
                  </a:lnTo>
                  <a:lnTo>
                    <a:pt x="5352487" y="2642179"/>
                  </a:lnTo>
                  <a:lnTo>
                    <a:pt x="5430121" y="2636176"/>
                  </a:lnTo>
                  <a:lnTo>
                    <a:pt x="5507755" y="2630136"/>
                  </a:lnTo>
                  <a:lnTo>
                    <a:pt x="5585389" y="2624061"/>
                  </a:lnTo>
                  <a:lnTo>
                    <a:pt x="5663023" y="2617950"/>
                  </a:lnTo>
                  <a:lnTo>
                    <a:pt x="5740657" y="2611802"/>
                  </a:lnTo>
                  <a:lnTo>
                    <a:pt x="5818291" y="2605618"/>
                  </a:lnTo>
                  <a:lnTo>
                    <a:pt x="5895925" y="2599397"/>
                  </a:lnTo>
                  <a:lnTo>
                    <a:pt x="5973559" y="2593139"/>
                  </a:lnTo>
                  <a:lnTo>
                    <a:pt x="6051193" y="2586844"/>
                  </a:lnTo>
                  <a:lnTo>
                    <a:pt x="6128827" y="2580511"/>
                  </a:lnTo>
                  <a:lnTo>
                    <a:pt x="6206462" y="2574141"/>
                  </a:lnTo>
                  <a:lnTo>
                    <a:pt x="6284096" y="2567733"/>
                  </a:lnTo>
                  <a:lnTo>
                    <a:pt x="6361730" y="2561287"/>
                  </a:lnTo>
                  <a:lnTo>
                    <a:pt x="6439364" y="2554803"/>
                  </a:lnTo>
                  <a:lnTo>
                    <a:pt x="6516998" y="2548280"/>
                  </a:lnTo>
                  <a:lnTo>
                    <a:pt x="6594632" y="2541719"/>
                  </a:lnTo>
                  <a:lnTo>
                    <a:pt x="6672266" y="2535118"/>
                  </a:lnTo>
                  <a:lnTo>
                    <a:pt x="6749900" y="2528478"/>
                  </a:lnTo>
                  <a:lnTo>
                    <a:pt x="6827534" y="2521799"/>
                  </a:lnTo>
                  <a:lnTo>
                    <a:pt x="6905168" y="2515080"/>
                  </a:lnTo>
                  <a:lnTo>
                    <a:pt x="6982802" y="2508321"/>
                  </a:lnTo>
                  <a:lnTo>
                    <a:pt x="7060436" y="2501522"/>
                  </a:lnTo>
                  <a:lnTo>
                    <a:pt x="7138070" y="2494683"/>
                  </a:lnTo>
                  <a:lnTo>
                    <a:pt x="7215704" y="2487803"/>
                  </a:lnTo>
                  <a:lnTo>
                    <a:pt x="7293338" y="2480882"/>
                  </a:lnTo>
                  <a:lnTo>
                    <a:pt x="7370972" y="2473920"/>
                  </a:lnTo>
                  <a:lnTo>
                    <a:pt x="7370972" y="3541227"/>
                  </a:lnTo>
                  <a:lnTo>
                    <a:pt x="7293338" y="3536676"/>
                  </a:lnTo>
                  <a:lnTo>
                    <a:pt x="7215704" y="3531940"/>
                  </a:lnTo>
                  <a:lnTo>
                    <a:pt x="7138070" y="3527010"/>
                  </a:lnTo>
                  <a:lnTo>
                    <a:pt x="7060436" y="3521878"/>
                  </a:lnTo>
                  <a:lnTo>
                    <a:pt x="6982802" y="3516537"/>
                  </a:lnTo>
                  <a:lnTo>
                    <a:pt x="6905168" y="3510977"/>
                  </a:lnTo>
                  <a:lnTo>
                    <a:pt x="6827534" y="3505191"/>
                  </a:lnTo>
                  <a:lnTo>
                    <a:pt x="6749900" y="3499168"/>
                  </a:lnTo>
                  <a:lnTo>
                    <a:pt x="6672266" y="3492899"/>
                  </a:lnTo>
                  <a:lnTo>
                    <a:pt x="6594632" y="3486374"/>
                  </a:lnTo>
                  <a:lnTo>
                    <a:pt x="6516998" y="3479583"/>
                  </a:lnTo>
                  <a:lnTo>
                    <a:pt x="6439364" y="3472514"/>
                  </a:lnTo>
                  <a:lnTo>
                    <a:pt x="6361730" y="3465157"/>
                  </a:lnTo>
                  <a:lnTo>
                    <a:pt x="6284096" y="3457499"/>
                  </a:lnTo>
                  <a:lnTo>
                    <a:pt x="6206462" y="3449528"/>
                  </a:lnTo>
                  <a:lnTo>
                    <a:pt x="6128827" y="3441232"/>
                  </a:lnTo>
                  <a:lnTo>
                    <a:pt x="6051193" y="3432596"/>
                  </a:lnTo>
                  <a:lnTo>
                    <a:pt x="5973559" y="3423608"/>
                  </a:lnTo>
                  <a:lnTo>
                    <a:pt x="5895925" y="3414253"/>
                  </a:lnTo>
                  <a:lnTo>
                    <a:pt x="5818291" y="3404516"/>
                  </a:lnTo>
                  <a:lnTo>
                    <a:pt x="5740657" y="3394381"/>
                  </a:lnTo>
                  <a:lnTo>
                    <a:pt x="5663023" y="3383832"/>
                  </a:lnTo>
                  <a:lnTo>
                    <a:pt x="5585389" y="3372852"/>
                  </a:lnTo>
                  <a:lnTo>
                    <a:pt x="5507755" y="3361424"/>
                  </a:lnTo>
                  <a:lnTo>
                    <a:pt x="5430121" y="3349529"/>
                  </a:lnTo>
                  <a:lnTo>
                    <a:pt x="5352487" y="3337148"/>
                  </a:lnTo>
                  <a:lnTo>
                    <a:pt x="5274853" y="3324262"/>
                  </a:lnTo>
                  <a:lnTo>
                    <a:pt x="5197219" y="3310849"/>
                  </a:lnTo>
                  <a:lnTo>
                    <a:pt x="5119585" y="3296888"/>
                  </a:lnTo>
                  <a:lnTo>
                    <a:pt x="5041951" y="3282357"/>
                  </a:lnTo>
                  <a:lnTo>
                    <a:pt x="4964317" y="3267232"/>
                  </a:lnTo>
                  <a:lnTo>
                    <a:pt x="4886683" y="3251490"/>
                  </a:lnTo>
                  <a:lnTo>
                    <a:pt x="4809049" y="3235104"/>
                  </a:lnTo>
                  <a:lnTo>
                    <a:pt x="4731415" y="3218050"/>
                  </a:lnTo>
                  <a:lnTo>
                    <a:pt x="4653781" y="3200298"/>
                  </a:lnTo>
                  <a:lnTo>
                    <a:pt x="4576147" y="3181822"/>
                  </a:lnTo>
                  <a:lnTo>
                    <a:pt x="4498513" y="3162591"/>
                  </a:lnTo>
                  <a:lnTo>
                    <a:pt x="4420879" y="3142574"/>
                  </a:lnTo>
                  <a:lnTo>
                    <a:pt x="4343244" y="3121740"/>
                  </a:lnTo>
                  <a:lnTo>
                    <a:pt x="4265610" y="3100055"/>
                  </a:lnTo>
                  <a:lnTo>
                    <a:pt x="4187976" y="3077484"/>
                  </a:lnTo>
                  <a:lnTo>
                    <a:pt x="4110342" y="3053992"/>
                  </a:lnTo>
                  <a:lnTo>
                    <a:pt x="4032708" y="3029539"/>
                  </a:lnTo>
                  <a:lnTo>
                    <a:pt x="3955074" y="3004088"/>
                  </a:lnTo>
                  <a:lnTo>
                    <a:pt x="3877440" y="2977597"/>
                  </a:lnTo>
                  <a:lnTo>
                    <a:pt x="3799806" y="2950025"/>
                  </a:lnTo>
                  <a:lnTo>
                    <a:pt x="3722172" y="2921326"/>
                  </a:lnTo>
                  <a:lnTo>
                    <a:pt x="3644538" y="2891454"/>
                  </a:lnTo>
                  <a:lnTo>
                    <a:pt x="3566904" y="2860363"/>
                  </a:lnTo>
                  <a:lnTo>
                    <a:pt x="3489270" y="2828002"/>
                  </a:lnTo>
                  <a:lnTo>
                    <a:pt x="3411636" y="2794319"/>
                  </a:lnTo>
                  <a:lnTo>
                    <a:pt x="3334002" y="2786420"/>
                  </a:lnTo>
                  <a:lnTo>
                    <a:pt x="3256368" y="2791537"/>
                  </a:lnTo>
                  <a:lnTo>
                    <a:pt x="3178734" y="2796623"/>
                  </a:lnTo>
                  <a:lnTo>
                    <a:pt x="3101100" y="2801679"/>
                  </a:lnTo>
                  <a:lnTo>
                    <a:pt x="3023466" y="2806705"/>
                  </a:lnTo>
                  <a:lnTo>
                    <a:pt x="2945832" y="2811701"/>
                  </a:lnTo>
                  <a:lnTo>
                    <a:pt x="2868198" y="2816668"/>
                  </a:lnTo>
                  <a:lnTo>
                    <a:pt x="2790564" y="2821606"/>
                  </a:lnTo>
                  <a:lnTo>
                    <a:pt x="2712930" y="2826514"/>
                  </a:lnTo>
                  <a:lnTo>
                    <a:pt x="2635295" y="2831394"/>
                  </a:lnTo>
                  <a:lnTo>
                    <a:pt x="2557661" y="2836244"/>
                  </a:lnTo>
                  <a:lnTo>
                    <a:pt x="2480027" y="2841067"/>
                  </a:lnTo>
                  <a:lnTo>
                    <a:pt x="2402393" y="2845860"/>
                  </a:lnTo>
                  <a:lnTo>
                    <a:pt x="2324759" y="2850625"/>
                  </a:lnTo>
                  <a:lnTo>
                    <a:pt x="2247125" y="2855362"/>
                  </a:lnTo>
                  <a:lnTo>
                    <a:pt x="2169491" y="2860071"/>
                  </a:lnTo>
                  <a:lnTo>
                    <a:pt x="2091857" y="2864753"/>
                  </a:lnTo>
                  <a:lnTo>
                    <a:pt x="2014223" y="2869406"/>
                  </a:lnTo>
                  <a:lnTo>
                    <a:pt x="1936589" y="2874032"/>
                  </a:lnTo>
                  <a:lnTo>
                    <a:pt x="1858955" y="2878631"/>
                  </a:lnTo>
                  <a:lnTo>
                    <a:pt x="1781321" y="2883203"/>
                  </a:lnTo>
                  <a:lnTo>
                    <a:pt x="1703687" y="2887748"/>
                  </a:lnTo>
                  <a:lnTo>
                    <a:pt x="1626053" y="2892265"/>
                  </a:lnTo>
                  <a:lnTo>
                    <a:pt x="1548419" y="2896756"/>
                  </a:lnTo>
                  <a:lnTo>
                    <a:pt x="1470785" y="2901221"/>
                  </a:lnTo>
                  <a:lnTo>
                    <a:pt x="1393151" y="2905659"/>
                  </a:lnTo>
                  <a:lnTo>
                    <a:pt x="1315517" y="2910071"/>
                  </a:lnTo>
                  <a:lnTo>
                    <a:pt x="1237883" y="2914457"/>
                  </a:lnTo>
                  <a:lnTo>
                    <a:pt x="1160249" y="2918817"/>
                  </a:lnTo>
                  <a:lnTo>
                    <a:pt x="1082615" y="2923152"/>
                  </a:lnTo>
                  <a:lnTo>
                    <a:pt x="1004981" y="2927460"/>
                  </a:lnTo>
                  <a:lnTo>
                    <a:pt x="927346" y="2931744"/>
                  </a:lnTo>
                  <a:lnTo>
                    <a:pt x="849712" y="2936001"/>
                  </a:lnTo>
                  <a:lnTo>
                    <a:pt x="772078" y="2940234"/>
                  </a:lnTo>
                  <a:lnTo>
                    <a:pt x="694444" y="2944442"/>
                  </a:lnTo>
                  <a:lnTo>
                    <a:pt x="616810" y="2948625"/>
                  </a:lnTo>
                  <a:lnTo>
                    <a:pt x="539176" y="2952783"/>
                  </a:lnTo>
                  <a:lnTo>
                    <a:pt x="461542" y="2956917"/>
                  </a:lnTo>
                  <a:lnTo>
                    <a:pt x="383908" y="2961026"/>
                  </a:lnTo>
                  <a:lnTo>
                    <a:pt x="306274" y="2965111"/>
                  </a:lnTo>
                  <a:lnTo>
                    <a:pt x="228640" y="2969172"/>
                  </a:lnTo>
                  <a:lnTo>
                    <a:pt x="151006" y="2973209"/>
                  </a:lnTo>
                  <a:lnTo>
                    <a:pt x="73372" y="2977222"/>
                  </a:lnTo>
                  <a:lnTo>
                    <a:pt x="0" y="29809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0946" y="1896563"/>
              <a:ext cx="6767544" cy="2781274"/>
            </a:xfrm>
            <a:custGeom>
              <a:avLst/>
              <a:pathLst>
                <a:path w="6767544" h="2781274">
                  <a:moveTo>
                    <a:pt x="0" y="0"/>
                  </a:moveTo>
                  <a:lnTo>
                    <a:pt x="13382" y="25537"/>
                  </a:lnTo>
                  <a:lnTo>
                    <a:pt x="91016" y="167875"/>
                  </a:lnTo>
                  <a:lnTo>
                    <a:pt x="168650" y="304627"/>
                  </a:lnTo>
                  <a:lnTo>
                    <a:pt x="246284" y="436013"/>
                  </a:lnTo>
                  <a:lnTo>
                    <a:pt x="323918" y="562242"/>
                  </a:lnTo>
                  <a:lnTo>
                    <a:pt x="401552" y="683518"/>
                  </a:lnTo>
                  <a:lnTo>
                    <a:pt x="479186" y="800035"/>
                  </a:lnTo>
                  <a:lnTo>
                    <a:pt x="556820" y="911980"/>
                  </a:lnTo>
                  <a:lnTo>
                    <a:pt x="634454" y="1019531"/>
                  </a:lnTo>
                  <a:lnTo>
                    <a:pt x="712088" y="1122862"/>
                  </a:lnTo>
                  <a:lnTo>
                    <a:pt x="789722" y="1222137"/>
                  </a:lnTo>
                  <a:lnTo>
                    <a:pt x="867356" y="1317517"/>
                  </a:lnTo>
                  <a:lnTo>
                    <a:pt x="944990" y="1409154"/>
                  </a:lnTo>
                  <a:lnTo>
                    <a:pt x="1022624" y="1497195"/>
                  </a:lnTo>
                  <a:lnTo>
                    <a:pt x="1100258" y="1581781"/>
                  </a:lnTo>
                  <a:lnTo>
                    <a:pt x="1177892" y="1663047"/>
                  </a:lnTo>
                  <a:lnTo>
                    <a:pt x="1255526" y="1741125"/>
                  </a:lnTo>
                  <a:lnTo>
                    <a:pt x="1333161" y="1816138"/>
                  </a:lnTo>
                  <a:lnTo>
                    <a:pt x="1410795" y="1888208"/>
                  </a:lnTo>
                  <a:lnTo>
                    <a:pt x="1488429" y="1957449"/>
                  </a:lnTo>
                  <a:lnTo>
                    <a:pt x="1566063" y="2023973"/>
                  </a:lnTo>
                  <a:lnTo>
                    <a:pt x="1643697" y="2087887"/>
                  </a:lnTo>
                  <a:lnTo>
                    <a:pt x="1721331" y="2149292"/>
                  </a:lnTo>
                  <a:lnTo>
                    <a:pt x="1798965" y="2208288"/>
                  </a:lnTo>
                  <a:lnTo>
                    <a:pt x="1876599" y="2264968"/>
                  </a:lnTo>
                  <a:lnTo>
                    <a:pt x="1954233" y="2319425"/>
                  </a:lnTo>
                  <a:lnTo>
                    <a:pt x="2031867" y="2371744"/>
                  </a:lnTo>
                  <a:lnTo>
                    <a:pt x="2109501" y="2422010"/>
                  </a:lnTo>
                  <a:lnTo>
                    <a:pt x="2187135" y="2470304"/>
                  </a:lnTo>
                  <a:lnTo>
                    <a:pt x="2264769" y="2516702"/>
                  </a:lnTo>
                  <a:lnTo>
                    <a:pt x="2342403" y="2561279"/>
                  </a:lnTo>
                  <a:lnTo>
                    <a:pt x="2420037" y="2604108"/>
                  </a:lnTo>
                  <a:lnTo>
                    <a:pt x="2497671" y="2645255"/>
                  </a:lnTo>
                  <a:lnTo>
                    <a:pt x="2575305" y="2684788"/>
                  </a:lnTo>
                  <a:lnTo>
                    <a:pt x="2652939" y="2722769"/>
                  </a:lnTo>
                  <a:lnTo>
                    <a:pt x="2730573" y="2759260"/>
                  </a:lnTo>
                  <a:lnTo>
                    <a:pt x="2808207" y="2781274"/>
                  </a:lnTo>
                  <a:lnTo>
                    <a:pt x="2885841" y="2776096"/>
                  </a:lnTo>
                  <a:lnTo>
                    <a:pt x="2963475" y="2770888"/>
                  </a:lnTo>
                  <a:lnTo>
                    <a:pt x="3041110" y="2765649"/>
                  </a:lnTo>
                  <a:lnTo>
                    <a:pt x="3118744" y="2760379"/>
                  </a:lnTo>
                  <a:lnTo>
                    <a:pt x="3196378" y="2755078"/>
                  </a:lnTo>
                  <a:lnTo>
                    <a:pt x="3274012" y="2749745"/>
                  </a:lnTo>
                  <a:lnTo>
                    <a:pt x="3351646" y="2744380"/>
                  </a:lnTo>
                  <a:lnTo>
                    <a:pt x="3429280" y="2738984"/>
                  </a:lnTo>
                  <a:lnTo>
                    <a:pt x="3506914" y="2733555"/>
                  </a:lnTo>
                  <a:lnTo>
                    <a:pt x="3584548" y="2728095"/>
                  </a:lnTo>
                  <a:lnTo>
                    <a:pt x="3662182" y="2722601"/>
                  </a:lnTo>
                  <a:lnTo>
                    <a:pt x="3739816" y="2717075"/>
                  </a:lnTo>
                  <a:lnTo>
                    <a:pt x="3817450" y="2711517"/>
                  </a:lnTo>
                  <a:lnTo>
                    <a:pt x="3895084" y="2705925"/>
                  </a:lnTo>
                  <a:lnTo>
                    <a:pt x="3972718" y="2700300"/>
                  </a:lnTo>
                  <a:lnTo>
                    <a:pt x="4050352" y="2694642"/>
                  </a:lnTo>
                  <a:lnTo>
                    <a:pt x="4127986" y="2688950"/>
                  </a:lnTo>
                  <a:lnTo>
                    <a:pt x="4205620" y="2683224"/>
                  </a:lnTo>
                  <a:lnTo>
                    <a:pt x="4283254" y="2677464"/>
                  </a:lnTo>
                  <a:lnTo>
                    <a:pt x="4360888" y="2671670"/>
                  </a:lnTo>
                  <a:lnTo>
                    <a:pt x="4438522" y="2665842"/>
                  </a:lnTo>
                  <a:lnTo>
                    <a:pt x="4516156" y="2659978"/>
                  </a:lnTo>
                  <a:lnTo>
                    <a:pt x="4593790" y="2654080"/>
                  </a:lnTo>
                  <a:lnTo>
                    <a:pt x="4671424" y="2648147"/>
                  </a:lnTo>
                  <a:lnTo>
                    <a:pt x="4749059" y="2642179"/>
                  </a:lnTo>
                  <a:lnTo>
                    <a:pt x="4826693" y="2636176"/>
                  </a:lnTo>
                  <a:lnTo>
                    <a:pt x="4904327" y="2630136"/>
                  </a:lnTo>
                  <a:lnTo>
                    <a:pt x="4981961" y="2624061"/>
                  </a:lnTo>
                  <a:lnTo>
                    <a:pt x="5059595" y="2617950"/>
                  </a:lnTo>
                  <a:lnTo>
                    <a:pt x="5137229" y="2611802"/>
                  </a:lnTo>
                  <a:lnTo>
                    <a:pt x="5214863" y="2605618"/>
                  </a:lnTo>
                  <a:lnTo>
                    <a:pt x="5292497" y="2599397"/>
                  </a:lnTo>
                  <a:lnTo>
                    <a:pt x="5370131" y="2593139"/>
                  </a:lnTo>
                  <a:lnTo>
                    <a:pt x="5447765" y="2586844"/>
                  </a:lnTo>
                  <a:lnTo>
                    <a:pt x="5525399" y="2580511"/>
                  </a:lnTo>
                  <a:lnTo>
                    <a:pt x="5603033" y="2574141"/>
                  </a:lnTo>
                  <a:lnTo>
                    <a:pt x="5680667" y="2567733"/>
                  </a:lnTo>
                  <a:lnTo>
                    <a:pt x="5758301" y="2561287"/>
                  </a:lnTo>
                  <a:lnTo>
                    <a:pt x="5835935" y="2554803"/>
                  </a:lnTo>
                  <a:lnTo>
                    <a:pt x="5913569" y="2548280"/>
                  </a:lnTo>
                  <a:lnTo>
                    <a:pt x="5991203" y="2541719"/>
                  </a:lnTo>
                  <a:lnTo>
                    <a:pt x="6068837" y="2535118"/>
                  </a:lnTo>
                  <a:lnTo>
                    <a:pt x="6146471" y="2528478"/>
                  </a:lnTo>
                  <a:lnTo>
                    <a:pt x="6224105" y="2521799"/>
                  </a:lnTo>
                  <a:lnTo>
                    <a:pt x="6301739" y="2515080"/>
                  </a:lnTo>
                  <a:lnTo>
                    <a:pt x="6379373" y="2508321"/>
                  </a:lnTo>
                  <a:lnTo>
                    <a:pt x="6457008" y="2501522"/>
                  </a:lnTo>
                  <a:lnTo>
                    <a:pt x="6534642" y="2494683"/>
                  </a:lnTo>
                  <a:lnTo>
                    <a:pt x="6612276" y="2487803"/>
                  </a:lnTo>
                  <a:lnTo>
                    <a:pt x="6689910" y="2480882"/>
                  </a:lnTo>
                  <a:lnTo>
                    <a:pt x="6767544" y="2473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2984"/>
              <a:ext cx="7370972" cy="754807"/>
            </a:xfrm>
            <a:custGeom>
              <a:avLst/>
              <a:pathLst>
                <a:path w="7370972" h="754807">
                  <a:moveTo>
                    <a:pt x="7370972" y="754807"/>
                  </a:moveTo>
                  <a:lnTo>
                    <a:pt x="7293338" y="750256"/>
                  </a:lnTo>
                  <a:lnTo>
                    <a:pt x="7215704" y="745519"/>
                  </a:lnTo>
                  <a:lnTo>
                    <a:pt x="7138070" y="740589"/>
                  </a:lnTo>
                  <a:lnTo>
                    <a:pt x="7060436" y="735457"/>
                  </a:lnTo>
                  <a:lnTo>
                    <a:pt x="6982802" y="730116"/>
                  </a:lnTo>
                  <a:lnTo>
                    <a:pt x="6905168" y="724557"/>
                  </a:lnTo>
                  <a:lnTo>
                    <a:pt x="6827534" y="718770"/>
                  </a:lnTo>
                  <a:lnTo>
                    <a:pt x="6749900" y="712747"/>
                  </a:lnTo>
                  <a:lnTo>
                    <a:pt x="6672266" y="706479"/>
                  </a:lnTo>
                  <a:lnTo>
                    <a:pt x="6594632" y="699954"/>
                  </a:lnTo>
                  <a:lnTo>
                    <a:pt x="6516998" y="693162"/>
                  </a:lnTo>
                  <a:lnTo>
                    <a:pt x="6439364" y="686094"/>
                  </a:lnTo>
                  <a:lnTo>
                    <a:pt x="6361730" y="678736"/>
                  </a:lnTo>
                  <a:lnTo>
                    <a:pt x="6284096" y="671078"/>
                  </a:lnTo>
                  <a:lnTo>
                    <a:pt x="6206462" y="663107"/>
                  </a:lnTo>
                  <a:lnTo>
                    <a:pt x="6128827" y="654811"/>
                  </a:lnTo>
                  <a:lnTo>
                    <a:pt x="6051193" y="646176"/>
                  </a:lnTo>
                  <a:lnTo>
                    <a:pt x="5973559" y="637188"/>
                  </a:lnTo>
                  <a:lnTo>
                    <a:pt x="5895925" y="627832"/>
                  </a:lnTo>
                  <a:lnTo>
                    <a:pt x="5818291" y="618095"/>
                  </a:lnTo>
                  <a:lnTo>
                    <a:pt x="5740657" y="607960"/>
                  </a:lnTo>
                  <a:lnTo>
                    <a:pt x="5663023" y="597411"/>
                  </a:lnTo>
                  <a:lnTo>
                    <a:pt x="5585389" y="586432"/>
                  </a:lnTo>
                  <a:lnTo>
                    <a:pt x="5507755" y="575003"/>
                  </a:lnTo>
                  <a:lnTo>
                    <a:pt x="5430121" y="563108"/>
                  </a:lnTo>
                  <a:lnTo>
                    <a:pt x="5352487" y="550727"/>
                  </a:lnTo>
                  <a:lnTo>
                    <a:pt x="5274853" y="537841"/>
                  </a:lnTo>
                  <a:lnTo>
                    <a:pt x="5197219" y="524428"/>
                  </a:lnTo>
                  <a:lnTo>
                    <a:pt x="5119585" y="510467"/>
                  </a:lnTo>
                  <a:lnTo>
                    <a:pt x="5041951" y="495936"/>
                  </a:lnTo>
                  <a:lnTo>
                    <a:pt x="4964317" y="480811"/>
                  </a:lnTo>
                  <a:lnTo>
                    <a:pt x="4886683" y="465069"/>
                  </a:lnTo>
                  <a:lnTo>
                    <a:pt x="4809049" y="448683"/>
                  </a:lnTo>
                  <a:lnTo>
                    <a:pt x="4731415" y="431629"/>
                  </a:lnTo>
                  <a:lnTo>
                    <a:pt x="4653781" y="413878"/>
                  </a:lnTo>
                  <a:lnTo>
                    <a:pt x="4576147" y="395401"/>
                  </a:lnTo>
                  <a:lnTo>
                    <a:pt x="4498513" y="376170"/>
                  </a:lnTo>
                  <a:lnTo>
                    <a:pt x="4420879" y="356154"/>
                  </a:lnTo>
                  <a:lnTo>
                    <a:pt x="4343244" y="335319"/>
                  </a:lnTo>
                  <a:lnTo>
                    <a:pt x="4265610" y="313634"/>
                  </a:lnTo>
                  <a:lnTo>
                    <a:pt x="4187976" y="291064"/>
                  </a:lnTo>
                  <a:lnTo>
                    <a:pt x="4110342" y="267571"/>
                  </a:lnTo>
                  <a:lnTo>
                    <a:pt x="4032708" y="243118"/>
                  </a:lnTo>
                  <a:lnTo>
                    <a:pt x="3955074" y="217667"/>
                  </a:lnTo>
                  <a:lnTo>
                    <a:pt x="3877440" y="191177"/>
                  </a:lnTo>
                  <a:lnTo>
                    <a:pt x="3799806" y="163604"/>
                  </a:lnTo>
                  <a:lnTo>
                    <a:pt x="3722172" y="134905"/>
                  </a:lnTo>
                  <a:lnTo>
                    <a:pt x="3644538" y="105034"/>
                  </a:lnTo>
                  <a:lnTo>
                    <a:pt x="3566904" y="73942"/>
                  </a:lnTo>
                  <a:lnTo>
                    <a:pt x="3489270" y="41581"/>
                  </a:lnTo>
                  <a:lnTo>
                    <a:pt x="3411636" y="7898"/>
                  </a:lnTo>
                  <a:lnTo>
                    <a:pt x="3334002" y="0"/>
                  </a:lnTo>
                  <a:lnTo>
                    <a:pt x="3256368" y="5116"/>
                  </a:lnTo>
                  <a:lnTo>
                    <a:pt x="3178734" y="10202"/>
                  </a:lnTo>
                  <a:lnTo>
                    <a:pt x="3101100" y="15258"/>
                  </a:lnTo>
                  <a:lnTo>
                    <a:pt x="3023466" y="20284"/>
                  </a:lnTo>
                  <a:lnTo>
                    <a:pt x="2945832" y="25281"/>
                  </a:lnTo>
                  <a:lnTo>
                    <a:pt x="2868198" y="30247"/>
                  </a:lnTo>
                  <a:lnTo>
                    <a:pt x="2790564" y="35185"/>
                  </a:lnTo>
                  <a:lnTo>
                    <a:pt x="2712930" y="40094"/>
                  </a:lnTo>
                  <a:lnTo>
                    <a:pt x="2635295" y="44973"/>
                  </a:lnTo>
                  <a:lnTo>
                    <a:pt x="2557661" y="49824"/>
                  </a:lnTo>
                  <a:lnTo>
                    <a:pt x="2480027" y="54646"/>
                  </a:lnTo>
                  <a:lnTo>
                    <a:pt x="2402393" y="59439"/>
                  </a:lnTo>
                  <a:lnTo>
                    <a:pt x="2324759" y="64204"/>
                  </a:lnTo>
                  <a:lnTo>
                    <a:pt x="2247125" y="68942"/>
                  </a:lnTo>
                  <a:lnTo>
                    <a:pt x="2169491" y="73651"/>
                  </a:lnTo>
                  <a:lnTo>
                    <a:pt x="2091857" y="78332"/>
                  </a:lnTo>
                  <a:lnTo>
                    <a:pt x="2014223" y="82986"/>
                  </a:lnTo>
                  <a:lnTo>
                    <a:pt x="1936589" y="87612"/>
                  </a:lnTo>
                  <a:lnTo>
                    <a:pt x="1858955" y="92210"/>
                  </a:lnTo>
                  <a:lnTo>
                    <a:pt x="1781321" y="96782"/>
                  </a:lnTo>
                  <a:lnTo>
                    <a:pt x="1703687" y="101327"/>
                  </a:lnTo>
                  <a:lnTo>
                    <a:pt x="1626053" y="105845"/>
                  </a:lnTo>
                  <a:lnTo>
                    <a:pt x="1548419" y="110336"/>
                  </a:lnTo>
                  <a:lnTo>
                    <a:pt x="1470785" y="114800"/>
                  </a:lnTo>
                  <a:lnTo>
                    <a:pt x="1393151" y="119238"/>
                  </a:lnTo>
                  <a:lnTo>
                    <a:pt x="1315517" y="123651"/>
                  </a:lnTo>
                  <a:lnTo>
                    <a:pt x="1237883" y="128036"/>
                  </a:lnTo>
                  <a:lnTo>
                    <a:pt x="1160249" y="132397"/>
                  </a:lnTo>
                  <a:lnTo>
                    <a:pt x="1082615" y="136731"/>
                  </a:lnTo>
                  <a:lnTo>
                    <a:pt x="1004981" y="141039"/>
                  </a:lnTo>
                  <a:lnTo>
                    <a:pt x="927346" y="145323"/>
                  </a:lnTo>
                  <a:lnTo>
                    <a:pt x="849712" y="149581"/>
                  </a:lnTo>
                  <a:lnTo>
                    <a:pt x="772078" y="153813"/>
                  </a:lnTo>
                  <a:lnTo>
                    <a:pt x="694444" y="158021"/>
                  </a:lnTo>
                  <a:lnTo>
                    <a:pt x="616810" y="162204"/>
                  </a:lnTo>
                  <a:lnTo>
                    <a:pt x="539176" y="166362"/>
                  </a:lnTo>
                  <a:lnTo>
                    <a:pt x="461542" y="170496"/>
                  </a:lnTo>
                  <a:lnTo>
                    <a:pt x="383908" y="174605"/>
                  </a:lnTo>
                  <a:lnTo>
                    <a:pt x="306274" y="178690"/>
                  </a:lnTo>
                  <a:lnTo>
                    <a:pt x="228640" y="182751"/>
                  </a:lnTo>
                  <a:lnTo>
                    <a:pt x="151006" y="186788"/>
                  </a:lnTo>
                  <a:lnTo>
                    <a:pt x="73372" y="190801"/>
                  </a:lnTo>
                  <a:lnTo>
                    <a:pt x="0" y="194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19324"/>
              <a:ext cx="7370972" cy="1467489"/>
            </a:xfrm>
            <a:custGeom>
              <a:avLst/>
              <a:pathLst>
                <a:path w="7370972" h="1467489">
                  <a:moveTo>
                    <a:pt x="0" y="0"/>
                  </a:moveTo>
                  <a:lnTo>
                    <a:pt x="73372" y="29272"/>
                  </a:lnTo>
                  <a:lnTo>
                    <a:pt x="151006" y="59720"/>
                  </a:lnTo>
                  <a:lnTo>
                    <a:pt x="228640" y="89654"/>
                  </a:lnTo>
                  <a:lnTo>
                    <a:pt x="306274" y="119082"/>
                  </a:lnTo>
                  <a:lnTo>
                    <a:pt x="383908" y="148012"/>
                  </a:lnTo>
                  <a:lnTo>
                    <a:pt x="461542" y="176453"/>
                  </a:lnTo>
                  <a:lnTo>
                    <a:pt x="539176" y="204412"/>
                  </a:lnTo>
                  <a:lnTo>
                    <a:pt x="616810" y="231899"/>
                  </a:lnTo>
                  <a:lnTo>
                    <a:pt x="694444" y="258922"/>
                  </a:lnTo>
                  <a:lnTo>
                    <a:pt x="772078" y="285487"/>
                  </a:lnTo>
                  <a:lnTo>
                    <a:pt x="849712" y="311603"/>
                  </a:lnTo>
                  <a:lnTo>
                    <a:pt x="927346" y="337277"/>
                  </a:lnTo>
                  <a:lnTo>
                    <a:pt x="1004981" y="362518"/>
                  </a:lnTo>
                  <a:lnTo>
                    <a:pt x="1082615" y="387331"/>
                  </a:lnTo>
                  <a:lnTo>
                    <a:pt x="1160249" y="411725"/>
                  </a:lnTo>
                  <a:lnTo>
                    <a:pt x="1237883" y="435706"/>
                  </a:lnTo>
                  <a:lnTo>
                    <a:pt x="1315517" y="459282"/>
                  </a:lnTo>
                  <a:lnTo>
                    <a:pt x="1393151" y="482459"/>
                  </a:lnTo>
                  <a:lnTo>
                    <a:pt x="1470785" y="505244"/>
                  </a:lnTo>
                  <a:lnTo>
                    <a:pt x="1548419" y="527644"/>
                  </a:lnTo>
                  <a:lnTo>
                    <a:pt x="1626053" y="549665"/>
                  </a:lnTo>
                  <a:lnTo>
                    <a:pt x="1703687" y="571314"/>
                  </a:lnTo>
                  <a:lnTo>
                    <a:pt x="1781321" y="592597"/>
                  </a:lnTo>
                  <a:lnTo>
                    <a:pt x="1858955" y="613519"/>
                  </a:lnTo>
                  <a:lnTo>
                    <a:pt x="1936589" y="634088"/>
                  </a:lnTo>
                  <a:lnTo>
                    <a:pt x="2014223" y="654309"/>
                  </a:lnTo>
                  <a:lnTo>
                    <a:pt x="2091857" y="674189"/>
                  </a:lnTo>
                  <a:lnTo>
                    <a:pt x="2169491" y="693732"/>
                  </a:lnTo>
                  <a:lnTo>
                    <a:pt x="2247125" y="712944"/>
                  </a:lnTo>
                  <a:lnTo>
                    <a:pt x="2324759" y="731832"/>
                  </a:lnTo>
                  <a:lnTo>
                    <a:pt x="2402393" y="750400"/>
                  </a:lnTo>
                  <a:lnTo>
                    <a:pt x="2480027" y="768654"/>
                  </a:lnTo>
                  <a:lnTo>
                    <a:pt x="2557661" y="786600"/>
                  </a:lnTo>
                  <a:lnTo>
                    <a:pt x="2635295" y="804242"/>
                  </a:lnTo>
                  <a:lnTo>
                    <a:pt x="2712930" y="821586"/>
                  </a:lnTo>
                  <a:lnTo>
                    <a:pt x="2790564" y="838636"/>
                  </a:lnTo>
                  <a:lnTo>
                    <a:pt x="2868198" y="855398"/>
                  </a:lnTo>
                  <a:lnTo>
                    <a:pt x="2945832" y="871877"/>
                  </a:lnTo>
                  <a:lnTo>
                    <a:pt x="3023466" y="888077"/>
                  </a:lnTo>
                  <a:lnTo>
                    <a:pt x="3101100" y="904003"/>
                  </a:lnTo>
                  <a:lnTo>
                    <a:pt x="3178734" y="919660"/>
                  </a:lnTo>
                  <a:lnTo>
                    <a:pt x="3256368" y="935052"/>
                  </a:lnTo>
                  <a:lnTo>
                    <a:pt x="3334002" y="950184"/>
                  </a:lnTo>
                  <a:lnTo>
                    <a:pt x="3411636" y="965060"/>
                  </a:lnTo>
                  <a:lnTo>
                    <a:pt x="3489270" y="979684"/>
                  </a:lnTo>
                  <a:lnTo>
                    <a:pt x="3566904" y="994061"/>
                  </a:lnTo>
                  <a:lnTo>
                    <a:pt x="3644538" y="1008195"/>
                  </a:lnTo>
                  <a:lnTo>
                    <a:pt x="3722172" y="1022090"/>
                  </a:lnTo>
                  <a:lnTo>
                    <a:pt x="3799806" y="1035750"/>
                  </a:lnTo>
                  <a:lnTo>
                    <a:pt x="3877440" y="1049179"/>
                  </a:lnTo>
                  <a:lnTo>
                    <a:pt x="3955074" y="1062381"/>
                  </a:lnTo>
                  <a:lnTo>
                    <a:pt x="4032708" y="1075359"/>
                  </a:lnTo>
                  <a:lnTo>
                    <a:pt x="4110342" y="1088118"/>
                  </a:lnTo>
                  <a:lnTo>
                    <a:pt x="4187976" y="1100662"/>
                  </a:lnTo>
                  <a:lnTo>
                    <a:pt x="4265610" y="1112993"/>
                  </a:lnTo>
                  <a:lnTo>
                    <a:pt x="4343244" y="1125116"/>
                  </a:lnTo>
                  <a:lnTo>
                    <a:pt x="4420879" y="1137033"/>
                  </a:lnTo>
                  <a:lnTo>
                    <a:pt x="4498513" y="1148750"/>
                  </a:lnTo>
                  <a:lnTo>
                    <a:pt x="4576147" y="1160268"/>
                  </a:lnTo>
                  <a:lnTo>
                    <a:pt x="4653781" y="1171591"/>
                  </a:lnTo>
                  <a:lnTo>
                    <a:pt x="4731415" y="1182723"/>
                  </a:lnTo>
                  <a:lnTo>
                    <a:pt x="4809049" y="1193666"/>
                  </a:lnTo>
                  <a:lnTo>
                    <a:pt x="4886683" y="1204425"/>
                  </a:lnTo>
                  <a:lnTo>
                    <a:pt x="4964317" y="1215002"/>
                  </a:lnTo>
                  <a:lnTo>
                    <a:pt x="5041951" y="1225399"/>
                  </a:lnTo>
                  <a:lnTo>
                    <a:pt x="5119585" y="1235621"/>
                  </a:lnTo>
                  <a:lnTo>
                    <a:pt x="5197219" y="1245670"/>
                  </a:lnTo>
                  <a:lnTo>
                    <a:pt x="5274853" y="1255550"/>
                  </a:lnTo>
                  <a:lnTo>
                    <a:pt x="5352487" y="1265262"/>
                  </a:lnTo>
                  <a:lnTo>
                    <a:pt x="5430121" y="1274809"/>
                  </a:lnTo>
                  <a:lnTo>
                    <a:pt x="5507755" y="1284196"/>
                  </a:lnTo>
                  <a:lnTo>
                    <a:pt x="5585389" y="1293423"/>
                  </a:lnTo>
                  <a:lnTo>
                    <a:pt x="5663023" y="1302495"/>
                  </a:lnTo>
                  <a:lnTo>
                    <a:pt x="5740657" y="1311413"/>
                  </a:lnTo>
                  <a:lnTo>
                    <a:pt x="5818291" y="1320181"/>
                  </a:lnTo>
                  <a:lnTo>
                    <a:pt x="5895925" y="1328800"/>
                  </a:lnTo>
                  <a:lnTo>
                    <a:pt x="5973559" y="1337273"/>
                  </a:lnTo>
                  <a:lnTo>
                    <a:pt x="6051193" y="1345603"/>
                  </a:lnTo>
                  <a:lnTo>
                    <a:pt x="6128827" y="1353793"/>
                  </a:lnTo>
                  <a:lnTo>
                    <a:pt x="6206462" y="1361843"/>
                  </a:lnTo>
                  <a:lnTo>
                    <a:pt x="6284096" y="1369758"/>
                  </a:lnTo>
                  <a:lnTo>
                    <a:pt x="6361730" y="1377539"/>
                  </a:lnTo>
                  <a:lnTo>
                    <a:pt x="6439364" y="1385188"/>
                  </a:lnTo>
                  <a:lnTo>
                    <a:pt x="6516998" y="1392708"/>
                  </a:lnTo>
                  <a:lnTo>
                    <a:pt x="6594632" y="1400101"/>
                  </a:lnTo>
                  <a:lnTo>
                    <a:pt x="6672266" y="1407368"/>
                  </a:lnTo>
                  <a:lnTo>
                    <a:pt x="6749900" y="1414513"/>
                  </a:lnTo>
                  <a:lnTo>
                    <a:pt x="6827534" y="1421537"/>
                  </a:lnTo>
                  <a:lnTo>
                    <a:pt x="6905168" y="1428442"/>
                  </a:lnTo>
                  <a:lnTo>
                    <a:pt x="6982802" y="1435231"/>
                  </a:lnTo>
                  <a:lnTo>
                    <a:pt x="7060436" y="1441904"/>
                  </a:lnTo>
                  <a:lnTo>
                    <a:pt x="7138070" y="1448465"/>
                  </a:lnTo>
                  <a:lnTo>
                    <a:pt x="7215704" y="1454915"/>
                  </a:lnTo>
                  <a:lnTo>
                    <a:pt x="7293338" y="1461256"/>
                  </a:lnTo>
                  <a:lnTo>
                    <a:pt x="7370972" y="14674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2026-05-22T13:30:00Z</dcterms:modified>
  <cp:category/>
</cp:coreProperties>
</file>