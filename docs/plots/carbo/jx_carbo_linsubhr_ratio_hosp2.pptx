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2843"/>
            </a:xfrm>
            <a:custGeom>
              <a:avLst/>
              <a:pathLst>
                <a:path w="7370972" h="3592843">
                  <a:moveTo>
                    <a:pt x="1250330" y="0"/>
                  </a:moveTo>
                  <a:lnTo>
                    <a:pt x="1315517" y="157144"/>
                  </a:lnTo>
                  <a:lnTo>
                    <a:pt x="1393151" y="334785"/>
                  </a:lnTo>
                  <a:lnTo>
                    <a:pt x="1470785" y="503398"/>
                  </a:lnTo>
                  <a:lnTo>
                    <a:pt x="1548419" y="663442"/>
                  </a:lnTo>
                  <a:lnTo>
                    <a:pt x="1626053" y="815352"/>
                  </a:lnTo>
                  <a:lnTo>
                    <a:pt x="1703687" y="959543"/>
                  </a:lnTo>
                  <a:lnTo>
                    <a:pt x="1781321" y="1096406"/>
                  </a:lnTo>
                  <a:lnTo>
                    <a:pt x="1858955" y="1226313"/>
                  </a:lnTo>
                  <a:lnTo>
                    <a:pt x="1936589" y="1349619"/>
                  </a:lnTo>
                  <a:lnTo>
                    <a:pt x="2014223" y="1466658"/>
                  </a:lnTo>
                  <a:lnTo>
                    <a:pt x="2091857" y="1577749"/>
                  </a:lnTo>
                  <a:lnTo>
                    <a:pt x="2169491" y="1683195"/>
                  </a:lnTo>
                  <a:lnTo>
                    <a:pt x="2247125" y="1783282"/>
                  </a:lnTo>
                  <a:lnTo>
                    <a:pt x="2324759" y="1878282"/>
                  </a:lnTo>
                  <a:lnTo>
                    <a:pt x="2402393" y="1968455"/>
                  </a:lnTo>
                  <a:lnTo>
                    <a:pt x="2480027" y="2054045"/>
                  </a:lnTo>
                  <a:lnTo>
                    <a:pt x="2557661" y="2135286"/>
                  </a:lnTo>
                  <a:lnTo>
                    <a:pt x="2635295" y="2212397"/>
                  </a:lnTo>
                  <a:lnTo>
                    <a:pt x="2712930" y="2285590"/>
                  </a:lnTo>
                  <a:lnTo>
                    <a:pt x="2790564" y="2355064"/>
                  </a:lnTo>
                  <a:lnTo>
                    <a:pt x="2868198" y="2421006"/>
                  </a:lnTo>
                  <a:lnTo>
                    <a:pt x="2945832" y="2483598"/>
                  </a:lnTo>
                  <a:lnTo>
                    <a:pt x="3023466" y="2543009"/>
                  </a:lnTo>
                  <a:lnTo>
                    <a:pt x="3101100" y="2599400"/>
                  </a:lnTo>
                  <a:lnTo>
                    <a:pt x="3178734" y="2652926"/>
                  </a:lnTo>
                  <a:lnTo>
                    <a:pt x="3256368" y="2703731"/>
                  </a:lnTo>
                  <a:lnTo>
                    <a:pt x="3334002" y="2751955"/>
                  </a:lnTo>
                  <a:lnTo>
                    <a:pt x="3411636" y="2776759"/>
                  </a:lnTo>
                  <a:lnTo>
                    <a:pt x="3489270" y="2757571"/>
                  </a:lnTo>
                  <a:lnTo>
                    <a:pt x="3566904" y="2737964"/>
                  </a:lnTo>
                  <a:lnTo>
                    <a:pt x="3644538" y="2717927"/>
                  </a:lnTo>
                  <a:lnTo>
                    <a:pt x="3722172" y="2697451"/>
                  </a:lnTo>
                  <a:lnTo>
                    <a:pt x="3799806" y="2676526"/>
                  </a:lnTo>
                  <a:lnTo>
                    <a:pt x="3877440" y="2655143"/>
                  </a:lnTo>
                  <a:lnTo>
                    <a:pt x="3955074" y="2633292"/>
                  </a:lnTo>
                  <a:lnTo>
                    <a:pt x="4032708" y="2610962"/>
                  </a:lnTo>
                  <a:lnTo>
                    <a:pt x="4110342" y="2588143"/>
                  </a:lnTo>
                  <a:lnTo>
                    <a:pt x="4187976" y="2564823"/>
                  </a:lnTo>
                  <a:lnTo>
                    <a:pt x="4265610" y="2540993"/>
                  </a:lnTo>
                  <a:lnTo>
                    <a:pt x="4343244" y="2516642"/>
                  </a:lnTo>
                  <a:lnTo>
                    <a:pt x="4420879" y="2491756"/>
                  </a:lnTo>
                  <a:lnTo>
                    <a:pt x="4498513" y="2466326"/>
                  </a:lnTo>
                  <a:lnTo>
                    <a:pt x="4576147" y="2440338"/>
                  </a:lnTo>
                  <a:lnTo>
                    <a:pt x="4653781" y="2413781"/>
                  </a:lnTo>
                  <a:lnTo>
                    <a:pt x="4731415" y="2386642"/>
                  </a:lnTo>
                  <a:lnTo>
                    <a:pt x="4809049" y="2358909"/>
                  </a:lnTo>
                  <a:lnTo>
                    <a:pt x="4886683" y="2330568"/>
                  </a:lnTo>
                  <a:lnTo>
                    <a:pt x="4964317" y="2301607"/>
                  </a:lnTo>
                  <a:lnTo>
                    <a:pt x="5041951" y="2272011"/>
                  </a:lnTo>
                  <a:lnTo>
                    <a:pt x="5119585" y="2241767"/>
                  </a:lnTo>
                  <a:lnTo>
                    <a:pt x="5197219" y="2210860"/>
                  </a:lnTo>
                  <a:lnTo>
                    <a:pt x="5274853" y="2179276"/>
                  </a:lnTo>
                  <a:lnTo>
                    <a:pt x="5352487" y="2147000"/>
                  </a:lnTo>
                  <a:lnTo>
                    <a:pt x="5430121" y="2114017"/>
                  </a:lnTo>
                  <a:lnTo>
                    <a:pt x="5507755" y="2080312"/>
                  </a:lnTo>
                  <a:lnTo>
                    <a:pt x="5585389" y="2045868"/>
                  </a:lnTo>
                  <a:lnTo>
                    <a:pt x="5663023" y="2010670"/>
                  </a:lnTo>
                  <a:lnTo>
                    <a:pt x="5740657" y="1974701"/>
                  </a:lnTo>
                  <a:lnTo>
                    <a:pt x="5818291" y="1937943"/>
                  </a:lnTo>
                  <a:lnTo>
                    <a:pt x="5895925" y="1900381"/>
                  </a:lnTo>
                  <a:lnTo>
                    <a:pt x="5973559" y="1861996"/>
                  </a:lnTo>
                  <a:lnTo>
                    <a:pt x="6051193" y="1822769"/>
                  </a:lnTo>
                  <a:lnTo>
                    <a:pt x="6128827" y="1782684"/>
                  </a:lnTo>
                  <a:lnTo>
                    <a:pt x="6206462" y="1741720"/>
                  </a:lnTo>
                  <a:lnTo>
                    <a:pt x="6284096" y="1699859"/>
                  </a:lnTo>
                  <a:lnTo>
                    <a:pt x="6361730" y="1657082"/>
                  </a:lnTo>
                  <a:lnTo>
                    <a:pt x="6439364" y="1613366"/>
                  </a:lnTo>
                  <a:lnTo>
                    <a:pt x="6516998" y="1568694"/>
                  </a:lnTo>
                  <a:lnTo>
                    <a:pt x="6594632" y="1523043"/>
                  </a:lnTo>
                  <a:lnTo>
                    <a:pt x="6672266" y="1476391"/>
                  </a:lnTo>
                  <a:lnTo>
                    <a:pt x="6749900" y="1428718"/>
                  </a:lnTo>
                  <a:lnTo>
                    <a:pt x="6827534" y="1380000"/>
                  </a:lnTo>
                  <a:lnTo>
                    <a:pt x="6905168" y="1330215"/>
                  </a:lnTo>
                  <a:lnTo>
                    <a:pt x="6982802" y="1279340"/>
                  </a:lnTo>
                  <a:lnTo>
                    <a:pt x="7060436" y="1227350"/>
                  </a:lnTo>
                  <a:lnTo>
                    <a:pt x="7138070" y="1174221"/>
                  </a:lnTo>
                  <a:lnTo>
                    <a:pt x="7215704" y="1119929"/>
                  </a:lnTo>
                  <a:lnTo>
                    <a:pt x="7293338" y="1064447"/>
                  </a:lnTo>
                  <a:lnTo>
                    <a:pt x="7370972" y="1007749"/>
                  </a:lnTo>
                  <a:lnTo>
                    <a:pt x="7370972" y="3592843"/>
                  </a:lnTo>
                  <a:lnTo>
                    <a:pt x="7293338" y="3589641"/>
                  </a:lnTo>
                  <a:lnTo>
                    <a:pt x="7215704" y="3586268"/>
                  </a:lnTo>
                  <a:lnTo>
                    <a:pt x="7138070" y="3582714"/>
                  </a:lnTo>
                  <a:lnTo>
                    <a:pt x="7060436" y="3578970"/>
                  </a:lnTo>
                  <a:lnTo>
                    <a:pt x="6982802" y="3575025"/>
                  </a:lnTo>
                  <a:lnTo>
                    <a:pt x="6905168" y="3570870"/>
                  </a:lnTo>
                  <a:lnTo>
                    <a:pt x="6827534" y="3566491"/>
                  </a:lnTo>
                  <a:lnTo>
                    <a:pt x="6749900" y="3561879"/>
                  </a:lnTo>
                  <a:lnTo>
                    <a:pt x="6672266" y="3557019"/>
                  </a:lnTo>
                  <a:lnTo>
                    <a:pt x="6594632" y="3551899"/>
                  </a:lnTo>
                  <a:lnTo>
                    <a:pt x="6516998" y="3546505"/>
                  </a:lnTo>
                  <a:lnTo>
                    <a:pt x="6439364" y="3540823"/>
                  </a:lnTo>
                  <a:lnTo>
                    <a:pt x="6361730" y="3534836"/>
                  </a:lnTo>
                  <a:lnTo>
                    <a:pt x="6284096" y="3528528"/>
                  </a:lnTo>
                  <a:lnTo>
                    <a:pt x="6206462" y="3521883"/>
                  </a:lnTo>
                  <a:lnTo>
                    <a:pt x="6128827" y="3514882"/>
                  </a:lnTo>
                  <a:lnTo>
                    <a:pt x="6051193" y="3507506"/>
                  </a:lnTo>
                  <a:lnTo>
                    <a:pt x="5973559" y="3499736"/>
                  </a:lnTo>
                  <a:lnTo>
                    <a:pt x="5895925" y="3491549"/>
                  </a:lnTo>
                  <a:lnTo>
                    <a:pt x="5818291" y="3482924"/>
                  </a:lnTo>
                  <a:lnTo>
                    <a:pt x="5740657" y="3473837"/>
                  </a:lnTo>
                  <a:lnTo>
                    <a:pt x="5663023" y="3464263"/>
                  </a:lnTo>
                  <a:lnTo>
                    <a:pt x="5585389" y="3454177"/>
                  </a:lnTo>
                  <a:lnTo>
                    <a:pt x="5507755" y="3443551"/>
                  </a:lnTo>
                  <a:lnTo>
                    <a:pt x="5430121" y="3432356"/>
                  </a:lnTo>
                  <a:lnTo>
                    <a:pt x="5352487" y="3420562"/>
                  </a:lnTo>
                  <a:lnTo>
                    <a:pt x="5274853" y="3408136"/>
                  </a:lnTo>
                  <a:lnTo>
                    <a:pt x="5197219" y="3395045"/>
                  </a:lnTo>
                  <a:lnTo>
                    <a:pt x="5119585" y="3381253"/>
                  </a:lnTo>
                  <a:lnTo>
                    <a:pt x="5041951" y="3366723"/>
                  </a:lnTo>
                  <a:lnTo>
                    <a:pt x="4964317" y="3351414"/>
                  </a:lnTo>
                  <a:lnTo>
                    <a:pt x="4886683" y="3335286"/>
                  </a:lnTo>
                  <a:lnTo>
                    <a:pt x="4809049" y="3318295"/>
                  </a:lnTo>
                  <a:lnTo>
                    <a:pt x="4731415" y="3300393"/>
                  </a:lnTo>
                  <a:lnTo>
                    <a:pt x="4653781" y="3281534"/>
                  </a:lnTo>
                  <a:lnTo>
                    <a:pt x="4576147" y="3261664"/>
                  </a:lnTo>
                  <a:lnTo>
                    <a:pt x="4498513" y="3240731"/>
                  </a:lnTo>
                  <a:lnTo>
                    <a:pt x="4420879" y="3218677"/>
                  </a:lnTo>
                  <a:lnTo>
                    <a:pt x="4343244" y="3195442"/>
                  </a:lnTo>
                  <a:lnTo>
                    <a:pt x="4265610" y="3170963"/>
                  </a:lnTo>
                  <a:lnTo>
                    <a:pt x="4187976" y="3145174"/>
                  </a:lnTo>
                  <a:lnTo>
                    <a:pt x="4110342" y="3118003"/>
                  </a:lnTo>
                  <a:lnTo>
                    <a:pt x="4032708" y="3089378"/>
                  </a:lnTo>
                  <a:lnTo>
                    <a:pt x="3955074" y="3059221"/>
                  </a:lnTo>
                  <a:lnTo>
                    <a:pt x="3877440" y="3027448"/>
                  </a:lnTo>
                  <a:lnTo>
                    <a:pt x="3799806" y="2993975"/>
                  </a:lnTo>
                  <a:lnTo>
                    <a:pt x="3722172" y="2958709"/>
                  </a:lnTo>
                  <a:lnTo>
                    <a:pt x="3644538" y="2921556"/>
                  </a:lnTo>
                  <a:lnTo>
                    <a:pt x="3566904" y="2882413"/>
                  </a:lnTo>
                  <a:lnTo>
                    <a:pt x="3489270" y="2841174"/>
                  </a:lnTo>
                  <a:lnTo>
                    <a:pt x="3411636" y="2797727"/>
                  </a:lnTo>
                  <a:lnTo>
                    <a:pt x="3334002" y="2795535"/>
                  </a:lnTo>
                  <a:lnTo>
                    <a:pt x="3256368" y="2813908"/>
                  </a:lnTo>
                  <a:lnTo>
                    <a:pt x="3178734" y="2831888"/>
                  </a:lnTo>
                  <a:lnTo>
                    <a:pt x="3101100" y="2849482"/>
                  </a:lnTo>
                  <a:lnTo>
                    <a:pt x="3023466" y="2866699"/>
                  </a:lnTo>
                  <a:lnTo>
                    <a:pt x="2945832" y="2883547"/>
                  </a:lnTo>
                  <a:lnTo>
                    <a:pt x="2868198" y="2900033"/>
                  </a:lnTo>
                  <a:lnTo>
                    <a:pt x="2790564" y="2916167"/>
                  </a:lnTo>
                  <a:lnTo>
                    <a:pt x="2712930" y="2931954"/>
                  </a:lnTo>
                  <a:lnTo>
                    <a:pt x="2635295" y="2947403"/>
                  </a:lnTo>
                  <a:lnTo>
                    <a:pt x="2557661" y="2962521"/>
                  </a:lnTo>
                  <a:lnTo>
                    <a:pt x="2480027" y="2977315"/>
                  </a:lnTo>
                  <a:lnTo>
                    <a:pt x="2402393" y="2991792"/>
                  </a:lnTo>
                  <a:lnTo>
                    <a:pt x="2324759" y="3005958"/>
                  </a:lnTo>
                  <a:lnTo>
                    <a:pt x="2247125" y="3019821"/>
                  </a:lnTo>
                  <a:lnTo>
                    <a:pt x="2169491" y="3033386"/>
                  </a:lnTo>
                  <a:lnTo>
                    <a:pt x="2091857" y="3046661"/>
                  </a:lnTo>
                  <a:lnTo>
                    <a:pt x="2014223" y="3059651"/>
                  </a:lnTo>
                  <a:lnTo>
                    <a:pt x="1936589" y="3072363"/>
                  </a:lnTo>
                  <a:lnTo>
                    <a:pt x="1858955" y="3084802"/>
                  </a:lnTo>
                  <a:lnTo>
                    <a:pt x="1781321" y="3096975"/>
                  </a:lnTo>
                  <a:lnTo>
                    <a:pt x="1703687" y="3108886"/>
                  </a:lnTo>
                  <a:lnTo>
                    <a:pt x="1626053" y="3120543"/>
                  </a:lnTo>
                  <a:lnTo>
                    <a:pt x="1548419" y="3131949"/>
                  </a:lnTo>
                  <a:lnTo>
                    <a:pt x="1470785" y="3143111"/>
                  </a:lnTo>
                  <a:lnTo>
                    <a:pt x="1393151" y="3154034"/>
                  </a:lnTo>
                  <a:lnTo>
                    <a:pt x="1315517" y="3164722"/>
                  </a:lnTo>
                  <a:lnTo>
                    <a:pt x="1237883" y="3175181"/>
                  </a:lnTo>
                  <a:lnTo>
                    <a:pt x="1160249" y="3185417"/>
                  </a:lnTo>
                  <a:lnTo>
                    <a:pt x="1082615" y="3195432"/>
                  </a:lnTo>
                  <a:lnTo>
                    <a:pt x="1004981" y="3205233"/>
                  </a:lnTo>
                  <a:lnTo>
                    <a:pt x="927346" y="3214824"/>
                  </a:lnTo>
                  <a:lnTo>
                    <a:pt x="849712" y="3224210"/>
                  </a:lnTo>
                  <a:lnTo>
                    <a:pt x="772078" y="3233394"/>
                  </a:lnTo>
                  <a:lnTo>
                    <a:pt x="694444" y="3242381"/>
                  </a:lnTo>
                  <a:lnTo>
                    <a:pt x="616810" y="3251176"/>
                  </a:lnTo>
                  <a:lnTo>
                    <a:pt x="539176" y="3259782"/>
                  </a:lnTo>
                  <a:lnTo>
                    <a:pt x="461542" y="3268203"/>
                  </a:lnTo>
                  <a:lnTo>
                    <a:pt x="383908" y="3276444"/>
                  </a:lnTo>
                  <a:lnTo>
                    <a:pt x="306274" y="3284509"/>
                  </a:lnTo>
                  <a:lnTo>
                    <a:pt x="228640" y="3292400"/>
                  </a:lnTo>
                  <a:lnTo>
                    <a:pt x="151006" y="3300123"/>
                  </a:lnTo>
                  <a:lnTo>
                    <a:pt x="73372" y="3307679"/>
                  </a:lnTo>
                  <a:lnTo>
                    <a:pt x="0" y="33146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67848" y="1896563"/>
              <a:ext cx="6120642" cy="2776759"/>
            </a:xfrm>
            <a:custGeom>
              <a:avLst/>
              <a:pathLst>
                <a:path w="6120642" h="2776759">
                  <a:moveTo>
                    <a:pt x="0" y="0"/>
                  </a:moveTo>
                  <a:lnTo>
                    <a:pt x="65186" y="157144"/>
                  </a:lnTo>
                  <a:lnTo>
                    <a:pt x="142820" y="334785"/>
                  </a:lnTo>
                  <a:lnTo>
                    <a:pt x="220454" y="503398"/>
                  </a:lnTo>
                  <a:lnTo>
                    <a:pt x="298088" y="663442"/>
                  </a:lnTo>
                  <a:lnTo>
                    <a:pt x="375722" y="815352"/>
                  </a:lnTo>
                  <a:lnTo>
                    <a:pt x="453356" y="959543"/>
                  </a:lnTo>
                  <a:lnTo>
                    <a:pt x="530990" y="1096406"/>
                  </a:lnTo>
                  <a:lnTo>
                    <a:pt x="608624" y="1226313"/>
                  </a:lnTo>
                  <a:lnTo>
                    <a:pt x="686258" y="1349619"/>
                  </a:lnTo>
                  <a:lnTo>
                    <a:pt x="763893" y="1466658"/>
                  </a:lnTo>
                  <a:lnTo>
                    <a:pt x="841527" y="1577749"/>
                  </a:lnTo>
                  <a:lnTo>
                    <a:pt x="919161" y="1683195"/>
                  </a:lnTo>
                  <a:lnTo>
                    <a:pt x="996795" y="1783282"/>
                  </a:lnTo>
                  <a:lnTo>
                    <a:pt x="1074429" y="1878282"/>
                  </a:lnTo>
                  <a:lnTo>
                    <a:pt x="1152063" y="1968455"/>
                  </a:lnTo>
                  <a:lnTo>
                    <a:pt x="1229697" y="2054045"/>
                  </a:lnTo>
                  <a:lnTo>
                    <a:pt x="1307331" y="2135286"/>
                  </a:lnTo>
                  <a:lnTo>
                    <a:pt x="1384965" y="2212397"/>
                  </a:lnTo>
                  <a:lnTo>
                    <a:pt x="1462599" y="2285590"/>
                  </a:lnTo>
                  <a:lnTo>
                    <a:pt x="1540233" y="2355064"/>
                  </a:lnTo>
                  <a:lnTo>
                    <a:pt x="1617867" y="2421006"/>
                  </a:lnTo>
                  <a:lnTo>
                    <a:pt x="1695501" y="2483598"/>
                  </a:lnTo>
                  <a:lnTo>
                    <a:pt x="1773135" y="2543009"/>
                  </a:lnTo>
                  <a:lnTo>
                    <a:pt x="1850769" y="2599400"/>
                  </a:lnTo>
                  <a:lnTo>
                    <a:pt x="1928403" y="2652926"/>
                  </a:lnTo>
                  <a:lnTo>
                    <a:pt x="2006037" y="2703731"/>
                  </a:lnTo>
                  <a:lnTo>
                    <a:pt x="2083671" y="2751955"/>
                  </a:lnTo>
                  <a:lnTo>
                    <a:pt x="2161305" y="2776759"/>
                  </a:lnTo>
                  <a:lnTo>
                    <a:pt x="2238939" y="2757571"/>
                  </a:lnTo>
                  <a:lnTo>
                    <a:pt x="2316573" y="2737964"/>
                  </a:lnTo>
                  <a:lnTo>
                    <a:pt x="2394207" y="2717927"/>
                  </a:lnTo>
                  <a:lnTo>
                    <a:pt x="2471842" y="2697451"/>
                  </a:lnTo>
                  <a:lnTo>
                    <a:pt x="2549476" y="2676526"/>
                  </a:lnTo>
                  <a:lnTo>
                    <a:pt x="2627110" y="2655143"/>
                  </a:lnTo>
                  <a:lnTo>
                    <a:pt x="2704744" y="2633292"/>
                  </a:lnTo>
                  <a:lnTo>
                    <a:pt x="2782378" y="2610962"/>
                  </a:lnTo>
                  <a:lnTo>
                    <a:pt x="2860012" y="2588143"/>
                  </a:lnTo>
                  <a:lnTo>
                    <a:pt x="2937646" y="2564823"/>
                  </a:lnTo>
                  <a:lnTo>
                    <a:pt x="3015280" y="2540993"/>
                  </a:lnTo>
                  <a:lnTo>
                    <a:pt x="3092914" y="2516642"/>
                  </a:lnTo>
                  <a:lnTo>
                    <a:pt x="3170548" y="2491756"/>
                  </a:lnTo>
                  <a:lnTo>
                    <a:pt x="3248182" y="2466326"/>
                  </a:lnTo>
                  <a:lnTo>
                    <a:pt x="3325816" y="2440338"/>
                  </a:lnTo>
                  <a:lnTo>
                    <a:pt x="3403450" y="2413781"/>
                  </a:lnTo>
                  <a:lnTo>
                    <a:pt x="3481084" y="2386642"/>
                  </a:lnTo>
                  <a:lnTo>
                    <a:pt x="3558718" y="2358909"/>
                  </a:lnTo>
                  <a:lnTo>
                    <a:pt x="3636352" y="2330568"/>
                  </a:lnTo>
                  <a:lnTo>
                    <a:pt x="3713986" y="2301607"/>
                  </a:lnTo>
                  <a:lnTo>
                    <a:pt x="3791620" y="2272011"/>
                  </a:lnTo>
                  <a:lnTo>
                    <a:pt x="3869254" y="2241767"/>
                  </a:lnTo>
                  <a:lnTo>
                    <a:pt x="3946888" y="2210860"/>
                  </a:lnTo>
                  <a:lnTo>
                    <a:pt x="4024522" y="2179276"/>
                  </a:lnTo>
                  <a:lnTo>
                    <a:pt x="4102156" y="2147000"/>
                  </a:lnTo>
                  <a:lnTo>
                    <a:pt x="4179790" y="2114017"/>
                  </a:lnTo>
                  <a:lnTo>
                    <a:pt x="4257425" y="2080312"/>
                  </a:lnTo>
                  <a:lnTo>
                    <a:pt x="4335059" y="2045868"/>
                  </a:lnTo>
                  <a:lnTo>
                    <a:pt x="4412693" y="2010670"/>
                  </a:lnTo>
                  <a:lnTo>
                    <a:pt x="4490327" y="1974701"/>
                  </a:lnTo>
                  <a:lnTo>
                    <a:pt x="4567961" y="1937943"/>
                  </a:lnTo>
                  <a:lnTo>
                    <a:pt x="4645595" y="1900381"/>
                  </a:lnTo>
                  <a:lnTo>
                    <a:pt x="4723229" y="1861996"/>
                  </a:lnTo>
                  <a:lnTo>
                    <a:pt x="4800863" y="1822769"/>
                  </a:lnTo>
                  <a:lnTo>
                    <a:pt x="4878497" y="1782684"/>
                  </a:lnTo>
                  <a:lnTo>
                    <a:pt x="4956131" y="1741720"/>
                  </a:lnTo>
                  <a:lnTo>
                    <a:pt x="5033765" y="1699859"/>
                  </a:lnTo>
                  <a:lnTo>
                    <a:pt x="5111399" y="1657082"/>
                  </a:lnTo>
                  <a:lnTo>
                    <a:pt x="5189033" y="1613366"/>
                  </a:lnTo>
                  <a:lnTo>
                    <a:pt x="5266667" y="1568694"/>
                  </a:lnTo>
                  <a:lnTo>
                    <a:pt x="5344301" y="1523043"/>
                  </a:lnTo>
                  <a:lnTo>
                    <a:pt x="5421935" y="1476391"/>
                  </a:lnTo>
                  <a:lnTo>
                    <a:pt x="5499569" y="1428718"/>
                  </a:lnTo>
                  <a:lnTo>
                    <a:pt x="5577203" y="1380000"/>
                  </a:lnTo>
                  <a:lnTo>
                    <a:pt x="5654837" y="1330215"/>
                  </a:lnTo>
                  <a:lnTo>
                    <a:pt x="5732471" y="1279340"/>
                  </a:lnTo>
                  <a:lnTo>
                    <a:pt x="5810105" y="1227350"/>
                  </a:lnTo>
                  <a:lnTo>
                    <a:pt x="5887739" y="1174221"/>
                  </a:lnTo>
                  <a:lnTo>
                    <a:pt x="5965374" y="1119929"/>
                  </a:lnTo>
                  <a:lnTo>
                    <a:pt x="6043008" y="1064447"/>
                  </a:lnTo>
                  <a:lnTo>
                    <a:pt x="6120642" y="100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2098"/>
              <a:ext cx="7370972" cy="797308"/>
            </a:xfrm>
            <a:custGeom>
              <a:avLst/>
              <a:pathLst>
                <a:path w="7370972" h="797308">
                  <a:moveTo>
                    <a:pt x="7370972" y="797308"/>
                  </a:moveTo>
                  <a:lnTo>
                    <a:pt x="7293338" y="794106"/>
                  </a:lnTo>
                  <a:lnTo>
                    <a:pt x="7215704" y="790733"/>
                  </a:lnTo>
                  <a:lnTo>
                    <a:pt x="7138070" y="787179"/>
                  </a:lnTo>
                  <a:lnTo>
                    <a:pt x="7060436" y="783435"/>
                  </a:lnTo>
                  <a:lnTo>
                    <a:pt x="6982802" y="779490"/>
                  </a:lnTo>
                  <a:lnTo>
                    <a:pt x="6905168" y="775335"/>
                  </a:lnTo>
                  <a:lnTo>
                    <a:pt x="6827534" y="770956"/>
                  </a:lnTo>
                  <a:lnTo>
                    <a:pt x="6749900" y="766344"/>
                  </a:lnTo>
                  <a:lnTo>
                    <a:pt x="6672266" y="761484"/>
                  </a:lnTo>
                  <a:lnTo>
                    <a:pt x="6594632" y="756364"/>
                  </a:lnTo>
                  <a:lnTo>
                    <a:pt x="6516998" y="750970"/>
                  </a:lnTo>
                  <a:lnTo>
                    <a:pt x="6439364" y="745288"/>
                  </a:lnTo>
                  <a:lnTo>
                    <a:pt x="6361730" y="739301"/>
                  </a:lnTo>
                  <a:lnTo>
                    <a:pt x="6284096" y="732993"/>
                  </a:lnTo>
                  <a:lnTo>
                    <a:pt x="6206462" y="726348"/>
                  </a:lnTo>
                  <a:lnTo>
                    <a:pt x="6128827" y="719347"/>
                  </a:lnTo>
                  <a:lnTo>
                    <a:pt x="6051193" y="711971"/>
                  </a:lnTo>
                  <a:lnTo>
                    <a:pt x="5973559" y="704200"/>
                  </a:lnTo>
                  <a:lnTo>
                    <a:pt x="5895925" y="696014"/>
                  </a:lnTo>
                  <a:lnTo>
                    <a:pt x="5818291" y="687389"/>
                  </a:lnTo>
                  <a:lnTo>
                    <a:pt x="5740657" y="678302"/>
                  </a:lnTo>
                  <a:lnTo>
                    <a:pt x="5663023" y="668728"/>
                  </a:lnTo>
                  <a:lnTo>
                    <a:pt x="5585389" y="658642"/>
                  </a:lnTo>
                  <a:lnTo>
                    <a:pt x="5507755" y="648016"/>
                  </a:lnTo>
                  <a:lnTo>
                    <a:pt x="5430121" y="636821"/>
                  </a:lnTo>
                  <a:lnTo>
                    <a:pt x="5352487" y="625027"/>
                  </a:lnTo>
                  <a:lnTo>
                    <a:pt x="5274853" y="612601"/>
                  </a:lnTo>
                  <a:lnTo>
                    <a:pt x="5197219" y="599510"/>
                  </a:lnTo>
                  <a:lnTo>
                    <a:pt x="5119585" y="585718"/>
                  </a:lnTo>
                  <a:lnTo>
                    <a:pt x="5041951" y="571188"/>
                  </a:lnTo>
                  <a:lnTo>
                    <a:pt x="4964317" y="555879"/>
                  </a:lnTo>
                  <a:lnTo>
                    <a:pt x="4886683" y="539751"/>
                  </a:lnTo>
                  <a:lnTo>
                    <a:pt x="4809049" y="522760"/>
                  </a:lnTo>
                  <a:lnTo>
                    <a:pt x="4731415" y="504858"/>
                  </a:lnTo>
                  <a:lnTo>
                    <a:pt x="4653781" y="485999"/>
                  </a:lnTo>
                  <a:lnTo>
                    <a:pt x="4576147" y="466129"/>
                  </a:lnTo>
                  <a:lnTo>
                    <a:pt x="4498513" y="445196"/>
                  </a:lnTo>
                  <a:lnTo>
                    <a:pt x="4420879" y="423142"/>
                  </a:lnTo>
                  <a:lnTo>
                    <a:pt x="4343244" y="399907"/>
                  </a:lnTo>
                  <a:lnTo>
                    <a:pt x="4265610" y="375428"/>
                  </a:lnTo>
                  <a:lnTo>
                    <a:pt x="4187976" y="349639"/>
                  </a:lnTo>
                  <a:lnTo>
                    <a:pt x="4110342" y="322468"/>
                  </a:lnTo>
                  <a:lnTo>
                    <a:pt x="4032708" y="293843"/>
                  </a:lnTo>
                  <a:lnTo>
                    <a:pt x="3955074" y="263686"/>
                  </a:lnTo>
                  <a:lnTo>
                    <a:pt x="3877440" y="231913"/>
                  </a:lnTo>
                  <a:lnTo>
                    <a:pt x="3799806" y="198440"/>
                  </a:lnTo>
                  <a:lnTo>
                    <a:pt x="3722172" y="163174"/>
                  </a:lnTo>
                  <a:lnTo>
                    <a:pt x="3644538" y="126021"/>
                  </a:lnTo>
                  <a:lnTo>
                    <a:pt x="3566904" y="86878"/>
                  </a:lnTo>
                  <a:lnTo>
                    <a:pt x="3489270" y="45639"/>
                  </a:lnTo>
                  <a:lnTo>
                    <a:pt x="3411636" y="2192"/>
                  </a:lnTo>
                  <a:lnTo>
                    <a:pt x="3334002" y="0"/>
                  </a:lnTo>
                  <a:lnTo>
                    <a:pt x="3256368" y="18373"/>
                  </a:lnTo>
                  <a:lnTo>
                    <a:pt x="3178734" y="36353"/>
                  </a:lnTo>
                  <a:lnTo>
                    <a:pt x="3101100" y="53947"/>
                  </a:lnTo>
                  <a:lnTo>
                    <a:pt x="3023466" y="71164"/>
                  </a:lnTo>
                  <a:lnTo>
                    <a:pt x="2945832" y="88012"/>
                  </a:lnTo>
                  <a:lnTo>
                    <a:pt x="2868198" y="104498"/>
                  </a:lnTo>
                  <a:lnTo>
                    <a:pt x="2790564" y="120632"/>
                  </a:lnTo>
                  <a:lnTo>
                    <a:pt x="2712930" y="136419"/>
                  </a:lnTo>
                  <a:lnTo>
                    <a:pt x="2635295" y="151868"/>
                  </a:lnTo>
                  <a:lnTo>
                    <a:pt x="2557661" y="166986"/>
                  </a:lnTo>
                  <a:lnTo>
                    <a:pt x="2480027" y="181780"/>
                  </a:lnTo>
                  <a:lnTo>
                    <a:pt x="2402393" y="196257"/>
                  </a:lnTo>
                  <a:lnTo>
                    <a:pt x="2324759" y="210423"/>
                  </a:lnTo>
                  <a:lnTo>
                    <a:pt x="2247125" y="224286"/>
                  </a:lnTo>
                  <a:lnTo>
                    <a:pt x="2169491" y="237851"/>
                  </a:lnTo>
                  <a:lnTo>
                    <a:pt x="2091857" y="251126"/>
                  </a:lnTo>
                  <a:lnTo>
                    <a:pt x="2014223" y="264116"/>
                  </a:lnTo>
                  <a:lnTo>
                    <a:pt x="1936589" y="276828"/>
                  </a:lnTo>
                  <a:lnTo>
                    <a:pt x="1858955" y="289267"/>
                  </a:lnTo>
                  <a:lnTo>
                    <a:pt x="1781321" y="301440"/>
                  </a:lnTo>
                  <a:lnTo>
                    <a:pt x="1703687" y="313351"/>
                  </a:lnTo>
                  <a:lnTo>
                    <a:pt x="1626053" y="325008"/>
                  </a:lnTo>
                  <a:lnTo>
                    <a:pt x="1548419" y="336414"/>
                  </a:lnTo>
                  <a:lnTo>
                    <a:pt x="1470785" y="347576"/>
                  </a:lnTo>
                  <a:lnTo>
                    <a:pt x="1393151" y="358498"/>
                  </a:lnTo>
                  <a:lnTo>
                    <a:pt x="1315517" y="369187"/>
                  </a:lnTo>
                  <a:lnTo>
                    <a:pt x="1237883" y="379646"/>
                  </a:lnTo>
                  <a:lnTo>
                    <a:pt x="1160249" y="389881"/>
                  </a:lnTo>
                  <a:lnTo>
                    <a:pt x="1082615" y="399897"/>
                  </a:lnTo>
                  <a:lnTo>
                    <a:pt x="1004981" y="409698"/>
                  </a:lnTo>
                  <a:lnTo>
                    <a:pt x="927346" y="419289"/>
                  </a:lnTo>
                  <a:lnTo>
                    <a:pt x="849712" y="428674"/>
                  </a:lnTo>
                  <a:lnTo>
                    <a:pt x="772078" y="437859"/>
                  </a:lnTo>
                  <a:lnTo>
                    <a:pt x="694444" y="446846"/>
                  </a:lnTo>
                  <a:lnTo>
                    <a:pt x="616810" y="455640"/>
                  </a:lnTo>
                  <a:lnTo>
                    <a:pt x="539176" y="464247"/>
                  </a:lnTo>
                  <a:lnTo>
                    <a:pt x="461542" y="472668"/>
                  </a:lnTo>
                  <a:lnTo>
                    <a:pt x="383908" y="480909"/>
                  </a:lnTo>
                  <a:lnTo>
                    <a:pt x="306274" y="488974"/>
                  </a:lnTo>
                  <a:lnTo>
                    <a:pt x="228640" y="496865"/>
                  </a:lnTo>
                  <a:lnTo>
                    <a:pt x="151006" y="504588"/>
                  </a:lnTo>
                  <a:lnTo>
                    <a:pt x="73372" y="512144"/>
                  </a:lnTo>
                  <a:lnTo>
                    <a:pt x="0" y="5191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58332"/>
              <a:ext cx="7370972" cy="1293173"/>
            </a:xfrm>
            <a:custGeom>
              <a:avLst/>
              <a:pathLst>
                <a:path w="7370972" h="1293173">
                  <a:moveTo>
                    <a:pt x="0" y="0"/>
                  </a:moveTo>
                  <a:lnTo>
                    <a:pt x="73372" y="24195"/>
                  </a:lnTo>
                  <a:lnTo>
                    <a:pt x="151006" y="49408"/>
                  </a:lnTo>
                  <a:lnTo>
                    <a:pt x="228640" y="74240"/>
                  </a:lnTo>
                  <a:lnTo>
                    <a:pt x="306274" y="98696"/>
                  </a:lnTo>
                  <a:lnTo>
                    <a:pt x="383908" y="122783"/>
                  </a:lnTo>
                  <a:lnTo>
                    <a:pt x="461542" y="146505"/>
                  </a:lnTo>
                  <a:lnTo>
                    <a:pt x="539176" y="169868"/>
                  </a:lnTo>
                  <a:lnTo>
                    <a:pt x="616810" y="192877"/>
                  </a:lnTo>
                  <a:lnTo>
                    <a:pt x="694444" y="215539"/>
                  </a:lnTo>
                  <a:lnTo>
                    <a:pt x="772078" y="237857"/>
                  </a:lnTo>
                  <a:lnTo>
                    <a:pt x="849712" y="259838"/>
                  </a:lnTo>
                  <a:lnTo>
                    <a:pt x="927346" y="281487"/>
                  </a:lnTo>
                  <a:lnTo>
                    <a:pt x="1004981" y="302808"/>
                  </a:lnTo>
                  <a:lnTo>
                    <a:pt x="1082615" y="323807"/>
                  </a:lnTo>
                  <a:lnTo>
                    <a:pt x="1160249" y="344487"/>
                  </a:lnTo>
                  <a:lnTo>
                    <a:pt x="1237883" y="364855"/>
                  </a:lnTo>
                  <a:lnTo>
                    <a:pt x="1315517" y="384915"/>
                  </a:lnTo>
                  <a:lnTo>
                    <a:pt x="1393151" y="404672"/>
                  </a:lnTo>
                  <a:lnTo>
                    <a:pt x="1470785" y="424129"/>
                  </a:lnTo>
                  <a:lnTo>
                    <a:pt x="1548419" y="443292"/>
                  </a:lnTo>
                  <a:lnTo>
                    <a:pt x="1626053" y="462166"/>
                  </a:lnTo>
                  <a:lnTo>
                    <a:pt x="1703687" y="480753"/>
                  </a:lnTo>
                  <a:lnTo>
                    <a:pt x="1781321" y="499060"/>
                  </a:lnTo>
                  <a:lnTo>
                    <a:pt x="1858955" y="517090"/>
                  </a:lnTo>
                  <a:lnTo>
                    <a:pt x="1936589" y="534846"/>
                  </a:lnTo>
                  <a:lnTo>
                    <a:pt x="2014223" y="552335"/>
                  </a:lnTo>
                  <a:lnTo>
                    <a:pt x="2091857" y="569558"/>
                  </a:lnTo>
                  <a:lnTo>
                    <a:pt x="2169491" y="586522"/>
                  </a:lnTo>
                  <a:lnTo>
                    <a:pt x="2247125" y="603228"/>
                  </a:lnTo>
                  <a:lnTo>
                    <a:pt x="2324759" y="619682"/>
                  </a:lnTo>
                  <a:lnTo>
                    <a:pt x="2402393" y="635887"/>
                  </a:lnTo>
                  <a:lnTo>
                    <a:pt x="2480027" y="651846"/>
                  </a:lnTo>
                  <a:lnTo>
                    <a:pt x="2557661" y="667565"/>
                  </a:lnTo>
                  <a:lnTo>
                    <a:pt x="2635295" y="683045"/>
                  </a:lnTo>
                  <a:lnTo>
                    <a:pt x="2712930" y="698292"/>
                  </a:lnTo>
                  <a:lnTo>
                    <a:pt x="2790564" y="713307"/>
                  </a:lnTo>
                  <a:lnTo>
                    <a:pt x="2868198" y="728096"/>
                  </a:lnTo>
                  <a:lnTo>
                    <a:pt x="2945832" y="742661"/>
                  </a:lnTo>
                  <a:lnTo>
                    <a:pt x="3023466" y="757005"/>
                  </a:lnTo>
                  <a:lnTo>
                    <a:pt x="3101100" y="771133"/>
                  </a:lnTo>
                  <a:lnTo>
                    <a:pt x="3178734" y="785046"/>
                  </a:lnTo>
                  <a:lnTo>
                    <a:pt x="3256368" y="798750"/>
                  </a:lnTo>
                  <a:lnTo>
                    <a:pt x="3334002" y="812246"/>
                  </a:lnTo>
                  <a:lnTo>
                    <a:pt x="3411636" y="825537"/>
                  </a:lnTo>
                  <a:lnTo>
                    <a:pt x="3489270" y="838628"/>
                  </a:lnTo>
                  <a:lnTo>
                    <a:pt x="3566904" y="851521"/>
                  </a:lnTo>
                  <a:lnTo>
                    <a:pt x="3644538" y="864218"/>
                  </a:lnTo>
                  <a:lnTo>
                    <a:pt x="3722172" y="876724"/>
                  </a:lnTo>
                  <a:lnTo>
                    <a:pt x="3799806" y="889040"/>
                  </a:lnTo>
                  <a:lnTo>
                    <a:pt x="3877440" y="901170"/>
                  </a:lnTo>
                  <a:lnTo>
                    <a:pt x="3955074" y="913117"/>
                  </a:lnTo>
                  <a:lnTo>
                    <a:pt x="4032708" y="924883"/>
                  </a:lnTo>
                  <a:lnTo>
                    <a:pt x="4110342" y="936471"/>
                  </a:lnTo>
                  <a:lnTo>
                    <a:pt x="4187976" y="947883"/>
                  </a:lnTo>
                  <a:lnTo>
                    <a:pt x="4265610" y="959123"/>
                  </a:lnTo>
                  <a:lnTo>
                    <a:pt x="4343244" y="970193"/>
                  </a:lnTo>
                  <a:lnTo>
                    <a:pt x="4420879" y="981095"/>
                  </a:lnTo>
                  <a:lnTo>
                    <a:pt x="4498513" y="991833"/>
                  </a:lnTo>
                  <a:lnTo>
                    <a:pt x="4576147" y="1002408"/>
                  </a:lnTo>
                  <a:lnTo>
                    <a:pt x="4653781" y="1012823"/>
                  </a:lnTo>
                  <a:lnTo>
                    <a:pt x="4731415" y="1023080"/>
                  </a:lnTo>
                  <a:lnTo>
                    <a:pt x="4809049" y="1033182"/>
                  </a:lnTo>
                  <a:lnTo>
                    <a:pt x="4886683" y="1043132"/>
                  </a:lnTo>
                  <a:lnTo>
                    <a:pt x="4964317" y="1052931"/>
                  </a:lnTo>
                  <a:lnTo>
                    <a:pt x="5041951" y="1062582"/>
                  </a:lnTo>
                  <a:lnTo>
                    <a:pt x="5119585" y="1072086"/>
                  </a:lnTo>
                  <a:lnTo>
                    <a:pt x="5197219" y="1081447"/>
                  </a:lnTo>
                  <a:lnTo>
                    <a:pt x="5274853" y="1090667"/>
                  </a:lnTo>
                  <a:lnTo>
                    <a:pt x="5352487" y="1099747"/>
                  </a:lnTo>
                  <a:lnTo>
                    <a:pt x="5430121" y="1108689"/>
                  </a:lnTo>
                  <a:lnTo>
                    <a:pt x="5507755" y="1117496"/>
                  </a:lnTo>
                  <a:lnTo>
                    <a:pt x="5585389" y="1126170"/>
                  </a:lnTo>
                  <a:lnTo>
                    <a:pt x="5663023" y="1134713"/>
                  </a:lnTo>
                  <a:lnTo>
                    <a:pt x="5740657" y="1143127"/>
                  </a:lnTo>
                  <a:lnTo>
                    <a:pt x="5818291" y="1151413"/>
                  </a:lnTo>
                  <a:lnTo>
                    <a:pt x="5895925" y="1159574"/>
                  </a:lnTo>
                  <a:lnTo>
                    <a:pt x="5973559" y="1167611"/>
                  </a:lnTo>
                  <a:lnTo>
                    <a:pt x="6051193" y="1175527"/>
                  </a:lnTo>
                  <a:lnTo>
                    <a:pt x="6128827" y="1183323"/>
                  </a:lnTo>
                  <a:lnTo>
                    <a:pt x="6206462" y="1191001"/>
                  </a:lnTo>
                  <a:lnTo>
                    <a:pt x="6284096" y="1198563"/>
                  </a:lnTo>
                  <a:lnTo>
                    <a:pt x="6361730" y="1206011"/>
                  </a:lnTo>
                  <a:lnTo>
                    <a:pt x="6439364" y="1213346"/>
                  </a:lnTo>
                  <a:lnTo>
                    <a:pt x="6516998" y="1220570"/>
                  </a:lnTo>
                  <a:lnTo>
                    <a:pt x="6594632" y="1227685"/>
                  </a:lnTo>
                  <a:lnTo>
                    <a:pt x="6672266" y="1234692"/>
                  </a:lnTo>
                  <a:lnTo>
                    <a:pt x="6749900" y="1241593"/>
                  </a:lnTo>
                  <a:lnTo>
                    <a:pt x="6827534" y="1248389"/>
                  </a:lnTo>
                  <a:lnTo>
                    <a:pt x="6905168" y="1255083"/>
                  </a:lnTo>
                  <a:lnTo>
                    <a:pt x="6982802" y="1261676"/>
                  </a:lnTo>
                  <a:lnTo>
                    <a:pt x="7060436" y="1268169"/>
                  </a:lnTo>
                  <a:lnTo>
                    <a:pt x="7138070" y="1274563"/>
                  </a:lnTo>
                  <a:lnTo>
                    <a:pt x="7215704" y="1280861"/>
                  </a:lnTo>
                  <a:lnTo>
                    <a:pt x="7293338" y="1287064"/>
                  </a:lnTo>
                  <a:lnTo>
                    <a:pt x="7370972" y="12931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2026-05-22T10:32:45Z</dcterms:modified>
  <cp:category/>
</cp:coreProperties>
</file>