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70972" cy="3385069"/>
            </a:xfrm>
            <a:custGeom>
              <a:avLst/>
              <a:pathLst>
                <a:path w="7370972" h="3385069">
                  <a:moveTo>
                    <a:pt x="700138" y="0"/>
                  </a:moveTo>
                  <a:lnTo>
                    <a:pt x="772078" y="131550"/>
                  </a:lnTo>
                  <a:lnTo>
                    <a:pt x="849712" y="267744"/>
                  </a:lnTo>
                  <a:lnTo>
                    <a:pt x="927346" y="398405"/>
                  </a:lnTo>
                  <a:lnTo>
                    <a:pt x="1004981" y="523757"/>
                  </a:lnTo>
                  <a:lnTo>
                    <a:pt x="1082615" y="644016"/>
                  </a:lnTo>
                  <a:lnTo>
                    <a:pt x="1160249" y="759389"/>
                  </a:lnTo>
                  <a:lnTo>
                    <a:pt x="1237883" y="870075"/>
                  </a:lnTo>
                  <a:lnTo>
                    <a:pt x="1315517" y="976264"/>
                  </a:lnTo>
                  <a:lnTo>
                    <a:pt x="1393151" y="1078138"/>
                  </a:lnTo>
                  <a:lnTo>
                    <a:pt x="1470785" y="1175874"/>
                  </a:lnTo>
                  <a:lnTo>
                    <a:pt x="1548419" y="1269639"/>
                  </a:lnTo>
                  <a:lnTo>
                    <a:pt x="1626053" y="1359594"/>
                  </a:lnTo>
                  <a:lnTo>
                    <a:pt x="1703687" y="1445895"/>
                  </a:lnTo>
                  <a:lnTo>
                    <a:pt x="1781321" y="1528689"/>
                  </a:lnTo>
                  <a:lnTo>
                    <a:pt x="1858955" y="1608120"/>
                  </a:lnTo>
                  <a:lnTo>
                    <a:pt x="1936589" y="1684323"/>
                  </a:lnTo>
                  <a:lnTo>
                    <a:pt x="2014223" y="1757430"/>
                  </a:lnTo>
                  <a:lnTo>
                    <a:pt x="2091857" y="1827568"/>
                  </a:lnTo>
                  <a:lnTo>
                    <a:pt x="2169491" y="1894855"/>
                  </a:lnTo>
                  <a:lnTo>
                    <a:pt x="2247125" y="1959409"/>
                  </a:lnTo>
                  <a:lnTo>
                    <a:pt x="2324759" y="2021340"/>
                  </a:lnTo>
                  <a:lnTo>
                    <a:pt x="2402393" y="2080755"/>
                  </a:lnTo>
                  <a:lnTo>
                    <a:pt x="2480027" y="2137756"/>
                  </a:lnTo>
                  <a:lnTo>
                    <a:pt x="2557661" y="2192441"/>
                  </a:lnTo>
                  <a:lnTo>
                    <a:pt x="2635295" y="2244905"/>
                  </a:lnTo>
                  <a:lnTo>
                    <a:pt x="2712930" y="2295237"/>
                  </a:lnTo>
                  <a:lnTo>
                    <a:pt x="2790564" y="2343524"/>
                  </a:lnTo>
                  <a:lnTo>
                    <a:pt x="2868198" y="2389849"/>
                  </a:lnTo>
                  <a:lnTo>
                    <a:pt x="2945832" y="2434292"/>
                  </a:lnTo>
                  <a:lnTo>
                    <a:pt x="3023466" y="2476930"/>
                  </a:lnTo>
                  <a:lnTo>
                    <a:pt x="3101100" y="2517835"/>
                  </a:lnTo>
                  <a:lnTo>
                    <a:pt x="3178734" y="2557078"/>
                  </a:lnTo>
                  <a:lnTo>
                    <a:pt x="3256368" y="2594727"/>
                  </a:lnTo>
                  <a:lnTo>
                    <a:pt x="3334002" y="2630846"/>
                  </a:lnTo>
                  <a:lnTo>
                    <a:pt x="3411636" y="2648523"/>
                  </a:lnTo>
                  <a:lnTo>
                    <a:pt x="3489270" y="2630729"/>
                  </a:lnTo>
                  <a:lnTo>
                    <a:pt x="3566904" y="2612554"/>
                  </a:lnTo>
                  <a:lnTo>
                    <a:pt x="3644538" y="2593993"/>
                  </a:lnTo>
                  <a:lnTo>
                    <a:pt x="3722172" y="2575036"/>
                  </a:lnTo>
                  <a:lnTo>
                    <a:pt x="3799806" y="2555676"/>
                  </a:lnTo>
                  <a:lnTo>
                    <a:pt x="3877440" y="2535903"/>
                  </a:lnTo>
                  <a:lnTo>
                    <a:pt x="3955074" y="2515708"/>
                  </a:lnTo>
                  <a:lnTo>
                    <a:pt x="4032708" y="2495084"/>
                  </a:lnTo>
                  <a:lnTo>
                    <a:pt x="4110342" y="2474020"/>
                  </a:lnTo>
                  <a:lnTo>
                    <a:pt x="4187976" y="2452507"/>
                  </a:lnTo>
                  <a:lnTo>
                    <a:pt x="4265610" y="2430536"/>
                  </a:lnTo>
                  <a:lnTo>
                    <a:pt x="4343244" y="2408096"/>
                  </a:lnTo>
                  <a:lnTo>
                    <a:pt x="4420879" y="2385179"/>
                  </a:lnTo>
                  <a:lnTo>
                    <a:pt x="4498513" y="2361773"/>
                  </a:lnTo>
                  <a:lnTo>
                    <a:pt x="4576147" y="2337869"/>
                  </a:lnTo>
                  <a:lnTo>
                    <a:pt x="4653781" y="2313455"/>
                  </a:lnTo>
                  <a:lnTo>
                    <a:pt x="4731415" y="2288522"/>
                  </a:lnTo>
                  <a:lnTo>
                    <a:pt x="4809049" y="2263057"/>
                  </a:lnTo>
                  <a:lnTo>
                    <a:pt x="4886683" y="2237049"/>
                  </a:lnTo>
                  <a:lnTo>
                    <a:pt x="4964317" y="2210487"/>
                  </a:lnTo>
                  <a:lnTo>
                    <a:pt x="5041951" y="2183360"/>
                  </a:lnTo>
                  <a:lnTo>
                    <a:pt x="5119585" y="2155654"/>
                  </a:lnTo>
                  <a:lnTo>
                    <a:pt x="5197219" y="2127359"/>
                  </a:lnTo>
                  <a:lnTo>
                    <a:pt x="5274853" y="2098460"/>
                  </a:lnTo>
                  <a:lnTo>
                    <a:pt x="5352487" y="2068946"/>
                  </a:lnTo>
                  <a:lnTo>
                    <a:pt x="5430121" y="2038802"/>
                  </a:lnTo>
                  <a:lnTo>
                    <a:pt x="5507755" y="2008017"/>
                  </a:lnTo>
                  <a:lnTo>
                    <a:pt x="5585389" y="1976576"/>
                  </a:lnTo>
                  <a:lnTo>
                    <a:pt x="5663023" y="1944464"/>
                  </a:lnTo>
                  <a:lnTo>
                    <a:pt x="5740657" y="1911669"/>
                  </a:lnTo>
                  <a:lnTo>
                    <a:pt x="5818291" y="1878175"/>
                  </a:lnTo>
                  <a:lnTo>
                    <a:pt x="5895925" y="1843967"/>
                  </a:lnTo>
                  <a:lnTo>
                    <a:pt x="5973559" y="1809031"/>
                  </a:lnTo>
                  <a:lnTo>
                    <a:pt x="6051193" y="1773350"/>
                  </a:lnTo>
                  <a:lnTo>
                    <a:pt x="6128827" y="1736909"/>
                  </a:lnTo>
                  <a:lnTo>
                    <a:pt x="6206462" y="1699692"/>
                  </a:lnTo>
                  <a:lnTo>
                    <a:pt x="6284096" y="1661681"/>
                  </a:lnTo>
                  <a:lnTo>
                    <a:pt x="6361730" y="1622861"/>
                  </a:lnTo>
                  <a:lnTo>
                    <a:pt x="6439364" y="1583214"/>
                  </a:lnTo>
                  <a:lnTo>
                    <a:pt x="6516998" y="1542722"/>
                  </a:lnTo>
                  <a:lnTo>
                    <a:pt x="6594632" y="1501367"/>
                  </a:lnTo>
                  <a:lnTo>
                    <a:pt x="6672266" y="1459131"/>
                  </a:lnTo>
                  <a:lnTo>
                    <a:pt x="6749900" y="1415995"/>
                  </a:lnTo>
                  <a:lnTo>
                    <a:pt x="6827534" y="1371941"/>
                  </a:lnTo>
                  <a:lnTo>
                    <a:pt x="6905168" y="1326947"/>
                  </a:lnTo>
                  <a:lnTo>
                    <a:pt x="6982802" y="1280996"/>
                  </a:lnTo>
                  <a:lnTo>
                    <a:pt x="7060436" y="1234065"/>
                  </a:lnTo>
                  <a:lnTo>
                    <a:pt x="7138070" y="1186134"/>
                  </a:lnTo>
                  <a:lnTo>
                    <a:pt x="7215704" y="1137182"/>
                  </a:lnTo>
                  <a:lnTo>
                    <a:pt x="7293338" y="1087187"/>
                  </a:lnTo>
                  <a:lnTo>
                    <a:pt x="7370972" y="1036127"/>
                  </a:lnTo>
                  <a:lnTo>
                    <a:pt x="7370972" y="3385069"/>
                  </a:lnTo>
                  <a:lnTo>
                    <a:pt x="7293338" y="3380890"/>
                  </a:lnTo>
                  <a:lnTo>
                    <a:pt x="7215704" y="3376534"/>
                  </a:lnTo>
                  <a:lnTo>
                    <a:pt x="7138070" y="3371994"/>
                  </a:lnTo>
                  <a:lnTo>
                    <a:pt x="7060436" y="3367261"/>
                  </a:lnTo>
                  <a:lnTo>
                    <a:pt x="6982802" y="3362328"/>
                  </a:lnTo>
                  <a:lnTo>
                    <a:pt x="6905168" y="3357186"/>
                  </a:lnTo>
                  <a:lnTo>
                    <a:pt x="6827534" y="3351827"/>
                  </a:lnTo>
                  <a:lnTo>
                    <a:pt x="6749900" y="3346240"/>
                  </a:lnTo>
                  <a:lnTo>
                    <a:pt x="6672266" y="3340417"/>
                  </a:lnTo>
                  <a:lnTo>
                    <a:pt x="6594632" y="3334347"/>
                  </a:lnTo>
                  <a:lnTo>
                    <a:pt x="6516998" y="3328020"/>
                  </a:lnTo>
                  <a:lnTo>
                    <a:pt x="6439364" y="3321425"/>
                  </a:lnTo>
                  <a:lnTo>
                    <a:pt x="6361730" y="3314551"/>
                  </a:lnTo>
                  <a:lnTo>
                    <a:pt x="6284096" y="3307386"/>
                  </a:lnTo>
                  <a:lnTo>
                    <a:pt x="6206462" y="3299917"/>
                  </a:lnTo>
                  <a:lnTo>
                    <a:pt x="6128827" y="3292132"/>
                  </a:lnTo>
                  <a:lnTo>
                    <a:pt x="6051193" y="3284018"/>
                  </a:lnTo>
                  <a:lnTo>
                    <a:pt x="5973559" y="3275559"/>
                  </a:lnTo>
                  <a:lnTo>
                    <a:pt x="5895925" y="3266743"/>
                  </a:lnTo>
                  <a:lnTo>
                    <a:pt x="5818291" y="3257553"/>
                  </a:lnTo>
                  <a:lnTo>
                    <a:pt x="5740657" y="3247974"/>
                  </a:lnTo>
                  <a:lnTo>
                    <a:pt x="5663023" y="3237989"/>
                  </a:lnTo>
                  <a:lnTo>
                    <a:pt x="5585389" y="3227582"/>
                  </a:lnTo>
                  <a:lnTo>
                    <a:pt x="5507755" y="3216734"/>
                  </a:lnTo>
                  <a:lnTo>
                    <a:pt x="5430121" y="3205426"/>
                  </a:lnTo>
                  <a:lnTo>
                    <a:pt x="5352487" y="3193639"/>
                  </a:lnTo>
                  <a:lnTo>
                    <a:pt x="5274853" y="3181354"/>
                  </a:lnTo>
                  <a:lnTo>
                    <a:pt x="5197219" y="3168548"/>
                  </a:lnTo>
                  <a:lnTo>
                    <a:pt x="5119585" y="3155199"/>
                  </a:lnTo>
                  <a:lnTo>
                    <a:pt x="5041951" y="3141286"/>
                  </a:lnTo>
                  <a:lnTo>
                    <a:pt x="4964317" y="3126783"/>
                  </a:lnTo>
                  <a:lnTo>
                    <a:pt x="4886683" y="3111666"/>
                  </a:lnTo>
                  <a:lnTo>
                    <a:pt x="4809049" y="3095909"/>
                  </a:lnTo>
                  <a:lnTo>
                    <a:pt x="4731415" y="3079484"/>
                  </a:lnTo>
                  <a:lnTo>
                    <a:pt x="4653781" y="3062364"/>
                  </a:lnTo>
                  <a:lnTo>
                    <a:pt x="4576147" y="3044519"/>
                  </a:lnTo>
                  <a:lnTo>
                    <a:pt x="4498513" y="3025919"/>
                  </a:lnTo>
                  <a:lnTo>
                    <a:pt x="4420879" y="3006530"/>
                  </a:lnTo>
                  <a:lnTo>
                    <a:pt x="4343244" y="2986321"/>
                  </a:lnTo>
                  <a:lnTo>
                    <a:pt x="4265610" y="2965255"/>
                  </a:lnTo>
                  <a:lnTo>
                    <a:pt x="4187976" y="2943298"/>
                  </a:lnTo>
                  <a:lnTo>
                    <a:pt x="4110342" y="2920411"/>
                  </a:lnTo>
                  <a:lnTo>
                    <a:pt x="4032708" y="2896554"/>
                  </a:lnTo>
                  <a:lnTo>
                    <a:pt x="3955074" y="2871687"/>
                  </a:lnTo>
                  <a:lnTo>
                    <a:pt x="3877440" y="2845767"/>
                  </a:lnTo>
                  <a:lnTo>
                    <a:pt x="3799806" y="2818749"/>
                  </a:lnTo>
                  <a:lnTo>
                    <a:pt x="3722172" y="2790588"/>
                  </a:lnTo>
                  <a:lnTo>
                    <a:pt x="3644538" y="2761233"/>
                  </a:lnTo>
                  <a:lnTo>
                    <a:pt x="3566904" y="2730636"/>
                  </a:lnTo>
                  <a:lnTo>
                    <a:pt x="3489270" y="2698742"/>
                  </a:lnTo>
                  <a:lnTo>
                    <a:pt x="3411636" y="2665498"/>
                  </a:lnTo>
                  <a:lnTo>
                    <a:pt x="3334002" y="2665947"/>
                  </a:lnTo>
                  <a:lnTo>
                    <a:pt x="3256368" y="2683007"/>
                  </a:lnTo>
                  <a:lnTo>
                    <a:pt x="3178734" y="2699712"/>
                  </a:lnTo>
                  <a:lnTo>
                    <a:pt x="3101100" y="2716068"/>
                  </a:lnTo>
                  <a:lnTo>
                    <a:pt x="3023466" y="2732082"/>
                  </a:lnTo>
                  <a:lnTo>
                    <a:pt x="2945832" y="2747763"/>
                  </a:lnTo>
                  <a:lnTo>
                    <a:pt x="2868198" y="2763116"/>
                  </a:lnTo>
                  <a:lnTo>
                    <a:pt x="2790564" y="2778150"/>
                  </a:lnTo>
                  <a:lnTo>
                    <a:pt x="2712930" y="2792869"/>
                  </a:lnTo>
                  <a:lnTo>
                    <a:pt x="2635295" y="2807282"/>
                  </a:lnTo>
                  <a:lnTo>
                    <a:pt x="2557661" y="2821393"/>
                  </a:lnTo>
                  <a:lnTo>
                    <a:pt x="2480027" y="2835211"/>
                  </a:lnTo>
                  <a:lnTo>
                    <a:pt x="2402393" y="2848740"/>
                  </a:lnTo>
                  <a:lnTo>
                    <a:pt x="2324759" y="2861987"/>
                  </a:lnTo>
                  <a:lnTo>
                    <a:pt x="2247125" y="2874958"/>
                  </a:lnTo>
                  <a:lnTo>
                    <a:pt x="2169491" y="2887658"/>
                  </a:lnTo>
                  <a:lnTo>
                    <a:pt x="2091857" y="2900093"/>
                  </a:lnTo>
                  <a:lnTo>
                    <a:pt x="2014223" y="2912268"/>
                  </a:lnTo>
                  <a:lnTo>
                    <a:pt x="1936589" y="2924190"/>
                  </a:lnTo>
                  <a:lnTo>
                    <a:pt x="1858955" y="2935863"/>
                  </a:lnTo>
                  <a:lnTo>
                    <a:pt x="1781321" y="2947293"/>
                  </a:lnTo>
                  <a:lnTo>
                    <a:pt x="1703687" y="2958484"/>
                  </a:lnTo>
                  <a:lnTo>
                    <a:pt x="1626053" y="2969441"/>
                  </a:lnTo>
                  <a:lnTo>
                    <a:pt x="1548419" y="2980170"/>
                  </a:lnTo>
                  <a:lnTo>
                    <a:pt x="1470785" y="2990675"/>
                  </a:lnTo>
                  <a:lnTo>
                    <a:pt x="1393151" y="3000961"/>
                  </a:lnTo>
                  <a:lnTo>
                    <a:pt x="1315517" y="3011033"/>
                  </a:lnTo>
                  <a:lnTo>
                    <a:pt x="1237883" y="3020894"/>
                  </a:lnTo>
                  <a:lnTo>
                    <a:pt x="1160249" y="3030550"/>
                  </a:lnTo>
                  <a:lnTo>
                    <a:pt x="1082615" y="3040004"/>
                  </a:lnTo>
                  <a:lnTo>
                    <a:pt x="1004981" y="3049261"/>
                  </a:lnTo>
                  <a:lnTo>
                    <a:pt x="927346" y="3058325"/>
                  </a:lnTo>
                  <a:lnTo>
                    <a:pt x="849712" y="3067200"/>
                  </a:lnTo>
                  <a:lnTo>
                    <a:pt x="772078" y="3075889"/>
                  </a:lnTo>
                  <a:lnTo>
                    <a:pt x="694444" y="3084398"/>
                  </a:lnTo>
                  <a:lnTo>
                    <a:pt x="616810" y="3092729"/>
                  </a:lnTo>
                  <a:lnTo>
                    <a:pt x="539176" y="3100886"/>
                  </a:lnTo>
                  <a:lnTo>
                    <a:pt x="461542" y="3108873"/>
                  </a:lnTo>
                  <a:lnTo>
                    <a:pt x="383908" y="3116693"/>
                  </a:lnTo>
                  <a:lnTo>
                    <a:pt x="306274" y="3124350"/>
                  </a:lnTo>
                  <a:lnTo>
                    <a:pt x="228640" y="3131847"/>
                  </a:lnTo>
                  <a:lnTo>
                    <a:pt x="151006" y="3139188"/>
                  </a:lnTo>
                  <a:lnTo>
                    <a:pt x="73372" y="3146376"/>
                  </a:lnTo>
                  <a:lnTo>
                    <a:pt x="0" y="315302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7656" y="2073503"/>
              <a:ext cx="6670834" cy="2648523"/>
            </a:xfrm>
            <a:custGeom>
              <a:avLst/>
              <a:pathLst>
                <a:path w="6670834" h="2648523">
                  <a:moveTo>
                    <a:pt x="0" y="0"/>
                  </a:moveTo>
                  <a:lnTo>
                    <a:pt x="71940" y="131550"/>
                  </a:lnTo>
                  <a:lnTo>
                    <a:pt x="149574" y="267744"/>
                  </a:lnTo>
                  <a:lnTo>
                    <a:pt x="227208" y="398405"/>
                  </a:lnTo>
                  <a:lnTo>
                    <a:pt x="304842" y="523757"/>
                  </a:lnTo>
                  <a:lnTo>
                    <a:pt x="382476" y="644016"/>
                  </a:lnTo>
                  <a:lnTo>
                    <a:pt x="460110" y="759389"/>
                  </a:lnTo>
                  <a:lnTo>
                    <a:pt x="537744" y="870075"/>
                  </a:lnTo>
                  <a:lnTo>
                    <a:pt x="615379" y="976264"/>
                  </a:lnTo>
                  <a:lnTo>
                    <a:pt x="693013" y="1078138"/>
                  </a:lnTo>
                  <a:lnTo>
                    <a:pt x="770647" y="1175874"/>
                  </a:lnTo>
                  <a:lnTo>
                    <a:pt x="848281" y="1269639"/>
                  </a:lnTo>
                  <a:lnTo>
                    <a:pt x="925915" y="1359594"/>
                  </a:lnTo>
                  <a:lnTo>
                    <a:pt x="1003549" y="1445895"/>
                  </a:lnTo>
                  <a:lnTo>
                    <a:pt x="1081183" y="1528689"/>
                  </a:lnTo>
                  <a:lnTo>
                    <a:pt x="1158817" y="1608120"/>
                  </a:lnTo>
                  <a:lnTo>
                    <a:pt x="1236451" y="1684323"/>
                  </a:lnTo>
                  <a:lnTo>
                    <a:pt x="1314085" y="1757430"/>
                  </a:lnTo>
                  <a:lnTo>
                    <a:pt x="1391719" y="1827568"/>
                  </a:lnTo>
                  <a:lnTo>
                    <a:pt x="1469353" y="1894855"/>
                  </a:lnTo>
                  <a:lnTo>
                    <a:pt x="1546987" y="1959409"/>
                  </a:lnTo>
                  <a:lnTo>
                    <a:pt x="1624621" y="2021340"/>
                  </a:lnTo>
                  <a:lnTo>
                    <a:pt x="1702255" y="2080755"/>
                  </a:lnTo>
                  <a:lnTo>
                    <a:pt x="1779889" y="2137756"/>
                  </a:lnTo>
                  <a:lnTo>
                    <a:pt x="1857523" y="2192441"/>
                  </a:lnTo>
                  <a:lnTo>
                    <a:pt x="1935157" y="2244905"/>
                  </a:lnTo>
                  <a:lnTo>
                    <a:pt x="2012791" y="2295237"/>
                  </a:lnTo>
                  <a:lnTo>
                    <a:pt x="2090425" y="2343524"/>
                  </a:lnTo>
                  <a:lnTo>
                    <a:pt x="2168059" y="2389849"/>
                  </a:lnTo>
                  <a:lnTo>
                    <a:pt x="2245693" y="2434292"/>
                  </a:lnTo>
                  <a:lnTo>
                    <a:pt x="2323328" y="2476930"/>
                  </a:lnTo>
                  <a:lnTo>
                    <a:pt x="2400962" y="2517835"/>
                  </a:lnTo>
                  <a:lnTo>
                    <a:pt x="2478596" y="2557078"/>
                  </a:lnTo>
                  <a:lnTo>
                    <a:pt x="2556230" y="2594727"/>
                  </a:lnTo>
                  <a:lnTo>
                    <a:pt x="2633864" y="2630846"/>
                  </a:lnTo>
                  <a:lnTo>
                    <a:pt x="2711498" y="2648523"/>
                  </a:lnTo>
                  <a:lnTo>
                    <a:pt x="2789132" y="2630729"/>
                  </a:lnTo>
                  <a:lnTo>
                    <a:pt x="2866766" y="2612554"/>
                  </a:lnTo>
                  <a:lnTo>
                    <a:pt x="2944400" y="2593993"/>
                  </a:lnTo>
                  <a:lnTo>
                    <a:pt x="3022034" y="2575036"/>
                  </a:lnTo>
                  <a:lnTo>
                    <a:pt x="3099668" y="2555676"/>
                  </a:lnTo>
                  <a:lnTo>
                    <a:pt x="3177302" y="2535903"/>
                  </a:lnTo>
                  <a:lnTo>
                    <a:pt x="3254936" y="2515708"/>
                  </a:lnTo>
                  <a:lnTo>
                    <a:pt x="3332570" y="2495084"/>
                  </a:lnTo>
                  <a:lnTo>
                    <a:pt x="3410204" y="2474020"/>
                  </a:lnTo>
                  <a:lnTo>
                    <a:pt x="3487838" y="2452507"/>
                  </a:lnTo>
                  <a:lnTo>
                    <a:pt x="3565472" y="2430536"/>
                  </a:lnTo>
                  <a:lnTo>
                    <a:pt x="3643106" y="2408096"/>
                  </a:lnTo>
                  <a:lnTo>
                    <a:pt x="3720740" y="2385179"/>
                  </a:lnTo>
                  <a:lnTo>
                    <a:pt x="3798374" y="2361773"/>
                  </a:lnTo>
                  <a:lnTo>
                    <a:pt x="3876008" y="2337869"/>
                  </a:lnTo>
                  <a:lnTo>
                    <a:pt x="3953642" y="2313455"/>
                  </a:lnTo>
                  <a:lnTo>
                    <a:pt x="4031277" y="2288522"/>
                  </a:lnTo>
                  <a:lnTo>
                    <a:pt x="4108911" y="2263057"/>
                  </a:lnTo>
                  <a:lnTo>
                    <a:pt x="4186545" y="2237049"/>
                  </a:lnTo>
                  <a:lnTo>
                    <a:pt x="4264179" y="2210487"/>
                  </a:lnTo>
                  <a:lnTo>
                    <a:pt x="4341813" y="2183360"/>
                  </a:lnTo>
                  <a:lnTo>
                    <a:pt x="4419447" y="2155654"/>
                  </a:lnTo>
                  <a:lnTo>
                    <a:pt x="4497081" y="2127359"/>
                  </a:lnTo>
                  <a:lnTo>
                    <a:pt x="4574715" y="2098460"/>
                  </a:lnTo>
                  <a:lnTo>
                    <a:pt x="4652349" y="2068946"/>
                  </a:lnTo>
                  <a:lnTo>
                    <a:pt x="4729983" y="2038802"/>
                  </a:lnTo>
                  <a:lnTo>
                    <a:pt x="4807617" y="2008017"/>
                  </a:lnTo>
                  <a:lnTo>
                    <a:pt x="4885251" y="1976576"/>
                  </a:lnTo>
                  <a:lnTo>
                    <a:pt x="4962885" y="1944464"/>
                  </a:lnTo>
                  <a:lnTo>
                    <a:pt x="5040519" y="1911669"/>
                  </a:lnTo>
                  <a:lnTo>
                    <a:pt x="5118153" y="1878175"/>
                  </a:lnTo>
                  <a:lnTo>
                    <a:pt x="5195787" y="1843967"/>
                  </a:lnTo>
                  <a:lnTo>
                    <a:pt x="5273421" y="1809031"/>
                  </a:lnTo>
                  <a:lnTo>
                    <a:pt x="5351055" y="1773350"/>
                  </a:lnTo>
                  <a:lnTo>
                    <a:pt x="5428689" y="1736909"/>
                  </a:lnTo>
                  <a:lnTo>
                    <a:pt x="5506323" y="1699692"/>
                  </a:lnTo>
                  <a:lnTo>
                    <a:pt x="5583957" y="1661681"/>
                  </a:lnTo>
                  <a:lnTo>
                    <a:pt x="5661591" y="1622861"/>
                  </a:lnTo>
                  <a:lnTo>
                    <a:pt x="5739226" y="1583214"/>
                  </a:lnTo>
                  <a:lnTo>
                    <a:pt x="5816860" y="1542722"/>
                  </a:lnTo>
                  <a:lnTo>
                    <a:pt x="5894494" y="1501367"/>
                  </a:lnTo>
                  <a:lnTo>
                    <a:pt x="5972128" y="1459131"/>
                  </a:lnTo>
                  <a:lnTo>
                    <a:pt x="6049762" y="1415995"/>
                  </a:lnTo>
                  <a:lnTo>
                    <a:pt x="6127396" y="1371941"/>
                  </a:lnTo>
                  <a:lnTo>
                    <a:pt x="6205030" y="1326947"/>
                  </a:lnTo>
                  <a:lnTo>
                    <a:pt x="6282664" y="1280996"/>
                  </a:lnTo>
                  <a:lnTo>
                    <a:pt x="6360298" y="1234065"/>
                  </a:lnTo>
                  <a:lnTo>
                    <a:pt x="6437932" y="1186134"/>
                  </a:lnTo>
                  <a:lnTo>
                    <a:pt x="6515566" y="1137182"/>
                  </a:lnTo>
                  <a:lnTo>
                    <a:pt x="6593200" y="1087187"/>
                  </a:lnTo>
                  <a:lnTo>
                    <a:pt x="6670834" y="1036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9001"/>
              <a:ext cx="7370972" cy="719570"/>
            </a:xfrm>
            <a:custGeom>
              <a:avLst/>
              <a:pathLst>
                <a:path w="7370972" h="719570">
                  <a:moveTo>
                    <a:pt x="7370972" y="719570"/>
                  </a:moveTo>
                  <a:lnTo>
                    <a:pt x="7293338" y="715391"/>
                  </a:lnTo>
                  <a:lnTo>
                    <a:pt x="7215704" y="711035"/>
                  </a:lnTo>
                  <a:lnTo>
                    <a:pt x="7138070" y="706495"/>
                  </a:lnTo>
                  <a:lnTo>
                    <a:pt x="7060436" y="701762"/>
                  </a:lnTo>
                  <a:lnTo>
                    <a:pt x="6982802" y="696829"/>
                  </a:lnTo>
                  <a:lnTo>
                    <a:pt x="6905168" y="691688"/>
                  </a:lnTo>
                  <a:lnTo>
                    <a:pt x="6827534" y="686328"/>
                  </a:lnTo>
                  <a:lnTo>
                    <a:pt x="6749900" y="680741"/>
                  </a:lnTo>
                  <a:lnTo>
                    <a:pt x="6672266" y="674918"/>
                  </a:lnTo>
                  <a:lnTo>
                    <a:pt x="6594632" y="668848"/>
                  </a:lnTo>
                  <a:lnTo>
                    <a:pt x="6516998" y="662521"/>
                  </a:lnTo>
                  <a:lnTo>
                    <a:pt x="6439364" y="655926"/>
                  </a:lnTo>
                  <a:lnTo>
                    <a:pt x="6361730" y="649052"/>
                  </a:lnTo>
                  <a:lnTo>
                    <a:pt x="6284096" y="641887"/>
                  </a:lnTo>
                  <a:lnTo>
                    <a:pt x="6206462" y="634418"/>
                  </a:lnTo>
                  <a:lnTo>
                    <a:pt x="6128827" y="626634"/>
                  </a:lnTo>
                  <a:lnTo>
                    <a:pt x="6051193" y="618519"/>
                  </a:lnTo>
                  <a:lnTo>
                    <a:pt x="5973559" y="610061"/>
                  </a:lnTo>
                  <a:lnTo>
                    <a:pt x="5895925" y="601244"/>
                  </a:lnTo>
                  <a:lnTo>
                    <a:pt x="5818291" y="592054"/>
                  </a:lnTo>
                  <a:lnTo>
                    <a:pt x="5740657" y="582475"/>
                  </a:lnTo>
                  <a:lnTo>
                    <a:pt x="5663023" y="572491"/>
                  </a:lnTo>
                  <a:lnTo>
                    <a:pt x="5585389" y="562083"/>
                  </a:lnTo>
                  <a:lnTo>
                    <a:pt x="5507755" y="551235"/>
                  </a:lnTo>
                  <a:lnTo>
                    <a:pt x="5430121" y="539927"/>
                  </a:lnTo>
                  <a:lnTo>
                    <a:pt x="5352487" y="528141"/>
                  </a:lnTo>
                  <a:lnTo>
                    <a:pt x="5274853" y="515855"/>
                  </a:lnTo>
                  <a:lnTo>
                    <a:pt x="5197219" y="503049"/>
                  </a:lnTo>
                  <a:lnTo>
                    <a:pt x="5119585" y="489701"/>
                  </a:lnTo>
                  <a:lnTo>
                    <a:pt x="5041951" y="475787"/>
                  </a:lnTo>
                  <a:lnTo>
                    <a:pt x="4964317" y="461284"/>
                  </a:lnTo>
                  <a:lnTo>
                    <a:pt x="4886683" y="446167"/>
                  </a:lnTo>
                  <a:lnTo>
                    <a:pt x="4809049" y="430410"/>
                  </a:lnTo>
                  <a:lnTo>
                    <a:pt x="4731415" y="413986"/>
                  </a:lnTo>
                  <a:lnTo>
                    <a:pt x="4653781" y="396866"/>
                  </a:lnTo>
                  <a:lnTo>
                    <a:pt x="4576147" y="379021"/>
                  </a:lnTo>
                  <a:lnTo>
                    <a:pt x="4498513" y="360420"/>
                  </a:lnTo>
                  <a:lnTo>
                    <a:pt x="4420879" y="341032"/>
                  </a:lnTo>
                  <a:lnTo>
                    <a:pt x="4343244" y="320822"/>
                  </a:lnTo>
                  <a:lnTo>
                    <a:pt x="4265610" y="299757"/>
                  </a:lnTo>
                  <a:lnTo>
                    <a:pt x="4187976" y="277799"/>
                  </a:lnTo>
                  <a:lnTo>
                    <a:pt x="4110342" y="254912"/>
                  </a:lnTo>
                  <a:lnTo>
                    <a:pt x="4032708" y="231055"/>
                  </a:lnTo>
                  <a:lnTo>
                    <a:pt x="3955074" y="206188"/>
                  </a:lnTo>
                  <a:lnTo>
                    <a:pt x="3877440" y="180268"/>
                  </a:lnTo>
                  <a:lnTo>
                    <a:pt x="3799806" y="153251"/>
                  </a:lnTo>
                  <a:lnTo>
                    <a:pt x="3722172" y="125089"/>
                  </a:lnTo>
                  <a:lnTo>
                    <a:pt x="3644538" y="95734"/>
                  </a:lnTo>
                  <a:lnTo>
                    <a:pt x="3566904" y="65137"/>
                  </a:lnTo>
                  <a:lnTo>
                    <a:pt x="3489270" y="33243"/>
                  </a:lnTo>
                  <a:lnTo>
                    <a:pt x="3411636" y="0"/>
                  </a:lnTo>
                  <a:lnTo>
                    <a:pt x="3334002" y="448"/>
                  </a:lnTo>
                  <a:lnTo>
                    <a:pt x="3256368" y="17509"/>
                  </a:lnTo>
                  <a:lnTo>
                    <a:pt x="3178734" y="34213"/>
                  </a:lnTo>
                  <a:lnTo>
                    <a:pt x="3101100" y="50569"/>
                  </a:lnTo>
                  <a:lnTo>
                    <a:pt x="3023466" y="66584"/>
                  </a:lnTo>
                  <a:lnTo>
                    <a:pt x="2945832" y="82264"/>
                  </a:lnTo>
                  <a:lnTo>
                    <a:pt x="2868198" y="97618"/>
                  </a:lnTo>
                  <a:lnTo>
                    <a:pt x="2790564" y="112651"/>
                  </a:lnTo>
                  <a:lnTo>
                    <a:pt x="2712930" y="127370"/>
                  </a:lnTo>
                  <a:lnTo>
                    <a:pt x="2635295" y="141783"/>
                  </a:lnTo>
                  <a:lnTo>
                    <a:pt x="2557661" y="155895"/>
                  </a:lnTo>
                  <a:lnTo>
                    <a:pt x="2480027" y="169712"/>
                  </a:lnTo>
                  <a:lnTo>
                    <a:pt x="2402393" y="183241"/>
                  </a:lnTo>
                  <a:lnTo>
                    <a:pt x="2324759" y="196488"/>
                  </a:lnTo>
                  <a:lnTo>
                    <a:pt x="2247125" y="209459"/>
                  </a:lnTo>
                  <a:lnTo>
                    <a:pt x="2169491" y="222159"/>
                  </a:lnTo>
                  <a:lnTo>
                    <a:pt x="2091857" y="234594"/>
                  </a:lnTo>
                  <a:lnTo>
                    <a:pt x="2014223" y="246770"/>
                  </a:lnTo>
                  <a:lnTo>
                    <a:pt x="1936589" y="258691"/>
                  </a:lnTo>
                  <a:lnTo>
                    <a:pt x="1858955" y="270364"/>
                  </a:lnTo>
                  <a:lnTo>
                    <a:pt x="1781321" y="281794"/>
                  </a:lnTo>
                  <a:lnTo>
                    <a:pt x="1703687" y="292985"/>
                  </a:lnTo>
                  <a:lnTo>
                    <a:pt x="1626053" y="303942"/>
                  </a:lnTo>
                  <a:lnTo>
                    <a:pt x="1548419" y="314671"/>
                  </a:lnTo>
                  <a:lnTo>
                    <a:pt x="1470785" y="325177"/>
                  </a:lnTo>
                  <a:lnTo>
                    <a:pt x="1393151" y="335463"/>
                  </a:lnTo>
                  <a:lnTo>
                    <a:pt x="1315517" y="345534"/>
                  </a:lnTo>
                  <a:lnTo>
                    <a:pt x="1237883" y="355395"/>
                  </a:lnTo>
                  <a:lnTo>
                    <a:pt x="1160249" y="365051"/>
                  </a:lnTo>
                  <a:lnTo>
                    <a:pt x="1082615" y="374505"/>
                  </a:lnTo>
                  <a:lnTo>
                    <a:pt x="1004981" y="383762"/>
                  </a:lnTo>
                  <a:lnTo>
                    <a:pt x="927346" y="392826"/>
                  </a:lnTo>
                  <a:lnTo>
                    <a:pt x="849712" y="401701"/>
                  </a:lnTo>
                  <a:lnTo>
                    <a:pt x="772078" y="410391"/>
                  </a:lnTo>
                  <a:lnTo>
                    <a:pt x="694444" y="418899"/>
                  </a:lnTo>
                  <a:lnTo>
                    <a:pt x="616810" y="427230"/>
                  </a:lnTo>
                  <a:lnTo>
                    <a:pt x="539176" y="435387"/>
                  </a:lnTo>
                  <a:lnTo>
                    <a:pt x="461542" y="443374"/>
                  </a:lnTo>
                  <a:lnTo>
                    <a:pt x="383908" y="451194"/>
                  </a:lnTo>
                  <a:lnTo>
                    <a:pt x="306274" y="458851"/>
                  </a:lnTo>
                  <a:lnTo>
                    <a:pt x="228640" y="466349"/>
                  </a:lnTo>
                  <a:lnTo>
                    <a:pt x="151006" y="473690"/>
                  </a:lnTo>
                  <a:lnTo>
                    <a:pt x="73372" y="480878"/>
                  </a:lnTo>
                  <a:lnTo>
                    <a:pt x="0" y="4875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263162"/>
              <a:ext cx="7370972" cy="802635"/>
            </a:xfrm>
            <a:custGeom>
              <a:avLst/>
              <a:pathLst>
                <a:path w="7370972" h="802635">
                  <a:moveTo>
                    <a:pt x="0" y="0"/>
                  </a:moveTo>
                  <a:lnTo>
                    <a:pt x="73372" y="12415"/>
                  </a:lnTo>
                  <a:lnTo>
                    <a:pt x="151006" y="25418"/>
                  </a:lnTo>
                  <a:lnTo>
                    <a:pt x="228640" y="38290"/>
                  </a:lnTo>
                  <a:lnTo>
                    <a:pt x="306274" y="51030"/>
                  </a:lnTo>
                  <a:lnTo>
                    <a:pt x="383908" y="63642"/>
                  </a:lnTo>
                  <a:lnTo>
                    <a:pt x="461542" y="76126"/>
                  </a:lnTo>
                  <a:lnTo>
                    <a:pt x="539176" y="88483"/>
                  </a:lnTo>
                  <a:lnTo>
                    <a:pt x="616810" y="100714"/>
                  </a:lnTo>
                  <a:lnTo>
                    <a:pt x="694444" y="112822"/>
                  </a:lnTo>
                  <a:lnTo>
                    <a:pt x="772078" y="124806"/>
                  </a:lnTo>
                  <a:lnTo>
                    <a:pt x="849712" y="136669"/>
                  </a:lnTo>
                  <a:lnTo>
                    <a:pt x="927346" y="148412"/>
                  </a:lnTo>
                  <a:lnTo>
                    <a:pt x="1004981" y="160035"/>
                  </a:lnTo>
                  <a:lnTo>
                    <a:pt x="1082615" y="171541"/>
                  </a:lnTo>
                  <a:lnTo>
                    <a:pt x="1160249" y="182930"/>
                  </a:lnTo>
                  <a:lnTo>
                    <a:pt x="1237883" y="194203"/>
                  </a:lnTo>
                  <a:lnTo>
                    <a:pt x="1315517" y="205362"/>
                  </a:lnTo>
                  <a:lnTo>
                    <a:pt x="1393151" y="216408"/>
                  </a:lnTo>
                  <a:lnTo>
                    <a:pt x="1470785" y="227342"/>
                  </a:lnTo>
                  <a:lnTo>
                    <a:pt x="1548419" y="238164"/>
                  </a:lnTo>
                  <a:lnTo>
                    <a:pt x="1626053" y="248877"/>
                  </a:lnTo>
                  <a:lnTo>
                    <a:pt x="1703687" y="259482"/>
                  </a:lnTo>
                  <a:lnTo>
                    <a:pt x="1781321" y="269978"/>
                  </a:lnTo>
                  <a:lnTo>
                    <a:pt x="1858955" y="280369"/>
                  </a:lnTo>
                  <a:lnTo>
                    <a:pt x="1936589" y="290653"/>
                  </a:lnTo>
                  <a:lnTo>
                    <a:pt x="2014223" y="300834"/>
                  </a:lnTo>
                  <a:lnTo>
                    <a:pt x="2091857" y="310911"/>
                  </a:lnTo>
                  <a:lnTo>
                    <a:pt x="2169491" y="320886"/>
                  </a:lnTo>
                  <a:lnTo>
                    <a:pt x="2247125" y="330759"/>
                  </a:lnTo>
                  <a:lnTo>
                    <a:pt x="2324759" y="340533"/>
                  </a:lnTo>
                  <a:lnTo>
                    <a:pt x="2402393" y="350207"/>
                  </a:lnTo>
                  <a:lnTo>
                    <a:pt x="2480027" y="359784"/>
                  </a:lnTo>
                  <a:lnTo>
                    <a:pt x="2557661" y="369263"/>
                  </a:lnTo>
                  <a:lnTo>
                    <a:pt x="2635295" y="378645"/>
                  </a:lnTo>
                  <a:lnTo>
                    <a:pt x="2712930" y="387933"/>
                  </a:lnTo>
                  <a:lnTo>
                    <a:pt x="2790564" y="397127"/>
                  </a:lnTo>
                  <a:lnTo>
                    <a:pt x="2868198" y="406227"/>
                  </a:lnTo>
                  <a:lnTo>
                    <a:pt x="2945832" y="415235"/>
                  </a:lnTo>
                  <a:lnTo>
                    <a:pt x="3023466" y="424151"/>
                  </a:lnTo>
                  <a:lnTo>
                    <a:pt x="3101100" y="432977"/>
                  </a:lnTo>
                  <a:lnTo>
                    <a:pt x="3178734" y="441714"/>
                  </a:lnTo>
                  <a:lnTo>
                    <a:pt x="3256368" y="450361"/>
                  </a:lnTo>
                  <a:lnTo>
                    <a:pt x="3334002" y="458922"/>
                  </a:lnTo>
                  <a:lnTo>
                    <a:pt x="3411636" y="467395"/>
                  </a:lnTo>
                  <a:lnTo>
                    <a:pt x="3489270" y="475782"/>
                  </a:lnTo>
                  <a:lnTo>
                    <a:pt x="3566904" y="484084"/>
                  </a:lnTo>
                  <a:lnTo>
                    <a:pt x="3644538" y="492302"/>
                  </a:lnTo>
                  <a:lnTo>
                    <a:pt x="3722172" y="500437"/>
                  </a:lnTo>
                  <a:lnTo>
                    <a:pt x="3799806" y="508489"/>
                  </a:lnTo>
                  <a:lnTo>
                    <a:pt x="3877440" y="516459"/>
                  </a:lnTo>
                  <a:lnTo>
                    <a:pt x="3955074" y="524349"/>
                  </a:lnTo>
                  <a:lnTo>
                    <a:pt x="4032708" y="532158"/>
                  </a:lnTo>
                  <a:lnTo>
                    <a:pt x="4110342" y="539888"/>
                  </a:lnTo>
                  <a:lnTo>
                    <a:pt x="4187976" y="547540"/>
                  </a:lnTo>
                  <a:lnTo>
                    <a:pt x="4265610" y="555114"/>
                  </a:lnTo>
                  <a:lnTo>
                    <a:pt x="4343244" y="562612"/>
                  </a:lnTo>
                  <a:lnTo>
                    <a:pt x="4420879" y="570033"/>
                  </a:lnTo>
                  <a:lnTo>
                    <a:pt x="4498513" y="577379"/>
                  </a:lnTo>
                  <a:lnTo>
                    <a:pt x="4576147" y="584650"/>
                  </a:lnTo>
                  <a:lnTo>
                    <a:pt x="4653781" y="591848"/>
                  </a:lnTo>
                  <a:lnTo>
                    <a:pt x="4731415" y="598972"/>
                  </a:lnTo>
                  <a:lnTo>
                    <a:pt x="4809049" y="606025"/>
                  </a:lnTo>
                  <a:lnTo>
                    <a:pt x="4886683" y="613006"/>
                  </a:lnTo>
                  <a:lnTo>
                    <a:pt x="4964317" y="619916"/>
                  </a:lnTo>
                  <a:lnTo>
                    <a:pt x="5041951" y="626755"/>
                  </a:lnTo>
                  <a:lnTo>
                    <a:pt x="5119585" y="633526"/>
                  </a:lnTo>
                  <a:lnTo>
                    <a:pt x="5197219" y="640228"/>
                  </a:lnTo>
                  <a:lnTo>
                    <a:pt x="5274853" y="646861"/>
                  </a:lnTo>
                  <a:lnTo>
                    <a:pt x="5352487" y="653428"/>
                  </a:lnTo>
                  <a:lnTo>
                    <a:pt x="5430121" y="659928"/>
                  </a:lnTo>
                  <a:lnTo>
                    <a:pt x="5507755" y="666362"/>
                  </a:lnTo>
                  <a:lnTo>
                    <a:pt x="5585389" y="672730"/>
                  </a:lnTo>
                  <a:lnTo>
                    <a:pt x="5663023" y="679034"/>
                  </a:lnTo>
                  <a:lnTo>
                    <a:pt x="5740657" y="685274"/>
                  </a:lnTo>
                  <a:lnTo>
                    <a:pt x="5818291" y="691451"/>
                  </a:lnTo>
                  <a:lnTo>
                    <a:pt x="5895925" y="697565"/>
                  </a:lnTo>
                  <a:lnTo>
                    <a:pt x="5973559" y="703617"/>
                  </a:lnTo>
                  <a:lnTo>
                    <a:pt x="6051193" y="709608"/>
                  </a:lnTo>
                  <a:lnTo>
                    <a:pt x="6128827" y="715538"/>
                  </a:lnTo>
                  <a:lnTo>
                    <a:pt x="6206462" y="721408"/>
                  </a:lnTo>
                  <a:lnTo>
                    <a:pt x="6284096" y="727218"/>
                  </a:lnTo>
                  <a:lnTo>
                    <a:pt x="6361730" y="732969"/>
                  </a:lnTo>
                  <a:lnTo>
                    <a:pt x="6439364" y="738662"/>
                  </a:lnTo>
                  <a:lnTo>
                    <a:pt x="6516998" y="744297"/>
                  </a:lnTo>
                  <a:lnTo>
                    <a:pt x="6594632" y="749875"/>
                  </a:lnTo>
                  <a:lnTo>
                    <a:pt x="6672266" y="755396"/>
                  </a:lnTo>
                  <a:lnTo>
                    <a:pt x="6749900" y="760862"/>
                  </a:lnTo>
                  <a:lnTo>
                    <a:pt x="6827534" y="766272"/>
                  </a:lnTo>
                  <a:lnTo>
                    <a:pt x="6905168" y="771627"/>
                  </a:lnTo>
                  <a:lnTo>
                    <a:pt x="6982802" y="776927"/>
                  </a:lnTo>
                  <a:lnTo>
                    <a:pt x="7060436" y="782174"/>
                  </a:lnTo>
                  <a:lnTo>
                    <a:pt x="7138070" y="787368"/>
                  </a:lnTo>
                  <a:lnTo>
                    <a:pt x="7215704" y="792509"/>
                  </a:lnTo>
                  <a:lnTo>
                    <a:pt x="7293338" y="797597"/>
                  </a:lnTo>
                  <a:lnTo>
                    <a:pt x="7370972" y="8026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1664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0.89 (95% CI 0.62-1.27), p = 0.523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2026-06-02T08:49:34Z</dcterms:modified>
  <cp:category/>
</cp:coreProperties>
</file>