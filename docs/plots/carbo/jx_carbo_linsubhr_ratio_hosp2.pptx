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9182"/>
            </a:xfrm>
            <a:custGeom>
              <a:avLst/>
              <a:pathLst>
                <a:path w="7370972" h="3549182">
                  <a:moveTo>
                    <a:pt x="700138" y="0"/>
                  </a:moveTo>
                  <a:lnTo>
                    <a:pt x="772078" y="137928"/>
                  </a:lnTo>
                  <a:lnTo>
                    <a:pt x="849712" y="280725"/>
                  </a:lnTo>
                  <a:lnTo>
                    <a:pt x="927346" y="417720"/>
                  </a:lnTo>
                  <a:lnTo>
                    <a:pt x="1004981" y="549149"/>
                  </a:lnTo>
                  <a:lnTo>
                    <a:pt x="1082615" y="675239"/>
                  </a:lnTo>
                  <a:lnTo>
                    <a:pt x="1160249" y="796205"/>
                  </a:lnTo>
                  <a:lnTo>
                    <a:pt x="1237883" y="912257"/>
                  </a:lnTo>
                  <a:lnTo>
                    <a:pt x="1315517" y="1023594"/>
                  </a:lnTo>
                  <a:lnTo>
                    <a:pt x="1393151" y="1130408"/>
                  </a:lnTo>
                  <a:lnTo>
                    <a:pt x="1470785" y="1232882"/>
                  </a:lnTo>
                  <a:lnTo>
                    <a:pt x="1548419" y="1331193"/>
                  </a:lnTo>
                  <a:lnTo>
                    <a:pt x="1626053" y="1425509"/>
                  </a:lnTo>
                  <a:lnTo>
                    <a:pt x="1703687" y="1515994"/>
                  </a:lnTo>
                  <a:lnTo>
                    <a:pt x="1781321" y="1602802"/>
                  </a:lnTo>
                  <a:lnTo>
                    <a:pt x="1858955" y="1686083"/>
                  </a:lnTo>
                  <a:lnTo>
                    <a:pt x="1936589" y="1765981"/>
                  </a:lnTo>
                  <a:lnTo>
                    <a:pt x="2014223" y="1842633"/>
                  </a:lnTo>
                  <a:lnTo>
                    <a:pt x="2091857" y="1916171"/>
                  </a:lnTo>
                  <a:lnTo>
                    <a:pt x="2169491" y="1986720"/>
                  </a:lnTo>
                  <a:lnTo>
                    <a:pt x="2247125" y="2054404"/>
                  </a:lnTo>
                  <a:lnTo>
                    <a:pt x="2324759" y="2119338"/>
                  </a:lnTo>
                  <a:lnTo>
                    <a:pt x="2402393" y="2181633"/>
                  </a:lnTo>
                  <a:lnTo>
                    <a:pt x="2480027" y="2241398"/>
                  </a:lnTo>
                  <a:lnTo>
                    <a:pt x="2557661" y="2298734"/>
                  </a:lnTo>
                  <a:lnTo>
                    <a:pt x="2635295" y="2353741"/>
                  </a:lnTo>
                  <a:lnTo>
                    <a:pt x="2712930" y="2406513"/>
                  </a:lnTo>
                  <a:lnTo>
                    <a:pt x="2790564" y="2457141"/>
                  </a:lnTo>
                  <a:lnTo>
                    <a:pt x="2868198" y="2505712"/>
                  </a:lnTo>
                  <a:lnTo>
                    <a:pt x="2945832" y="2552310"/>
                  </a:lnTo>
                  <a:lnTo>
                    <a:pt x="3023466" y="2597015"/>
                  </a:lnTo>
                  <a:lnTo>
                    <a:pt x="3101100" y="2639903"/>
                  </a:lnTo>
                  <a:lnTo>
                    <a:pt x="3178734" y="2681049"/>
                  </a:lnTo>
                  <a:lnTo>
                    <a:pt x="3256368" y="2720523"/>
                  </a:lnTo>
                  <a:lnTo>
                    <a:pt x="3334002" y="2758394"/>
                  </a:lnTo>
                  <a:lnTo>
                    <a:pt x="3411636" y="2776928"/>
                  </a:lnTo>
                  <a:lnTo>
                    <a:pt x="3489270" y="2758270"/>
                  </a:lnTo>
                  <a:lnTo>
                    <a:pt x="3566904" y="2739215"/>
                  </a:lnTo>
                  <a:lnTo>
                    <a:pt x="3644538" y="2719754"/>
                  </a:lnTo>
                  <a:lnTo>
                    <a:pt x="3722172" y="2699878"/>
                  </a:lnTo>
                  <a:lnTo>
                    <a:pt x="3799806" y="2679579"/>
                  </a:lnTo>
                  <a:lnTo>
                    <a:pt x="3877440" y="2658847"/>
                  </a:lnTo>
                  <a:lnTo>
                    <a:pt x="3955074" y="2637673"/>
                  </a:lnTo>
                  <a:lnTo>
                    <a:pt x="4032708" y="2616049"/>
                  </a:lnTo>
                  <a:lnTo>
                    <a:pt x="4110342" y="2593964"/>
                  </a:lnTo>
                  <a:lnTo>
                    <a:pt x="4187976" y="2571408"/>
                  </a:lnTo>
                  <a:lnTo>
                    <a:pt x="4265610" y="2548371"/>
                  </a:lnTo>
                  <a:lnTo>
                    <a:pt x="4343244" y="2524844"/>
                  </a:lnTo>
                  <a:lnTo>
                    <a:pt x="4420879" y="2500816"/>
                  </a:lnTo>
                  <a:lnTo>
                    <a:pt x="4498513" y="2476275"/>
                  </a:lnTo>
                  <a:lnTo>
                    <a:pt x="4576147" y="2451212"/>
                  </a:lnTo>
                  <a:lnTo>
                    <a:pt x="4653781" y="2425615"/>
                  </a:lnTo>
                  <a:lnTo>
                    <a:pt x="4731415" y="2399472"/>
                  </a:lnTo>
                  <a:lnTo>
                    <a:pt x="4809049" y="2372773"/>
                  </a:lnTo>
                  <a:lnTo>
                    <a:pt x="4886683" y="2345504"/>
                  </a:lnTo>
                  <a:lnTo>
                    <a:pt x="4964317" y="2317655"/>
                  </a:lnTo>
                  <a:lnTo>
                    <a:pt x="5041951" y="2289212"/>
                  </a:lnTo>
                  <a:lnTo>
                    <a:pt x="5119585" y="2260164"/>
                  </a:lnTo>
                  <a:lnTo>
                    <a:pt x="5197219" y="2230496"/>
                  </a:lnTo>
                  <a:lnTo>
                    <a:pt x="5274853" y="2200196"/>
                  </a:lnTo>
                  <a:lnTo>
                    <a:pt x="5352487" y="2169251"/>
                  </a:lnTo>
                  <a:lnTo>
                    <a:pt x="5430121" y="2137646"/>
                  </a:lnTo>
                  <a:lnTo>
                    <a:pt x="5507755" y="2105368"/>
                  </a:lnTo>
                  <a:lnTo>
                    <a:pt x="5585389" y="2072403"/>
                  </a:lnTo>
                  <a:lnTo>
                    <a:pt x="5663023" y="2038735"/>
                  </a:lnTo>
                  <a:lnTo>
                    <a:pt x="5740657" y="2004350"/>
                  </a:lnTo>
                  <a:lnTo>
                    <a:pt x="5818291" y="1969232"/>
                  </a:lnTo>
                  <a:lnTo>
                    <a:pt x="5895925" y="1933366"/>
                  </a:lnTo>
                  <a:lnTo>
                    <a:pt x="5973559" y="1896735"/>
                  </a:lnTo>
                  <a:lnTo>
                    <a:pt x="6051193" y="1859325"/>
                  </a:lnTo>
                  <a:lnTo>
                    <a:pt x="6128827" y="1821117"/>
                  </a:lnTo>
                  <a:lnTo>
                    <a:pt x="6206462" y="1782095"/>
                  </a:lnTo>
                  <a:lnTo>
                    <a:pt x="6284096" y="1742242"/>
                  </a:lnTo>
                  <a:lnTo>
                    <a:pt x="6361730" y="1701540"/>
                  </a:lnTo>
                  <a:lnTo>
                    <a:pt x="6439364" y="1659970"/>
                  </a:lnTo>
                  <a:lnTo>
                    <a:pt x="6516998" y="1617515"/>
                  </a:lnTo>
                  <a:lnTo>
                    <a:pt x="6594632" y="1574155"/>
                  </a:lnTo>
                  <a:lnTo>
                    <a:pt x="6672266" y="1529872"/>
                  </a:lnTo>
                  <a:lnTo>
                    <a:pt x="6749900" y="1484645"/>
                  </a:lnTo>
                  <a:lnTo>
                    <a:pt x="6827534" y="1438455"/>
                  </a:lnTo>
                  <a:lnTo>
                    <a:pt x="6905168" y="1391280"/>
                  </a:lnTo>
                  <a:lnTo>
                    <a:pt x="6982802" y="1343100"/>
                  </a:lnTo>
                  <a:lnTo>
                    <a:pt x="7060436" y="1293894"/>
                  </a:lnTo>
                  <a:lnTo>
                    <a:pt x="7138070" y="1243639"/>
                  </a:lnTo>
                  <a:lnTo>
                    <a:pt x="7215704" y="1192314"/>
                  </a:lnTo>
                  <a:lnTo>
                    <a:pt x="7293338" y="1139895"/>
                  </a:lnTo>
                  <a:lnTo>
                    <a:pt x="7370972" y="1086360"/>
                  </a:lnTo>
                  <a:lnTo>
                    <a:pt x="7370972" y="3549182"/>
                  </a:lnTo>
                  <a:lnTo>
                    <a:pt x="7293338" y="3544800"/>
                  </a:lnTo>
                  <a:lnTo>
                    <a:pt x="7215704" y="3540233"/>
                  </a:lnTo>
                  <a:lnTo>
                    <a:pt x="7138070" y="3535473"/>
                  </a:lnTo>
                  <a:lnTo>
                    <a:pt x="7060436" y="3530511"/>
                  </a:lnTo>
                  <a:lnTo>
                    <a:pt x="6982802" y="3525339"/>
                  </a:lnTo>
                  <a:lnTo>
                    <a:pt x="6905168" y="3519947"/>
                  </a:lnTo>
                  <a:lnTo>
                    <a:pt x="6827534" y="3514328"/>
                  </a:lnTo>
                  <a:lnTo>
                    <a:pt x="6749900" y="3508470"/>
                  </a:lnTo>
                  <a:lnTo>
                    <a:pt x="6672266" y="3502365"/>
                  </a:lnTo>
                  <a:lnTo>
                    <a:pt x="6594632" y="3496001"/>
                  </a:lnTo>
                  <a:lnTo>
                    <a:pt x="6516998" y="3489367"/>
                  </a:lnTo>
                  <a:lnTo>
                    <a:pt x="6439364" y="3482453"/>
                  </a:lnTo>
                  <a:lnTo>
                    <a:pt x="6361730" y="3475245"/>
                  </a:lnTo>
                  <a:lnTo>
                    <a:pt x="6284096" y="3467733"/>
                  </a:lnTo>
                  <a:lnTo>
                    <a:pt x="6206462" y="3459902"/>
                  </a:lnTo>
                  <a:lnTo>
                    <a:pt x="6128827" y="3451739"/>
                  </a:lnTo>
                  <a:lnTo>
                    <a:pt x="6051193" y="3443231"/>
                  </a:lnTo>
                  <a:lnTo>
                    <a:pt x="5973559" y="3434363"/>
                  </a:lnTo>
                  <a:lnTo>
                    <a:pt x="5895925" y="3425119"/>
                  </a:lnTo>
                  <a:lnTo>
                    <a:pt x="5818291" y="3415484"/>
                  </a:lnTo>
                  <a:lnTo>
                    <a:pt x="5740657" y="3405440"/>
                  </a:lnTo>
                  <a:lnTo>
                    <a:pt x="5663023" y="3394972"/>
                  </a:lnTo>
                  <a:lnTo>
                    <a:pt x="5585389" y="3384060"/>
                  </a:lnTo>
                  <a:lnTo>
                    <a:pt x="5507755" y="3372685"/>
                  </a:lnTo>
                  <a:lnTo>
                    <a:pt x="5430121" y="3360829"/>
                  </a:lnTo>
                  <a:lnTo>
                    <a:pt x="5352487" y="3348471"/>
                  </a:lnTo>
                  <a:lnTo>
                    <a:pt x="5274853" y="3335590"/>
                  </a:lnTo>
                  <a:lnTo>
                    <a:pt x="5197219" y="3322163"/>
                  </a:lnTo>
                  <a:lnTo>
                    <a:pt x="5119585" y="3308168"/>
                  </a:lnTo>
                  <a:lnTo>
                    <a:pt x="5041951" y="3293580"/>
                  </a:lnTo>
                  <a:lnTo>
                    <a:pt x="4964317" y="3278374"/>
                  </a:lnTo>
                  <a:lnTo>
                    <a:pt x="4886683" y="3262524"/>
                  </a:lnTo>
                  <a:lnTo>
                    <a:pt x="4809049" y="3246003"/>
                  </a:lnTo>
                  <a:lnTo>
                    <a:pt x="4731415" y="3228782"/>
                  </a:lnTo>
                  <a:lnTo>
                    <a:pt x="4653781" y="3210832"/>
                  </a:lnTo>
                  <a:lnTo>
                    <a:pt x="4576147" y="3192122"/>
                  </a:lnTo>
                  <a:lnTo>
                    <a:pt x="4498513" y="3172619"/>
                  </a:lnTo>
                  <a:lnTo>
                    <a:pt x="4420879" y="3152291"/>
                  </a:lnTo>
                  <a:lnTo>
                    <a:pt x="4343244" y="3131102"/>
                  </a:lnTo>
                  <a:lnTo>
                    <a:pt x="4265610" y="3109015"/>
                  </a:lnTo>
                  <a:lnTo>
                    <a:pt x="4187976" y="3085993"/>
                  </a:lnTo>
                  <a:lnTo>
                    <a:pt x="4110342" y="3061996"/>
                  </a:lnTo>
                  <a:lnTo>
                    <a:pt x="4032708" y="3036983"/>
                  </a:lnTo>
                  <a:lnTo>
                    <a:pt x="3955074" y="3010910"/>
                  </a:lnTo>
                  <a:lnTo>
                    <a:pt x="3877440" y="2983734"/>
                  </a:lnTo>
                  <a:lnTo>
                    <a:pt x="3799806" y="2955406"/>
                  </a:lnTo>
                  <a:lnTo>
                    <a:pt x="3722172" y="2925879"/>
                  </a:lnTo>
                  <a:lnTo>
                    <a:pt x="3644538" y="2895102"/>
                  </a:lnTo>
                  <a:lnTo>
                    <a:pt x="3566904" y="2863021"/>
                  </a:lnTo>
                  <a:lnTo>
                    <a:pt x="3489270" y="2829581"/>
                  </a:lnTo>
                  <a:lnTo>
                    <a:pt x="3411636" y="2794725"/>
                  </a:lnTo>
                  <a:lnTo>
                    <a:pt x="3334002" y="2795196"/>
                  </a:lnTo>
                  <a:lnTo>
                    <a:pt x="3256368" y="2813083"/>
                  </a:lnTo>
                  <a:lnTo>
                    <a:pt x="3178734" y="2830598"/>
                  </a:lnTo>
                  <a:lnTo>
                    <a:pt x="3101100" y="2847746"/>
                  </a:lnTo>
                  <a:lnTo>
                    <a:pt x="3023466" y="2864537"/>
                  </a:lnTo>
                  <a:lnTo>
                    <a:pt x="2945832" y="2880978"/>
                  </a:lnTo>
                  <a:lnTo>
                    <a:pt x="2868198" y="2897076"/>
                  </a:lnTo>
                  <a:lnTo>
                    <a:pt x="2790564" y="2912838"/>
                  </a:lnTo>
                  <a:lnTo>
                    <a:pt x="2712930" y="2928271"/>
                  </a:lnTo>
                  <a:lnTo>
                    <a:pt x="2635295" y="2943382"/>
                  </a:lnTo>
                  <a:lnTo>
                    <a:pt x="2557661" y="2958178"/>
                  </a:lnTo>
                  <a:lnTo>
                    <a:pt x="2480027" y="2972666"/>
                  </a:lnTo>
                  <a:lnTo>
                    <a:pt x="2402393" y="2986851"/>
                  </a:lnTo>
                  <a:lnTo>
                    <a:pt x="2324759" y="3000740"/>
                  </a:lnTo>
                  <a:lnTo>
                    <a:pt x="2247125" y="3014340"/>
                  </a:lnTo>
                  <a:lnTo>
                    <a:pt x="2169491" y="3027655"/>
                  </a:lnTo>
                  <a:lnTo>
                    <a:pt x="2091857" y="3040693"/>
                  </a:lnTo>
                  <a:lnTo>
                    <a:pt x="2014223" y="3053459"/>
                  </a:lnTo>
                  <a:lnTo>
                    <a:pt x="1936589" y="3065959"/>
                  </a:lnTo>
                  <a:lnTo>
                    <a:pt x="1858955" y="3078198"/>
                  </a:lnTo>
                  <a:lnTo>
                    <a:pt x="1781321" y="3090181"/>
                  </a:lnTo>
                  <a:lnTo>
                    <a:pt x="1703687" y="3101915"/>
                  </a:lnTo>
                  <a:lnTo>
                    <a:pt x="1626053" y="3113404"/>
                  </a:lnTo>
                  <a:lnTo>
                    <a:pt x="1548419" y="3124653"/>
                  </a:lnTo>
                  <a:lnTo>
                    <a:pt x="1470785" y="3135667"/>
                  </a:lnTo>
                  <a:lnTo>
                    <a:pt x="1393151" y="3146452"/>
                  </a:lnTo>
                  <a:lnTo>
                    <a:pt x="1315517" y="3157012"/>
                  </a:lnTo>
                  <a:lnTo>
                    <a:pt x="1237883" y="3167351"/>
                  </a:lnTo>
                  <a:lnTo>
                    <a:pt x="1160249" y="3177475"/>
                  </a:lnTo>
                  <a:lnTo>
                    <a:pt x="1082615" y="3187388"/>
                  </a:lnTo>
                  <a:lnTo>
                    <a:pt x="1004981" y="3197093"/>
                  </a:lnTo>
                  <a:lnTo>
                    <a:pt x="927346" y="3206597"/>
                  </a:lnTo>
                  <a:lnTo>
                    <a:pt x="849712" y="3215902"/>
                  </a:lnTo>
                  <a:lnTo>
                    <a:pt x="772078" y="3225013"/>
                  </a:lnTo>
                  <a:lnTo>
                    <a:pt x="694444" y="3233934"/>
                  </a:lnTo>
                  <a:lnTo>
                    <a:pt x="616810" y="3242668"/>
                  </a:lnTo>
                  <a:lnTo>
                    <a:pt x="539176" y="3251221"/>
                  </a:lnTo>
                  <a:lnTo>
                    <a:pt x="461542" y="3259595"/>
                  </a:lnTo>
                  <a:lnTo>
                    <a:pt x="383908" y="3267794"/>
                  </a:lnTo>
                  <a:lnTo>
                    <a:pt x="306274" y="3275823"/>
                  </a:lnTo>
                  <a:lnTo>
                    <a:pt x="228640" y="3283684"/>
                  </a:lnTo>
                  <a:lnTo>
                    <a:pt x="151006" y="3291381"/>
                  </a:lnTo>
                  <a:lnTo>
                    <a:pt x="73372" y="3298917"/>
                  </a:lnTo>
                  <a:lnTo>
                    <a:pt x="0" y="3305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7655" y="1896563"/>
              <a:ext cx="6670834" cy="2776928"/>
            </a:xfrm>
            <a:custGeom>
              <a:avLst/>
              <a:pathLst>
                <a:path w="6670834" h="2776928">
                  <a:moveTo>
                    <a:pt x="0" y="0"/>
                  </a:moveTo>
                  <a:lnTo>
                    <a:pt x="71940" y="137928"/>
                  </a:lnTo>
                  <a:lnTo>
                    <a:pt x="149574" y="280725"/>
                  </a:lnTo>
                  <a:lnTo>
                    <a:pt x="227208" y="417720"/>
                  </a:lnTo>
                  <a:lnTo>
                    <a:pt x="304842" y="549149"/>
                  </a:lnTo>
                  <a:lnTo>
                    <a:pt x="382476" y="675239"/>
                  </a:lnTo>
                  <a:lnTo>
                    <a:pt x="460111" y="796205"/>
                  </a:lnTo>
                  <a:lnTo>
                    <a:pt x="537745" y="912257"/>
                  </a:lnTo>
                  <a:lnTo>
                    <a:pt x="615379" y="1023594"/>
                  </a:lnTo>
                  <a:lnTo>
                    <a:pt x="693013" y="1130408"/>
                  </a:lnTo>
                  <a:lnTo>
                    <a:pt x="770647" y="1232882"/>
                  </a:lnTo>
                  <a:lnTo>
                    <a:pt x="848281" y="1331193"/>
                  </a:lnTo>
                  <a:lnTo>
                    <a:pt x="925915" y="1425509"/>
                  </a:lnTo>
                  <a:lnTo>
                    <a:pt x="1003549" y="1515994"/>
                  </a:lnTo>
                  <a:lnTo>
                    <a:pt x="1081183" y="1602802"/>
                  </a:lnTo>
                  <a:lnTo>
                    <a:pt x="1158817" y="1686083"/>
                  </a:lnTo>
                  <a:lnTo>
                    <a:pt x="1236451" y="1765981"/>
                  </a:lnTo>
                  <a:lnTo>
                    <a:pt x="1314085" y="1842633"/>
                  </a:lnTo>
                  <a:lnTo>
                    <a:pt x="1391719" y="1916171"/>
                  </a:lnTo>
                  <a:lnTo>
                    <a:pt x="1469353" y="1986720"/>
                  </a:lnTo>
                  <a:lnTo>
                    <a:pt x="1546987" y="2054404"/>
                  </a:lnTo>
                  <a:lnTo>
                    <a:pt x="1624621" y="2119338"/>
                  </a:lnTo>
                  <a:lnTo>
                    <a:pt x="1702255" y="2181633"/>
                  </a:lnTo>
                  <a:lnTo>
                    <a:pt x="1779889" y="2241398"/>
                  </a:lnTo>
                  <a:lnTo>
                    <a:pt x="1857523" y="2298734"/>
                  </a:lnTo>
                  <a:lnTo>
                    <a:pt x="1935157" y="2353741"/>
                  </a:lnTo>
                  <a:lnTo>
                    <a:pt x="2012791" y="2406513"/>
                  </a:lnTo>
                  <a:lnTo>
                    <a:pt x="2090425" y="2457141"/>
                  </a:lnTo>
                  <a:lnTo>
                    <a:pt x="2168059" y="2505712"/>
                  </a:lnTo>
                  <a:lnTo>
                    <a:pt x="2245694" y="2552310"/>
                  </a:lnTo>
                  <a:lnTo>
                    <a:pt x="2323328" y="2597015"/>
                  </a:lnTo>
                  <a:lnTo>
                    <a:pt x="2400962" y="2639903"/>
                  </a:lnTo>
                  <a:lnTo>
                    <a:pt x="2478596" y="2681049"/>
                  </a:lnTo>
                  <a:lnTo>
                    <a:pt x="2556230" y="2720523"/>
                  </a:lnTo>
                  <a:lnTo>
                    <a:pt x="2633864" y="2758394"/>
                  </a:lnTo>
                  <a:lnTo>
                    <a:pt x="2711498" y="2776928"/>
                  </a:lnTo>
                  <a:lnTo>
                    <a:pt x="2789132" y="2758270"/>
                  </a:lnTo>
                  <a:lnTo>
                    <a:pt x="2866766" y="2739215"/>
                  </a:lnTo>
                  <a:lnTo>
                    <a:pt x="2944400" y="2719754"/>
                  </a:lnTo>
                  <a:lnTo>
                    <a:pt x="3022034" y="2699878"/>
                  </a:lnTo>
                  <a:lnTo>
                    <a:pt x="3099668" y="2679579"/>
                  </a:lnTo>
                  <a:lnTo>
                    <a:pt x="3177302" y="2658847"/>
                  </a:lnTo>
                  <a:lnTo>
                    <a:pt x="3254936" y="2637673"/>
                  </a:lnTo>
                  <a:lnTo>
                    <a:pt x="3332570" y="2616049"/>
                  </a:lnTo>
                  <a:lnTo>
                    <a:pt x="3410204" y="2593964"/>
                  </a:lnTo>
                  <a:lnTo>
                    <a:pt x="3487838" y="2571408"/>
                  </a:lnTo>
                  <a:lnTo>
                    <a:pt x="3565472" y="2548371"/>
                  </a:lnTo>
                  <a:lnTo>
                    <a:pt x="3643106" y="2524844"/>
                  </a:lnTo>
                  <a:lnTo>
                    <a:pt x="3720740" y="2500816"/>
                  </a:lnTo>
                  <a:lnTo>
                    <a:pt x="3798374" y="2476275"/>
                  </a:lnTo>
                  <a:lnTo>
                    <a:pt x="3876008" y="2451212"/>
                  </a:lnTo>
                  <a:lnTo>
                    <a:pt x="3953643" y="2425615"/>
                  </a:lnTo>
                  <a:lnTo>
                    <a:pt x="4031277" y="2399472"/>
                  </a:lnTo>
                  <a:lnTo>
                    <a:pt x="4108911" y="2372773"/>
                  </a:lnTo>
                  <a:lnTo>
                    <a:pt x="4186545" y="2345504"/>
                  </a:lnTo>
                  <a:lnTo>
                    <a:pt x="4264179" y="2317655"/>
                  </a:lnTo>
                  <a:lnTo>
                    <a:pt x="4341813" y="2289212"/>
                  </a:lnTo>
                  <a:lnTo>
                    <a:pt x="4419447" y="2260164"/>
                  </a:lnTo>
                  <a:lnTo>
                    <a:pt x="4497081" y="2230496"/>
                  </a:lnTo>
                  <a:lnTo>
                    <a:pt x="4574715" y="2200196"/>
                  </a:lnTo>
                  <a:lnTo>
                    <a:pt x="4652349" y="2169251"/>
                  </a:lnTo>
                  <a:lnTo>
                    <a:pt x="4729983" y="2137646"/>
                  </a:lnTo>
                  <a:lnTo>
                    <a:pt x="4807617" y="2105368"/>
                  </a:lnTo>
                  <a:lnTo>
                    <a:pt x="4885251" y="2072403"/>
                  </a:lnTo>
                  <a:lnTo>
                    <a:pt x="4962885" y="2038735"/>
                  </a:lnTo>
                  <a:lnTo>
                    <a:pt x="5040519" y="2004350"/>
                  </a:lnTo>
                  <a:lnTo>
                    <a:pt x="5118153" y="1969232"/>
                  </a:lnTo>
                  <a:lnTo>
                    <a:pt x="5195787" y="1933366"/>
                  </a:lnTo>
                  <a:lnTo>
                    <a:pt x="5273421" y="1896735"/>
                  </a:lnTo>
                  <a:lnTo>
                    <a:pt x="5351055" y="1859325"/>
                  </a:lnTo>
                  <a:lnTo>
                    <a:pt x="5428689" y="1821117"/>
                  </a:lnTo>
                  <a:lnTo>
                    <a:pt x="5506323" y="1782095"/>
                  </a:lnTo>
                  <a:lnTo>
                    <a:pt x="5583957" y="1742242"/>
                  </a:lnTo>
                  <a:lnTo>
                    <a:pt x="5661592" y="1701540"/>
                  </a:lnTo>
                  <a:lnTo>
                    <a:pt x="5739226" y="1659970"/>
                  </a:lnTo>
                  <a:lnTo>
                    <a:pt x="5816860" y="1617515"/>
                  </a:lnTo>
                  <a:lnTo>
                    <a:pt x="5894494" y="1574155"/>
                  </a:lnTo>
                  <a:lnTo>
                    <a:pt x="5972128" y="1529872"/>
                  </a:lnTo>
                  <a:lnTo>
                    <a:pt x="6049762" y="1484645"/>
                  </a:lnTo>
                  <a:lnTo>
                    <a:pt x="6127396" y="1438455"/>
                  </a:lnTo>
                  <a:lnTo>
                    <a:pt x="6205030" y="1391280"/>
                  </a:lnTo>
                  <a:lnTo>
                    <a:pt x="6282664" y="1343100"/>
                  </a:lnTo>
                  <a:lnTo>
                    <a:pt x="6360298" y="1293894"/>
                  </a:lnTo>
                  <a:lnTo>
                    <a:pt x="6437932" y="1243639"/>
                  </a:lnTo>
                  <a:lnTo>
                    <a:pt x="6515566" y="1192314"/>
                  </a:lnTo>
                  <a:lnTo>
                    <a:pt x="6593200" y="1139895"/>
                  </a:lnTo>
                  <a:lnTo>
                    <a:pt x="6670834" y="108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89"/>
              <a:ext cx="7370972" cy="754456"/>
            </a:xfrm>
            <a:custGeom>
              <a:avLst/>
              <a:pathLst>
                <a:path w="7370972" h="754456">
                  <a:moveTo>
                    <a:pt x="7370972" y="754456"/>
                  </a:moveTo>
                  <a:lnTo>
                    <a:pt x="7293338" y="750074"/>
                  </a:lnTo>
                  <a:lnTo>
                    <a:pt x="7215704" y="745507"/>
                  </a:lnTo>
                  <a:lnTo>
                    <a:pt x="7138070" y="740747"/>
                  </a:lnTo>
                  <a:lnTo>
                    <a:pt x="7060436" y="735785"/>
                  </a:lnTo>
                  <a:lnTo>
                    <a:pt x="6982802" y="730613"/>
                  </a:lnTo>
                  <a:lnTo>
                    <a:pt x="6905168" y="725222"/>
                  </a:lnTo>
                  <a:lnTo>
                    <a:pt x="6827534" y="719602"/>
                  </a:lnTo>
                  <a:lnTo>
                    <a:pt x="6749900" y="713745"/>
                  </a:lnTo>
                  <a:lnTo>
                    <a:pt x="6672266" y="707639"/>
                  </a:lnTo>
                  <a:lnTo>
                    <a:pt x="6594632" y="701275"/>
                  </a:lnTo>
                  <a:lnTo>
                    <a:pt x="6516998" y="694641"/>
                  </a:lnTo>
                  <a:lnTo>
                    <a:pt x="6439364" y="687727"/>
                  </a:lnTo>
                  <a:lnTo>
                    <a:pt x="6361730" y="680519"/>
                  </a:lnTo>
                  <a:lnTo>
                    <a:pt x="6284096" y="673007"/>
                  </a:lnTo>
                  <a:lnTo>
                    <a:pt x="6206462" y="665176"/>
                  </a:lnTo>
                  <a:lnTo>
                    <a:pt x="6128827" y="657014"/>
                  </a:lnTo>
                  <a:lnTo>
                    <a:pt x="6051193" y="648506"/>
                  </a:lnTo>
                  <a:lnTo>
                    <a:pt x="5973559" y="639637"/>
                  </a:lnTo>
                  <a:lnTo>
                    <a:pt x="5895925" y="630393"/>
                  </a:lnTo>
                  <a:lnTo>
                    <a:pt x="5818291" y="620758"/>
                  </a:lnTo>
                  <a:lnTo>
                    <a:pt x="5740657" y="610715"/>
                  </a:lnTo>
                  <a:lnTo>
                    <a:pt x="5663023" y="600246"/>
                  </a:lnTo>
                  <a:lnTo>
                    <a:pt x="5585389" y="589334"/>
                  </a:lnTo>
                  <a:lnTo>
                    <a:pt x="5507755" y="577959"/>
                  </a:lnTo>
                  <a:lnTo>
                    <a:pt x="5430121" y="566104"/>
                  </a:lnTo>
                  <a:lnTo>
                    <a:pt x="5352487" y="553746"/>
                  </a:lnTo>
                  <a:lnTo>
                    <a:pt x="5274853" y="540864"/>
                  </a:lnTo>
                  <a:lnTo>
                    <a:pt x="5197219" y="527437"/>
                  </a:lnTo>
                  <a:lnTo>
                    <a:pt x="5119585" y="513442"/>
                  </a:lnTo>
                  <a:lnTo>
                    <a:pt x="5041951" y="498854"/>
                  </a:lnTo>
                  <a:lnTo>
                    <a:pt x="4964317" y="483648"/>
                  </a:lnTo>
                  <a:lnTo>
                    <a:pt x="4886683" y="467798"/>
                  </a:lnTo>
                  <a:lnTo>
                    <a:pt x="4809049" y="451277"/>
                  </a:lnTo>
                  <a:lnTo>
                    <a:pt x="4731415" y="434056"/>
                  </a:lnTo>
                  <a:lnTo>
                    <a:pt x="4653781" y="416106"/>
                  </a:lnTo>
                  <a:lnTo>
                    <a:pt x="4576147" y="397396"/>
                  </a:lnTo>
                  <a:lnTo>
                    <a:pt x="4498513" y="377894"/>
                  </a:lnTo>
                  <a:lnTo>
                    <a:pt x="4420879" y="357565"/>
                  </a:lnTo>
                  <a:lnTo>
                    <a:pt x="4343244" y="336376"/>
                  </a:lnTo>
                  <a:lnTo>
                    <a:pt x="4265610" y="314289"/>
                  </a:lnTo>
                  <a:lnTo>
                    <a:pt x="4187976" y="291267"/>
                  </a:lnTo>
                  <a:lnTo>
                    <a:pt x="4110342" y="267270"/>
                  </a:lnTo>
                  <a:lnTo>
                    <a:pt x="4032708" y="242257"/>
                  </a:lnTo>
                  <a:lnTo>
                    <a:pt x="3955074" y="216185"/>
                  </a:lnTo>
                  <a:lnTo>
                    <a:pt x="3877440" y="189008"/>
                  </a:lnTo>
                  <a:lnTo>
                    <a:pt x="3799806" y="160680"/>
                  </a:lnTo>
                  <a:lnTo>
                    <a:pt x="3722172" y="131153"/>
                  </a:lnTo>
                  <a:lnTo>
                    <a:pt x="3644538" y="100376"/>
                  </a:lnTo>
                  <a:lnTo>
                    <a:pt x="3566904" y="68295"/>
                  </a:lnTo>
                  <a:lnTo>
                    <a:pt x="3489270" y="34855"/>
                  </a:lnTo>
                  <a:lnTo>
                    <a:pt x="3411636" y="0"/>
                  </a:lnTo>
                  <a:lnTo>
                    <a:pt x="3334002" y="470"/>
                  </a:lnTo>
                  <a:lnTo>
                    <a:pt x="3256368" y="18358"/>
                  </a:lnTo>
                  <a:lnTo>
                    <a:pt x="3178734" y="35872"/>
                  </a:lnTo>
                  <a:lnTo>
                    <a:pt x="3101100" y="53021"/>
                  </a:lnTo>
                  <a:lnTo>
                    <a:pt x="3023466" y="69812"/>
                  </a:lnTo>
                  <a:lnTo>
                    <a:pt x="2945832" y="86252"/>
                  </a:lnTo>
                  <a:lnTo>
                    <a:pt x="2868198" y="102350"/>
                  </a:lnTo>
                  <a:lnTo>
                    <a:pt x="2790564" y="118112"/>
                  </a:lnTo>
                  <a:lnTo>
                    <a:pt x="2712930" y="133545"/>
                  </a:lnTo>
                  <a:lnTo>
                    <a:pt x="2635295" y="148657"/>
                  </a:lnTo>
                  <a:lnTo>
                    <a:pt x="2557661" y="163453"/>
                  </a:lnTo>
                  <a:lnTo>
                    <a:pt x="2480027" y="177940"/>
                  </a:lnTo>
                  <a:lnTo>
                    <a:pt x="2402393" y="192125"/>
                  </a:lnTo>
                  <a:lnTo>
                    <a:pt x="2324759" y="206014"/>
                  </a:lnTo>
                  <a:lnTo>
                    <a:pt x="2247125" y="219614"/>
                  </a:lnTo>
                  <a:lnTo>
                    <a:pt x="2169491" y="232929"/>
                  </a:lnTo>
                  <a:lnTo>
                    <a:pt x="2091857" y="245967"/>
                  </a:lnTo>
                  <a:lnTo>
                    <a:pt x="2014223" y="258733"/>
                  </a:lnTo>
                  <a:lnTo>
                    <a:pt x="1936589" y="271233"/>
                  </a:lnTo>
                  <a:lnTo>
                    <a:pt x="1858955" y="283472"/>
                  </a:lnTo>
                  <a:lnTo>
                    <a:pt x="1781321" y="295456"/>
                  </a:lnTo>
                  <a:lnTo>
                    <a:pt x="1703687" y="307189"/>
                  </a:lnTo>
                  <a:lnTo>
                    <a:pt x="1626053" y="318678"/>
                  </a:lnTo>
                  <a:lnTo>
                    <a:pt x="1548419" y="329927"/>
                  </a:lnTo>
                  <a:lnTo>
                    <a:pt x="1470785" y="340942"/>
                  </a:lnTo>
                  <a:lnTo>
                    <a:pt x="1393151" y="351726"/>
                  </a:lnTo>
                  <a:lnTo>
                    <a:pt x="1315517" y="362286"/>
                  </a:lnTo>
                  <a:lnTo>
                    <a:pt x="1237883" y="372626"/>
                  </a:lnTo>
                  <a:lnTo>
                    <a:pt x="1160249" y="382749"/>
                  </a:lnTo>
                  <a:lnTo>
                    <a:pt x="1082615" y="392662"/>
                  </a:lnTo>
                  <a:lnTo>
                    <a:pt x="1004981" y="402368"/>
                  </a:lnTo>
                  <a:lnTo>
                    <a:pt x="927346" y="411871"/>
                  </a:lnTo>
                  <a:lnTo>
                    <a:pt x="849712" y="421176"/>
                  </a:lnTo>
                  <a:lnTo>
                    <a:pt x="772078" y="430287"/>
                  </a:lnTo>
                  <a:lnTo>
                    <a:pt x="694444" y="439208"/>
                  </a:lnTo>
                  <a:lnTo>
                    <a:pt x="616810" y="447943"/>
                  </a:lnTo>
                  <a:lnTo>
                    <a:pt x="539176" y="456495"/>
                  </a:lnTo>
                  <a:lnTo>
                    <a:pt x="461542" y="464869"/>
                  </a:lnTo>
                  <a:lnTo>
                    <a:pt x="383908" y="473069"/>
                  </a:lnTo>
                  <a:lnTo>
                    <a:pt x="306274" y="481097"/>
                  </a:lnTo>
                  <a:lnTo>
                    <a:pt x="228640" y="488958"/>
                  </a:lnTo>
                  <a:lnTo>
                    <a:pt x="151006" y="496655"/>
                  </a:lnTo>
                  <a:lnTo>
                    <a:pt x="73372" y="504191"/>
                  </a:lnTo>
                  <a:lnTo>
                    <a:pt x="0" y="511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92380"/>
              <a:ext cx="7370972" cy="841548"/>
            </a:xfrm>
            <a:custGeom>
              <a:avLst/>
              <a:pathLst>
                <a:path w="7370972" h="841548">
                  <a:moveTo>
                    <a:pt x="0" y="0"/>
                  </a:moveTo>
                  <a:lnTo>
                    <a:pt x="73372" y="13017"/>
                  </a:lnTo>
                  <a:lnTo>
                    <a:pt x="151006" y="26651"/>
                  </a:lnTo>
                  <a:lnTo>
                    <a:pt x="228640" y="40146"/>
                  </a:lnTo>
                  <a:lnTo>
                    <a:pt x="306274" y="53505"/>
                  </a:lnTo>
                  <a:lnTo>
                    <a:pt x="383908" y="66728"/>
                  </a:lnTo>
                  <a:lnTo>
                    <a:pt x="461542" y="79816"/>
                  </a:lnTo>
                  <a:lnTo>
                    <a:pt x="539176" y="92772"/>
                  </a:lnTo>
                  <a:lnTo>
                    <a:pt x="616810" y="105597"/>
                  </a:lnTo>
                  <a:lnTo>
                    <a:pt x="694444" y="118291"/>
                  </a:lnTo>
                  <a:lnTo>
                    <a:pt x="772078" y="130857"/>
                  </a:lnTo>
                  <a:lnTo>
                    <a:pt x="849712" y="143295"/>
                  </a:lnTo>
                  <a:lnTo>
                    <a:pt x="927346" y="155607"/>
                  </a:lnTo>
                  <a:lnTo>
                    <a:pt x="1004981" y="167794"/>
                  </a:lnTo>
                  <a:lnTo>
                    <a:pt x="1082615" y="179858"/>
                  </a:lnTo>
                  <a:lnTo>
                    <a:pt x="1160249" y="191799"/>
                  </a:lnTo>
                  <a:lnTo>
                    <a:pt x="1237883" y="203619"/>
                  </a:lnTo>
                  <a:lnTo>
                    <a:pt x="1315517" y="215319"/>
                  </a:lnTo>
                  <a:lnTo>
                    <a:pt x="1393151" y="226900"/>
                  </a:lnTo>
                  <a:lnTo>
                    <a:pt x="1470785" y="238364"/>
                  </a:lnTo>
                  <a:lnTo>
                    <a:pt x="1548419" y="249711"/>
                  </a:lnTo>
                  <a:lnTo>
                    <a:pt x="1626053" y="260943"/>
                  </a:lnTo>
                  <a:lnTo>
                    <a:pt x="1703687" y="272062"/>
                  </a:lnTo>
                  <a:lnTo>
                    <a:pt x="1781321" y="283067"/>
                  </a:lnTo>
                  <a:lnTo>
                    <a:pt x="1858955" y="293961"/>
                  </a:lnTo>
                  <a:lnTo>
                    <a:pt x="1936589" y="304745"/>
                  </a:lnTo>
                  <a:lnTo>
                    <a:pt x="2014223" y="315419"/>
                  </a:lnTo>
                  <a:lnTo>
                    <a:pt x="2091857" y="325984"/>
                  </a:lnTo>
                  <a:lnTo>
                    <a:pt x="2169491" y="336443"/>
                  </a:lnTo>
                  <a:lnTo>
                    <a:pt x="2247125" y="346795"/>
                  </a:lnTo>
                  <a:lnTo>
                    <a:pt x="2324759" y="357043"/>
                  </a:lnTo>
                  <a:lnTo>
                    <a:pt x="2402393" y="367186"/>
                  </a:lnTo>
                  <a:lnTo>
                    <a:pt x="2480027" y="377226"/>
                  </a:lnTo>
                  <a:lnTo>
                    <a:pt x="2557661" y="387165"/>
                  </a:lnTo>
                  <a:lnTo>
                    <a:pt x="2635295" y="397003"/>
                  </a:lnTo>
                  <a:lnTo>
                    <a:pt x="2712930" y="406741"/>
                  </a:lnTo>
                  <a:lnTo>
                    <a:pt x="2790564" y="416380"/>
                  </a:lnTo>
                  <a:lnTo>
                    <a:pt x="2868198" y="425921"/>
                  </a:lnTo>
                  <a:lnTo>
                    <a:pt x="2945832" y="435366"/>
                  </a:lnTo>
                  <a:lnTo>
                    <a:pt x="3023466" y="444715"/>
                  </a:lnTo>
                  <a:lnTo>
                    <a:pt x="3101100" y="453969"/>
                  </a:lnTo>
                  <a:lnTo>
                    <a:pt x="3178734" y="463129"/>
                  </a:lnTo>
                  <a:lnTo>
                    <a:pt x="3256368" y="472196"/>
                  </a:lnTo>
                  <a:lnTo>
                    <a:pt x="3334002" y="481171"/>
                  </a:lnTo>
                  <a:lnTo>
                    <a:pt x="3411636" y="490055"/>
                  </a:lnTo>
                  <a:lnTo>
                    <a:pt x="3489270" y="498849"/>
                  </a:lnTo>
                  <a:lnTo>
                    <a:pt x="3566904" y="507553"/>
                  </a:lnTo>
                  <a:lnTo>
                    <a:pt x="3644538" y="516170"/>
                  </a:lnTo>
                  <a:lnTo>
                    <a:pt x="3722172" y="524699"/>
                  </a:lnTo>
                  <a:lnTo>
                    <a:pt x="3799806" y="533141"/>
                  </a:lnTo>
                  <a:lnTo>
                    <a:pt x="3877440" y="541498"/>
                  </a:lnTo>
                  <a:lnTo>
                    <a:pt x="3955074" y="549770"/>
                  </a:lnTo>
                  <a:lnTo>
                    <a:pt x="4032708" y="557958"/>
                  </a:lnTo>
                  <a:lnTo>
                    <a:pt x="4110342" y="566063"/>
                  </a:lnTo>
                  <a:lnTo>
                    <a:pt x="4187976" y="574086"/>
                  </a:lnTo>
                  <a:lnTo>
                    <a:pt x="4265610" y="582027"/>
                  </a:lnTo>
                  <a:lnTo>
                    <a:pt x="4343244" y="589888"/>
                  </a:lnTo>
                  <a:lnTo>
                    <a:pt x="4420879" y="597669"/>
                  </a:lnTo>
                  <a:lnTo>
                    <a:pt x="4498513" y="605371"/>
                  </a:lnTo>
                  <a:lnTo>
                    <a:pt x="4576147" y="612995"/>
                  </a:lnTo>
                  <a:lnTo>
                    <a:pt x="4653781" y="620542"/>
                  </a:lnTo>
                  <a:lnTo>
                    <a:pt x="4731415" y="628012"/>
                  </a:lnTo>
                  <a:lnTo>
                    <a:pt x="4809049" y="635406"/>
                  </a:lnTo>
                  <a:lnTo>
                    <a:pt x="4886683" y="642725"/>
                  </a:lnTo>
                  <a:lnTo>
                    <a:pt x="4964317" y="649970"/>
                  </a:lnTo>
                  <a:lnTo>
                    <a:pt x="5041951" y="657141"/>
                  </a:lnTo>
                  <a:lnTo>
                    <a:pt x="5119585" y="664240"/>
                  </a:lnTo>
                  <a:lnTo>
                    <a:pt x="5197219" y="671267"/>
                  </a:lnTo>
                  <a:lnTo>
                    <a:pt x="5274853" y="678222"/>
                  </a:lnTo>
                  <a:lnTo>
                    <a:pt x="5352487" y="685107"/>
                  </a:lnTo>
                  <a:lnTo>
                    <a:pt x="5430121" y="691922"/>
                  </a:lnTo>
                  <a:lnTo>
                    <a:pt x="5507755" y="698668"/>
                  </a:lnTo>
                  <a:lnTo>
                    <a:pt x="5585389" y="705345"/>
                  </a:lnTo>
                  <a:lnTo>
                    <a:pt x="5663023" y="711955"/>
                  </a:lnTo>
                  <a:lnTo>
                    <a:pt x="5740657" y="718498"/>
                  </a:lnTo>
                  <a:lnTo>
                    <a:pt x="5818291" y="724974"/>
                  </a:lnTo>
                  <a:lnTo>
                    <a:pt x="5895925" y="731384"/>
                  </a:lnTo>
                  <a:lnTo>
                    <a:pt x="5973559" y="737730"/>
                  </a:lnTo>
                  <a:lnTo>
                    <a:pt x="6051193" y="744011"/>
                  </a:lnTo>
                  <a:lnTo>
                    <a:pt x="6128827" y="750228"/>
                  </a:lnTo>
                  <a:lnTo>
                    <a:pt x="6206462" y="756383"/>
                  </a:lnTo>
                  <a:lnTo>
                    <a:pt x="6284096" y="762474"/>
                  </a:lnTo>
                  <a:lnTo>
                    <a:pt x="6361730" y="768504"/>
                  </a:lnTo>
                  <a:lnTo>
                    <a:pt x="6439364" y="774473"/>
                  </a:lnTo>
                  <a:lnTo>
                    <a:pt x="6516998" y="780382"/>
                  </a:lnTo>
                  <a:lnTo>
                    <a:pt x="6594632" y="786230"/>
                  </a:lnTo>
                  <a:lnTo>
                    <a:pt x="6672266" y="792019"/>
                  </a:lnTo>
                  <a:lnTo>
                    <a:pt x="6749900" y="797749"/>
                  </a:lnTo>
                  <a:lnTo>
                    <a:pt x="6827534" y="803421"/>
                  </a:lnTo>
                  <a:lnTo>
                    <a:pt x="6905168" y="809036"/>
                  </a:lnTo>
                  <a:lnTo>
                    <a:pt x="6982802" y="814594"/>
                  </a:lnTo>
                  <a:lnTo>
                    <a:pt x="7060436" y="820095"/>
                  </a:lnTo>
                  <a:lnTo>
                    <a:pt x="7138070" y="825540"/>
                  </a:lnTo>
                  <a:lnTo>
                    <a:pt x="7215704" y="830931"/>
                  </a:lnTo>
                  <a:lnTo>
                    <a:pt x="7293338" y="836266"/>
                  </a:lnTo>
                  <a:lnTo>
                    <a:pt x="7370972" y="841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2026-05-22T13:29:59Z</dcterms:modified>
  <cp:category/>
</cp:coreProperties>
</file>