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58600"/>
              <a:ext cx="7370972" cy="3215227"/>
            </a:xfrm>
            <a:custGeom>
              <a:avLst/>
              <a:pathLst>
                <a:path w="7370972" h="3215227">
                  <a:moveTo>
                    <a:pt x="0" y="0"/>
                  </a:moveTo>
                  <a:lnTo>
                    <a:pt x="73372" y="98586"/>
                  </a:lnTo>
                  <a:lnTo>
                    <a:pt x="151006" y="199694"/>
                  </a:lnTo>
                  <a:lnTo>
                    <a:pt x="228640" y="297697"/>
                  </a:lnTo>
                  <a:lnTo>
                    <a:pt x="306274" y="392690"/>
                  </a:lnTo>
                  <a:lnTo>
                    <a:pt x="383908" y="484766"/>
                  </a:lnTo>
                  <a:lnTo>
                    <a:pt x="461542" y="574014"/>
                  </a:lnTo>
                  <a:lnTo>
                    <a:pt x="539176" y="660520"/>
                  </a:lnTo>
                  <a:lnTo>
                    <a:pt x="616810" y="744370"/>
                  </a:lnTo>
                  <a:lnTo>
                    <a:pt x="694444" y="825644"/>
                  </a:lnTo>
                  <a:lnTo>
                    <a:pt x="772078" y="904422"/>
                  </a:lnTo>
                  <a:lnTo>
                    <a:pt x="849712" y="980781"/>
                  </a:lnTo>
                  <a:lnTo>
                    <a:pt x="927346" y="1054795"/>
                  </a:lnTo>
                  <a:lnTo>
                    <a:pt x="1004981" y="1126535"/>
                  </a:lnTo>
                  <a:lnTo>
                    <a:pt x="1082615" y="1196072"/>
                  </a:lnTo>
                  <a:lnTo>
                    <a:pt x="1160249" y="1263473"/>
                  </a:lnTo>
                  <a:lnTo>
                    <a:pt x="1237883" y="1328804"/>
                  </a:lnTo>
                  <a:lnTo>
                    <a:pt x="1315517" y="1392128"/>
                  </a:lnTo>
                  <a:lnTo>
                    <a:pt x="1393151" y="1453508"/>
                  </a:lnTo>
                  <a:lnTo>
                    <a:pt x="1470785" y="1513003"/>
                  </a:lnTo>
                  <a:lnTo>
                    <a:pt x="1548419" y="1570670"/>
                  </a:lnTo>
                  <a:lnTo>
                    <a:pt x="1626053" y="1626566"/>
                  </a:lnTo>
                  <a:lnTo>
                    <a:pt x="1703687" y="1680745"/>
                  </a:lnTo>
                  <a:lnTo>
                    <a:pt x="1781321" y="1733260"/>
                  </a:lnTo>
                  <a:lnTo>
                    <a:pt x="1858955" y="1784163"/>
                  </a:lnTo>
                  <a:lnTo>
                    <a:pt x="1936589" y="1833502"/>
                  </a:lnTo>
                  <a:lnTo>
                    <a:pt x="2014223" y="1881325"/>
                  </a:lnTo>
                  <a:lnTo>
                    <a:pt x="2091857" y="1927680"/>
                  </a:lnTo>
                  <a:lnTo>
                    <a:pt x="2169491" y="1972611"/>
                  </a:lnTo>
                  <a:lnTo>
                    <a:pt x="2247125" y="2016163"/>
                  </a:lnTo>
                  <a:lnTo>
                    <a:pt x="2324759" y="2058376"/>
                  </a:lnTo>
                  <a:lnTo>
                    <a:pt x="2402393" y="2099293"/>
                  </a:lnTo>
                  <a:lnTo>
                    <a:pt x="2480027" y="2138954"/>
                  </a:lnTo>
                  <a:lnTo>
                    <a:pt x="2557661" y="2177396"/>
                  </a:lnTo>
                  <a:lnTo>
                    <a:pt x="2635295" y="2214657"/>
                  </a:lnTo>
                  <a:lnTo>
                    <a:pt x="2712930" y="2250775"/>
                  </a:lnTo>
                  <a:lnTo>
                    <a:pt x="2790564" y="2285782"/>
                  </a:lnTo>
                  <a:lnTo>
                    <a:pt x="2868198" y="2319715"/>
                  </a:lnTo>
                  <a:lnTo>
                    <a:pt x="2945832" y="2352606"/>
                  </a:lnTo>
                  <a:lnTo>
                    <a:pt x="3023466" y="2384486"/>
                  </a:lnTo>
                  <a:lnTo>
                    <a:pt x="3101100" y="2415387"/>
                  </a:lnTo>
                  <a:lnTo>
                    <a:pt x="3178734" y="2445339"/>
                  </a:lnTo>
                  <a:lnTo>
                    <a:pt x="3256368" y="2474371"/>
                  </a:lnTo>
                  <a:lnTo>
                    <a:pt x="3334002" y="2502512"/>
                  </a:lnTo>
                  <a:lnTo>
                    <a:pt x="3411636" y="2516667"/>
                  </a:lnTo>
                  <a:lnTo>
                    <a:pt x="3489270" y="2503554"/>
                  </a:lnTo>
                  <a:lnTo>
                    <a:pt x="3566904" y="2490244"/>
                  </a:lnTo>
                  <a:lnTo>
                    <a:pt x="3644538" y="2476735"/>
                  </a:lnTo>
                  <a:lnTo>
                    <a:pt x="3722172" y="2463022"/>
                  </a:lnTo>
                  <a:lnTo>
                    <a:pt x="3799806" y="2449104"/>
                  </a:lnTo>
                  <a:lnTo>
                    <a:pt x="3877440" y="2434977"/>
                  </a:lnTo>
                  <a:lnTo>
                    <a:pt x="3955074" y="2420638"/>
                  </a:lnTo>
                  <a:lnTo>
                    <a:pt x="4032708" y="2406084"/>
                  </a:lnTo>
                  <a:lnTo>
                    <a:pt x="4110342" y="2391311"/>
                  </a:lnTo>
                  <a:lnTo>
                    <a:pt x="4187976" y="2376317"/>
                  </a:lnTo>
                  <a:lnTo>
                    <a:pt x="4265610" y="2361098"/>
                  </a:lnTo>
                  <a:lnTo>
                    <a:pt x="4343244" y="2345651"/>
                  </a:lnTo>
                  <a:lnTo>
                    <a:pt x="4420879" y="2329971"/>
                  </a:lnTo>
                  <a:lnTo>
                    <a:pt x="4498513" y="2314057"/>
                  </a:lnTo>
                  <a:lnTo>
                    <a:pt x="4576147" y="2297904"/>
                  </a:lnTo>
                  <a:lnTo>
                    <a:pt x="4653781" y="2281508"/>
                  </a:lnTo>
                  <a:lnTo>
                    <a:pt x="4731415" y="2264866"/>
                  </a:lnTo>
                  <a:lnTo>
                    <a:pt x="4809049" y="2247975"/>
                  </a:lnTo>
                  <a:lnTo>
                    <a:pt x="4886683" y="2230830"/>
                  </a:lnTo>
                  <a:lnTo>
                    <a:pt x="4964317" y="2213428"/>
                  </a:lnTo>
                  <a:lnTo>
                    <a:pt x="5041951" y="2195764"/>
                  </a:lnTo>
                  <a:lnTo>
                    <a:pt x="5119585" y="2177836"/>
                  </a:lnTo>
                  <a:lnTo>
                    <a:pt x="5197219" y="2159639"/>
                  </a:lnTo>
                  <a:lnTo>
                    <a:pt x="5274853" y="2141169"/>
                  </a:lnTo>
                  <a:lnTo>
                    <a:pt x="5352487" y="2122421"/>
                  </a:lnTo>
                  <a:lnTo>
                    <a:pt x="5430121" y="2103392"/>
                  </a:lnTo>
                  <a:lnTo>
                    <a:pt x="5507755" y="2084078"/>
                  </a:lnTo>
                  <a:lnTo>
                    <a:pt x="5585389" y="2064474"/>
                  </a:lnTo>
                  <a:lnTo>
                    <a:pt x="5663023" y="2044576"/>
                  </a:lnTo>
                  <a:lnTo>
                    <a:pt x="5740657" y="2024379"/>
                  </a:lnTo>
                  <a:lnTo>
                    <a:pt x="5818291" y="2003879"/>
                  </a:lnTo>
                  <a:lnTo>
                    <a:pt x="5895925" y="1983072"/>
                  </a:lnTo>
                  <a:lnTo>
                    <a:pt x="5973559" y="1961952"/>
                  </a:lnTo>
                  <a:lnTo>
                    <a:pt x="6051193" y="1940515"/>
                  </a:lnTo>
                  <a:lnTo>
                    <a:pt x="6128827" y="1918757"/>
                  </a:lnTo>
                  <a:lnTo>
                    <a:pt x="6206462" y="1896672"/>
                  </a:lnTo>
                  <a:lnTo>
                    <a:pt x="6284096" y="1874256"/>
                  </a:lnTo>
                  <a:lnTo>
                    <a:pt x="6361730" y="1851504"/>
                  </a:lnTo>
                  <a:lnTo>
                    <a:pt x="6439364" y="1828410"/>
                  </a:lnTo>
                  <a:lnTo>
                    <a:pt x="6516998" y="1804970"/>
                  </a:lnTo>
                  <a:lnTo>
                    <a:pt x="6594632" y="1781178"/>
                  </a:lnTo>
                  <a:lnTo>
                    <a:pt x="6672266" y="1757029"/>
                  </a:lnTo>
                  <a:lnTo>
                    <a:pt x="6749900" y="1732517"/>
                  </a:lnTo>
                  <a:lnTo>
                    <a:pt x="6827534" y="1707638"/>
                  </a:lnTo>
                  <a:lnTo>
                    <a:pt x="6905168" y="1682386"/>
                  </a:lnTo>
                  <a:lnTo>
                    <a:pt x="6982802" y="1656754"/>
                  </a:lnTo>
                  <a:lnTo>
                    <a:pt x="7060436" y="1630738"/>
                  </a:lnTo>
                  <a:lnTo>
                    <a:pt x="7138070" y="1604332"/>
                  </a:lnTo>
                  <a:lnTo>
                    <a:pt x="7215704" y="1577529"/>
                  </a:lnTo>
                  <a:lnTo>
                    <a:pt x="7293338" y="1550325"/>
                  </a:lnTo>
                  <a:lnTo>
                    <a:pt x="7370972" y="1522712"/>
                  </a:lnTo>
                  <a:lnTo>
                    <a:pt x="7370972" y="3215227"/>
                  </a:lnTo>
                  <a:lnTo>
                    <a:pt x="7293338" y="3209670"/>
                  </a:lnTo>
                  <a:lnTo>
                    <a:pt x="7215704" y="3203936"/>
                  </a:lnTo>
                  <a:lnTo>
                    <a:pt x="7138070" y="3198021"/>
                  </a:lnTo>
                  <a:lnTo>
                    <a:pt x="7060436" y="3191919"/>
                  </a:lnTo>
                  <a:lnTo>
                    <a:pt x="6982802" y="3185623"/>
                  </a:lnTo>
                  <a:lnTo>
                    <a:pt x="6905168" y="3179128"/>
                  </a:lnTo>
                  <a:lnTo>
                    <a:pt x="6827534" y="3172427"/>
                  </a:lnTo>
                  <a:lnTo>
                    <a:pt x="6749900" y="3165514"/>
                  </a:lnTo>
                  <a:lnTo>
                    <a:pt x="6672266" y="3158382"/>
                  </a:lnTo>
                  <a:lnTo>
                    <a:pt x="6594632" y="3151023"/>
                  </a:lnTo>
                  <a:lnTo>
                    <a:pt x="6516998" y="3143432"/>
                  </a:lnTo>
                  <a:lnTo>
                    <a:pt x="6439364" y="3135600"/>
                  </a:lnTo>
                  <a:lnTo>
                    <a:pt x="6361730" y="3127519"/>
                  </a:lnTo>
                  <a:lnTo>
                    <a:pt x="6284096" y="3119183"/>
                  </a:lnTo>
                  <a:lnTo>
                    <a:pt x="6206462" y="3110583"/>
                  </a:lnTo>
                  <a:lnTo>
                    <a:pt x="6128827" y="3101710"/>
                  </a:lnTo>
                  <a:lnTo>
                    <a:pt x="6051193" y="3092556"/>
                  </a:lnTo>
                  <a:lnTo>
                    <a:pt x="5973559" y="3083112"/>
                  </a:lnTo>
                  <a:lnTo>
                    <a:pt x="5895925" y="3073368"/>
                  </a:lnTo>
                  <a:lnTo>
                    <a:pt x="5818291" y="3063316"/>
                  </a:lnTo>
                  <a:lnTo>
                    <a:pt x="5740657" y="3052946"/>
                  </a:lnTo>
                  <a:lnTo>
                    <a:pt x="5663023" y="3042246"/>
                  </a:lnTo>
                  <a:lnTo>
                    <a:pt x="5585389" y="3031208"/>
                  </a:lnTo>
                  <a:lnTo>
                    <a:pt x="5507755" y="3019820"/>
                  </a:lnTo>
                  <a:lnTo>
                    <a:pt x="5430121" y="3008071"/>
                  </a:lnTo>
                  <a:lnTo>
                    <a:pt x="5352487" y="2995950"/>
                  </a:lnTo>
                  <a:lnTo>
                    <a:pt x="5274853" y="2983445"/>
                  </a:lnTo>
                  <a:lnTo>
                    <a:pt x="5197219" y="2970543"/>
                  </a:lnTo>
                  <a:lnTo>
                    <a:pt x="5119585" y="2957233"/>
                  </a:lnTo>
                  <a:lnTo>
                    <a:pt x="5041951" y="2943501"/>
                  </a:lnTo>
                  <a:lnTo>
                    <a:pt x="4964317" y="2929334"/>
                  </a:lnTo>
                  <a:lnTo>
                    <a:pt x="4886683" y="2914718"/>
                  </a:lnTo>
                  <a:lnTo>
                    <a:pt x="4809049" y="2899639"/>
                  </a:lnTo>
                  <a:lnTo>
                    <a:pt x="4731415" y="2884082"/>
                  </a:lnTo>
                  <a:lnTo>
                    <a:pt x="4653781" y="2868032"/>
                  </a:lnTo>
                  <a:lnTo>
                    <a:pt x="4576147" y="2851473"/>
                  </a:lnTo>
                  <a:lnTo>
                    <a:pt x="4498513" y="2834390"/>
                  </a:lnTo>
                  <a:lnTo>
                    <a:pt x="4420879" y="2816765"/>
                  </a:lnTo>
                  <a:lnTo>
                    <a:pt x="4343244" y="2798583"/>
                  </a:lnTo>
                  <a:lnTo>
                    <a:pt x="4265610" y="2779823"/>
                  </a:lnTo>
                  <a:lnTo>
                    <a:pt x="4187976" y="2760470"/>
                  </a:lnTo>
                  <a:lnTo>
                    <a:pt x="4110342" y="2740503"/>
                  </a:lnTo>
                  <a:lnTo>
                    <a:pt x="4032708" y="2719904"/>
                  </a:lnTo>
                  <a:lnTo>
                    <a:pt x="3955074" y="2698652"/>
                  </a:lnTo>
                  <a:lnTo>
                    <a:pt x="3877440" y="2676726"/>
                  </a:lnTo>
                  <a:lnTo>
                    <a:pt x="3799806" y="2654106"/>
                  </a:lnTo>
                  <a:lnTo>
                    <a:pt x="3722172" y="2630769"/>
                  </a:lnTo>
                  <a:lnTo>
                    <a:pt x="3644538" y="2606692"/>
                  </a:lnTo>
                  <a:lnTo>
                    <a:pt x="3566904" y="2581853"/>
                  </a:lnTo>
                  <a:lnTo>
                    <a:pt x="3489270" y="2556226"/>
                  </a:lnTo>
                  <a:lnTo>
                    <a:pt x="3411636" y="2529788"/>
                  </a:lnTo>
                  <a:lnTo>
                    <a:pt x="3334002" y="2529587"/>
                  </a:lnTo>
                  <a:lnTo>
                    <a:pt x="3256368" y="2542315"/>
                  </a:lnTo>
                  <a:lnTo>
                    <a:pt x="3178734" y="2554855"/>
                  </a:lnTo>
                  <a:lnTo>
                    <a:pt x="3101100" y="2567210"/>
                  </a:lnTo>
                  <a:lnTo>
                    <a:pt x="3023466" y="2579382"/>
                  </a:lnTo>
                  <a:lnTo>
                    <a:pt x="2945832" y="2591375"/>
                  </a:lnTo>
                  <a:lnTo>
                    <a:pt x="2868198" y="2603190"/>
                  </a:lnTo>
                  <a:lnTo>
                    <a:pt x="2790564" y="2614830"/>
                  </a:lnTo>
                  <a:lnTo>
                    <a:pt x="2712930" y="2626298"/>
                  </a:lnTo>
                  <a:lnTo>
                    <a:pt x="2635295" y="2637597"/>
                  </a:lnTo>
                  <a:lnTo>
                    <a:pt x="2557661" y="2648728"/>
                  </a:lnTo>
                  <a:lnTo>
                    <a:pt x="2480027" y="2659696"/>
                  </a:lnTo>
                  <a:lnTo>
                    <a:pt x="2402393" y="2670501"/>
                  </a:lnTo>
                  <a:lnTo>
                    <a:pt x="2324759" y="2681146"/>
                  </a:lnTo>
                  <a:lnTo>
                    <a:pt x="2247125" y="2691634"/>
                  </a:lnTo>
                  <a:lnTo>
                    <a:pt x="2169491" y="2701967"/>
                  </a:lnTo>
                  <a:lnTo>
                    <a:pt x="2091857" y="2712147"/>
                  </a:lnTo>
                  <a:lnTo>
                    <a:pt x="2014223" y="2722176"/>
                  </a:lnTo>
                  <a:lnTo>
                    <a:pt x="1936589" y="2732058"/>
                  </a:lnTo>
                  <a:lnTo>
                    <a:pt x="1858955" y="2741793"/>
                  </a:lnTo>
                  <a:lnTo>
                    <a:pt x="1781321" y="2751384"/>
                  </a:lnTo>
                  <a:lnTo>
                    <a:pt x="1703687" y="2760834"/>
                  </a:lnTo>
                  <a:lnTo>
                    <a:pt x="1626053" y="2770144"/>
                  </a:lnTo>
                  <a:lnTo>
                    <a:pt x="1548419" y="2779316"/>
                  </a:lnTo>
                  <a:lnTo>
                    <a:pt x="1470785" y="2788353"/>
                  </a:lnTo>
                  <a:lnTo>
                    <a:pt x="1393151" y="2797256"/>
                  </a:lnTo>
                  <a:lnTo>
                    <a:pt x="1315517" y="2806027"/>
                  </a:lnTo>
                  <a:lnTo>
                    <a:pt x="1237883" y="2814669"/>
                  </a:lnTo>
                  <a:lnTo>
                    <a:pt x="1160249" y="2823183"/>
                  </a:lnTo>
                  <a:lnTo>
                    <a:pt x="1082615" y="2831571"/>
                  </a:lnTo>
                  <a:lnTo>
                    <a:pt x="1004981" y="2839835"/>
                  </a:lnTo>
                  <a:lnTo>
                    <a:pt x="927346" y="2847977"/>
                  </a:lnTo>
                  <a:lnTo>
                    <a:pt x="849712" y="2855999"/>
                  </a:lnTo>
                  <a:lnTo>
                    <a:pt x="772078" y="2863902"/>
                  </a:lnTo>
                  <a:lnTo>
                    <a:pt x="694444" y="2871688"/>
                  </a:lnTo>
                  <a:lnTo>
                    <a:pt x="616810" y="2879359"/>
                  </a:lnTo>
                  <a:lnTo>
                    <a:pt x="539176" y="2886917"/>
                  </a:lnTo>
                  <a:lnTo>
                    <a:pt x="461542" y="2894363"/>
                  </a:lnTo>
                  <a:lnTo>
                    <a:pt x="383908" y="2901699"/>
                  </a:lnTo>
                  <a:lnTo>
                    <a:pt x="306274" y="2908926"/>
                  </a:lnTo>
                  <a:lnTo>
                    <a:pt x="228640" y="2916047"/>
                  </a:lnTo>
                  <a:lnTo>
                    <a:pt x="151006" y="2923062"/>
                  </a:lnTo>
                  <a:lnTo>
                    <a:pt x="73372" y="2929974"/>
                  </a:lnTo>
                  <a:lnTo>
                    <a:pt x="0" y="2936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58600"/>
              <a:ext cx="7370972" cy="2516667"/>
            </a:xfrm>
            <a:custGeom>
              <a:avLst/>
              <a:pathLst>
                <a:path w="7370972" h="2516667">
                  <a:moveTo>
                    <a:pt x="0" y="0"/>
                  </a:moveTo>
                  <a:lnTo>
                    <a:pt x="73372" y="98586"/>
                  </a:lnTo>
                  <a:lnTo>
                    <a:pt x="151006" y="199694"/>
                  </a:lnTo>
                  <a:lnTo>
                    <a:pt x="228640" y="297697"/>
                  </a:lnTo>
                  <a:lnTo>
                    <a:pt x="306274" y="392690"/>
                  </a:lnTo>
                  <a:lnTo>
                    <a:pt x="383908" y="484766"/>
                  </a:lnTo>
                  <a:lnTo>
                    <a:pt x="461542" y="574014"/>
                  </a:lnTo>
                  <a:lnTo>
                    <a:pt x="539176" y="660520"/>
                  </a:lnTo>
                  <a:lnTo>
                    <a:pt x="616810" y="744370"/>
                  </a:lnTo>
                  <a:lnTo>
                    <a:pt x="694444" y="825644"/>
                  </a:lnTo>
                  <a:lnTo>
                    <a:pt x="772078" y="904422"/>
                  </a:lnTo>
                  <a:lnTo>
                    <a:pt x="849712" y="980781"/>
                  </a:lnTo>
                  <a:lnTo>
                    <a:pt x="927346" y="1054795"/>
                  </a:lnTo>
                  <a:lnTo>
                    <a:pt x="1004981" y="1126535"/>
                  </a:lnTo>
                  <a:lnTo>
                    <a:pt x="1082615" y="1196072"/>
                  </a:lnTo>
                  <a:lnTo>
                    <a:pt x="1160249" y="1263473"/>
                  </a:lnTo>
                  <a:lnTo>
                    <a:pt x="1237883" y="1328804"/>
                  </a:lnTo>
                  <a:lnTo>
                    <a:pt x="1315517" y="1392128"/>
                  </a:lnTo>
                  <a:lnTo>
                    <a:pt x="1393151" y="1453508"/>
                  </a:lnTo>
                  <a:lnTo>
                    <a:pt x="1470785" y="1513003"/>
                  </a:lnTo>
                  <a:lnTo>
                    <a:pt x="1548419" y="1570670"/>
                  </a:lnTo>
                  <a:lnTo>
                    <a:pt x="1626053" y="1626566"/>
                  </a:lnTo>
                  <a:lnTo>
                    <a:pt x="1703687" y="1680745"/>
                  </a:lnTo>
                  <a:lnTo>
                    <a:pt x="1781321" y="1733260"/>
                  </a:lnTo>
                  <a:lnTo>
                    <a:pt x="1858955" y="1784163"/>
                  </a:lnTo>
                  <a:lnTo>
                    <a:pt x="1936589" y="1833502"/>
                  </a:lnTo>
                  <a:lnTo>
                    <a:pt x="2014223" y="1881325"/>
                  </a:lnTo>
                  <a:lnTo>
                    <a:pt x="2091857" y="1927680"/>
                  </a:lnTo>
                  <a:lnTo>
                    <a:pt x="2169491" y="1972611"/>
                  </a:lnTo>
                  <a:lnTo>
                    <a:pt x="2247125" y="2016163"/>
                  </a:lnTo>
                  <a:lnTo>
                    <a:pt x="2324759" y="2058376"/>
                  </a:lnTo>
                  <a:lnTo>
                    <a:pt x="2402393" y="2099293"/>
                  </a:lnTo>
                  <a:lnTo>
                    <a:pt x="2480027" y="2138954"/>
                  </a:lnTo>
                  <a:lnTo>
                    <a:pt x="2557661" y="2177396"/>
                  </a:lnTo>
                  <a:lnTo>
                    <a:pt x="2635295" y="2214657"/>
                  </a:lnTo>
                  <a:lnTo>
                    <a:pt x="2712930" y="2250775"/>
                  </a:lnTo>
                  <a:lnTo>
                    <a:pt x="2790564" y="2285782"/>
                  </a:lnTo>
                  <a:lnTo>
                    <a:pt x="2868198" y="2319715"/>
                  </a:lnTo>
                  <a:lnTo>
                    <a:pt x="2945832" y="2352606"/>
                  </a:lnTo>
                  <a:lnTo>
                    <a:pt x="3023466" y="2384486"/>
                  </a:lnTo>
                  <a:lnTo>
                    <a:pt x="3101100" y="2415387"/>
                  </a:lnTo>
                  <a:lnTo>
                    <a:pt x="3178734" y="2445339"/>
                  </a:lnTo>
                  <a:lnTo>
                    <a:pt x="3256368" y="2474371"/>
                  </a:lnTo>
                  <a:lnTo>
                    <a:pt x="3334002" y="2502512"/>
                  </a:lnTo>
                  <a:lnTo>
                    <a:pt x="3411636" y="2516667"/>
                  </a:lnTo>
                  <a:lnTo>
                    <a:pt x="3489270" y="2503554"/>
                  </a:lnTo>
                  <a:lnTo>
                    <a:pt x="3566904" y="2490244"/>
                  </a:lnTo>
                  <a:lnTo>
                    <a:pt x="3644538" y="2476735"/>
                  </a:lnTo>
                  <a:lnTo>
                    <a:pt x="3722172" y="2463022"/>
                  </a:lnTo>
                  <a:lnTo>
                    <a:pt x="3799806" y="2449104"/>
                  </a:lnTo>
                  <a:lnTo>
                    <a:pt x="3877440" y="2434977"/>
                  </a:lnTo>
                  <a:lnTo>
                    <a:pt x="3955074" y="2420638"/>
                  </a:lnTo>
                  <a:lnTo>
                    <a:pt x="4032708" y="2406084"/>
                  </a:lnTo>
                  <a:lnTo>
                    <a:pt x="4110342" y="2391311"/>
                  </a:lnTo>
                  <a:lnTo>
                    <a:pt x="4187976" y="2376317"/>
                  </a:lnTo>
                  <a:lnTo>
                    <a:pt x="4265610" y="2361098"/>
                  </a:lnTo>
                  <a:lnTo>
                    <a:pt x="4343244" y="2345651"/>
                  </a:lnTo>
                  <a:lnTo>
                    <a:pt x="4420879" y="2329971"/>
                  </a:lnTo>
                  <a:lnTo>
                    <a:pt x="4498513" y="2314057"/>
                  </a:lnTo>
                  <a:lnTo>
                    <a:pt x="4576147" y="2297904"/>
                  </a:lnTo>
                  <a:lnTo>
                    <a:pt x="4653781" y="2281508"/>
                  </a:lnTo>
                  <a:lnTo>
                    <a:pt x="4731415" y="2264866"/>
                  </a:lnTo>
                  <a:lnTo>
                    <a:pt x="4809049" y="2247975"/>
                  </a:lnTo>
                  <a:lnTo>
                    <a:pt x="4886683" y="2230830"/>
                  </a:lnTo>
                  <a:lnTo>
                    <a:pt x="4964317" y="2213428"/>
                  </a:lnTo>
                  <a:lnTo>
                    <a:pt x="5041951" y="2195764"/>
                  </a:lnTo>
                  <a:lnTo>
                    <a:pt x="5119585" y="2177836"/>
                  </a:lnTo>
                  <a:lnTo>
                    <a:pt x="5197219" y="2159639"/>
                  </a:lnTo>
                  <a:lnTo>
                    <a:pt x="5274853" y="2141169"/>
                  </a:lnTo>
                  <a:lnTo>
                    <a:pt x="5352487" y="2122421"/>
                  </a:lnTo>
                  <a:lnTo>
                    <a:pt x="5430121" y="2103392"/>
                  </a:lnTo>
                  <a:lnTo>
                    <a:pt x="5507755" y="2084078"/>
                  </a:lnTo>
                  <a:lnTo>
                    <a:pt x="5585389" y="2064474"/>
                  </a:lnTo>
                  <a:lnTo>
                    <a:pt x="5663023" y="2044576"/>
                  </a:lnTo>
                  <a:lnTo>
                    <a:pt x="5740657" y="2024379"/>
                  </a:lnTo>
                  <a:lnTo>
                    <a:pt x="5818291" y="2003879"/>
                  </a:lnTo>
                  <a:lnTo>
                    <a:pt x="5895925" y="1983072"/>
                  </a:lnTo>
                  <a:lnTo>
                    <a:pt x="5973559" y="1961952"/>
                  </a:lnTo>
                  <a:lnTo>
                    <a:pt x="6051193" y="1940515"/>
                  </a:lnTo>
                  <a:lnTo>
                    <a:pt x="6128827" y="1918757"/>
                  </a:lnTo>
                  <a:lnTo>
                    <a:pt x="6206462" y="1896672"/>
                  </a:lnTo>
                  <a:lnTo>
                    <a:pt x="6284096" y="1874256"/>
                  </a:lnTo>
                  <a:lnTo>
                    <a:pt x="6361730" y="1851504"/>
                  </a:lnTo>
                  <a:lnTo>
                    <a:pt x="6439364" y="1828410"/>
                  </a:lnTo>
                  <a:lnTo>
                    <a:pt x="6516998" y="1804970"/>
                  </a:lnTo>
                  <a:lnTo>
                    <a:pt x="6594632" y="1781178"/>
                  </a:lnTo>
                  <a:lnTo>
                    <a:pt x="6672266" y="1757029"/>
                  </a:lnTo>
                  <a:lnTo>
                    <a:pt x="6749900" y="1732517"/>
                  </a:lnTo>
                  <a:lnTo>
                    <a:pt x="6827534" y="1707638"/>
                  </a:lnTo>
                  <a:lnTo>
                    <a:pt x="6905168" y="1682386"/>
                  </a:lnTo>
                  <a:lnTo>
                    <a:pt x="6982802" y="1656754"/>
                  </a:lnTo>
                  <a:lnTo>
                    <a:pt x="7060436" y="1630738"/>
                  </a:lnTo>
                  <a:lnTo>
                    <a:pt x="7138070" y="1604332"/>
                  </a:lnTo>
                  <a:lnTo>
                    <a:pt x="7215704" y="1577529"/>
                  </a:lnTo>
                  <a:lnTo>
                    <a:pt x="7293338" y="1550325"/>
                  </a:lnTo>
                  <a:lnTo>
                    <a:pt x="7370972" y="1522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8187"/>
              <a:ext cx="7370972" cy="685639"/>
            </a:xfrm>
            <a:custGeom>
              <a:avLst/>
              <a:pathLst>
                <a:path w="7370972" h="685639">
                  <a:moveTo>
                    <a:pt x="7370972" y="685639"/>
                  </a:moveTo>
                  <a:lnTo>
                    <a:pt x="7293338" y="680082"/>
                  </a:lnTo>
                  <a:lnTo>
                    <a:pt x="7215704" y="674349"/>
                  </a:lnTo>
                  <a:lnTo>
                    <a:pt x="7138070" y="668434"/>
                  </a:lnTo>
                  <a:lnTo>
                    <a:pt x="7060436" y="662332"/>
                  </a:lnTo>
                  <a:lnTo>
                    <a:pt x="6982802" y="656036"/>
                  </a:lnTo>
                  <a:lnTo>
                    <a:pt x="6905168" y="649541"/>
                  </a:lnTo>
                  <a:lnTo>
                    <a:pt x="6827534" y="642840"/>
                  </a:lnTo>
                  <a:lnTo>
                    <a:pt x="6749900" y="635927"/>
                  </a:lnTo>
                  <a:lnTo>
                    <a:pt x="6672266" y="628794"/>
                  </a:lnTo>
                  <a:lnTo>
                    <a:pt x="6594632" y="621436"/>
                  </a:lnTo>
                  <a:lnTo>
                    <a:pt x="6516998" y="613845"/>
                  </a:lnTo>
                  <a:lnTo>
                    <a:pt x="6439364" y="606012"/>
                  </a:lnTo>
                  <a:lnTo>
                    <a:pt x="6361730" y="597932"/>
                  </a:lnTo>
                  <a:lnTo>
                    <a:pt x="6284096" y="589596"/>
                  </a:lnTo>
                  <a:lnTo>
                    <a:pt x="6206462" y="580996"/>
                  </a:lnTo>
                  <a:lnTo>
                    <a:pt x="6128827" y="572123"/>
                  </a:lnTo>
                  <a:lnTo>
                    <a:pt x="6051193" y="562969"/>
                  </a:lnTo>
                  <a:lnTo>
                    <a:pt x="5973559" y="553524"/>
                  </a:lnTo>
                  <a:lnTo>
                    <a:pt x="5895925" y="543781"/>
                  </a:lnTo>
                  <a:lnTo>
                    <a:pt x="5818291" y="533729"/>
                  </a:lnTo>
                  <a:lnTo>
                    <a:pt x="5740657" y="523358"/>
                  </a:lnTo>
                  <a:lnTo>
                    <a:pt x="5663023" y="512659"/>
                  </a:lnTo>
                  <a:lnTo>
                    <a:pt x="5585389" y="501621"/>
                  </a:lnTo>
                  <a:lnTo>
                    <a:pt x="5507755" y="490233"/>
                  </a:lnTo>
                  <a:lnTo>
                    <a:pt x="5430121" y="478484"/>
                  </a:lnTo>
                  <a:lnTo>
                    <a:pt x="5352487" y="466363"/>
                  </a:lnTo>
                  <a:lnTo>
                    <a:pt x="5274853" y="453857"/>
                  </a:lnTo>
                  <a:lnTo>
                    <a:pt x="5197219" y="440956"/>
                  </a:lnTo>
                  <a:lnTo>
                    <a:pt x="5119585" y="427646"/>
                  </a:lnTo>
                  <a:lnTo>
                    <a:pt x="5041951" y="413914"/>
                  </a:lnTo>
                  <a:lnTo>
                    <a:pt x="4964317" y="399747"/>
                  </a:lnTo>
                  <a:lnTo>
                    <a:pt x="4886683" y="385131"/>
                  </a:lnTo>
                  <a:lnTo>
                    <a:pt x="4809049" y="370051"/>
                  </a:lnTo>
                  <a:lnTo>
                    <a:pt x="4731415" y="354494"/>
                  </a:lnTo>
                  <a:lnTo>
                    <a:pt x="4653781" y="338444"/>
                  </a:lnTo>
                  <a:lnTo>
                    <a:pt x="4576147" y="321886"/>
                  </a:lnTo>
                  <a:lnTo>
                    <a:pt x="4498513" y="304803"/>
                  </a:lnTo>
                  <a:lnTo>
                    <a:pt x="4420879" y="287178"/>
                  </a:lnTo>
                  <a:lnTo>
                    <a:pt x="4343244" y="268995"/>
                  </a:lnTo>
                  <a:lnTo>
                    <a:pt x="4265610" y="250236"/>
                  </a:lnTo>
                  <a:lnTo>
                    <a:pt x="4187976" y="230883"/>
                  </a:lnTo>
                  <a:lnTo>
                    <a:pt x="4110342" y="210916"/>
                  </a:lnTo>
                  <a:lnTo>
                    <a:pt x="4032708" y="190317"/>
                  </a:lnTo>
                  <a:lnTo>
                    <a:pt x="3955074" y="169064"/>
                  </a:lnTo>
                  <a:lnTo>
                    <a:pt x="3877440" y="147139"/>
                  </a:lnTo>
                  <a:lnTo>
                    <a:pt x="3799806" y="124519"/>
                  </a:lnTo>
                  <a:lnTo>
                    <a:pt x="3722172" y="101182"/>
                  </a:lnTo>
                  <a:lnTo>
                    <a:pt x="3644538" y="77105"/>
                  </a:lnTo>
                  <a:lnTo>
                    <a:pt x="3566904" y="52266"/>
                  </a:lnTo>
                  <a:lnTo>
                    <a:pt x="3489270" y="26639"/>
                  </a:lnTo>
                  <a:lnTo>
                    <a:pt x="3411636" y="201"/>
                  </a:lnTo>
                  <a:lnTo>
                    <a:pt x="3334002" y="0"/>
                  </a:lnTo>
                  <a:lnTo>
                    <a:pt x="3256368" y="12728"/>
                  </a:lnTo>
                  <a:lnTo>
                    <a:pt x="3178734" y="25268"/>
                  </a:lnTo>
                  <a:lnTo>
                    <a:pt x="3101100" y="37623"/>
                  </a:lnTo>
                  <a:lnTo>
                    <a:pt x="3023466" y="49795"/>
                  </a:lnTo>
                  <a:lnTo>
                    <a:pt x="2945832" y="61787"/>
                  </a:lnTo>
                  <a:lnTo>
                    <a:pt x="2868198" y="73602"/>
                  </a:lnTo>
                  <a:lnTo>
                    <a:pt x="2790564" y="85243"/>
                  </a:lnTo>
                  <a:lnTo>
                    <a:pt x="2712930" y="96711"/>
                  </a:lnTo>
                  <a:lnTo>
                    <a:pt x="2635295" y="108010"/>
                  </a:lnTo>
                  <a:lnTo>
                    <a:pt x="2557661" y="119141"/>
                  </a:lnTo>
                  <a:lnTo>
                    <a:pt x="2480027" y="130108"/>
                  </a:lnTo>
                  <a:lnTo>
                    <a:pt x="2402393" y="140913"/>
                  </a:lnTo>
                  <a:lnTo>
                    <a:pt x="2324759" y="151559"/>
                  </a:lnTo>
                  <a:lnTo>
                    <a:pt x="2247125" y="162046"/>
                  </a:lnTo>
                  <a:lnTo>
                    <a:pt x="2169491" y="172379"/>
                  </a:lnTo>
                  <a:lnTo>
                    <a:pt x="2091857" y="182559"/>
                  </a:lnTo>
                  <a:lnTo>
                    <a:pt x="2014223" y="192589"/>
                  </a:lnTo>
                  <a:lnTo>
                    <a:pt x="1936589" y="202470"/>
                  </a:lnTo>
                  <a:lnTo>
                    <a:pt x="1858955" y="212206"/>
                  </a:lnTo>
                  <a:lnTo>
                    <a:pt x="1781321" y="221797"/>
                  </a:lnTo>
                  <a:lnTo>
                    <a:pt x="1703687" y="231247"/>
                  </a:lnTo>
                  <a:lnTo>
                    <a:pt x="1626053" y="240556"/>
                  </a:lnTo>
                  <a:lnTo>
                    <a:pt x="1548419" y="249729"/>
                  </a:lnTo>
                  <a:lnTo>
                    <a:pt x="1470785" y="258765"/>
                  </a:lnTo>
                  <a:lnTo>
                    <a:pt x="1393151" y="267668"/>
                  </a:lnTo>
                  <a:lnTo>
                    <a:pt x="1315517" y="276440"/>
                  </a:lnTo>
                  <a:lnTo>
                    <a:pt x="1237883" y="285082"/>
                  </a:lnTo>
                  <a:lnTo>
                    <a:pt x="1160249" y="293596"/>
                  </a:lnTo>
                  <a:lnTo>
                    <a:pt x="1082615" y="301984"/>
                  </a:lnTo>
                  <a:lnTo>
                    <a:pt x="1004981" y="310248"/>
                  </a:lnTo>
                  <a:lnTo>
                    <a:pt x="927346" y="318390"/>
                  </a:lnTo>
                  <a:lnTo>
                    <a:pt x="849712" y="326412"/>
                  </a:lnTo>
                  <a:lnTo>
                    <a:pt x="772078" y="334315"/>
                  </a:lnTo>
                  <a:lnTo>
                    <a:pt x="694444" y="342101"/>
                  </a:lnTo>
                  <a:lnTo>
                    <a:pt x="616810" y="349772"/>
                  </a:lnTo>
                  <a:lnTo>
                    <a:pt x="539176" y="357330"/>
                  </a:lnTo>
                  <a:lnTo>
                    <a:pt x="461542" y="364776"/>
                  </a:lnTo>
                  <a:lnTo>
                    <a:pt x="383908" y="372112"/>
                  </a:lnTo>
                  <a:lnTo>
                    <a:pt x="306274" y="379339"/>
                  </a:lnTo>
                  <a:lnTo>
                    <a:pt x="228640" y="386460"/>
                  </a:lnTo>
                  <a:lnTo>
                    <a:pt x="151006" y="393475"/>
                  </a:lnTo>
                  <a:lnTo>
                    <a:pt x="73372" y="400387"/>
                  </a:lnTo>
                  <a:lnTo>
                    <a:pt x="0" y="40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08256"/>
              <a:ext cx="7370972" cy="668595"/>
            </a:xfrm>
            <a:custGeom>
              <a:avLst/>
              <a:pathLst>
                <a:path w="7370972" h="668595">
                  <a:moveTo>
                    <a:pt x="0" y="0"/>
                  </a:moveTo>
                  <a:lnTo>
                    <a:pt x="73372" y="9524"/>
                  </a:lnTo>
                  <a:lnTo>
                    <a:pt x="151006" y="19521"/>
                  </a:lnTo>
                  <a:lnTo>
                    <a:pt x="228640" y="29436"/>
                  </a:lnTo>
                  <a:lnTo>
                    <a:pt x="306274" y="39270"/>
                  </a:lnTo>
                  <a:lnTo>
                    <a:pt x="383908" y="49025"/>
                  </a:lnTo>
                  <a:lnTo>
                    <a:pt x="461542" y="58701"/>
                  </a:lnTo>
                  <a:lnTo>
                    <a:pt x="539176" y="68298"/>
                  </a:lnTo>
                  <a:lnTo>
                    <a:pt x="616810" y="77817"/>
                  </a:lnTo>
                  <a:lnTo>
                    <a:pt x="694444" y="87259"/>
                  </a:lnTo>
                  <a:lnTo>
                    <a:pt x="772078" y="96624"/>
                  </a:lnTo>
                  <a:lnTo>
                    <a:pt x="849712" y="105913"/>
                  </a:lnTo>
                  <a:lnTo>
                    <a:pt x="927346" y="115127"/>
                  </a:lnTo>
                  <a:lnTo>
                    <a:pt x="1004981" y="124266"/>
                  </a:lnTo>
                  <a:lnTo>
                    <a:pt x="1082615" y="133331"/>
                  </a:lnTo>
                  <a:lnTo>
                    <a:pt x="1160249" y="142322"/>
                  </a:lnTo>
                  <a:lnTo>
                    <a:pt x="1237883" y="151240"/>
                  </a:lnTo>
                  <a:lnTo>
                    <a:pt x="1315517" y="160086"/>
                  </a:lnTo>
                  <a:lnTo>
                    <a:pt x="1393151" y="168860"/>
                  </a:lnTo>
                  <a:lnTo>
                    <a:pt x="1470785" y="177563"/>
                  </a:lnTo>
                  <a:lnTo>
                    <a:pt x="1548419" y="186195"/>
                  </a:lnTo>
                  <a:lnTo>
                    <a:pt x="1626053" y="194757"/>
                  </a:lnTo>
                  <a:lnTo>
                    <a:pt x="1703687" y="203250"/>
                  </a:lnTo>
                  <a:lnTo>
                    <a:pt x="1781321" y="211673"/>
                  </a:lnTo>
                  <a:lnTo>
                    <a:pt x="1858955" y="220028"/>
                  </a:lnTo>
                  <a:lnTo>
                    <a:pt x="1936589" y="228316"/>
                  </a:lnTo>
                  <a:lnTo>
                    <a:pt x="2014223" y="236536"/>
                  </a:lnTo>
                  <a:lnTo>
                    <a:pt x="2091857" y="244690"/>
                  </a:lnTo>
                  <a:lnTo>
                    <a:pt x="2169491" y="252777"/>
                  </a:lnTo>
                  <a:lnTo>
                    <a:pt x="2247125" y="260798"/>
                  </a:lnTo>
                  <a:lnTo>
                    <a:pt x="2324759" y="268755"/>
                  </a:lnTo>
                  <a:lnTo>
                    <a:pt x="2402393" y="276647"/>
                  </a:lnTo>
                  <a:lnTo>
                    <a:pt x="2480027" y="284475"/>
                  </a:lnTo>
                  <a:lnTo>
                    <a:pt x="2557661" y="292239"/>
                  </a:lnTo>
                  <a:lnTo>
                    <a:pt x="2635295" y="299940"/>
                  </a:lnTo>
                  <a:lnTo>
                    <a:pt x="2712930" y="307579"/>
                  </a:lnTo>
                  <a:lnTo>
                    <a:pt x="2790564" y="315156"/>
                  </a:lnTo>
                  <a:lnTo>
                    <a:pt x="2868198" y="322671"/>
                  </a:lnTo>
                  <a:lnTo>
                    <a:pt x="2945832" y="330125"/>
                  </a:lnTo>
                  <a:lnTo>
                    <a:pt x="3023466" y="337519"/>
                  </a:lnTo>
                  <a:lnTo>
                    <a:pt x="3101100" y="344853"/>
                  </a:lnTo>
                  <a:lnTo>
                    <a:pt x="3178734" y="352127"/>
                  </a:lnTo>
                  <a:lnTo>
                    <a:pt x="3256368" y="359342"/>
                  </a:lnTo>
                  <a:lnTo>
                    <a:pt x="3334002" y="366498"/>
                  </a:lnTo>
                  <a:lnTo>
                    <a:pt x="3411636" y="373597"/>
                  </a:lnTo>
                  <a:lnTo>
                    <a:pt x="3489270" y="380638"/>
                  </a:lnTo>
                  <a:lnTo>
                    <a:pt x="3566904" y="387621"/>
                  </a:lnTo>
                  <a:lnTo>
                    <a:pt x="3644538" y="394548"/>
                  </a:lnTo>
                  <a:lnTo>
                    <a:pt x="3722172" y="401419"/>
                  </a:lnTo>
                  <a:lnTo>
                    <a:pt x="3799806" y="408234"/>
                  </a:lnTo>
                  <a:lnTo>
                    <a:pt x="3877440" y="414994"/>
                  </a:lnTo>
                  <a:lnTo>
                    <a:pt x="3955074" y="421698"/>
                  </a:lnTo>
                  <a:lnTo>
                    <a:pt x="4032708" y="428349"/>
                  </a:lnTo>
                  <a:lnTo>
                    <a:pt x="4110342" y="434945"/>
                  </a:lnTo>
                  <a:lnTo>
                    <a:pt x="4187976" y="441488"/>
                  </a:lnTo>
                  <a:lnTo>
                    <a:pt x="4265610" y="447978"/>
                  </a:lnTo>
                  <a:lnTo>
                    <a:pt x="4343244" y="454415"/>
                  </a:lnTo>
                  <a:lnTo>
                    <a:pt x="4420879" y="460800"/>
                  </a:lnTo>
                  <a:lnTo>
                    <a:pt x="4498513" y="467133"/>
                  </a:lnTo>
                  <a:lnTo>
                    <a:pt x="4576147" y="473414"/>
                  </a:lnTo>
                  <a:lnTo>
                    <a:pt x="4653781" y="479645"/>
                  </a:lnTo>
                  <a:lnTo>
                    <a:pt x="4731415" y="485825"/>
                  </a:lnTo>
                  <a:lnTo>
                    <a:pt x="4809049" y="491954"/>
                  </a:lnTo>
                  <a:lnTo>
                    <a:pt x="4886683" y="498035"/>
                  </a:lnTo>
                  <a:lnTo>
                    <a:pt x="4964317" y="504065"/>
                  </a:lnTo>
                  <a:lnTo>
                    <a:pt x="5041951" y="510047"/>
                  </a:lnTo>
                  <a:lnTo>
                    <a:pt x="5119585" y="515980"/>
                  </a:lnTo>
                  <a:lnTo>
                    <a:pt x="5197219" y="521865"/>
                  </a:lnTo>
                  <a:lnTo>
                    <a:pt x="5274853" y="527702"/>
                  </a:lnTo>
                  <a:lnTo>
                    <a:pt x="5352487" y="533492"/>
                  </a:lnTo>
                  <a:lnTo>
                    <a:pt x="5430121" y="539235"/>
                  </a:lnTo>
                  <a:lnTo>
                    <a:pt x="5507755" y="544931"/>
                  </a:lnTo>
                  <a:lnTo>
                    <a:pt x="5585389" y="550581"/>
                  </a:lnTo>
                  <a:lnTo>
                    <a:pt x="5663023" y="556186"/>
                  </a:lnTo>
                  <a:lnTo>
                    <a:pt x="5740657" y="561744"/>
                  </a:lnTo>
                  <a:lnTo>
                    <a:pt x="5818291" y="567258"/>
                  </a:lnTo>
                  <a:lnTo>
                    <a:pt x="5895925" y="572726"/>
                  </a:lnTo>
                  <a:lnTo>
                    <a:pt x="5973559" y="578151"/>
                  </a:lnTo>
                  <a:lnTo>
                    <a:pt x="6051193" y="583531"/>
                  </a:lnTo>
                  <a:lnTo>
                    <a:pt x="6128827" y="588868"/>
                  </a:lnTo>
                  <a:lnTo>
                    <a:pt x="6206462" y="594161"/>
                  </a:lnTo>
                  <a:lnTo>
                    <a:pt x="6284096" y="599412"/>
                  </a:lnTo>
                  <a:lnTo>
                    <a:pt x="6361730" y="604619"/>
                  </a:lnTo>
                  <a:lnTo>
                    <a:pt x="6439364" y="609785"/>
                  </a:lnTo>
                  <a:lnTo>
                    <a:pt x="6516998" y="614908"/>
                  </a:lnTo>
                  <a:lnTo>
                    <a:pt x="6594632" y="619990"/>
                  </a:lnTo>
                  <a:lnTo>
                    <a:pt x="6672266" y="625031"/>
                  </a:lnTo>
                  <a:lnTo>
                    <a:pt x="6749900" y="630031"/>
                  </a:lnTo>
                  <a:lnTo>
                    <a:pt x="6827534" y="634990"/>
                  </a:lnTo>
                  <a:lnTo>
                    <a:pt x="6905168" y="639909"/>
                  </a:lnTo>
                  <a:lnTo>
                    <a:pt x="6982802" y="644788"/>
                  </a:lnTo>
                  <a:lnTo>
                    <a:pt x="7060436" y="649627"/>
                  </a:lnTo>
                  <a:lnTo>
                    <a:pt x="7138070" y="654428"/>
                  </a:lnTo>
                  <a:lnTo>
                    <a:pt x="7215704" y="659189"/>
                  </a:lnTo>
                  <a:lnTo>
                    <a:pt x="7293338" y="663911"/>
                  </a:lnTo>
                  <a:lnTo>
                    <a:pt x="7370972" y="668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2026-05-22T09:54:35Z</dcterms:modified>
  <cp:category/>
</cp:coreProperties>
</file>