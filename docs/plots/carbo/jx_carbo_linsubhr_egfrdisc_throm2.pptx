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4405"/>
            </a:xfrm>
            <a:custGeom>
              <a:avLst/>
              <a:pathLst>
                <a:path w="7090630" h="3364405">
                  <a:moveTo>
                    <a:pt x="3278413" y="0"/>
                  </a:moveTo>
                  <a:lnTo>
                    <a:pt x="3294636" y="50876"/>
                  </a:lnTo>
                  <a:lnTo>
                    <a:pt x="3366258" y="261701"/>
                  </a:lnTo>
                  <a:lnTo>
                    <a:pt x="3437881" y="459579"/>
                  </a:lnTo>
                  <a:lnTo>
                    <a:pt x="3509503" y="645304"/>
                  </a:lnTo>
                  <a:lnTo>
                    <a:pt x="3581126" y="819623"/>
                  </a:lnTo>
                  <a:lnTo>
                    <a:pt x="3652748" y="983237"/>
                  </a:lnTo>
                  <a:lnTo>
                    <a:pt x="3724371" y="1136802"/>
                  </a:lnTo>
                  <a:lnTo>
                    <a:pt x="3795993" y="1280937"/>
                  </a:lnTo>
                  <a:lnTo>
                    <a:pt x="3867616" y="1416220"/>
                  </a:lnTo>
                  <a:lnTo>
                    <a:pt x="3939238" y="1543194"/>
                  </a:lnTo>
                  <a:lnTo>
                    <a:pt x="4010861" y="1662370"/>
                  </a:lnTo>
                  <a:lnTo>
                    <a:pt x="4082483" y="1774228"/>
                  </a:lnTo>
                  <a:lnTo>
                    <a:pt x="4154106" y="1879216"/>
                  </a:lnTo>
                  <a:lnTo>
                    <a:pt x="4225729" y="1977756"/>
                  </a:lnTo>
                  <a:lnTo>
                    <a:pt x="4297351" y="2070244"/>
                  </a:lnTo>
                  <a:lnTo>
                    <a:pt x="4368974" y="2157053"/>
                  </a:lnTo>
                  <a:lnTo>
                    <a:pt x="4440596" y="2238530"/>
                  </a:lnTo>
                  <a:lnTo>
                    <a:pt x="4512219" y="2315003"/>
                  </a:lnTo>
                  <a:lnTo>
                    <a:pt x="4583841" y="2386780"/>
                  </a:lnTo>
                  <a:lnTo>
                    <a:pt x="4655464" y="2454149"/>
                  </a:lnTo>
                  <a:lnTo>
                    <a:pt x="4727086" y="2517380"/>
                  </a:lnTo>
                  <a:lnTo>
                    <a:pt x="4798709" y="2576728"/>
                  </a:lnTo>
                  <a:lnTo>
                    <a:pt x="4870331" y="2632432"/>
                  </a:lnTo>
                  <a:lnTo>
                    <a:pt x="4941954" y="2651376"/>
                  </a:lnTo>
                  <a:lnTo>
                    <a:pt x="5013576" y="2646423"/>
                  </a:lnTo>
                  <a:lnTo>
                    <a:pt x="5085199" y="2641440"/>
                  </a:lnTo>
                  <a:lnTo>
                    <a:pt x="5156821" y="2636428"/>
                  </a:lnTo>
                  <a:lnTo>
                    <a:pt x="5228444" y="2631386"/>
                  </a:lnTo>
                  <a:lnTo>
                    <a:pt x="5300066" y="2626314"/>
                  </a:lnTo>
                  <a:lnTo>
                    <a:pt x="5371689" y="2621212"/>
                  </a:lnTo>
                  <a:lnTo>
                    <a:pt x="5443311" y="2616080"/>
                  </a:lnTo>
                  <a:lnTo>
                    <a:pt x="5514934" y="2610917"/>
                  </a:lnTo>
                  <a:lnTo>
                    <a:pt x="5586557" y="2605723"/>
                  </a:lnTo>
                  <a:lnTo>
                    <a:pt x="5658179" y="2600498"/>
                  </a:lnTo>
                  <a:lnTo>
                    <a:pt x="5729802" y="2595243"/>
                  </a:lnTo>
                  <a:lnTo>
                    <a:pt x="5801424" y="2589956"/>
                  </a:lnTo>
                  <a:lnTo>
                    <a:pt x="5873047" y="2584637"/>
                  </a:lnTo>
                  <a:lnTo>
                    <a:pt x="5944669" y="2579287"/>
                  </a:lnTo>
                  <a:lnTo>
                    <a:pt x="6016292" y="2573905"/>
                  </a:lnTo>
                  <a:lnTo>
                    <a:pt x="6087914" y="2568491"/>
                  </a:lnTo>
                  <a:lnTo>
                    <a:pt x="6159537" y="2563045"/>
                  </a:lnTo>
                  <a:lnTo>
                    <a:pt x="6231159" y="2557566"/>
                  </a:lnTo>
                  <a:lnTo>
                    <a:pt x="6302782" y="2552055"/>
                  </a:lnTo>
                  <a:lnTo>
                    <a:pt x="6374404" y="2546511"/>
                  </a:lnTo>
                  <a:lnTo>
                    <a:pt x="6446027" y="2540934"/>
                  </a:lnTo>
                  <a:lnTo>
                    <a:pt x="6517649" y="2535324"/>
                  </a:lnTo>
                  <a:lnTo>
                    <a:pt x="6589272" y="2529681"/>
                  </a:lnTo>
                  <a:lnTo>
                    <a:pt x="6660894" y="2524003"/>
                  </a:lnTo>
                  <a:lnTo>
                    <a:pt x="6732517" y="2518293"/>
                  </a:lnTo>
                  <a:lnTo>
                    <a:pt x="6804139" y="2512548"/>
                  </a:lnTo>
                  <a:lnTo>
                    <a:pt x="6875762" y="2506769"/>
                  </a:lnTo>
                  <a:lnTo>
                    <a:pt x="6947385" y="2500955"/>
                  </a:lnTo>
                  <a:lnTo>
                    <a:pt x="7019007" y="2495107"/>
                  </a:lnTo>
                  <a:lnTo>
                    <a:pt x="7090630" y="2489224"/>
                  </a:lnTo>
                  <a:lnTo>
                    <a:pt x="7090630" y="3364405"/>
                  </a:lnTo>
                  <a:lnTo>
                    <a:pt x="7019007" y="3356596"/>
                  </a:lnTo>
                  <a:lnTo>
                    <a:pt x="6947385" y="3348277"/>
                  </a:lnTo>
                  <a:lnTo>
                    <a:pt x="6875762" y="3339413"/>
                  </a:lnTo>
                  <a:lnTo>
                    <a:pt x="6804139" y="3329968"/>
                  </a:lnTo>
                  <a:lnTo>
                    <a:pt x="6732517" y="3319906"/>
                  </a:lnTo>
                  <a:lnTo>
                    <a:pt x="6660894" y="3309186"/>
                  </a:lnTo>
                  <a:lnTo>
                    <a:pt x="6589272" y="3297764"/>
                  </a:lnTo>
                  <a:lnTo>
                    <a:pt x="6517649" y="3285595"/>
                  </a:lnTo>
                  <a:lnTo>
                    <a:pt x="6446027" y="3272630"/>
                  </a:lnTo>
                  <a:lnTo>
                    <a:pt x="6374404" y="3258816"/>
                  </a:lnTo>
                  <a:lnTo>
                    <a:pt x="6302782" y="3244098"/>
                  </a:lnTo>
                  <a:lnTo>
                    <a:pt x="6231159" y="3228417"/>
                  </a:lnTo>
                  <a:lnTo>
                    <a:pt x="6159537" y="3211711"/>
                  </a:lnTo>
                  <a:lnTo>
                    <a:pt x="6087914" y="3193911"/>
                  </a:lnTo>
                  <a:lnTo>
                    <a:pt x="6016292" y="3174946"/>
                  </a:lnTo>
                  <a:lnTo>
                    <a:pt x="5944669" y="3154741"/>
                  </a:lnTo>
                  <a:lnTo>
                    <a:pt x="5873047" y="3133213"/>
                  </a:lnTo>
                  <a:lnTo>
                    <a:pt x="5801424" y="3110277"/>
                  </a:lnTo>
                  <a:lnTo>
                    <a:pt x="5729802" y="3085840"/>
                  </a:lnTo>
                  <a:lnTo>
                    <a:pt x="5658179" y="3059804"/>
                  </a:lnTo>
                  <a:lnTo>
                    <a:pt x="5586557" y="3032065"/>
                  </a:lnTo>
                  <a:lnTo>
                    <a:pt x="5514934" y="3002510"/>
                  </a:lnTo>
                  <a:lnTo>
                    <a:pt x="5443311" y="2971022"/>
                  </a:lnTo>
                  <a:lnTo>
                    <a:pt x="5371689" y="2937473"/>
                  </a:lnTo>
                  <a:lnTo>
                    <a:pt x="5300066" y="2901730"/>
                  </a:lnTo>
                  <a:lnTo>
                    <a:pt x="5228444" y="2863647"/>
                  </a:lnTo>
                  <a:lnTo>
                    <a:pt x="5156821" y="2823073"/>
                  </a:lnTo>
                  <a:lnTo>
                    <a:pt x="5085199" y="2779843"/>
                  </a:lnTo>
                  <a:lnTo>
                    <a:pt x="5013576" y="2733785"/>
                  </a:lnTo>
                  <a:lnTo>
                    <a:pt x="4941954" y="2684714"/>
                  </a:lnTo>
                  <a:lnTo>
                    <a:pt x="4870331" y="2656299"/>
                  </a:lnTo>
                  <a:lnTo>
                    <a:pt x="4798709" y="2661194"/>
                  </a:lnTo>
                  <a:lnTo>
                    <a:pt x="4727086" y="2666060"/>
                  </a:lnTo>
                  <a:lnTo>
                    <a:pt x="4655464" y="2670896"/>
                  </a:lnTo>
                  <a:lnTo>
                    <a:pt x="4583841" y="2675705"/>
                  </a:lnTo>
                  <a:lnTo>
                    <a:pt x="4512219" y="2680484"/>
                  </a:lnTo>
                  <a:lnTo>
                    <a:pt x="4440596" y="2685236"/>
                  </a:lnTo>
                  <a:lnTo>
                    <a:pt x="4368974" y="2689959"/>
                  </a:lnTo>
                  <a:lnTo>
                    <a:pt x="4297351" y="2694655"/>
                  </a:lnTo>
                  <a:lnTo>
                    <a:pt x="4225729" y="2699322"/>
                  </a:lnTo>
                  <a:lnTo>
                    <a:pt x="4154106" y="2703962"/>
                  </a:lnTo>
                  <a:lnTo>
                    <a:pt x="4082483" y="2708575"/>
                  </a:lnTo>
                  <a:lnTo>
                    <a:pt x="4010861" y="2713160"/>
                  </a:lnTo>
                  <a:lnTo>
                    <a:pt x="3939238" y="2717719"/>
                  </a:lnTo>
                  <a:lnTo>
                    <a:pt x="3867616" y="2722250"/>
                  </a:lnTo>
                  <a:lnTo>
                    <a:pt x="3795993" y="2726754"/>
                  </a:lnTo>
                  <a:lnTo>
                    <a:pt x="3724371" y="2731232"/>
                  </a:lnTo>
                  <a:lnTo>
                    <a:pt x="3652748" y="2735683"/>
                  </a:lnTo>
                  <a:lnTo>
                    <a:pt x="3581126" y="2740108"/>
                  </a:lnTo>
                  <a:lnTo>
                    <a:pt x="3509503" y="2744507"/>
                  </a:lnTo>
                  <a:lnTo>
                    <a:pt x="3437881" y="2748880"/>
                  </a:lnTo>
                  <a:lnTo>
                    <a:pt x="3366258" y="2753227"/>
                  </a:lnTo>
                  <a:lnTo>
                    <a:pt x="3294636" y="2757548"/>
                  </a:lnTo>
                  <a:lnTo>
                    <a:pt x="3223013" y="2761844"/>
                  </a:lnTo>
                  <a:lnTo>
                    <a:pt x="3151391" y="2766114"/>
                  </a:lnTo>
                  <a:lnTo>
                    <a:pt x="3079768" y="2770359"/>
                  </a:lnTo>
                  <a:lnTo>
                    <a:pt x="3008146" y="2774579"/>
                  </a:lnTo>
                  <a:lnTo>
                    <a:pt x="2936523" y="2778774"/>
                  </a:lnTo>
                  <a:lnTo>
                    <a:pt x="2864901" y="2782944"/>
                  </a:lnTo>
                  <a:lnTo>
                    <a:pt x="2793278" y="2787089"/>
                  </a:lnTo>
                  <a:lnTo>
                    <a:pt x="2721655" y="2791210"/>
                  </a:lnTo>
                  <a:lnTo>
                    <a:pt x="2650033" y="2795307"/>
                  </a:lnTo>
                  <a:lnTo>
                    <a:pt x="2578410" y="2799379"/>
                  </a:lnTo>
                  <a:lnTo>
                    <a:pt x="2506788" y="2803427"/>
                  </a:lnTo>
                  <a:lnTo>
                    <a:pt x="2435165" y="2807451"/>
                  </a:lnTo>
                  <a:lnTo>
                    <a:pt x="2363543" y="2811452"/>
                  </a:lnTo>
                  <a:lnTo>
                    <a:pt x="2291920" y="2815429"/>
                  </a:lnTo>
                  <a:lnTo>
                    <a:pt x="2220298" y="2819382"/>
                  </a:lnTo>
                  <a:lnTo>
                    <a:pt x="2148675" y="2823312"/>
                  </a:lnTo>
                  <a:lnTo>
                    <a:pt x="2077053" y="2827218"/>
                  </a:lnTo>
                  <a:lnTo>
                    <a:pt x="2005430" y="2831102"/>
                  </a:lnTo>
                  <a:lnTo>
                    <a:pt x="1933808" y="2834962"/>
                  </a:lnTo>
                  <a:lnTo>
                    <a:pt x="1862185" y="2838800"/>
                  </a:lnTo>
                  <a:lnTo>
                    <a:pt x="1790563" y="2842615"/>
                  </a:lnTo>
                  <a:lnTo>
                    <a:pt x="1718940" y="2846408"/>
                  </a:lnTo>
                  <a:lnTo>
                    <a:pt x="1647318" y="2850178"/>
                  </a:lnTo>
                  <a:lnTo>
                    <a:pt x="1575695" y="2853925"/>
                  </a:lnTo>
                  <a:lnTo>
                    <a:pt x="1504073" y="2857651"/>
                  </a:lnTo>
                  <a:lnTo>
                    <a:pt x="1432450" y="2861354"/>
                  </a:lnTo>
                  <a:lnTo>
                    <a:pt x="1360827" y="2865036"/>
                  </a:lnTo>
                  <a:lnTo>
                    <a:pt x="1289205" y="2868696"/>
                  </a:lnTo>
                  <a:lnTo>
                    <a:pt x="1217582" y="2872334"/>
                  </a:lnTo>
                  <a:lnTo>
                    <a:pt x="1145960" y="2875951"/>
                  </a:lnTo>
                  <a:lnTo>
                    <a:pt x="1074337" y="2879546"/>
                  </a:lnTo>
                  <a:lnTo>
                    <a:pt x="1002715" y="2883120"/>
                  </a:lnTo>
                  <a:lnTo>
                    <a:pt x="931092" y="2886673"/>
                  </a:lnTo>
                  <a:lnTo>
                    <a:pt x="859470" y="2890205"/>
                  </a:lnTo>
                  <a:lnTo>
                    <a:pt x="787847" y="2893716"/>
                  </a:lnTo>
                  <a:lnTo>
                    <a:pt x="716225" y="2897206"/>
                  </a:lnTo>
                  <a:lnTo>
                    <a:pt x="644602" y="2900675"/>
                  </a:lnTo>
                  <a:lnTo>
                    <a:pt x="572980" y="2904124"/>
                  </a:lnTo>
                  <a:lnTo>
                    <a:pt x="501357" y="2907553"/>
                  </a:lnTo>
                  <a:lnTo>
                    <a:pt x="429735" y="2910961"/>
                  </a:lnTo>
                  <a:lnTo>
                    <a:pt x="358112" y="2914349"/>
                  </a:lnTo>
                  <a:lnTo>
                    <a:pt x="286490" y="2917718"/>
                  </a:lnTo>
                  <a:lnTo>
                    <a:pt x="214867" y="2921066"/>
                  </a:lnTo>
                  <a:lnTo>
                    <a:pt x="143245" y="2924394"/>
                  </a:lnTo>
                  <a:lnTo>
                    <a:pt x="71622" y="2927703"/>
                  </a:lnTo>
                  <a:lnTo>
                    <a:pt x="0" y="29309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0463" y="2073503"/>
              <a:ext cx="3812216" cy="2651376"/>
            </a:xfrm>
            <a:custGeom>
              <a:avLst/>
              <a:pathLst>
                <a:path w="3812216" h="2651376">
                  <a:moveTo>
                    <a:pt x="0" y="0"/>
                  </a:moveTo>
                  <a:lnTo>
                    <a:pt x="16222" y="50876"/>
                  </a:lnTo>
                  <a:lnTo>
                    <a:pt x="87845" y="261701"/>
                  </a:lnTo>
                  <a:lnTo>
                    <a:pt x="159467" y="459579"/>
                  </a:lnTo>
                  <a:lnTo>
                    <a:pt x="231090" y="645304"/>
                  </a:lnTo>
                  <a:lnTo>
                    <a:pt x="302712" y="819623"/>
                  </a:lnTo>
                  <a:lnTo>
                    <a:pt x="374335" y="983237"/>
                  </a:lnTo>
                  <a:lnTo>
                    <a:pt x="445957" y="1136802"/>
                  </a:lnTo>
                  <a:lnTo>
                    <a:pt x="517580" y="1280937"/>
                  </a:lnTo>
                  <a:lnTo>
                    <a:pt x="589202" y="1416220"/>
                  </a:lnTo>
                  <a:lnTo>
                    <a:pt x="660825" y="1543194"/>
                  </a:lnTo>
                  <a:lnTo>
                    <a:pt x="732447" y="1662370"/>
                  </a:lnTo>
                  <a:lnTo>
                    <a:pt x="804070" y="1774228"/>
                  </a:lnTo>
                  <a:lnTo>
                    <a:pt x="875692" y="1879216"/>
                  </a:lnTo>
                  <a:lnTo>
                    <a:pt x="947315" y="1977756"/>
                  </a:lnTo>
                  <a:lnTo>
                    <a:pt x="1018937" y="2070244"/>
                  </a:lnTo>
                  <a:lnTo>
                    <a:pt x="1090560" y="2157053"/>
                  </a:lnTo>
                  <a:lnTo>
                    <a:pt x="1162182" y="2238530"/>
                  </a:lnTo>
                  <a:lnTo>
                    <a:pt x="1233805" y="2315003"/>
                  </a:lnTo>
                  <a:lnTo>
                    <a:pt x="1305428" y="2386780"/>
                  </a:lnTo>
                  <a:lnTo>
                    <a:pt x="1377050" y="2454149"/>
                  </a:lnTo>
                  <a:lnTo>
                    <a:pt x="1448673" y="2517380"/>
                  </a:lnTo>
                  <a:lnTo>
                    <a:pt x="1520295" y="2576728"/>
                  </a:lnTo>
                  <a:lnTo>
                    <a:pt x="1591918" y="2632432"/>
                  </a:lnTo>
                  <a:lnTo>
                    <a:pt x="1663540" y="2651376"/>
                  </a:lnTo>
                  <a:lnTo>
                    <a:pt x="1735163" y="2646423"/>
                  </a:lnTo>
                  <a:lnTo>
                    <a:pt x="1806785" y="2641440"/>
                  </a:lnTo>
                  <a:lnTo>
                    <a:pt x="1878408" y="2636428"/>
                  </a:lnTo>
                  <a:lnTo>
                    <a:pt x="1950030" y="2631386"/>
                  </a:lnTo>
                  <a:lnTo>
                    <a:pt x="2021653" y="2626314"/>
                  </a:lnTo>
                  <a:lnTo>
                    <a:pt x="2093275" y="2621212"/>
                  </a:lnTo>
                  <a:lnTo>
                    <a:pt x="2164898" y="2616080"/>
                  </a:lnTo>
                  <a:lnTo>
                    <a:pt x="2236520" y="2610917"/>
                  </a:lnTo>
                  <a:lnTo>
                    <a:pt x="2308143" y="2605723"/>
                  </a:lnTo>
                  <a:lnTo>
                    <a:pt x="2379765" y="2600498"/>
                  </a:lnTo>
                  <a:lnTo>
                    <a:pt x="2451388" y="2595243"/>
                  </a:lnTo>
                  <a:lnTo>
                    <a:pt x="2523010" y="2589956"/>
                  </a:lnTo>
                  <a:lnTo>
                    <a:pt x="2594633" y="2584637"/>
                  </a:lnTo>
                  <a:lnTo>
                    <a:pt x="2666256" y="2579287"/>
                  </a:lnTo>
                  <a:lnTo>
                    <a:pt x="2737878" y="2573905"/>
                  </a:lnTo>
                  <a:lnTo>
                    <a:pt x="2809501" y="2568491"/>
                  </a:lnTo>
                  <a:lnTo>
                    <a:pt x="2881123" y="2563045"/>
                  </a:lnTo>
                  <a:lnTo>
                    <a:pt x="2952746" y="2557566"/>
                  </a:lnTo>
                  <a:lnTo>
                    <a:pt x="3024368" y="2552055"/>
                  </a:lnTo>
                  <a:lnTo>
                    <a:pt x="3095991" y="2546511"/>
                  </a:lnTo>
                  <a:lnTo>
                    <a:pt x="3167613" y="2540934"/>
                  </a:lnTo>
                  <a:lnTo>
                    <a:pt x="3239236" y="2535324"/>
                  </a:lnTo>
                  <a:lnTo>
                    <a:pt x="3310858" y="2529681"/>
                  </a:lnTo>
                  <a:lnTo>
                    <a:pt x="3382481" y="2524003"/>
                  </a:lnTo>
                  <a:lnTo>
                    <a:pt x="3454103" y="2518293"/>
                  </a:lnTo>
                  <a:lnTo>
                    <a:pt x="3525726" y="2512548"/>
                  </a:lnTo>
                  <a:lnTo>
                    <a:pt x="3597348" y="2506769"/>
                  </a:lnTo>
                  <a:lnTo>
                    <a:pt x="3668971" y="2500955"/>
                  </a:lnTo>
                  <a:lnTo>
                    <a:pt x="3740593" y="2495107"/>
                  </a:lnTo>
                  <a:lnTo>
                    <a:pt x="3812216" y="248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802"/>
              <a:ext cx="7090630" cy="708105"/>
            </a:xfrm>
            <a:custGeom>
              <a:avLst/>
              <a:pathLst>
                <a:path w="7090630" h="708105">
                  <a:moveTo>
                    <a:pt x="7090630" y="708105"/>
                  </a:moveTo>
                  <a:lnTo>
                    <a:pt x="7019007" y="700296"/>
                  </a:lnTo>
                  <a:lnTo>
                    <a:pt x="6947385" y="691977"/>
                  </a:lnTo>
                  <a:lnTo>
                    <a:pt x="6875762" y="683113"/>
                  </a:lnTo>
                  <a:lnTo>
                    <a:pt x="6804139" y="673669"/>
                  </a:lnTo>
                  <a:lnTo>
                    <a:pt x="6732517" y="663607"/>
                  </a:lnTo>
                  <a:lnTo>
                    <a:pt x="6660894" y="652886"/>
                  </a:lnTo>
                  <a:lnTo>
                    <a:pt x="6589272" y="641464"/>
                  </a:lnTo>
                  <a:lnTo>
                    <a:pt x="6517649" y="629295"/>
                  </a:lnTo>
                  <a:lnTo>
                    <a:pt x="6446027" y="616330"/>
                  </a:lnTo>
                  <a:lnTo>
                    <a:pt x="6374404" y="602516"/>
                  </a:lnTo>
                  <a:lnTo>
                    <a:pt x="6302782" y="587798"/>
                  </a:lnTo>
                  <a:lnTo>
                    <a:pt x="6231159" y="572117"/>
                  </a:lnTo>
                  <a:lnTo>
                    <a:pt x="6159537" y="555411"/>
                  </a:lnTo>
                  <a:lnTo>
                    <a:pt x="6087914" y="537611"/>
                  </a:lnTo>
                  <a:lnTo>
                    <a:pt x="6016292" y="518646"/>
                  </a:lnTo>
                  <a:lnTo>
                    <a:pt x="5944669" y="498441"/>
                  </a:lnTo>
                  <a:lnTo>
                    <a:pt x="5873047" y="476913"/>
                  </a:lnTo>
                  <a:lnTo>
                    <a:pt x="5801424" y="453977"/>
                  </a:lnTo>
                  <a:lnTo>
                    <a:pt x="5729802" y="429540"/>
                  </a:lnTo>
                  <a:lnTo>
                    <a:pt x="5658179" y="403504"/>
                  </a:lnTo>
                  <a:lnTo>
                    <a:pt x="5586557" y="375765"/>
                  </a:lnTo>
                  <a:lnTo>
                    <a:pt x="5514934" y="346210"/>
                  </a:lnTo>
                  <a:lnTo>
                    <a:pt x="5443311" y="314722"/>
                  </a:lnTo>
                  <a:lnTo>
                    <a:pt x="5371689" y="281174"/>
                  </a:lnTo>
                  <a:lnTo>
                    <a:pt x="5300066" y="245430"/>
                  </a:lnTo>
                  <a:lnTo>
                    <a:pt x="5228444" y="207347"/>
                  </a:lnTo>
                  <a:lnTo>
                    <a:pt x="5156821" y="166773"/>
                  </a:lnTo>
                  <a:lnTo>
                    <a:pt x="5085199" y="123543"/>
                  </a:lnTo>
                  <a:lnTo>
                    <a:pt x="5013576" y="77486"/>
                  </a:lnTo>
                  <a:lnTo>
                    <a:pt x="4941954" y="28414"/>
                  </a:lnTo>
                  <a:lnTo>
                    <a:pt x="4870331" y="0"/>
                  </a:lnTo>
                  <a:lnTo>
                    <a:pt x="4798709" y="4894"/>
                  </a:lnTo>
                  <a:lnTo>
                    <a:pt x="4727086" y="9760"/>
                  </a:lnTo>
                  <a:lnTo>
                    <a:pt x="4655464" y="14596"/>
                  </a:lnTo>
                  <a:lnTo>
                    <a:pt x="4583841" y="19405"/>
                  </a:lnTo>
                  <a:lnTo>
                    <a:pt x="4512219" y="24184"/>
                  </a:lnTo>
                  <a:lnTo>
                    <a:pt x="4440596" y="28936"/>
                  </a:lnTo>
                  <a:lnTo>
                    <a:pt x="4368974" y="33659"/>
                  </a:lnTo>
                  <a:lnTo>
                    <a:pt x="4297351" y="38355"/>
                  </a:lnTo>
                  <a:lnTo>
                    <a:pt x="4225729" y="43022"/>
                  </a:lnTo>
                  <a:lnTo>
                    <a:pt x="4154106" y="47663"/>
                  </a:lnTo>
                  <a:lnTo>
                    <a:pt x="4082483" y="52275"/>
                  </a:lnTo>
                  <a:lnTo>
                    <a:pt x="4010861" y="56860"/>
                  </a:lnTo>
                  <a:lnTo>
                    <a:pt x="3939238" y="61419"/>
                  </a:lnTo>
                  <a:lnTo>
                    <a:pt x="3867616" y="65950"/>
                  </a:lnTo>
                  <a:lnTo>
                    <a:pt x="3795993" y="70454"/>
                  </a:lnTo>
                  <a:lnTo>
                    <a:pt x="3724371" y="74932"/>
                  </a:lnTo>
                  <a:lnTo>
                    <a:pt x="3652748" y="79384"/>
                  </a:lnTo>
                  <a:lnTo>
                    <a:pt x="3581126" y="83808"/>
                  </a:lnTo>
                  <a:lnTo>
                    <a:pt x="3509503" y="88207"/>
                  </a:lnTo>
                  <a:lnTo>
                    <a:pt x="3437881" y="92580"/>
                  </a:lnTo>
                  <a:lnTo>
                    <a:pt x="3366258" y="96927"/>
                  </a:lnTo>
                  <a:lnTo>
                    <a:pt x="3294636" y="101248"/>
                  </a:lnTo>
                  <a:lnTo>
                    <a:pt x="3223013" y="105544"/>
                  </a:lnTo>
                  <a:lnTo>
                    <a:pt x="3151391" y="109814"/>
                  </a:lnTo>
                  <a:lnTo>
                    <a:pt x="3079768" y="114059"/>
                  </a:lnTo>
                  <a:lnTo>
                    <a:pt x="3008146" y="118279"/>
                  </a:lnTo>
                  <a:lnTo>
                    <a:pt x="2936523" y="122474"/>
                  </a:lnTo>
                  <a:lnTo>
                    <a:pt x="2864901" y="126644"/>
                  </a:lnTo>
                  <a:lnTo>
                    <a:pt x="2793278" y="130789"/>
                  </a:lnTo>
                  <a:lnTo>
                    <a:pt x="2721655" y="134910"/>
                  </a:lnTo>
                  <a:lnTo>
                    <a:pt x="2650033" y="139007"/>
                  </a:lnTo>
                  <a:lnTo>
                    <a:pt x="2578410" y="143079"/>
                  </a:lnTo>
                  <a:lnTo>
                    <a:pt x="2506788" y="147127"/>
                  </a:lnTo>
                  <a:lnTo>
                    <a:pt x="2435165" y="151152"/>
                  </a:lnTo>
                  <a:lnTo>
                    <a:pt x="2363543" y="155152"/>
                  </a:lnTo>
                  <a:lnTo>
                    <a:pt x="2291920" y="159129"/>
                  </a:lnTo>
                  <a:lnTo>
                    <a:pt x="2220298" y="163082"/>
                  </a:lnTo>
                  <a:lnTo>
                    <a:pt x="2148675" y="167012"/>
                  </a:lnTo>
                  <a:lnTo>
                    <a:pt x="2077053" y="170919"/>
                  </a:lnTo>
                  <a:lnTo>
                    <a:pt x="2005430" y="174802"/>
                  </a:lnTo>
                  <a:lnTo>
                    <a:pt x="1933808" y="178663"/>
                  </a:lnTo>
                  <a:lnTo>
                    <a:pt x="1862185" y="182500"/>
                  </a:lnTo>
                  <a:lnTo>
                    <a:pt x="1790563" y="186315"/>
                  </a:lnTo>
                  <a:lnTo>
                    <a:pt x="1718940" y="190108"/>
                  </a:lnTo>
                  <a:lnTo>
                    <a:pt x="1647318" y="193878"/>
                  </a:lnTo>
                  <a:lnTo>
                    <a:pt x="1575695" y="197626"/>
                  </a:lnTo>
                  <a:lnTo>
                    <a:pt x="1504073" y="201351"/>
                  </a:lnTo>
                  <a:lnTo>
                    <a:pt x="1432450" y="205055"/>
                  </a:lnTo>
                  <a:lnTo>
                    <a:pt x="1360827" y="208736"/>
                  </a:lnTo>
                  <a:lnTo>
                    <a:pt x="1289205" y="212396"/>
                  </a:lnTo>
                  <a:lnTo>
                    <a:pt x="1217582" y="216034"/>
                  </a:lnTo>
                  <a:lnTo>
                    <a:pt x="1145960" y="219651"/>
                  </a:lnTo>
                  <a:lnTo>
                    <a:pt x="1074337" y="223246"/>
                  </a:lnTo>
                  <a:lnTo>
                    <a:pt x="1002715" y="226820"/>
                  </a:lnTo>
                  <a:lnTo>
                    <a:pt x="931092" y="230373"/>
                  </a:lnTo>
                  <a:lnTo>
                    <a:pt x="859470" y="233905"/>
                  </a:lnTo>
                  <a:lnTo>
                    <a:pt x="787847" y="237416"/>
                  </a:lnTo>
                  <a:lnTo>
                    <a:pt x="716225" y="240906"/>
                  </a:lnTo>
                  <a:lnTo>
                    <a:pt x="644602" y="244376"/>
                  </a:lnTo>
                  <a:lnTo>
                    <a:pt x="572980" y="247825"/>
                  </a:lnTo>
                  <a:lnTo>
                    <a:pt x="501357" y="251253"/>
                  </a:lnTo>
                  <a:lnTo>
                    <a:pt x="429735" y="254661"/>
                  </a:lnTo>
                  <a:lnTo>
                    <a:pt x="358112" y="258050"/>
                  </a:lnTo>
                  <a:lnTo>
                    <a:pt x="286490" y="261418"/>
                  </a:lnTo>
                  <a:lnTo>
                    <a:pt x="214867" y="264766"/>
                  </a:lnTo>
                  <a:lnTo>
                    <a:pt x="143245" y="268094"/>
                  </a:lnTo>
                  <a:lnTo>
                    <a:pt x="71622" y="271403"/>
                  </a:lnTo>
                  <a:lnTo>
                    <a:pt x="0" y="2746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3652" y="2073503"/>
              <a:ext cx="5769026" cy="3139236"/>
            </a:xfrm>
            <a:custGeom>
              <a:avLst/>
              <a:pathLst>
                <a:path w="5769026" h="3139236">
                  <a:moveTo>
                    <a:pt x="0" y="0"/>
                  </a:moveTo>
                  <a:lnTo>
                    <a:pt x="39224" y="54723"/>
                  </a:lnTo>
                  <a:lnTo>
                    <a:pt x="110847" y="151817"/>
                  </a:lnTo>
                  <a:lnTo>
                    <a:pt x="182469" y="246161"/>
                  </a:lnTo>
                  <a:lnTo>
                    <a:pt x="254092" y="337834"/>
                  </a:lnTo>
                  <a:lnTo>
                    <a:pt x="325714" y="426911"/>
                  </a:lnTo>
                  <a:lnTo>
                    <a:pt x="397337" y="513466"/>
                  </a:lnTo>
                  <a:lnTo>
                    <a:pt x="468959" y="597570"/>
                  </a:lnTo>
                  <a:lnTo>
                    <a:pt x="540582" y="679293"/>
                  </a:lnTo>
                  <a:lnTo>
                    <a:pt x="612204" y="758701"/>
                  </a:lnTo>
                  <a:lnTo>
                    <a:pt x="683827" y="835862"/>
                  </a:lnTo>
                  <a:lnTo>
                    <a:pt x="755449" y="910837"/>
                  </a:lnTo>
                  <a:lnTo>
                    <a:pt x="827072" y="983690"/>
                  </a:lnTo>
                  <a:lnTo>
                    <a:pt x="898695" y="1054479"/>
                  </a:lnTo>
                  <a:lnTo>
                    <a:pt x="970317" y="1123264"/>
                  </a:lnTo>
                  <a:lnTo>
                    <a:pt x="1041940" y="1190102"/>
                  </a:lnTo>
                  <a:lnTo>
                    <a:pt x="1113562" y="1255047"/>
                  </a:lnTo>
                  <a:lnTo>
                    <a:pt x="1185185" y="1318153"/>
                  </a:lnTo>
                  <a:lnTo>
                    <a:pt x="1256807" y="1379472"/>
                  </a:lnTo>
                  <a:lnTo>
                    <a:pt x="1328430" y="1439055"/>
                  </a:lnTo>
                  <a:lnTo>
                    <a:pt x="1400052" y="1496951"/>
                  </a:lnTo>
                  <a:lnTo>
                    <a:pt x="1471675" y="1553208"/>
                  </a:lnTo>
                  <a:lnTo>
                    <a:pt x="1543297" y="1607871"/>
                  </a:lnTo>
                  <a:lnTo>
                    <a:pt x="1614920" y="1660987"/>
                  </a:lnTo>
                  <a:lnTo>
                    <a:pt x="1686542" y="1712599"/>
                  </a:lnTo>
                  <a:lnTo>
                    <a:pt x="1758165" y="1762749"/>
                  </a:lnTo>
                  <a:lnTo>
                    <a:pt x="1829787" y="1811480"/>
                  </a:lnTo>
                  <a:lnTo>
                    <a:pt x="1901410" y="1858830"/>
                  </a:lnTo>
                  <a:lnTo>
                    <a:pt x="1973032" y="1904840"/>
                  </a:lnTo>
                  <a:lnTo>
                    <a:pt x="2044655" y="1949547"/>
                  </a:lnTo>
                  <a:lnTo>
                    <a:pt x="2116277" y="1992988"/>
                  </a:lnTo>
                  <a:lnTo>
                    <a:pt x="2187900" y="2035200"/>
                  </a:lnTo>
                  <a:lnTo>
                    <a:pt x="2259523" y="2076215"/>
                  </a:lnTo>
                  <a:lnTo>
                    <a:pt x="2331145" y="2116070"/>
                  </a:lnTo>
                  <a:lnTo>
                    <a:pt x="2402768" y="2154796"/>
                  </a:lnTo>
                  <a:lnTo>
                    <a:pt x="2474390" y="2192426"/>
                  </a:lnTo>
                  <a:lnTo>
                    <a:pt x="2546013" y="2228990"/>
                  </a:lnTo>
                  <a:lnTo>
                    <a:pt x="2617635" y="2264518"/>
                  </a:lnTo>
                  <a:lnTo>
                    <a:pt x="2689258" y="2299041"/>
                  </a:lnTo>
                  <a:lnTo>
                    <a:pt x="2760880" y="2332586"/>
                  </a:lnTo>
                  <a:lnTo>
                    <a:pt x="2832503" y="2365182"/>
                  </a:lnTo>
                  <a:lnTo>
                    <a:pt x="2904125" y="2396854"/>
                  </a:lnTo>
                  <a:lnTo>
                    <a:pt x="2975748" y="2427630"/>
                  </a:lnTo>
                  <a:lnTo>
                    <a:pt x="3047370" y="2457534"/>
                  </a:lnTo>
                  <a:lnTo>
                    <a:pt x="3118993" y="2486591"/>
                  </a:lnTo>
                  <a:lnTo>
                    <a:pt x="3190615" y="2514826"/>
                  </a:lnTo>
                  <a:lnTo>
                    <a:pt x="3262238" y="2542261"/>
                  </a:lnTo>
                  <a:lnTo>
                    <a:pt x="3333860" y="2568919"/>
                  </a:lnTo>
                  <a:lnTo>
                    <a:pt x="3405483" y="2594823"/>
                  </a:lnTo>
                  <a:lnTo>
                    <a:pt x="3477105" y="2619993"/>
                  </a:lnTo>
                  <a:lnTo>
                    <a:pt x="3548728" y="2644450"/>
                  </a:lnTo>
                  <a:lnTo>
                    <a:pt x="3620351" y="2668215"/>
                  </a:lnTo>
                  <a:lnTo>
                    <a:pt x="3691973" y="2691307"/>
                  </a:lnTo>
                  <a:lnTo>
                    <a:pt x="3763596" y="2713745"/>
                  </a:lnTo>
                  <a:lnTo>
                    <a:pt x="3835218" y="2735548"/>
                  </a:lnTo>
                  <a:lnTo>
                    <a:pt x="3906841" y="2756733"/>
                  </a:lnTo>
                  <a:lnTo>
                    <a:pt x="3978463" y="2777319"/>
                  </a:lnTo>
                  <a:lnTo>
                    <a:pt x="4050086" y="2797321"/>
                  </a:lnTo>
                  <a:lnTo>
                    <a:pt x="4121708" y="2816758"/>
                  </a:lnTo>
                  <a:lnTo>
                    <a:pt x="4193331" y="2835644"/>
                  </a:lnTo>
                  <a:lnTo>
                    <a:pt x="4264953" y="2853995"/>
                  </a:lnTo>
                  <a:lnTo>
                    <a:pt x="4336576" y="2871826"/>
                  </a:lnTo>
                  <a:lnTo>
                    <a:pt x="4408198" y="2889153"/>
                  </a:lnTo>
                  <a:lnTo>
                    <a:pt x="4479821" y="2905989"/>
                  </a:lnTo>
                  <a:lnTo>
                    <a:pt x="4551443" y="2922348"/>
                  </a:lnTo>
                  <a:lnTo>
                    <a:pt x="4623066" y="2938245"/>
                  </a:lnTo>
                  <a:lnTo>
                    <a:pt x="4694688" y="2953691"/>
                  </a:lnTo>
                  <a:lnTo>
                    <a:pt x="4766311" y="2968699"/>
                  </a:lnTo>
                  <a:lnTo>
                    <a:pt x="4837933" y="2983283"/>
                  </a:lnTo>
                  <a:lnTo>
                    <a:pt x="4909556" y="2997454"/>
                  </a:lnTo>
                  <a:lnTo>
                    <a:pt x="4981178" y="3011223"/>
                  </a:lnTo>
                  <a:lnTo>
                    <a:pt x="5052801" y="3024603"/>
                  </a:lnTo>
                  <a:lnTo>
                    <a:pt x="5124424" y="3037603"/>
                  </a:lnTo>
                  <a:lnTo>
                    <a:pt x="5196046" y="3050236"/>
                  </a:lnTo>
                  <a:lnTo>
                    <a:pt x="5267669" y="3062511"/>
                  </a:lnTo>
                  <a:lnTo>
                    <a:pt x="5339291" y="3074438"/>
                  </a:lnTo>
                  <a:lnTo>
                    <a:pt x="5410914" y="3086028"/>
                  </a:lnTo>
                  <a:lnTo>
                    <a:pt x="5482536" y="3097289"/>
                  </a:lnTo>
                  <a:lnTo>
                    <a:pt x="5554159" y="3108232"/>
                  </a:lnTo>
                  <a:lnTo>
                    <a:pt x="5625781" y="3118865"/>
                  </a:lnTo>
                  <a:lnTo>
                    <a:pt x="5697404" y="3129197"/>
                  </a:lnTo>
                  <a:lnTo>
                    <a:pt x="5769026" y="31392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  |  per IQR (Δ = 18.2): 0.51 (0.23-1.15)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2026-05-22T10:32:40Z</dcterms:modified>
  <cp:category/>
</cp:coreProperties>
</file>