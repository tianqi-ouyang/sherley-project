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8449"/>
            </a:xfrm>
            <a:custGeom>
              <a:avLst/>
              <a:pathLst>
                <a:path w="7090630" h="3388449">
                  <a:moveTo>
                    <a:pt x="3446908" y="0"/>
                  </a:moveTo>
                  <a:lnTo>
                    <a:pt x="3509503" y="209730"/>
                  </a:lnTo>
                  <a:lnTo>
                    <a:pt x="3581126" y="433318"/>
                  </a:lnTo>
                  <a:lnTo>
                    <a:pt x="3652748" y="641637"/>
                  </a:lnTo>
                  <a:lnTo>
                    <a:pt x="3724371" y="835729"/>
                  </a:lnTo>
                  <a:lnTo>
                    <a:pt x="3795993" y="1016566"/>
                  </a:lnTo>
                  <a:lnTo>
                    <a:pt x="3867616" y="1185054"/>
                  </a:lnTo>
                  <a:lnTo>
                    <a:pt x="3939238" y="1342036"/>
                  </a:lnTo>
                  <a:lnTo>
                    <a:pt x="4010861" y="1488297"/>
                  </a:lnTo>
                  <a:lnTo>
                    <a:pt x="4082483" y="1624569"/>
                  </a:lnTo>
                  <a:lnTo>
                    <a:pt x="4154106" y="1751535"/>
                  </a:lnTo>
                  <a:lnTo>
                    <a:pt x="4225729" y="1869831"/>
                  </a:lnTo>
                  <a:lnTo>
                    <a:pt x="4297351" y="1980048"/>
                  </a:lnTo>
                  <a:lnTo>
                    <a:pt x="4368974" y="2082738"/>
                  </a:lnTo>
                  <a:lnTo>
                    <a:pt x="4440596" y="2178415"/>
                  </a:lnTo>
                  <a:lnTo>
                    <a:pt x="4512219" y="2267558"/>
                  </a:lnTo>
                  <a:lnTo>
                    <a:pt x="4583841" y="2350614"/>
                  </a:lnTo>
                  <a:lnTo>
                    <a:pt x="4655464" y="2427997"/>
                  </a:lnTo>
                  <a:lnTo>
                    <a:pt x="4727086" y="2500096"/>
                  </a:lnTo>
                  <a:lnTo>
                    <a:pt x="4798709" y="2567271"/>
                  </a:lnTo>
                  <a:lnTo>
                    <a:pt x="4870331" y="2629859"/>
                  </a:lnTo>
                  <a:lnTo>
                    <a:pt x="4941954" y="2653297"/>
                  </a:lnTo>
                  <a:lnTo>
                    <a:pt x="5013576" y="2651622"/>
                  </a:lnTo>
                  <a:lnTo>
                    <a:pt x="5085199" y="2649944"/>
                  </a:lnTo>
                  <a:lnTo>
                    <a:pt x="5156821" y="2648263"/>
                  </a:lnTo>
                  <a:lnTo>
                    <a:pt x="5228444" y="2646578"/>
                  </a:lnTo>
                  <a:lnTo>
                    <a:pt x="5300066" y="2644890"/>
                  </a:lnTo>
                  <a:lnTo>
                    <a:pt x="5371689" y="2643199"/>
                  </a:lnTo>
                  <a:lnTo>
                    <a:pt x="5443311" y="2641504"/>
                  </a:lnTo>
                  <a:lnTo>
                    <a:pt x="5514934" y="2639806"/>
                  </a:lnTo>
                  <a:lnTo>
                    <a:pt x="5586557" y="2638104"/>
                  </a:lnTo>
                  <a:lnTo>
                    <a:pt x="5658179" y="2636399"/>
                  </a:lnTo>
                  <a:lnTo>
                    <a:pt x="5729802" y="2634690"/>
                  </a:lnTo>
                  <a:lnTo>
                    <a:pt x="5801424" y="2632978"/>
                  </a:lnTo>
                  <a:lnTo>
                    <a:pt x="5873047" y="2631262"/>
                  </a:lnTo>
                  <a:lnTo>
                    <a:pt x="5944669" y="2629544"/>
                  </a:lnTo>
                  <a:lnTo>
                    <a:pt x="6016292" y="2627821"/>
                  </a:lnTo>
                  <a:lnTo>
                    <a:pt x="6087914" y="2626095"/>
                  </a:lnTo>
                  <a:lnTo>
                    <a:pt x="6159537" y="2624366"/>
                  </a:lnTo>
                  <a:lnTo>
                    <a:pt x="6231159" y="2622633"/>
                  </a:lnTo>
                  <a:lnTo>
                    <a:pt x="6302782" y="2620896"/>
                  </a:lnTo>
                  <a:lnTo>
                    <a:pt x="6374404" y="2619157"/>
                  </a:lnTo>
                  <a:lnTo>
                    <a:pt x="6446027" y="2617413"/>
                  </a:lnTo>
                  <a:lnTo>
                    <a:pt x="6517649" y="2615666"/>
                  </a:lnTo>
                  <a:lnTo>
                    <a:pt x="6589272" y="2613916"/>
                  </a:lnTo>
                  <a:lnTo>
                    <a:pt x="6660894" y="2612162"/>
                  </a:lnTo>
                  <a:lnTo>
                    <a:pt x="6732517" y="2610404"/>
                  </a:lnTo>
                  <a:lnTo>
                    <a:pt x="6804139" y="2608643"/>
                  </a:lnTo>
                  <a:lnTo>
                    <a:pt x="6875762" y="2606879"/>
                  </a:lnTo>
                  <a:lnTo>
                    <a:pt x="6947385" y="2605111"/>
                  </a:lnTo>
                  <a:lnTo>
                    <a:pt x="7019007" y="2603339"/>
                  </a:lnTo>
                  <a:lnTo>
                    <a:pt x="7090630" y="2601564"/>
                  </a:lnTo>
                  <a:lnTo>
                    <a:pt x="7090630" y="3388449"/>
                  </a:lnTo>
                  <a:lnTo>
                    <a:pt x="7019007" y="3381464"/>
                  </a:lnTo>
                  <a:lnTo>
                    <a:pt x="6947385" y="3373967"/>
                  </a:lnTo>
                  <a:lnTo>
                    <a:pt x="6875762" y="3365921"/>
                  </a:lnTo>
                  <a:lnTo>
                    <a:pt x="6804139" y="3357284"/>
                  </a:lnTo>
                  <a:lnTo>
                    <a:pt x="6732517" y="3348015"/>
                  </a:lnTo>
                  <a:lnTo>
                    <a:pt x="6660894" y="3338066"/>
                  </a:lnTo>
                  <a:lnTo>
                    <a:pt x="6589272" y="3327388"/>
                  </a:lnTo>
                  <a:lnTo>
                    <a:pt x="6517649" y="3315928"/>
                  </a:lnTo>
                  <a:lnTo>
                    <a:pt x="6446027" y="3303627"/>
                  </a:lnTo>
                  <a:lnTo>
                    <a:pt x="6374404" y="3290425"/>
                  </a:lnTo>
                  <a:lnTo>
                    <a:pt x="6302782" y="3276255"/>
                  </a:lnTo>
                  <a:lnTo>
                    <a:pt x="6231159" y="3261046"/>
                  </a:lnTo>
                  <a:lnTo>
                    <a:pt x="6159537" y="3244723"/>
                  </a:lnTo>
                  <a:lnTo>
                    <a:pt x="6087914" y="3227203"/>
                  </a:lnTo>
                  <a:lnTo>
                    <a:pt x="6016292" y="3208399"/>
                  </a:lnTo>
                  <a:lnTo>
                    <a:pt x="5944669" y="3188217"/>
                  </a:lnTo>
                  <a:lnTo>
                    <a:pt x="5873047" y="3166556"/>
                  </a:lnTo>
                  <a:lnTo>
                    <a:pt x="5801424" y="3143306"/>
                  </a:lnTo>
                  <a:lnTo>
                    <a:pt x="5729802" y="3118353"/>
                  </a:lnTo>
                  <a:lnTo>
                    <a:pt x="5658179" y="3091571"/>
                  </a:lnTo>
                  <a:lnTo>
                    <a:pt x="5586557" y="3062825"/>
                  </a:lnTo>
                  <a:lnTo>
                    <a:pt x="5514934" y="3031973"/>
                  </a:lnTo>
                  <a:lnTo>
                    <a:pt x="5443311" y="2998859"/>
                  </a:lnTo>
                  <a:lnTo>
                    <a:pt x="5371689" y="2963318"/>
                  </a:lnTo>
                  <a:lnTo>
                    <a:pt x="5300066" y="2925173"/>
                  </a:lnTo>
                  <a:lnTo>
                    <a:pt x="5228444" y="2884231"/>
                  </a:lnTo>
                  <a:lnTo>
                    <a:pt x="5156821" y="2840288"/>
                  </a:lnTo>
                  <a:lnTo>
                    <a:pt x="5085199" y="2793124"/>
                  </a:lnTo>
                  <a:lnTo>
                    <a:pt x="5013576" y="2742503"/>
                  </a:lnTo>
                  <a:lnTo>
                    <a:pt x="4941954" y="2688172"/>
                  </a:lnTo>
                  <a:lnTo>
                    <a:pt x="4870331" y="2654968"/>
                  </a:lnTo>
                  <a:lnTo>
                    <a:pt x="4798709" y="2656636"/>
                  </a:lnTo>
                  <a:lnTo>
                    <a:pt x="4727086" y="2658300"/>
                  </a:lnTo>
                  <a:lnTo>
                    <a:pt x="4655464" y="2659961"/>
                  </a:lnTo>
                  <a:lnTo>
                    <a:pt x="4583841" y="2661619"/>
                  </a:lnTo>
                  <a:lnTo>
                    <a:pt x="4512219" y="2663274"/>
                  </a:lnTo>
                  <a:lnTo>
                    <a:pt x="4440596" y="2664925"/>
                  </a:lnTo>
                  <a:lnTo>
                    <a:pt x="4368974" y="2666573"/>
                  </a:lnTo>
                  <a:lnTo>
                    <a:pt x="4297351" y="2668217"/>
                  </a:lnTo>
                  <a:lnTo>
                    <a:pt x="4225729" y="2669858"/>
                  </a:lnTo>
                  <a:lnTo>
                    <a:pt x="4154106" y="2671496"/>
                  </a:lnTo>
                  <a:lnTo>
                    <a:pt x="4082483" y="2673131"/>
                  </a:lnTo>
                  <a:lnTo>
                    <a:pt x="4010861" y="2674762"/>
                  </a:lnTo>
                  <a:lnTo>
                    <a:pt x="3939238" y="2676390"/>
                  </a:lnTo>
                  <a:lnTo>
                    <a:pt x="3867616" y="2678014"/>
                  </a:lnTo>
                  <a:lnTo>
                    <a:pt x="3795993" y="2679636"/>
                  </a:lnTo>
                  <a:lnTo>
                    <a:pt x="3724371" y="2681254"/>
                  </a:lnTo>
                  <a:lnTo>
                    <a:pt x="3652748" y="2682869"/>
                  </a:lnTo>
                  <a:lnTo>
                    <a:pt x="3581126" y="2684481"/>
                  </a:lnTo>
                  <a:lnTo>
                    <a:pt x="3509503" y="2686089"/>
                  </a:lnTo>
                  <a:lnTo>
                    <a:pt x="3437881" y="2687694"/>
                  </a:lnTo>
                  <a:lnTo>
                    <a:pt x="3366258" y="2689296"/>
                  </a:lnTo>
                  <a:lnTo>
                    <a:pt x="3294636" y="2690895"/>
                  </a:lnTo>
                  <a:lnTo>
                    <a:pt x="3223013" y="2692490"/>
                  </a:lnTo>
                  <a:lnTo>
                    <a:pt x="3151391" y="2694083"/>
                  </a:lnTo>
                  <a:lnTo>
                    <a:pt x="3079768" y="2695672"/>
                  </a:lnTo>
                  <a:lnTo>
                    <a:pt x="3008146" y="2697258"/>
                  </a:lnTo>
                  <a:lnTo>
                    <a:pt x="2936523" y="2698840"/>
                  </a:lnTo>
                  <a:lnTo>
                    <a:pt x="2864901" y="2700420"/>
                  </a:lnTo>
                  <a:lnTo>
                    <a:pt x="2793278" y="2701996"/>
                  </a:lnTo>
                  <a:lnTo>
                    <a:pt x="2721655" y="2703570"/>
                  </a:lnTo>
                  <a:lnTo>
                    <a:pt x="2650033" y="2705140"/>
                  </a:lnTo>
                  <a:lnTo>
                    <a:pt x="2578410" y="2706706"/>
                  </a:lnTo>
                  <a:lnTo>
                    <a:pt x="2506788" y="2708270"/>
                  </a:lnTo>
                  <a:lnTo>
                    <a:pt x="2435165" y="2709831"/>
                  </a:lnTo>
                  <a:lnTo>
                    <a:pt x="2363543" y="2711388"/>
                  </a:lnTo>
                  <a:lnTo>
                    <a:pt x="2291920" y="2712942"/>
                  </a:lnTo>
                  <a:lnTo>
                    <a:pt x="2220298" y="2714493"/>
                  </a:lnTo>
                  <a:lnTo>
                    <a:pt x="2148675" y="2716041"/>
                  </a:lnTo>
                  <a:lnTo>
                    <a:pt x="2077053" y="2717586"/>
                  </a:lnTo>
                  <a:lnTo>
                    <a:pt x="2005430" y="2719128"/>
                  </a:lnTo>
                  <a:lnTo>
                    <a:pt x="1933808" y="2720667"/>
                  </a:lnTo>
                  <a:lnTo>
                    <a:pt x="1862185" y="2722203"/>
                  </a:lnTo>
                  <a:lnTo>
                    <a:pt x="1790563" y="2723735"/>
                  </a:lnTo>
                  <a:lnTo>
                    <a:pt x="1718940" y="2725264"/>
                  </a:lnTo>
                  <a:lnTo>
                    <a:pt x="1647318" y="2726791"/>
                  </a:lnTo>
                  <a:lnTo>
                    <a:pt x="1575695" y="2728314"/>
                  </a:lnTo>
                  <a:lnTo>
                    <a:pt x="1504073" y="2729834"/>
                  </a:lnTo>
                  <a:lnTo>
                    <a:pt x="1432450" y="2731351"/>
                  </a:lnTo>
                  <a:lnTo>
                    <a:pt x="1360827" y="2732866"/>
                  </a:lnTo>
                  <a:lnTo>
                    <a:pt x="1289205" y="2734377"/>
                  </a:lnTo>
                  <a:lnTo>
                    <a:pt x="1217582" y="2735885"/>
                  </a:lnTo>
                  <a:lnTo>
                    <a:pt x="1145960" y="2737390"/>
                  </a:lnTo>
                  <a:lnTo>
                    <a:pt x="1074337" y="2738892"/>
                  </a:lnTo>
                  <a:lnTo>
                    <a:pt x="1002715" y="2740390"/>
                  </a:lnTo>
                  <a:lnTo>
                    <a:pt x="931092" y="2741886"/>
                  </a:lnTo>
                  <a:lnTo>
                    <a:pt x="859470" y="2743379"/>
                  </a:lnTo>
                  <a:lnTo>
                    <a:pt x="787847" y="2744869"/>
                  </a:lnTo>
                  <a:lnTo>
                    <a:pt x="716225" y="2746356"/>
                  </a:lnTo>
                  <a:lnTo>
                    <a:pt x="644602" y="2747840"/>
                  </a:lnTo>
                  <a:lnTo>
                    <a:pt x="572980" y="2749321"/>
                  </a:lnTo>
                  <a:lnTo>
                    <a:pt x="501357" y="2750799"/>
                  </a:lnTo>
                  <a:lnTo>
                    <a:pt x="429735" y="2752274"/>
                  </a:lnTo>
                  <a:lnTo>
                    <a:pt x="358112" y="2753746"/>
                  </a:lnTo>
                  <a:lnTo>
                    <a:pt x="286490" y="2755215"/>
                  </a:lnTo>
                  <a:lnTo>
                    <a:pt x="214867" y="2756681"/>
                  </a:lnTo>
                  <a:lnTo>
                    <a:pt x="143245" y="2758144"/>
                  </a:lnTo>
                  <a:lnTo>
                    <a:pt x="71622" y="2759604"/>
                  </a:lnTo>
                  <a:lnTo>
                    <a:pt x="0" y="27610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18957" y="2073503"/>
              <a:ext cx="3643721" cy="2653297"/>
            </a:xfrm>
            <a:custGeom>
              <a:avLst/>
              <a:pathLst>
                <a:path w="3643721" h="2653297">
                  <a:moveTo>
                    <a:pt x="0" y="0"/>
                  </a:moveTo>
                  <a:lnTo>
                    <a:pt x="62595" y="209730"/>
                  </a:lnTo>
                  <a:lnTo>
                    <a:pt x="134217" y="433318"/>
                  </a:lnTo>
                  <a:lnTo>
                    <a:pt x="205840" y="641637"/>
                  </a:lnTo>
                  <a:lnTo>
                    <a:pt x="277462" y="835729"/>
                  </a:lnTo>
                  <a:lnTo>
                    <a:pt x="349085" y="1016566"/>
                  </a:lnTo>
                  <a:lnTo>
                    <a:pt x="420708" y="1185054"/>
                  </a:lnTo>
                  <a:lnTo>
                    <a:pt x="492330" y="1342036"/>
                  </a:lnTo>
                  <a:lnTo>
                    <a:pt x="563953" y="1488297"/>
                  </a:lnTo>
                  <a:lnTo>
                    <a:pt x="635575" y="1624569"/>
                  </a:lnTo>
                  <a:lnTo>
                    <a:pt x="707198" y="1751535"/>
                  </a:lnTo>
                  <a:lnTo>
                    <a:pt x="778820" y="1869831"/>
                  </a:lnTo>
                  <a:lnTo>
                    <a:pt x="850443" y="1980048"/>
                  </a:lnTo>
                  <a:lnTo>
                    <a:pt x="922065" y="2082738"/>
                  </a:lnTo>
                  <a:lnTo>
                    <a:pt x="993688" y="2178415"/>
                  </a:lnTo>
                  <a:lnTo>
                    <a:pt x="1065310" y="2267558"/>
                  </a:lnTo>
                  <a:lnTo>
                    <a:pt x="1136933" y="2350614"/>
                  </a:lnTo>
                  <a:lnTo>
                    <a:pt x="1208555" y="2427997"/>
                  </a:lnTo>
                  <a:lnTo>
                    <a:pt x="1280178" y="2500096"/>
                  </a:lnTo>
                  <a:lnTo>
                    <a:pt x="1351800" y="2567271"/>
                  </a:lnTo>
                  <a:lnTo>
                    <a:pt x="1423423" y="2629859"/>
                  </a:lnTo>
                  <a:lnTo>
                    <a:pt x="1495045" y="2653297"/>
                  </a:lnTo>
                  <a:lnTo>
                    <a:pt x="1566668" y="2651622"/>
                  </a:lnTo>
                  <a:lnTo>
                    <a:pt x="1638290" y="2649944"/>
                  </a:lnTo>
                  <a:lnTo>
                    <a:pt x="1709913" y="2648263"/>
                  </a:lnTo>
                  <a:lnTo>
                    <a:pt x="1781536" y="2646578"/>
                  </a:lnTo>
                  <a:lnTo>
                    <a:pt x="1853158" y="2644890"/>
                  </a:lnTo>
                  <a:lnTo>
                    <a:pt x="1924781" y="2643199"/>
                  </a:lnTo>
                  <a:lnTo>
                    <a:pt x="1996403" y="2641504"/>
                  </a:lnTo>
                  <a:lnTo>
                    <a:pt x="2068026" y="2639806"/>
                  </a:lnTo>
                  <a:lnTo>
                    <a:pt x="2139648" y="2638104"/>
                  </a:lnTo>
                  <a:lnTo>
                    <a:pt x="2211271" y="2636399"/>
                  </a:lnTo>
                  <a:lnTo>
                    <a:pt x="2282893" y="2634690"/>
                  </a:lnTo>
                  <a:lnTo>
                    <a:pt x="2354516" y="2632978"/>
                  </a:lnTo>
                  <a:lnTo>
                    <a:pt x="2426138" y="2631262"/>
                  </a:lnTo>
                  <a:lnTo>
                    <a:pt x="2497761" y="2629544"/>
                  </a:lnTo>
                  <a:lnTo>
                    <a:pt x="2569383" y="2627821"/>
                  </a:lnTo>
                  <a:lnTo>
                    <a:pt x="2641006" y="2626095"/>
                  </a:lnTo>
                  <a:lnTo>
                    <a:pt x="2712628" y="2624366"/>
                  </a:lnTo>
                  <a:lnTo>
                    <a:pt x="2784251" y="2622633"/>
                  </a:lnTo>
                  <a:lnTo>
                    <a:pt x="2855873" y="2620896"/>
                  </a:lnTo>
                  <a:lnTo>
                    <a:pt x="2927496" y="2619157"/>
                  </a:lnTo>
                  <a:lnTo>
                    <a:pt x="2999118" y="2617413"/>
                  </a:lnTo>
                  <a:lnTo>
                    <a:pt x="3070741" y="2615666"/>
                  </a:lnTo>
                  <a:lnTo>
                    <a:pt x="3142364" y="2613916"/>
                  </a:lnTo>
                  <a:lnTo>
                    <a:pt x="3213986" y="2612162"/>
                  </a:lnTo>
                  <a:lnTo>
                    <a:pt x="3285609" y="2610404"/>
                  </a:lnTo>
                  <a:lnTo>
                    <a:pt x="3357231" y="2608643"/>
                  </a:lnTo>
                  <a:lnTo>
                    <a:pt x="3428854" y="2606879"/>
                  </a:lnTo>
                  <a:lnTo>
                    <a:pt x="3500476" y="2605111"/>
                  </a:lnTo>
                  <a:lnTo>
                    <a:pt x="3572099" y="2603339"/>
                  </a:lnTo>
                  <a:lnTo>
                    <a:pt x="3643721" y="2601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471"/>
              <a:ext cx="7090630" cy="733481"/>
            </a:xfrm>
            <a:custGeom>
              <a:avLst/>
              <a:pathLst>
                <a:path w="7090630" h="733481">
                  <a:moveTo>
                    <a:pt x="7090630" y="733481"/>
                  </a:moveTo>
                  <a:lnTo>
                    <a:pt x="7019007" y="726496"/>
                  </a:lnTo>
                  <a:lnTo>
                    <a:pt x="6947385" y="718999"/>
                  </a:lnTo>
                  <a:lnTo>
                    <a:pt x="6875762" y="710952"/>
                  </a:lnTo>
                  <a:lnTo>
                    <a:pt x="6804139" y="702316"/>
                  </a:lnTo>
                  <a:lnTo>
                    <a:pt x="6732517" y="693046"/>
                  </a:lnTo>
                  <a:lnTo>
                    <a:pt x="6660894" y="683098"/>
                  </a:lnTo>
                  <a:lnTo>
                    <a:pt x="6589272" y="672420"/>
                  </a:lnTo>
                  <a:lnTo>
                    <a:pt x="6517649" y="660959"/>
                  </a:lnTo>
                  <a:lnTo>
                    <a:pt x="6446027" y="648658"/>
                  </a:lnTo>
                  <a:lnTo>
                    <a:pt x="6374404" y="635456"/>
                  </a:lnTo>
                  <a:lnTo>
                    <a:pt x="6302782" y="621286"/>
                  </a:lnTo>
                  <a:lnTo>
                    <a:pt x="6231159" y="606078"/>
                  </a:lnTo>
                  <a:lnTo>
                    <a:pt x="6159537" y="589754"/>
                  </a:lnTo>
                  <a:lnTo>
                    <a:pt x="6087914" y="572235"/>
                  </a:lnTo>
                  <a:lnTo>
                    <a:pt x="6016292" y="553431"/>
                  </a:lnTo>
                  <a:lnTo>
                    <a:pt x="5944669" y="533249"/>
                  </a:lnTo>
                  <a:lnTo>
                    <a:pt x="5873047" y="511587"/>
                  </a:lnTo>
                  <a:lnTo>
                    <a:pt x="5801424" y="488338"/>
                  </a:lnTo>
                  <a:lnTo>
                    <a:pt x="5729802" y="463385"/>
                  </a:lnTo>
                  <a:lnTo>
                    <a:pt x="5658179" y="436602"/>
                  </a:lnTo>
                  <a:lnTo>
                    <a:pt x="5586557" y="407857"/>
                  </a:lnTo>
                  <a:lnTo>
                    <a:pt x="5514934" y="377004"/>
                  </a:lnTo>
                  <a:lnTo>
                    <a:pt x="5443311" y="343891"/>
                  </a:lnTo>
                  <a:lnTo>
                    <a:pt x="5371689" y="308350"/>
                  </a:lnTo>
                  <a:lnTo>
                    <a:pt x="5300066" y="270204"/>
                  </a:lnTo>
                  <a:lnTo>
                    <a:pt x="5228444" y="229262"/>
                  </a:lnTo>
                  <a:lnTo>
                    <a:pt x="5156821" y="185319"/>
                  </a:lnTo>
                  <a:lnTo>
                    <a:pt x="5085199" y="138155"/>
                  </a:lnTo>
                  <a:lnTo>
                    <a:pt x="5013576" y="87535"/>
                  </a:lnTo>
                  <a:lnTo>
                    <a:pt x="4941954" y="33204"/>
                  </a:lnTo>
                  <a:lnTo>
                    <a:pt x="4870331" y="0"/>
                  </a:lnTo>
                  <a:lnTo>
                    <a:pt x="4798709" y="1667"/>
                  </a:lnTo>
                  <a:lnTo>
                    <a:pt x="4727086" y="3332"/>
                  </a:lnTo>
                  <a:lnTo>
                    <a:pt x="4655464" y="4993"/>
                  </a:lnTo>
                  <a:lnTo>
                    <a:pt x="4583841" y="6651"/>
                  </a:lnTo>
                  <a:lnTo>
                    <a:pt x="4512219" y="8305"/>
                  </a:lnTo>
                  <a:lnTo>
                    <a:pt x="4440596" y="9956"/>
                  </a:lnTo>
                  <a:lnTo>
                    <a:pt x="4368974" y="11604"/>
                  </a:lnTo>
                  <a:lnTo>
                    <a:pt x="4297351" y="13248"/>
                  </a:lnTo>
                  <a:lnTo>
                    <a:pt x="4225729" y="14890"/>
                  </a:lnTo>
                  <a:lnTo>
                    <a:pt x="4154106" y="16527"/>
                  </a:lnTo>
                  <a:lnTo>
                    <a:pt x="4082483" y="18162"/>
                  </a:lnTo>
                  <a:lnTo>
                    <a:pt x="4010861" y="19793"/>
                  </a:lnTo>
                  <a:lnTo>
                    <a:pt x="3939238" y="21421"/>
                  </a:lnTo>
                  <a:lnTo>
                    <a:pt x="3867616" y="23046"/>
                  </a:lnTo>
                  <a:lnTo>
                    <a:pt x="3795993" y="24667"/>
                  </a:lnTo>
                  <a:lnTo>
                    <a:pt x="3724371" y="26286"/>
                  </a:lnTo>
                  <a:lnTo>
                    <a:pt x="3652748" y="27900"/>
                  </a:lnTo>
                  <a:lnTo>
                    <a:pt x="3581126" y="29512"/>
                  </a:lnTo>
                  <a:lnTo>
                    <a:pt x="3509503" y="31121"/>
                  </a:lnTo>
                  <a:lnTo>
                    <a:pt x="3437881" y="32726"/>
                  </a:lnTo>
                  <a:lnTo>
                    <a:pt x="3366258" y="34328"/>
                  </a:lnTo>
                  <a:lnTo>
                    <a:pt x="3294636" y="35926"/>
                  </a:lnTo>
                  <a:lnTo>
                    <a:pt x="3223013" y="37522"/>
                  </a:lnTo>
                  <a:lnTo>
                    <a:pt x="3151391" y="39114"/>
                  </a:lnTo>
                  <a:lnTo>
                    <a:pt x="3079768" y="40703"/>
                  </a:lnTo>
                  <a:lnTo>
                    <a:pt x="3008146" y="42289"/>
                  </a:lnTo>
                  <a:lnTo>
                    <a:pt x="2936523" y="43872"/>
                  </a:lnTo>
                  <a:lnTo>
                    <a:pt x="2864901" y="45451"/>
                  </a:lnTo>
                  <a:lnTo>
                    <a:pt x="2793278" y="47028"/>
                  </a:lnTo>
                  <a:lnTo>
                    <a:pt x="2721655" y="48601"/>
                  </a:lnTo>
                  <a:lnTo>
                    <a:pt x="2650033" y="50171"/>
                  </a:lnTo>
                  <a:lnTo>
                    <a:pt x="2578410" y="51738"/>
                  </a:lnTo>
                  <a:lnTo>
                    <a:pt x="2506788" y="53302"/>
                  </a:lnTo>
                  <a:lnTo>
                    <a:pt x="2435165" y="54862"/>
                  </a:lnTo>
                  <a:lnTo>
                    <a:pt x="2363543" y="56419"/>
                  </a:lnTo>
                  <a:lnTo>
                    <a:pt x="2291920" y="57974"/>
                  </a:lnTo>
                  <a:lnTo>
                    <a:pt x="2220298" y="59525"/>
                  </a:lnTo>
                  <a:lnTo>
                    <a:pt x="2148675" y="61073"/>
                  </a:lnTo>
                  <a:lnTo>
                    <a:pt x="2077053" y="62618"/>
                  </a:lnTo>
                  <a:lnTo>
                    <a:pt x="2005430" y="64160"/>
                  </a:lnTo>
                  <a:lnTo>
                    <a:pt x="1933808" y="65698"/>
                  </a:lnTo>
                  <a:lnTo>
                    <a:pt x="1862185" y="67234"/>
                  </a:lnTo>
                  <a:lnTo>
                    <a:pt x="1790563" y="68766"/>
                  </a:lnTo>
                  <a:lnTo>
                    <a:pt x="1718940" y="70296"/>
                  </a:lnTo>
                  <a:lnTo>
                    <a:pt x="1647318" y="71822"/>
                  </a:lnTo>
                  <a:lnTo>
                    <a:pt x="1575695" y="73345"/>
                  </a:lnTo>
                  <a:lnTo>
                    <a:pt x="1504073" y="74866"/>
                  </a:lnTo>
                  <a:lnTo>
                    <a:pt x="1432450" y="76383"/>
                  </a:lnTo>
                  <a:lnTo>
                    <a:pt x="1360827" y="77897"/>
                  </a:lnTo>
                  <a:lnTo>
                    <a:pt x="1289205" y="79408"/>
                  </a:lnTo>
                  <a:lnTo>
                    <a:pt x="1217582" y="80916"/>
                  </a:lnTo>
                  <a:lnTo>
                    <a:pt x="1145960" y="82421"/>
                  </a:lnTo>
                  <a:lnTo>
                    <a:pt x="1074337" y="83923"/>
                  </a:lnTo>
                  <a:lnTo>
                    <a:pt x="1002715" y="85422"/>
                  </a:lnTo>
                  <a:lnTo>
                    <a:pt x="931092" y="86918"/>
                  </a:lnTo>
                  <a:lnTo>
                    <a:pt x="859470" y="88411"/>
                  </a:lnTo>
                  <a:lnTo>
                    <a:pt x="787847" y="89901"/>
                  </a:lnTo>
                  <a:lnTo>
                    <a:pt x="716225" y="91387"/>
                  </a:lnTo>
                  <a:lnTo>
                    <a:pt x="644602" y="92871"/>
                  </a:lnTo>
                  <a:lnTo>
                    <a:pt x="572980" y="94352"/>
                  </a:lnTo>
                  <a:lnTo>
                    <a:pt x="501357" y="95830"/>
                  </a:lnTo>
                  <a:lnTo>
                    <a:pt x="429735" y="97305"/>
                  </a:lnTo>
                  <a:lnTo>
                    <a:pt x="358112" y="98777"/>
                  </a:lnTo>
                  <a:lnTo>
                    <a:pt x="286490" y="100246"/>
                  </a:lnTo>
                  <a:lnTo>
                    <a:pt x="214867" y="101712"/>
                  </a:lnTo>
                  <a:lnTo>
                    <a:pt x="143245" y="103175"/>
                  </a:lnTo>
                  <a:lnTo>
                    <a:pt x="71622" y="104636"/>
                  </a:lnTo>
                  <a:lnTo>
                    <a:pt x="0" y="106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80695" y="2073503"/>
              <a:ext cx="5181983" cy="3193799"/>
            </a:xfrm>
            <a:custGeom>
              <a:avLst/>
              <a:pathLst>
                <a:path w="5181983" h="3193799">
                  <a:moveTo>
                    <a:pt x="0" y="0"/>
                  </a:moveTo>
                  <a:lnTo>
                    <a:pt x="25162" y="42265"/>
                  </a:lnTo>
                  <a:lnTo>
                    <a:pt x="96784" y="158507"/>
                  </a:lnTo>
                  <a:lnTo>
                    <a:pt x="168407" y="270824"/>
                  </a:lnTo>
                  <a:lnTo>
                    <a:pt x="240029" y="379346"/>
                  </a:lnTo>
                  <a:lnTo>
                    <a:pt x="311652" y="484203"/>
                  </a:lnTo>
                  <a:lnTo>
                    <a:pt x="383274" y="585519"/>
                  </a:lnTo>
                  <a:lnTo>
                    <a:pt x="454897" y="683412"/>
                  </a:lnTo>
                  <a:lnTo>
                    <a:pt x="526519" y="777998"/>
                  </a:lnTo>
                  <a:lnTo>
                    <a:pt x="598142" y="869390"/>
                  </a:lnTo>
                  <a:lnTo>
                    <a:pt x="669764" y="957695"/>
                  </a:lnTo>
                  <a:lnTo>
                    <a:pt x="741387" y="1043017"/>
                  </a:lnTo>
                  <a:lnTo>
                    <a:pt x="813009" y="1125457"/>
                  </a:lnTo>
                  <a:lnTo>
                    <a:pt x="884632" y="1205113"/>
                  </a:lnTo>
                  <a:lnTo>
                    <a:pt x="956254" y="1282078"/>
                  </a:lnTo>
                  <a:lnTo>
                    <a:pt x="1027877" y="1356444"/>
                  </a:lnTo>
                  <a:lnTo>
                    <a:pt x="1099499" y="1428297"/>
                  </a:lnTo>
                  <a:lnTo>
                    <a:pt x="1171122" y="1497724"/>
                  </a:lnTo>
                  <a:lnTo>
                    <a:pt x="1242745" y="1564806"/>
                  </a:lnTo>
                  <a:lnTo>
                    <a:pt x="1314367" y="1629622"/>
                  </a:lnTo>
                  <a:lnTo>
                    <a:pt x="1385990" y="1692248"/>
                  </a:lnTo>
                  <a:lnTo>
                    <a:pt x="1457612" y="1752759"/>
                  </a:lnTo>
                  <a:lnTo>
                    <a:pt x="1529235" y="1811227"/>
                  </a:lnTo>
                  <a:lnTo>
                    <a:pt x="1600857" y="1867719"/>
                  </a:lnTo>
                  <a:lnTo>
                    <a:pt x="1672480" y="1922304"/>
                  </a:lnTo>
                  <a:lnTo>
                    <a:pt x="1744102" y="1975044"/>
                  </a:lnTo>
                  <a:lnTo>
                    <a:pt x="1815725" y="2026004"/>
                  </a:lnTo>
                  <a:lnTo>
                    <a:pt x="1887347" y="2075242"/>
                  </a:lnTo>
                  <a:lnTo>
                    <a:pt x="1958970" y="2122817"/>
                  </a:lnTo>
                  <a:lnTo>
                    <a:pt x="2030592" y="2168785"/>
                  </a:lnTo>
                  <a:lnTo>
                    <a:pt x="2102215" y="2213200"/>
                  </a:lnTo>
                  <a:lnTo>
                    <a:pt x="2173837" y="2256115"/>
                  </a:lnTo>
                  <a:lnTo>
                    <a:pt x="2245460" y="2297581"/>
                  </a:lnTo>
                  <a:lnTo>
                    <a:pt x="2317082" y="2337646"/>
                  </a:lnTo>
                  <a:lnTo>
                    <a:pt x="2388705" y="2376357"/>
                  </a:lnTo>
                  <a:lnTo>
                    <a:pt x="2460327" y="2413762"/>
                  </a:lnTo>
                  <a:lnTo>
                    <a:pt x="2531950" y="2449902"/>
                  </a:lnTo>
                  <a:lnTo>
                    <a:pt x="2603573" y="2484822"/>
                  </a:lnTo>
                  <a:lnTo>
                    <a:pt x="2675195" y="2518563"/>
                  </a:lnTo>
                  <a:lnTo>
                    <a:pt x="2746818" y="2551164"/>
                  </a:lnTo>
                  <a:lnTo>
                    <a:pt x="2818440" y="2582664"/>
                  </a:lnTo>
                  <a:lnTo>
                    <a:pt x="2890063" y="2613099"/>
                  </a:lnTo>
                  <a:lnTo>
                    <a:pt x="2961685" y="2642507"/>
                  </a:lnTo>
                  <a:lnTo>
                    <a:pt x="3033308" y="2670922"/>
                  </a:lnTo>
                  <a:lnTo>
                    <a:pt x="3104930" y="2698376"/>
                  </a:lnTo>
                  <a:lnTo>
                    <a:pt x="3176553" y="2724904"/>
                  </a:lnTo>
                  <a:lnTo>
                    <a:pt x="3248175" y="2750535"/>
                  </a:lnTo>
                  <a:lnTo>
                    <a:pt x="3319798" y="2775301"/>
                  </a:lnTo>
                  <a:lnTo>
                    <a:pt x="3391420" y="2799230"/>
                  </a:lnTo>
                  <a:lnTo>
                    <a:pt x="3463043" y="2822351"/>
                  </a:lnTo>
                  <a:lnTo>
                    <a:pt x="3534665" y="2844690"/>
                  </a:lnTo>
                  <a:lnTo>
                    <a:pt x="3606288" y="2866276"/>
                  </a:lnTo>
                  <a:lnTo>
                    <a:pt x="3677910" y="2887132"/>
                  </a:lnTo>
                  <a:lnTo>
                    <a:pt x="3749533" y="2907284"/>
                  </a:lnTo>
                  <a:lnTo>
                    <a:pt x="3821155" y="2926755"/>
                  </a:lnTo>
                  <a:lnTo>
                    <a:pt x="3892778" y="2945568"/>
                  </a:lnTo>
                  <a:lnTo>
                    <a:pt x="3964401" y="2963746"/>
                  </a:lnTo>
                  <a:lnTo>
                    <a:pt x="4036023" y="2981310"/>
                  </a:lnTo>
                  <a:lnTo>
                    <a:pt x="4107646" y="2998281"/>
                  </a:lnTo>
                  <a:lnTo>
                    <a:pt x="4179268" y="3014679"/>
                  </a:lnTo>
                  <a:lnTo>
                    <a:pt x="4250891" y="3030522"/>
                  </a:lnTo>
                  <a:lnTo>
                    <a:pt x="4322513" y="3045831"/>
                  </a:lnTo>
                  <a:lnTo>
                    <a:pt x="4394136" y="3060622"/>
                  </a:lnTo>
                  <a:lnTo>
                    <a:pt x="4465758" y="3074914"/>
                  </a:lnTo>
                  <a:lnTo>
                    <a:pt x="4537381" y="3088723"/>
                  </a:lnTo>
                  <a:lnTo>
                    <a:pt x="4609003" y="3102066"/>
                  </a:lnTo>
                  <a:lnTo>
                    <a:pt x="4680626" y="3114958"/>
                  </a:lnTo>
                  <a:lnTo>
                    <a:pt x="4752248" y="3127414"/>
                  </a:lnTo>
                  <a:lnTo>
                    <a:pt x="4823871" y="3139450"/>
                  </a:lnTo>
                  <a:lnTo>
                    <a:pt x="4895493" y="3151079"/>
                  </a:lnTo>
                  <a:lnTo>
                    <a:pt x="4967116" y="3162316"/>
                  </a:lnTo>
                  <a:lnTo>
                    <a:pt x="5038738" y="3173173"/>
                  </a:lnTo>
                  <a:lnTo>
                    <a:pt x="5110361" y="3183663"/>
                  </a:lnTo>
                  <a:lnTo>
                    <a:pt x="5181983" y="31937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(0.91-1.00)  |  per IQR (Δ = 18.2): 0.45 (0.19-1.05)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2026-05-22T09:54:30Z</dcterms:modified>
  <cp:category/>
</cp:coreProperties>
</file>