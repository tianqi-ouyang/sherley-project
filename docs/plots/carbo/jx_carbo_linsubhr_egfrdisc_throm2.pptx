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86481"/>
            </a:xfrm>
            <a:custGeom>
              <a:avLst/>
              <a:pathLst>
                <a:path w="7090630" h="3386481">
                  <a:moveTo>
                    <a:pt x="3432938" y="0"/>
                  </a:moveTo>
                  <a:lnTo>
                    <a:pt x="3437881" y="17363"/>
                  </a:lnTo>
                  <a:lnTo>
                    <a:pt x="3509503" y="251928"/>
                  </a:lnTo>
                  <a:lnTo>
                    <a:pt x="3581126" y="470621"/>
                  </a:lnTo>
                  <a:lnTo>
                    <a:pt x="3652748" y="674516"/>
                  </a:lnTo>
                  <a:lnTo>
                    <a:pt x="3724371" y="864613"/>
                  </a:lnTo>
                  <a:lnTo>
                    <a:pt x="3795993" y="1041846"/>
                  </a:lnTo>
                  <a:lnTo>
                    <a:pt x="3867616" y="1207087"/>
                  </a:lnTo>
                  <a:lnTo>
                    <a:pt x="3939238" y="1361145"/>
                  </a:lnTo>
                  <a:lnTo>
                    <a:pt x="4010861" y="1504779"/>
                  </a:lnTo>
                  <a:lnTo>
                    <a:pt x="4082483" y="1638693"/>
                  </a:lnTo>
                  <a:lnTo>
                    <a:pt x="4154106" y="1763546"/>
                  </a:lnTo>
                  <a:lnTo>
                    <a:pt x="4225729" y="1879949"/>
                  </a:lnTo>
                  <a:lnTo>
                    <a:pt x="4297351" y="1988476"/>
                  </a:lnTo>
                  <a:lnTo>
                    <a:pt x="4368974" y="2089659"/>
                  </a:lnTo>
                  <a:lnTo>
                    <a:pt x="4440596" y="2183996"/>
                  </a:lnTo>
                  <a:lnTo>
                    <a:pt x="4512219" y="2271948"/>
                  </a:lnTo>
                  <a:lnTo>
                    <a:pt x="4583841" y="2353949"/>
                  </a:lnTo>
                  <a:lnTo>
                    <a:pt x="4655464" y="2430401"/>
                  </a:lnTo>
                  <a:lnTo>
                    <a:pt x="4727086" y="2501679"/>
                  </a:lnTo>
                  <a:lnTo>
                    <a:pt x="4798709" y="2568135"/>
                  </a:lnTo>
                  <a:lnTo>
                    <a:pt x="4870331" y="2630093"/>
                  </a:lnTo>
                  <a:lnTo>
                    <a:pt x="4941954" y="2650096"/>
                  </a:lnTo>
                  <a:lnTo>
                    <a:pt x="5013576" y="2642947"/>
                  </a:lnTo>
                  <a:lnTo>
                    <a:pt x="5085199" y="2635737"/>
                  </a:lnTo>
                  <a:lnTo>
                    <a:pt x="5156821" y="2628465"/>
                  </a:lnTo>
                  <a:lnTo>
                    <a:pt x="5228444" y="2621131"/>
                  </a:lnTo>
                  <a:lnTo>
                    <a:pt x="5300066" y="2613734"/>
                  </a:lnTo>
                  <a:lnTo>
                    <a:pt x="5371689" y="2606274"/>
                  </a:lnTo>
                  <a:lnTo>
                    <a:pt x="5443311" y="2598750"/>
                  </a:lnTo>
                  <a:lnTo>
                    <a:pt x="5514934" y="2591161"/>
                  </a:lnTo>
                  <a:lnTo>
                    <a:pt x="5586557" y="2583507"/>
                  </a:lnTo>
                  <a:lnTo>
                    <a:pt x="5658179" y="2575787"/>
                  </a:lnTo>
                  <a:lnTo>
                    <a:pt x="5729802" y="2568001"/>
                  </a:lnTo>
                  <a:lnTo>
                    <a:pt x="5801424" y="2560149"/>
                  </a:lnTo>
                  <a:lnTo>
                    <a:pt x="5873047" y="2552229"/>
                  </a:lnTo>
                  <a:lnTo>
                    <a:pt x="5944669" y="2544241"/>
                  </a:lnTo>
                  <a:lnTo>
                    <a:pt x="6016292" y="2536185"/>
                  </a:lnTo>
                  <a:lnTo>
                    <a:pt x="6087914" y="2528060"/>
                  </a:lnTo>
                  <a:lnTo>
                    <a:pt x="6159537" y="2519865"/>
                  </a:lnTo>
                  <a:lnTo>
                    <a:pt x="6231159" y="2511599"/>
                  </a:lnTo>
                  <a:lnTo>
                    <a:pt x="6302782" y="2503263"/>
                  </a:lnTo>
                  <a:lnTo>
                    <a:pt x="6374404" y="2494855"/>
                  </a:lnTo>
                  <a:lnTo>
                    <a:pt x="6446027" y="2486376"/>
                  </a:lnTo>
                  <a:lnTo>
                    <a:pt x="6517649" y="2477823"/>
                  </a:lnTo>
                  <a:lnTo>
                    <a:pt x="6589272" y="2469197"/>
                  </a:lnTo>
                  <a:lnTo>
                    <a:pt x="6660894" y="2460497"/>
                  </a:lnTo>
                  <a:lnTo>
                    <a:pt x="6732517" y="2451723"/>
                  </a:lnTo>
                  <a:lnTo>
                    <a:pt x="6804139" y="2442873"/>
                  </a:lnTo>
                  <a:lnTo>
                    <a:pt x="6875762" y="2433948"/>
                  </a:lnTo>
                  <a:lnTo>
                    <a:pt x="6947385" y="2424946"/>
                  </a:lnTo>
                  <a:lnTo>
                    <a:pt x="7019007" y="2415867"/>
                  </a:lnTo>
                  <a:lnTo>
                    <a:pt x="7090630" y="2406709"/>
                  </a:lnTo>
                  <a:lnTo>
                    <a:pt x="7090630" y="3386481"/>
                  </a:lnTo>
                  <a:lnTo>
                    <a:pt x="7019007" y="3379421"/>
                  </a:lnTo>
                  <a:lnTo>
                    <a:pt x="6947385" y="3371849"/>
                  </a:lnTo>
                  <a:lnTo>
                    <a:pt x="6875762" y="3363728"/>
                  </a:lnTo>
                  <a:lnTo>
                    <a:pt x="6804139" y="3355017"/>
                  </a:lnTo>
                  <a:lnTo>
                    <a:pt x="6732517" y="3345674"/>
                  </a:lnTo>
                  <a:lnTo>
                    <a:pt x="6660894" y="3335652"/>
                  </a:lnTo>
                  <a:lnTo>
                    <a:pt x="6589272" y="3324904"/>
                  </a:lnTo>
                  <a:lnTo>
                    <a:pt x="6517649" y="3313375"/>
                  </a:lnTo>
                  <a:lnTo>
                    <a:pt x="6446027" y="3301009"/>
                  </a:lnTo>
                  <a:lnTo>
                    <a:pt x="6374404" y="3287746"/>
                  </a:lnTo>
                  <a:lnTo>
                    <a:pt x="6302782" y="3273520"/>
                  </a:lnTo>
                  <a:lnTo>
                    <a:pt x="6231159" y="3258262"/>
                  </a:lnTo>
                  <a:lnTo>
                    <a:pt x="6159537" y="3241896"/>
                  </a:lnTo>
                  <a:lnTo>
                    <a:pt x="6087914" y="3224343"/>
                  </a:lnTo>
                  <a:lnTo>
                    <a:pt x="6016292" y="3205515"/>
                  </a:lnTo>
                  <a:lnTo>
                    <a:pt x="5944669" y="3185321"/>
                  </a:lnTo>
                  <a:lnTo>
                    <a:pt x="5873047" y="3163662"/>
                  </a:lnTo>
                  <a:lnTo>
                    <a:pt x="5801424" y="3140430"/>
                  </a:lnTo>
                  <a:lnTo>
                    <a:pt x="5729802" y="3115512"/>
                  </a:lnTo>
                  <a:lnTo>
                    <a:pt x="5658179" y="3088785"/>
                  </a:lnTo>
                  <a:lnTo>
                    <a:pt x="5586557" y="3060119"/>
                  </a:lnTo>
                  <a:lnTo>
                    <a:pt x="5514934" y="3029372"/>
                  </a:lnTo>
                  <a:lnTo>
                    <a:pt x="5443311" y="2996393"/>
                  </a:lnTo>
                  <a:lnTo>
                    <a:pt x="5371689" y="2961021"/>
                  </a:lnTo>
                  <a:lnTo>
                    <a:pt x="5300066" y="2923082"/>
                  </a:lnTo>
                  <a:lnTo>
                    <a:pt x="5228444" y="2882389"/>
                  </a:lnTo>
                  <a:lnTo>
                    <a:pt x="5156821" y="2838742"/>
                  </a:lnTo>
                  <a:lnTo>
                    <a:pt x="5085199" y="2791928"/>
                  </a:lnTo>
                  <a:lnTo>
                    <a:pt x="5013576" y="2741715"/>
                  </a:lnTo>
                  <a:lnTo>
                    <a:pt x="4941954" y="2687859"/>
                  </a:lnTo>
                  <a:lnTo>
                    <a:pt x="4870331" y="2657183"/>
                  </a:lnTo>
                  <a:lnTo>
                    <a:pt x="4798709" y="2664211"/>
                  </a:lnTo>
                  <a:lnTo>
                    <a:pt x="4727086" y="2671179"/>
                  </a:lnTo>
                  <a:lnTo>
                    <a:pt x="4655464" y="2678087"/>
                  </a:lnTo>
                  <a:lnTo>
                    <a:pt x="4583841" y="2684937"/>
                  </a:lnTo>
                  <a:lnTo>
                    <a:pt x="4512219" y="2691729"/>
                  </a:lnTo>
                  <a:lnTo>
                    <a:pt x="4440596" y="2698463"/>
                  </a:lnTo>
                  <a:lnTo>
                    <a:pt x="4368974" y="2705139"/>
                  </a:lnTo>
                  <a:lnTo>
                    <a:pt x="4297351" y="2711759"/>
                  </a:lnTo>
                  <a:lnTo>
                    <a:pt x="4225729" y="2718323"/>
                  </a:lnTo>
                  <a:lnTo>
                    <a:pt x="4154106" y="2724830"/>
                  </a:lnTo>
                  <a:lnTo>
                    <a:pt x="4082483" y="2731283"/>
                  </a:lnTo>
                  <a:lnTo>
                    <a:pt x="4010861" y="2737680"/>
                  </a:lnTo>
                  <a:lnTo>
                    <a:pt x="3939238" y="2744023"/>
                  </a:lnTo>
                  <a:lnTo>
                    <a:pt x="3867616" y="2750313"/>
                  </a:lnTo>
                  <a:lnTo>
                    <a:pt x="3795993" y="2756548"/>
                  </a:lnTo>
                  <a:lnTo>
                    <a:pt x="3724371" y="2762731"/>
                  </a:lnTo>
                  <a:lnTo>
                    <a:pt x="3652748" y="2768861"/>
                  </a:lnTo>
                  <a:lnTo>
                    <a:pt x="3581126" y="2774939"/>
                  </a:lnTo>
                  <a:lnTo>
                    <a:pt x="3509503" y="2780966"/>
                  </a:lnTo>
                  <a:lnTo>
                    <a:pt x="3437881" y="2786941"/>
                  </a:lnTo>
                  <a:lnTo>
                    <a:pt x="3366258" y="2792865"/>
                  </a:lnTo>
                  <a:lnTo>
                    <a:pt x="3294636" y="2798739"/>
                  </a:lnTo>
                  <a:lnTo>
                    <a:pt x="3223013" y="2804563"/>
                  </a:lnTo>
                  <a:lnTo>
                    <a:pt x="3151391" y="2810338"/>
                  </a:lnTo>
                  <a:lnTo>
                    <a:pt x="3079768" y="2816063"/>
                  </a:lnTo>
                  <a:lnTo>
                    <a:pt x="3008146" y="2821740"/>
                  </a:lnTo>
                  <a:lnTo>
                    <a:pt x="2936523" y="2827368"/>
                  </a:lnTo>
                  <a:lnTo>
                    <a:pt x="2864901" y="2832949"/>
                  </a:lnTo>
                  <a:lnTo>
                    <a:pt x="2793278" y="2838482"/>
                  </a:lnTo>
                  <a:lnTo>
                    <a:pt x="2721655" y="2843968"/>
                  </a:lnTo>
                  <a:lnTo>
                    <a:pt x="2650033" y="2849408"/>
                  </a:lnTo>
                  <a:lnTo>
                    <a:pt x="2578410" y="2854801"/>
                  </a:lnTo>
                  <a:lnTo>
                    <a:pt x="2506788" y="2860148"/>
                  </a:lnTo>
                  <a:lnTo>
                    <a:pt x="2435165" y="2865450"/>
                  </a:lnTo>
                  <a:lnTo>
                    <a:pt x="2363543" y="2870707"/>
                  </a:lnTo>
                  <a:lnTo>
                    <a:pt x="2291920" y="2875919"/>
                  </a:lnTo>
                  <a:lnTo>
                    <a:pt x="2220298" y="2881087"/>
                  </a:lnTo>
                  <a:lnTo>
                    <a:pt x="2148675" y="2886211"/>
                  </a:lnTo>
                  <a:lnTo>
                    <a:pt x="2077053" y="2891291"/>
                  </a:lnTo>
                  <a:lnTo>
                    <a:pt x="2005430" y="2896328"/>
                  </a:lnTo>
                  <a:lnTo>
                    <a:pt x="1933808" y="2901323"/>
                  </a:lnTo>
                  <a:lnTo>
                    <a:pt x="1862185" y="2906274"/>
                  </a:lnTo>
                  <a:lnTo>
                    <a:pt x="1790563" y="2911184"/>
                  </a:lnTo>
                  <a:lnTo>
                    <a:pt x="1718940" y="2916052"/>
                  </a:lnTo>
                  <a:lnTo>
                    <a:pt x="1647318" y="2920879"/>
                  </a:lnTo>
                  <a:lnTo>
                    <a:pt x="1575695" y="2925664"/>
                  </a:lnTo>
                  <a:lnTo>
                    <a:pt x="1504073" y="2930409"/>
                  </a:lnTo>
                  <a:lnTo>
                    <a:pt x="1432450" y="2935114"/>
                  </a:lnTo>
                  <a:lnTo>
                    <a:pt x="1360827" y="2939778"/>
                  </a:lnTo>
                  <a:lnTo>
                    <a:pt x="1289205" y="2944403"/>
                  </a:lnTo>
                  <a:lnTo>
                    <a:pt x="1217582" y="2948989"/>
                  </a:lnTo>
                  <a:lnTo>
                    <a:pt x="1145960" y="2953535"/>
                  </a:lnTo>
                  <a:lnTo>
                    <a:pt x="1074337" y="2958043"/>
                  </a:lnTo>
                  <a:lnTo>
                    <a:pt x="1002715" y="2962513"/>
                  </a:lnTo>
                  <a:lnTo>
                    <a:pt x="931092" y="2966944"/>
                  </a:lnTo>
                  <a:lnTo>
                    <a:pt x="859470" y="2971338"/>
                  </a:lnTo>
                  <a:lnTo>
                    <a:pt x="787847" y="2975695"/>
                  </a:lnTo>
                  <a:lnTo>
                    <a:pt x="716225" y="2980014"/>
                  </a:lnTo>
                  <a:lnTo>
                    <a:pt x="644602" y="2984297"/>
                  </a:lnTo>
                  <a:lnTo>
                    <a:pt x="572980" y="2988544"/>
                  </a:lnTo>
                  <a:lnTo>
                    <a:pt x="501357" y="2992754"/>
                  </a:lnTo>
                  <a:lnTo>
                    <a:pt x="429735" y="2996928"/>
                  </a:lnTo>
                  <a:lnTo>
                    <a:pt x="358112" y="3001067"/>
                  </a:lnTo>
                  <a:lnTo>
                    <a:pt x="286490" y="3005171"/>
                  </a:lnTo>
                  <a:lnTo>
                    <a:pt x="214867" y="3009240"/>
                  </a:lnTo>
                  <a:lnTo>
                    <a:pt x="143245" y="3013274"/>
                  </a:lnTo>
                  <a:lnTo>
                    <a:pt x="71622" y="3017274"/>
                  </a:lnTo>
                  <a:lnTo>
                    <a:pt x="0" y="302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604987" y="2073503"/>
              <a:ext cx="3657691" cy="2650096"/>
            </a:xfrm>
            <a:custGeom>
              <a:avLst/>
              <a:pathLst>
                <a:path w="3657691" h="2650096">
                  <a:moveTo>
                    <a:pt x="0" y="0"/>
                  </a:moveTo>
                  <a:lnTo>
                    <a:pt x="4942" y="17363"/>
                  </a:lnTo>
                  <a:lnTo>
                    <a:pt x="76565" y="251928"/>
                  </a:lnTo>
                  <a:lnTo>
                    <a:pt x="148187" y="470621"/>
                  </a:lnTo>
                  <a:lnTo>
                    <a:pt x="219810" y="674516"/>
                  </a:lnTo>
                  <a:lnTo>
                    <a:pt x="291433" y="864613"/>
                  </a:lnTo>
                  <a:lnTo>
                    <a:pt x="363055" y="1041846"/>
                  </a:lnTo>
                  <a:lnTo>
                    <a:pt x="434678" y="1207087"/>
                  </a:lnTo>
                  <a:lnTo>
                    <a:pt x="506300" y="1361145"/>
                  </a:lnTo>
                  <a:lnTo>
                    <a:pt x="577923" y="1504779"/>
                  </a:lnTo>
                  <a:lnTo>
                    <a:pt x="649545" y="1638693"/>
                  </a:lnTo>
                  <a:lnTo>
                    <a:pt x="721168" y="1763546"/>
                  </a:lnTo>
                  <a:lnTo>
                    <a:pt x="792790" y="1879949"/>
                  </a:lnTo>
                  <a:lnTo>
                    <a:pt x="864413" y="1988476"/>
                  </a:lnTo>
                  <a:lnTo>
                    <a:pt x="936035" y="2089659"/>
                  </a:lnTo>
                  <a:lnTo>
                    <a:pt x="1007658" y="2183996"/>
                  </a:lnTo>
                  <a:lnTo>
                    <a:pt x="1079280" y="2271948"/>
                  </a:lnTo>
                  <a:lnTo>
                    <a:pt x="1150903" y="2353949"/>
                  </a:lnTo>
                  <a:lnTo>
                    <a:pt x="1222525" y="2430401"/>
                  </a:lnTo>
                  <a:lnTo>
                    <a:pt x="1294148" y="2501679"/>
                  </a:lnTo>
                  <a:lnTo>
                    <a:pt x="1365770" y="2568135"/>
                  </a:lnTo>
                  <a:lnTo>
                    <a:pt x="1437393" y="2630093"/>
                  </a:lnTo>
                  <a:lnTo>
                    <a:pt x="1509015" y="2650096"/>
                  </a:lnTo>
                  <a:lnTo>
                    <a:pt x="1580638" y="2642947"/>
                  </a:lnTo>
                  <a:lnTo>
                    <a:pt x="1652261" y="2635737"/>
                  </a:lnTo>
                  <a:lnTo>
                    <a:pt x="1723883" y="2628465"/>
                  </a:lnTo>
                  <a:lnTo>
                    <a:pt x="1795506" y="2621131"/>
                  </a:lnTo>
                  <a:lnTo>
                    <a:pt x="1867128" y="2613734"/>
                  </a:lnTo>
                  <a:lnTo>
                    <a:pt x="1938751" y="2606274"/>
                  </a:lnTo>
                  <a:lnTo>
                    <a:pt x="2010373" y="2598750"/>
                  </a:lnTo>
                  <a:lnTo>
                    <a:pt x="2081996" y="2591161"/>
                  </a:lnTo>
                  <a:lnTo>
                    <a:pt x="2153618" y="2583507"/>
                  </a:lnTo>
                  <a:lnTo>
                    <a:pt x="2225241" y="2575787"/>
                  </a:lnTo>
                  <a:lnTo>
                    <a:pt x="2296863" y="2568001"/>
                  </a:lnTo>
                  <a:lnTo>
                    <a:pt x="2368486" y="2560149"/>
                  </a:lnTo>
                  <a:lnTo>
                    <a:pt x="2440108" y="2552229"/>
                  </a:lnTo>
                  <a:lnTo>
                    <a:pt x="2511731" y="2544241"/>
                  </a:lnTo>
                  <a:lnTo>
                    <a:pt x="2583353" y="2536185"/>
                  </a:lnTo>
                  <a:lnTo>
                    <a:pt x="2654976" y="2528060"/>
                  </a:lnTo>
                  <a:lnTo>
                    <a:pt x="2726598" y="2519865"/>
                  </a:lnTo>
                  <a:lnTo>
                    <a:pt x="2798221" y="2511599"/>
                  </a:lnTo>
                  <a:lnTo>
                    <a:pt x="2869843" y="2503263"/>
                  </a:lnTo>
                  <a:lnTo>
                    <a:pt x="2941466" y="2494855"/>
                  </a:lnTo>
                  <a:lnTo>
                    <a:pt x="3013088" y="2486376"/>
                  </a:lnTo>
                  <a:lnTo>
                    <a:pt x="3084711" y="2477823"/>
                  </a:lnTo>
                  <a:lnTo>
                    <a:pt x="3156334" y="2469197"/>
                  </a:lnTo>
                  <a:lnTo>
                    <a:pt x="3227956" y="2460497"/>
                  </a:lnTo>
                  <a:lnTo>
                    <a:pt x="3299579" y="2451723"/>
                  </a:lnTo>
                  <a:lnTo>
                    <a:pt x="3371201" y="2442873"/>
                  </a:lnTo>
                  <a:lnTo>
                    <a:pt x="3442824" y="2433948"/>
                  </a:lnTo>
                  <a:lnTo>
                    <a:pt x="3514446" y="2424946"/>
                  </a:lnTo>
                  <a:lnTo>
                    <a:pt x="3586069" y="2415867"/>
                  </a:lnTo>
                  <a:lnTo>
                    <a:pt x="3657691" y="24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686"/>
              <a:ext cx="7090630" cy="729297"/>
            </a:xfrm>
            <a:custGeom>
              <a:avLst/>
              <a:pathLst>
                <a:path w="7090630" h="729297">
                  <a:moveTo>
                    <a:pt x="7090630" y="729297"/>
                  </a:moveTo>
                  <a:lnTo>
                    <a:pt x="7019007" y="722237"/>
                  </a:lnTo>
                  <a:lnTo>
                    <a:pt x="6947385" y="714665"/>
                  </a:lnTo>
                  <a:lnTo>
                    <a:pt x="6875762" y="706544"/>
                  </a:lnTo>
                  <a:lnTo>
                    <a:pt x="6804139" y="697833"/>
                  </a:lnTo>
                  <a:lnTo>
                    <a:pt x="6732517" y="688490"/>
                  </a:lnTo>
                  <a:lnTo>
                    <a:pt x="6660894" y="678468"/>
                  </a:lnTo>
                  <a:lnTo>
                    <a:pt x="6589272" y="667720"/>
                  </a:lnTo>
                  <a:lnTo>
                    <a:pt x="6517649" y="656191"/>
                  </a:lnTo>
                  <a:lnTo>
                    <a:pt x="6446027" y="643825"/>
                  </a:lnTo>
                  <a:lnTo>
                    <a:pt x="6374404" y="630562"/>
                  </a:lnTo>
                  <a:lnTo>
                    <a:pt x="6302782" y="616336"/>
                  </a:lnTo>
                  <a:lnTo>
                    <a:pt x="6231159" y="601078"/>
                  </a:lnTo>
                  <a:lnTo>
                    <a:pt x="6159537" y="584712"/>
                  </a:lnTo>
                  <a:lnTo>
                    <a:pt x="6087914" y="567159"/>
                  </a:lnTo>
                  <a:lnTo>
                    <a:pt x="6016292" y="548331"/>
                  </a:lnTo>
                  <a:lnTo>
                    <a:pt x="5944669" y="528137"/>
                  </a:lnTo>
                  <a:lnTo>
                    <a:pt x="5873047" y="506478"/>
                  </a:lnTo>
                  <a:lnTo>
                    <a:pt x="5801424" y="483246"/>
                  </a:lnTo>
                  <a:lnTo>
                    <a:pt x="5729802" y="458328"/>
                  </a:lnTo>
                  <a:lnTo>
                    <a:pt x="5658179" y="431601"/>
                  </a:lnTo>
                  <a:lnTo>
                    <a:pt x="5586557" y="402935"/>
                  </a:lnTo>
                  <a:lnTo>
                    <a:pt x="5514934" y="372188"/>
                  </a:lnTo>
                  <a:lnTo>
                    <a:pt x="5443311" y="339210"/>
                  </a:lnTo>
                  <a:lnTo>
                    <a:pt x="5371689" y="303837"/>
                  </a:lnTo>
                  <a:lnTo>
                    <a:pt x="5300066" y="265898"/>
                  </a:lnTo>
                  <a:lnTo>
                    <a:pt x="5228444" y="225205"/>
                  </a:lnTo>
                  <a:lnTo>
                    <a:pt x="5156821" y="181558"/>
                  </a:lnTo>
                  <a:lnTo>
                    <a:pt x="5085199" y="134744"/>
                  </a:lnTo>
                  <a:lnTo>
                    <a:pt x="5013576" y="84531"/>
                  </a:lnTo>
                  <a:lnTo>
                    <a:pt x="4941954" y="30675"/>
                  </a:lnTo>
                  <a:lnTo>
                    <a:pt x="4870331" y="0"/>
                  </a:lnTo>
                  <a:lnTo>
                    <a:pt x="4798709" y="7027"/>
                  </a:lnTo>
                  <a:lnTo>
                    <a:pt x="4727086" y="13995"/>
                  </a:lnTo>
                  <a:lnTo>
                    <a:pt x="4655464" y="20903"/>
                  </a:lnTo>
                  <a:lnTo>
                    <a:pt x="4583841" y="27753"/>
                  </a:lnTo>
                  <a:lnTo>
                    <a:pt x="4512219" y="34545"/>
                  </a:lnTo>
                  <a:lnTo>
                    <a:pt x="4440596" y="41279"/>
                  </a:lnTo>
                  <a:lnTo>
                    <a:pt x="4368974" y="47955"/>
                  </a:lnTo>
                  <a:lnTo>
                    <a:pt x="4297351" y="54575"/>
                  </a:lnTo>
                  <a:lnTo>
                    <a:pt x="4225729" y="61139"/>
                  </a:lnTo>
                  <a:lnTo>
                    <a:pt x="4154106" y="67646"/>
                  </a:lnTo>
                  <a:lnTo>
                    <a:pt x="4082483" y="74099"/>
                  </a:lnTo>
                  <a:lnTo>
                    <a:pt x="4010861" y="80496"/>
                  </a:lnTo>
                  <a:lnTo>
                    <a:pt x="3939238" y="86839"/>
                  </a:lnTo>
                  <a:lnTo>
                    <a:pt x="3867616" y="93129"/>
                  </a:lnTo>
                  <a:lnTo>
                    <a:pt x="3795993" y="99364"/>
                  </a:lnTo>
                  <a:lnTo>
                    <a:pt x="3724371" y="105547"/>
                  </a:lnTo>
                  <a:lnTo>
                    <a:pt x="3652748" y="111677"/>
                  </a:lnTo>
                  <a:lnTo>
                    <a:pt x="3581126" y="117755"/>
                  </a:lnTo>
                  <a:lnTo>
                    <a:pt x="3509503" y="123782"/>
                  </a:lnTo>
                  <a:lnTo>
                    <a:pt x="3437881" y="129757"/>
                  </a:lnTo>
                  <a:lnTo>
                    <a:pt x="3366258" y="135681"/>
                  </a:lnTo>
                  <a:lnTo>
                    <a:pt x="3294636" y="141555"/>
                  </a:lnTo>
                  <a:lnTo>
                    <a:pt x="3223013" y="147379"/>
                  </a:lnTo>
                  <a:lnTo>
                    <a:pt x="3151391" y="153154"/>
                  </a:lnTo>
                  <a:lnTo>
                    <a:pt x="3079768" y="158879"/>
                  </a:lnTo>
                  <a:lnTo>
                    <a:pt x="3008146" y="164556"/>
                  </a:lnTo>
                  <a:lnTo>
                    <a:pt x="2936523" y="170184"/>
                  </a:lnTo>
                  <a:lnTo>
                    <a:pt x="2864901" y="175765"/>
                  </a:lnTo>
                  <a:lnTo>
                    <a:pt x="2793278" y="181298"/>
                  </a:lnTo>
                  <a:lnTo>
                    <a:pt x="2721655" y="186784"/>
                  </a:lnTo>
                  <a:lnTo>
                    <a:pt x="2650033" y="192224"/>
                  </a:lnTo>
                  <a:lnTo>
                    <a:pt x="2578410" y="197617"/>
                  </a:lnTo>
                  <a:lnTo>
                    <a:pt x="2506788" y="202964"/>
                  </a:lnTo>
                  <a:lnTo>
                    <a:pt x="2435165" y="208266"/>
                  </a:lnTo>
                  <a:lnTo>
                    <a:pt x="2363543" y="213523"/>
                  </a:lnTo>
                  <a:lnTo>
                    <a:pt x="2291920" y="218735"/>
                  </a:lnTo>
                  <a:lnTo>
                    <a:pt x="2220298" y="223903"/>
                  </a:lnTo>
                  <a:lnTo>
                    <a:pt x="2148675" y="229027"/>
                  </a:lnTo>
                  <a:lnTo>
                    <a:pt x="2077053" y="234107"/>
                  </a:lnTo>
                  <a:lnTo>
                    <a:pt x="2005430" y="239144"/>
                  </a:lnTo>
                  <a:lnTo>
                    <a:pt x="1933808" y="244139"/>
                  </a:lnTo>
                  <a:lnTo>
                    <a:pt x="1862185" y="249090"/>
                  </a:lnTo>
                  <a:lnTo>
                    <a:pt x="1790563" y="254000"/>
                  </a:lnTo>
                  <a:lnTo>
                    <a:pt x="1718940" y="258868"/>
                  </a:lnTo>
                  <a:lnTo>
                    <a:pt x="1647318" y="263695"/>
                  </a:lnTo>
                  <a:lnTo>
                    <a:pt x="1575695" y="268480"/>
                  </a:lnTo>
                  <a:lnTo>
                    <a:pt x="1504073" y="273225"/>
                  </a:lnTo>
                  <a:lnTo>
                    <a:pt x="1432450" y="277930"/>
                  </a:lnTo>
                  <a:lnTo>
                    <a:pt x="1360827" y="282594"/>
                  </a:lnTo>
                  <a:lnTo>
                    <a:pt x="1289205" y="287219"/>
                  </a:lnTo>
                  <a:lnTo>
                    <a:pt x="1217582" y="291805"/>
                  </a:lnTo>
                  <a:lnTo>
                    <a:pt x="1145960" y="296351"/>
                  </a:lnTo>
                  <a:lnTo>
                    <a:pt x="1074337" y="300859"/>
                  </a:lnTo>
                  <a:lnTo>
                    <a:pt x="1002715" y="305329"/>
                  </a:lnTo>
                  <a:lnTo>
                    <a:pt x="931092" y="309761"/>
                  </a:lnTo>
                  <a:lnTo>
                    <a:pt x="859470" y="314154"/>
                  </a:lnTo>
                  <a:lnTo>
                    <a:pt x="787847" y="318511"/>
                  </a:lnTo>
                  <a:lnTo>
                    <a:pt x="716225" y="322831"/>
                  </a:lnTo>
                  <a:lnTo>
                    <a:pt x="644602" y="327113"/>
                  </a:lnTo>
                  <a:lnTo>
                    <a:pt x="572980" y="331360"/>
                  </a:lnTo>
                  <a:lnTo>
                    <a:pt x="501357" y="335570"/>
                  </a:lnTo>
                  <a:lnTo>
                    <a:pt x="429735" y="339744"/>
                  </a:lnTo>
                  <a:lnTo>
                    <a:pt x="358112" y="343883"/>
                  </a:lnTo>
                  <a:lnTo>
                    <a:pt x="286490" y="347987"/>
                  </a:lnTo>
                  <a:lnTo>
                    <a:pt x="214867" y="352056"/>
                  </a:lnTo>
                  <a:lnTo>
                    <a:pt x="143245" y="356091"/>
                  </a:lnTo>
                  <a:lnTo>
                    <a:pt x="71622" y="360091"/>
                  </a:lnTo>
                  <a:lnTo>
                    <a:pt x="0" y="364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30937" y="2073503"/>
              <a:ext cx="5531742" cy="3160082"/>
            </a:xfrm>
            <a:custGeom>
              <a:avLst/>
              <a:pathLst>
                <a:path w="5531742" h="3160082">
                  <a:moveTo>
                    <a:pt x="0" y="0"/>
                  </a:moveTo>
                  <a:lnTo>
                    <a:pt x="16807" y="25355"/>
                  </a:lnTo>
                  <a:lnTo>
                    <a:pt x="88430" y="130130"/>
                  </a:lnTo>
                  <a:lnTo>
                    <a:pt x="160052" y="231731"/>
                  </a:lnTo>
                  <a:lnTo>
                    <a:pt x="231675" y="330254"/>
                  </a:lnTo>
                  <a:lnTo>
                    <a:pt x="303297" y="425792"/>
                  </a:lnTo>
                  <a:lnTo>
                    <a:pt x="374920" y="518435"/>
                  </a:lnTo>
                  <a:lnTo>
                    <a:pt x="446542" y="608272"/>
                  </a:lnTo>
                  <a:lnTo>
                    <a:pt x="518165" y="695387"/>
                  </a:lnTo>
                  <a:lnTo>
                    <a:pt x="589787" y="779863"/>
                  </a:lnTo>
                  <a:lnTo>
                    <a:pt x="661410" y="861779"/>
                  </a:lnTo>
                  <a:lnTo>
                    <a:pt x="733032" y="941214"/>
                  </a:lnTo>
                  <a:lnTo>
                    <a:pt x="804655" y="1018243"/>
                  </a:lnTo>
                  <a:lnTo>
                    <a:pt x="876277" y="1092937"/>
                  </a:lnTo>
                  <a:lnTo>
                    <a:pt x="947900" y="1165369"/>
                  </a:lnTo>
                  <a:lnTo>
                    <a:pt x="1019522" y="1235606"/>
                  </a:lnTo>
                  <a:lnTo>
                    <a:pt x="1091145" y="1303716"/>
                  </a:lnTo>
                  <a:lnTo>
                    <a:pt x="1162767" y="1369762"/>
                  </a:lnTo>
                  <a:lnTo>
                    <a:pt x="1234390" y="1433807"/>
                  </a:lnTo>
                  <a:lnTo>
                    <a:pt x="1306013" y="1495912"/>
                  </a:lnTo>
                  <a:lnTo>
                    <a:pt x="1377635" y="1556135"/>
                  </a:lnTo>
                  <a:lnTo>
                    <a:pt x="1449258" y="1614534"/>
                  </a:lnTo>
                  <a:lnTo>
                    <a:pt x="1520880" y="1671163"/>
                  </a:lnTo>
                  <a:lnTo>
                    <a:pt x="1592503" y="1726077"/>
                  </a:lnTo>
                  <a:lnTo>
                    <a:pt x="1664125" y="1779327"/>
                  </a:lnTo>
                  <a:lnTo>
                    <a:pt x="1735748" y="1830964"/>
                  </a:lnTo>
                  <a:lnTo>
                    <a:pt x="1807370" y="1881037"/>
                  </a:lnTo>
                  <a:lnTo>
                    <a:pt x="1878993" y="1929592"/>
                  </a:lnTo>
                  <a:lnTo>
                    <a:pt x="1950615" y="1976677"/>
                  </a:lnTo>
                  <a:lnTo>
                    <a:pt x="2022238" y="2022335"/>
                  </a:lnTo>
                  <a:lnTo>
                    <a:pt x="2093860" y="2066609"/>
                  </a:lnTo>
                  <a:lnTo>
                    <a:pt x="2165483" y="2109543"/>
                  </a:lnTo>
                  <a:lnTo>
                    <a:pt x="2237105" y="2151176"/>
                  </a:lnTo>
                  <a:lnTo>
                    <a:pt x="2308728" y="2191547"/>
                  </a:lnTo>
                  <a:lnTo>
                    <a:pt x="2380350" y="2230695"/>
                  </a:lnTo>
                  <a:lnTo>
                    <a:pt x="2451973" y="2268658"/>
                  </a:lnTo>
                  <a:lnTo>
                    <a:pt x="2523595" y="2305470"/>
                  </a:lnTo>
                  <a:lnTo>
                    <a:pt x="2595218" y="2341167"/>
                  </a:lnTo>
                  <a:lnTo>
                    <a:pt x="2666841" y="2375782"/>
                  </a:lnTo>
                  <a:lnTo>
                    <a:pt x="2738463" y="2409349"/>
                  </a:lnTo>
                  <a:lnTo>
                    <a:pt x="2810086" y="2441899"/>
                  </a:lnTo>
                  <a:lnTo>
                    <a:pt x="2881708" y="2473463"/>
                  </a:lnTo>
                  <a:lnTo>
                    <a:pt x="2953331" y="2504070"/>
                  </a:lnTo>
                  <a:lnTo>
                    <a:pt x="3024953" y="2533750"/>
                  </a:lnTo>
                  <a:lnTo>
                    <a:pt x="3096576" y="2562531"/>
                  </a:lnTo>
                  <a:lnTo>
                    <a:pt x="3168198" y="2590440"/>
                  </a:lnTo>
                  <a:lnTo>
                    <a:pt x="3239821" y="2617504"/>
                  </a:lnTo>
                  <a:lnTo>
                    <a:pt x="3311443" y="2643747"/>
                  </a:lnTo>
                  <a:lnTo>
                    <a:pt x="3383066" y="2669196"/>
                  </a:lnTo>
                  <a:lnTo>
                    <a:pt x="3454688" y="2693873"/>
                  </a:lnTo>
                  <a:lnTo>
                    <a:pt x="3526311" y="2717803"/>
                  </a:lnTo>
                  <a:lnTo>
                    <a:pt x="3597933" y="2741008"/>
                  </a:lnTo>
                  <a:lnTo>
                    <a:pt x="3669556" y="2763510"/>
                  </a:lnTo>
                  <a:lnTo>
                    <a:pt x="3741178" y="2785330"/>
                  </a:lnTo>
                  <a:lnTo>
                    <a:pt x="3812801" y="2806490"/>
                  </a:lnTo>
                  <a:lnTo>
                    <a:pt x="3884423" y="2827008"/>
                  </a:lnTo>
                  <a:lnTo>
                    <a:pt x="3956046" y="2846904"/>
                  </a:lnTo>
                  <a:lnTo>
                    <a:pt x="4027669" y="2866198"/>
                  </a:lnTo>
                  <a:lnTo>
                    <a:pt x="4099291" y="2884907"/>
                  </a:lnTo>
                  <a:lnTo>
                    <a:pt x="4170914" y="2903049"/>
                  </a:lnTo>
                  <a:lnTo>
                    <a:pt x="4242536" y="2920642"/>
                  </a:lnTo>
                  <a:lnTo>
                    <a:pt x="4314159" y="2937702"/>
                  </a:lnTo>
                  <a:lnTo>
                    <a:pt x="4385781" y="2954245"/>
                  </a:lnTo>
                  <a:lnTo>
                    <a:pt x="4457404" y="2970287"/>
                  </a:lnTo>
                  <a:lnTo>
                    <a:pt x="4529026" y="2985842"/>
                  </a:lnTo>
                  <a:lnTo>
                    <a:pt x="4600649" y="3000927"/>
                  </a:lnTo>
                  <a:lnTo>
                    <a:pt x="4672271" y="3015554"/>
                  </a:lnTo>
                  <a:lnTo>
                    <a:pt x="4743894" y="3029739"/>
                  </a:lnTo>
                  <a:lnTo>
                    <a:pt x="4815516" y="3043493"/>
                  </a:lnTo>
                  <a:lnTo>
                    <a:pt x="4887139" y="3056831"/>
                  </a:lnTo>
                  <a:lnTo>
                    <a:pt x="4958761" y="3069765"/>
                  </a:lnTo>
                  <a:lnTo>
                    <a:pt x="5030384" y="3082307"/>
                  </a:lnTo>
                  <a:lnTo>
                    <a:pt x="5102006" y="3094469"/>
                  </a:lnTo>
                  <a:lnTo>
                    <a:pt x="5173629" y="3106262"/>
                  </a:lnTo>
                  <a:lnTo>
                    <a:pt x="5245251" y="3117698"/>
                  </a:lnTo>
                  <a:lnTo>
                    <a:pt x="5316874" y="3128788"/>
                  </a:lnTo>
                  <a:lnTo>
                    <a:pt x="5388497" y="3139542"/>
                  </a:lnTo>
                  <a:lnTo>
                    <a:pt x="5460119" y="3149970"/>
                  </a:lnTo>
                  <a:lnTo>
                    <a:pt x="5531742" y="31600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(0.91-1.01)  |  per IQR (Δ = 18.2): 0.49 (0.19-1.22)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2026-05-26T13:56:36Z</dcterms:modified>
  <cp:category/>
</cp:coreProperties>
</file>