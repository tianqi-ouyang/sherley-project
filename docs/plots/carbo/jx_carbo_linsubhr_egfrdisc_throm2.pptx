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6481"/>
            </a:xfrm>
            <a:custGeom>
              <a:avLst/>
              <a:pathLst>
                <a:path w="7090630" h="3386481">
                  <a:moveTo>
                    <a:pt x="3432938" y="0"/>
                  </a:moveTo>
                  <a:lnTo>
                    <a:pt x="3437881" y="17362"/>
                  </a:lnTo>
                  <a:lnTo>
                    <a:pt x="3509503" y="251928"/>
                  </a:lnTo>
                  <a:lnTo>
                    <a:pt x="3581126" y="470621"/>
                  </a:lnTo>
                  <a:lnTo>
                    <a:pt x="3652748" y="674515"/>
                  </a:lnTo>
                  <a:lnTo>
                    <a:pt x="3724371" y="864612"/>
                  </a:lnTo>
                  <a:lnTo>
                    <a:pt x="3795993" y="1041846"/>
                  </a:lnTo>
                  <a:lnTo>
                    <a:pt x="3867616" y="1207086"/>
                  </a:lnTo>
                  <a:lnTo>
                    <a:pt x="3939238" y="1361145"/>
                  </a:lnTo>
                  <a:lnTo>
                    <a:pt x="4010861" y="1504779"/>
                  </a:lnTo>
                  <a:lnTo>
                    <a:pt x="4082483" y="1638693"/>
                  </a:lnTo>
                  <a:lnTo>
                    <a:pt x="4154106" y="1763545"/>
                  </a:lnTo>
                  <a:lnTo>
                    <a:pt x="4225729" y="1879949"/>
                  </a:lnTo>
                  <a:lnTo>
                    <a:pt x="4297351" y="1988476"/>
                  </a:lnTo>
                  <a:lnTo>
                    <a:pt x="4368974" y="2089659"/>
                  </a:lnTo>
                  <a:lnTo>
                    <a:pt x="4440596" y="2183995"/>
                  </a:lnTo>
                  <a:lnTo>
                    <a:pt x="4512219" y="2271948"/>
                  </a:lnTo>
                  <a:lnTo>
                    <a:pt x="4583841" y="2353949"/>
                  </a:lnTo>
                  <a:lnTo>
                    <a:pt x="4655464" y="2430401"/>
                  </a:lnTo>
                  <a:lnTo>
                    <a:pt x="4727086" y="2501679"/>
                  </a:lnTo>
                  <a:lnTo>
                    <a:pt x="4798709" y="2568135"/>
                  </a:lnTo>
                  <a:lnTo>
                    <a:pt x="4870331" y="2630093"/>
                  </a:lnTo>
                  <a:lnTo>
                    <a:pt x="4941954" y="2650096"/>
                  </a:lnTo>
                  <a:lnTo>
                    <a:pt x="5013576" y="2642947"/>
                  </a:lnTo>
                  <a:lnTo>
                    <a:pt x="5085199" y="2635737"/>
                  </a:lnTo>
                  <a:lnTo>
                    <a:pt x="5156821" y="2628465"/>
                  </a:lnTo>
                  <a:lnTo>
                    <a:pt x="5228444" y="2621131"/>
                  </a:lnTo>
                  <a:lnTo>
                    <a:pt x="5300066" y="2613735"/>
                  </a:lnTo>
                  <a:lnTo>
                    <a:pt x="5371689" y="2606274"/>
                  </a:lnTo>
                  <a:lnTo>
                    <a:pt x="5443311" y="2598750"/>
                  </a:lnTo>
                  <a:lnTo>
                    <a:pt x="5514934" y="2591161"/>
                  </a:lnTo>
                  <a:lnTo>
                    <a:pt x="5586557" y="2583507"/>
                  </a:lnTo>
                  <a:lnTo>
                    <a:pt x="5658179" y="2575787"/>
                  </a:lnTo>
                  <a:lnTo>
                    <a:pt x="5729802" y="2568002"/>
                  </a:lnTo>
                  <a:lnTo>
                    <a:pt x="5801424" y="2560149"/>
                  </a:lnTo>
                  <a:lnTo>
                    <a:pt x="5873047" y="2552229"/>
                  </a:lnTo>
                  <a:lnTo>
                    <a:pt x="5944669" y="2544242"/>
                  </a:lnTo>
                  <a:lnTo>
                    <a:pt x="6016292" y="2536185"/>
                  </a:lnTo>
                  <a:lnTo>
                    <a:pt x="6087914" y="2528060"/>
                  </a:lnTo>
                  <a:lnTo>
                    <a:pt x="6159537" y="2519865"/>
                  </a:lnTo>
                  <a:lnTo>
                    <a:pt x="6231159" y="2511600"/>
                  </a:lnTo>
                  <a:lnTo>
                    <a:pt x="6302782" y="2503263"/>
                  </a:lnTo>
                  <a:lnTo>
                    <a:pt x="6374404" y="2494856"/>
                  </a:lnTo>
                  <a:lnTo>
                    <a:pt x="6446027" y="2486376"/>
                  </a:lnTo>
                  <a:lnTo>
                    <a:pt x="6517649" y="2477823"/>
                  </a:lnTo>
                  <a:lnTo>
                    <a:pt x="6589272" y="2469198"/>
                  </a:lnTo>
                  <a:lnTo>
                    <a:pt x="6660894" y="2460498"/>
                  </a:lnTo>
                  <a:lnTo>
                    <a:pt x="6732517" y="2451724"/>
                  </a:lnTo>
                  <a:lnTo>
                    <a:pt x="6804139" y="2442874"/>
                  </a:lnTo>
                  <a:lnTo>
                    <a:pt x="6875762" y="2433948"/>
                  </a:lnTo>
                  <a:lnTo>
                    <a:pt x="6947385" y="2424946"/>
                  </a:lnTo>
                  <a:lnTo>
                    <a:pt x="7019007" y="2415867"/>
                  </a:lnTo>
                  <a:lnTo>
                    <a:pt x="7090630" y="2406710"/>
                  </a:lnTo>
                  <a:lnTo>
                    <a:pt x="7090630" y="3386481"/>
                  </a:lnTo>
                  <a:lnTo>
                    <a:pt x="7019007" y="3379421"/>
                  </a:lnTo>
                  <a:lnTo>
                    <a:pt x="6947385" y="3371849"/>
                  </a:lnTo>
                  <a:lnTo>
                    <a:pt x="6875762" y="3363728"/>
                  </a:lnTo>
                  <a:lnTo>
                    <a:pt x="6804139" y="3355017"/>
                  </a:lnTo>
                  <a:lnTo>
                    <a:pt x="6732517" y="3345674"/>
                  </a:lnTo>
                  <a:lnTo>
                    <a:pt x="6660894" y="3335652"/>
                  </a:lnTo>
                  <a:lnTo>
                    <a:pt x="6589272" y="3324904"/>
                  </a:lnTo>
                  <a:lnTo>
                    <a:pt x="6517649" y="3313375"/>
                  </a:lnTo>
                  <a:lnTo>
                    <a:pt x="6446027" y="3301009"/>
                  </a:lnTo>
                  <a:lnTo>
                    <a:pt x="6374404" y="3287746"/>
                  </a:lnTo>
                  <a:lnTo>
                    <a:pt x="6302782" y="3273520"/>
                  </a:lnTo>
                  <a:lnTo>
                    <a:pt x="6231159" y="3258262"/>
                  </a:lnTo>
                  <a:lnTo>
                    <a:pt x="6159537" y="3241896"/>
                  </a:lnTo>
                  <a:lnTo>
                    <a:pt x="6087914" y="3224343"/>
                  </a:lnTo>
                  <a:lnTo>
                    <a:pt x="6016292" y="3205515"/>
                  </a:lnTo>
                  <a:lnTo>
                    <a:pt x="5944669" y="3185321"/>
                  </a:lnTo>
                  <a:lnTo>
                    <a:pt x="5873047" y="3163662"/>
                  </a:lnTo>
                  <a:lnTo>
                    <a:pt x="5801424" y="3140430"/>
                  </a:lnTo>
                  <a:lnTo>
                    <a:pt x="5729802" y="3115512"/>
                  </a:lnTo>
                  <a:lnTo>
                    <a:pt x="5658179" y="3088785"/>
                  </a:lnTo>
                  <a:lnTo>
                    <a:pt x="5586557" y="3060119"/>
                  </a:lnTo>
                  <a:lnTo>
                    <a:pt x="5514934" y="3029372"/>
                  </a:lnTo>
                  <a:lnTo>
                    <a:pt x="5443311" y="2996394"/>
                  </a:lnTo>
                  <a:lnTo>
                    <a:pt x="5371689" y="2961021"/>
                  </a:lnTo>
                  <a:lnTo>
                    <a:pt x="5300066" y="2923082"/>
                  </a:lnTo>
                  <a:lnTo>
                    <a:pt x="5228444" y="2882389"/>
                  </a:lnTo>
                  <a:lnTo>
                    <a:pt x="5156821" y="2838742"/>
                  </a:lnTo>
                  <a:lnTo>
                    <a:pt x="5085199" y="2791928"/>
                  </a:lnTo>
                  <a:lnTo>
                    <a:pt x="5013576" y="2741715"/>
                  </a:lnTo>
                  <a:lnTo>
                    <a:pt x="4941954" y="2687859"/>
                  </a:lnTo>
                  <a:lnTo>
                    <a:pt x="4870331" y="2657183"/>
                  </a:lnTo>
                  <a:lnTo>
                    <a:pt x="4798709" y="2664211"/>
                  </a:lnTo>
                  <a:lnTo>
                    <a:pt x="4727086" y="2671179"/>
                  </a:lnTo>
                  <a:lnTo>
                    <a:pt x="4655464" y="2678087"/>
                  </a:lnTo>
                  <a:lnTo>
                    <a:pt x="4583841" y="2684937"/>
                  </a:lnTo>
                  <a:lnTo>
                    <a:pt x="4512219" y="2691729"/>
                  </a:lnTo>
                  <a:lnTo>
                    <a:pt x="4440596" y="2698462"/>
                  </a:lnTo>
                  <a:lnTo>
                    <a:pt x="4368974" y="2705139"/>
                  </a:lnTo>
                  <a:lnTo>
                    <a:pt x="4297351" y="2711759"/>
                  </a:lnTo>
                  <a:lnTo>
                    <a:pt x="4225729" y="2718322"/>
                  </a:lnTo>
                  <a:lnTo>
                    <a:pt x="4154106" y="2724830"/>
                  </a:lnTo>
                  <a:lnTo>
                    <a:pt x="4082483" y="2731282"/>
                  </a:lnTo>
                  <a:lnTo>
                    <a:pt x="4010861" y="2737680"/>
                  </a:lnTo>
                  <a:lnTo>
                    <a:pt x="3939238" y="2744023"/>
                  </a:lnTo>
                  <a:lnTo>
                    <a:pt x="3867616" y="2750312"/>
                  </a:lnTo>
                  <a:lnTo>
                    <a:pt x="3795993" y="2756548"/>
                  </a:lnTo>
                  <a:lnTo>
                    <a:pt x="3724371" y="2762731"/>
                  </a:lnTo>
                  <a:lnTo>
                    <a:pt x="3652748" y="2768861"/>
                  </a:lnTo>
                  <a:lnTo>
                    <a:pt x="3581126" y="2774939"/>
                  </a:lnTo>
                  <a:lnTo>
                    <a:pt x="3509503" y="2780965"/>
                  </a:lnTo>
                  <a:lnTo>
                    <a:pt x="3437881" y="2786940"/>
                  </a:lnTo>
                  <a:lnTo>
                    <a:pt x="3366258" y="2792865"/>
                  </a:lnTo>
                  <a:lnTo>
                    <a:pt x="3294636" y="2798739"/>
                  </a:lnTo>
                  <a:lnTo>
                    <a:pt x="3223013" y="2804563"/>
                  </a:lnTo>
                  <a:lnTo>
                    <a:pt x="3151391" y="2810337"/>
                  </a:lnTo>
                  <a:lnTo>
                    <a:pt x="3079768" y="2816063"/>
                  </a:lnTo>
                  <a:lnTo>
                    <a:pt x="3008146" y="2821739"/>
                  </a:lnTo>
                  <a:lnTo>
                    <a:pt x="2936523" y="2827368"/>
                  </a:lnTo>
                  <a:lnTo>
                    <a:pt x="2864901" y="2832948"/>
                  </a:lnTo>
                  <a:lnTo>
                    <a:pt x="2793278" y="2838482"/>
                  </a:lnTo>
                  <a:lnTo>
                    <a:pt x="2721655" y="2843968"/>
                  </a:lnTo>
                  <a:lnTo>
                    <a:pt x="2650033" y="2849407"/>
                  </a:lnTo>
                  <a:lnTo>
                    <a:pt x="2578410" y="2854800"/>
                  </a:lnTo>
                  <a:lnTo>
                    <a:pt x="2506788" y="2860148"/>
                  </a:lnTo>
                  <a:lnTo>
                    <a:pt x="2435165" y="2865450"/>
                  </a:lnTo>
                  <a:lnTo>
                    <a:pt x="2363543" y="2870707"/>
                  </a:lnTo>
                  <a:lnTo>
                    <a:pt x="2291920" y="2875919"/>
                  </a:lnTo>
                  <a:lnTo>
                    <a:pt x="2220298" y="2881086"/>
                  </a:lnTo>
                  <a:lnTo>
                    <a:pt x="2148675" y="2886210"/>
                  </a:lnTo>
                  <a:lnTo>
                    <a:pt x="2077053" y="2891291"/>
                  </a:lnTo>
                  <a:lnTo>
                    <a:pt x="2005430" y="2896328"/>
                  </a:lnTo>
                  <a:lnTo>
                    <a:pt x="1933808" y="2901322"/>
                  </a:lnTo>
                  <a:lnTo>
                    <a:pt x="1862185" y="2906274"/>
                  </a:lnTo>
                  <a:lnTo>
                    <a:pt x="1790563" y="2911184"/>
                  </a:lnTo>
                  <a:lnTo>
                    <a:pt x="1718940" y="2916052"/>
                  </a:lnTo>
                  <a:lnTo>
                    <a:pt x="1647318" y="2920878"/>
                  </a:lnTo>
                  <a:lnTo>
                    <a:pt x="1575695" y="2925664"/>
                  </a:lnTo>
                  <a:lnTo>
                    <a:pt x="1504073" y="2930409"/>
                  </a:lnTo>
                  <a:lnTo>
                    <a:pt x="1432450" y="2935113"/>
                  </a:lnTo>
                  <a:lnTo>
                    <a:pt x="1360827" y="2939778"/>
                  </a:lnTo>
                  <a:lnTo>
                    <a:pt x="1289205" y="2944403"/>
                  </a:lnTo>
                  <a:lnTo>
                    <a:pt x="1217582" y="2948988"/>
                  </a:lnTo>
                  <a:lnTo>
                    <a:pt x="1145960" y="2953535"/>
                  </a:lnTo>
                  <a:lnTo>
                    <a:pt x="1074337" y="2958043"/>
                  </a:lnTo>
                  <a:lnTo>
                    <a:pt x="1002715" y="2962512"/>
                  </a:lnTo>
                  <a:lnTo>
                    <a:pt x="931092" y="2966944"/>
                  </a:lnTo>
                  <a:lnTo>
                    <a:pt x="859470" y="2971338"/>
                  </a:lnTo>
                  <a:lnTo>
                    <a:pt x="787847" y="2975694"/>
                  </a:lnTo>
                  <a:lnTo>
                    <a:pt x="716225" y="2980014"/>
                  </a:lnTo>
                  <a:lnTo>
                    <a:pt x="644602" y="2984297"/>
                  </a:lnTo>
                  <a:lnTo>
                    <a:pt x="572980" y="2988543"/>
                  </a:lnTo>
                  <a:lnTo>
                    <a:pt x="501357" y="2992753"/>
                  </a:lnTo>
                  <a:lnTo>
                    <a:pt x="429735" y="2996928"/>
                  </a:lnTo>
                  <a:lnTo>
                    <a:pt x="358112" y="3001067"/>
                  </a:lnTo>
                  <a:lnTo>
                    <a:pt x="286490" y="3005171"/>
                  </a:lnTo>
                  <a:lnTo>
                    <a:pt x="214867" y="3009239"/>
                  </a:lnTo>
                  <a:lnTo>
                    <a:pt x="143245" y="3013274"/>
                  </a:lnTo>
                  <a:lnTo>
                    <a:pt x="71622" y="3017274"/>
                  </a:lnTo>
                  <a:lnTo>
                    <a:pt x="0" y="302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04987" y="2073503"/>
              <a:ext cx="3657691" cy="2650096"/>
            </a:xfrm>
            <a:custGeom>
              <a:avLst/>
              <a:pathLst>
                <a:path w="3657691" h="2650096">
                  <a:moveTo>
                    <a:pt x="0" y="0"/>
                  </a:moveTo>
                  <a:lnTo>
                    <a:pt x="4942" y="17362"/>
                  </a:lnTo>
                  <a:lnTo>
                    <a:pt x="76565" y="251928"/>
                  </a:lnTo>
                  <a:lnTo>
                    <a:pt x="148187" y="470621"/>
                  </a:lnTo>
                  <a:lnTo>
                    <a:pt x="219810" y="674515"/>
                  </a:lnTo>
                  <a:lnTo>
                    <a:pt x="291432" y="864612"/>
                  </a:lnTo>
                  <a:lnTo>
                    <a:pt x="363055" y="1041846"/>
                  </a:lnTo>
                  <a:lnTo>
                    <a:pt x="434677" y="1207086"/>
                  </a:lnTo>
                  <a:lnTo>
                    <a:pt x="506300" y="1361145"/>
                  </a:lnTo>
                  <a:lnTo>
                    <a:pt x="577922" y="1504779"/>
                  </a:lnTo>
                  <a:lnTo>
                    <a:pt x="649545" y="1638693"/>
                  </a:lnTo>
                  <a:lnTo>
                    <a:pt x="721167" y="1763545"/>
                  </a:lnTo>
                  <a:lnTo>
                    <a:pt x="792790" y="1879949"/>
                  </a:lnTo>
                  <a:lnTo>
                    <a:pt x="864412" y="1988476"/>
                  </a:lnTo>
                  <a:lnTo>
                    <a:pt x="936035" y="2089659"/>
                  </a:lnTo>
                  <a:lnTo>
                    <a:pt x="1007658" y="2183995"/>
                  </a:lnTo>
                  <a:lnTo>
                    <a:pt x="1079280" y="2271948"/>
                  </a:lnTo>
                  <a:lnTo>
                    <a:pt x="1150903" y="2353949"/>
                  </a:lnTo>
                  <a:lnTo>
                    <a:pt x="1222525" y="2430401"/>
                  </a:lnTo>
                  <a:lnTo>
                    <a:pt x="1294148" y="2501679"/>
                  </a:lnTo>
                  <a:lnTo>
                    <a:pt x="1365770" y="2568135"/>
                  </a:lnTo>
                  <a:lnTo>
                    <a:pt x="1437393" y="2630093"/>
                  </a:lnTo>
                  <a:lnTo>
                    <a:pt x="1509015" y="2650096"/>
                  </a:lnTo>
                  <a:lnTo>
                    <a:pt x="1580638" y="2642947"/>
                  </a:lnTo>
                  <a:lnTo>
                    <a:pt x="1652260" y="2635737"/>
                  </a:lnTo>
                  <a:lnTo>
                    <a:pt x="1723883" y="2628465"/>
                  </a:lnTo>
                  <a:lnTo>
                    <a:pt x="1795505" y="2621131"/>
                  </a:lnTo>
                  <a:lnTo>
                    <a:pt x="1867128" y="2613735"/>
                  </a:lnTo>
                  <a:lnTo>
                    <a:pt x="1938750" y="2606274"/>
                  </a:lnTo>
                  <a:lnTo>
                    <a:pt x="2010373" y="2598750"/>
                  </a:lnTo>
                  <a:lnTo>
                    <a:pt x="2081995" y="2591161"/>
                  </a:lnTo>
                  <a:lnTo>
                    <a:pt x="2153618" y="2583507"/>
                  </a:lnTo>
                  <a:lnTo>
                    <a:pt x="2225240" y="2575787"/>
                  </a:lnTo>
                  <a:lnTo>
                    <a:pt x="2296863" y="2568002"/>
                  </a:lnTo>
                  <a:lnTo>
                    <a:pt x="2368486" y="2560149"/>
                  </a:lnTo>
                  <a:lnTo>
                    <a:pt x="2440108" y="2552229"/>
                  </a:lnTo>
                  <a:lnTo>
                    <a:pt x="2511731" y="2544242"/>
                  </a:lnTo>
                  <a:lnTo>
                    <a:pt x="2583353" y="2536185"/>
                  </a:lnTo>
                  <a:lnTo>
                    <a:pt x="2654976" y="2528060"/>
                  </a:lnTo>
                  <a:lnTo>
                    <a:pt x="2726598" y="2519865"/>
                  </a:lnTo>
                  <a:lnTo>
                    <a:pt x="2798221" y="2511600"/>
                  </a:lnTo>
                  <a:lnTo>
                    <a:pt x="2869843" y="2503263"/>
                  </a:lnTo>
                  <a:lnTo>
                    <a:pt x="2941466" y="2494856"/>
                  </a:lnTo>
                  <a:lnTo>
                    <a:pt x="3013088" y="2486376"/>
                  </a:lnTo>
                  <a:lnTo>
                    <a:pt x="3084711" y="2477823"/>
                  </a:lnTo>
                  <a:lnTo>
                    <a:pt x="3156333" y="2469198"/>
                  </a:lnTo>
                  <a:lnTo>
                    <a:pt x="3227956" y="2460498"/>
                  </a:lnTo>
                  <a:lnTo>
                    <a:pt x="3299578" y="2451724"/>
                  </a:lnTo>
                  <a:lnTo>
                    <a:pt x="3371201" y="2442874"/>
                  </a:lnTo>
                  <a:lnTo>
                    <a:pt x="3442823" y="2433948"/>
                  </a:lnTo>
                  <a:lnTo>
                    <a:pt x="3514446" y="2424946"/>
                  </a:lnTo>
                  <a:lnTo>
                    <a:pt x="3586068" y="2415867"/>
                  </a:lnTo>
                  <a:lnTo>
                    <a:pt x="3657691" y="2406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686"/>
              <a:ext cx="7090630" cy="729297"/>
            </a:xfrm>
            <a:custGeom>
              <a:avLst/>
              <a:pathLst>
                <a:path w="7090630" h="729297">
                  <a:moveTo>
                    <a:pt x="7090630" y="729297"/>
                  </a:moveTo>
                  <a:lnTo>
                    <a:pt x="7019007" y="722237"/>
                  </a:lnTo>
                  <a:lnTo>
                    <a:pt x="6947385" y="714665"/>
                  </a:lnTo>
                  <a:lnTo>
                    <a:pt x="6875762" y="706544"/>
                  </a:lnTo>
                  <a:lnTo>
                    <a:pt x="6804139" y="697833"/>
                  </a:lnTo>
                  <a:lnTo>
                    <a:pt x="6732517" y="688490"/>
                  </a:lnTo>
                  <a:lnTo>
                    <a:pt x="6660894" y="678468"/>
                  </a:lnTo>
                  <a:lnTo>
                    <a:pt x="6589272" y="667720"/>
                  </a:lnTo>
                  <a:lnTo>
                    <a:pt x="6517649" y="656191"/>
                  </a:lnTo>
                  <a:lnTo>
                    <a:pt x="6446027" y="643825"/>
                  </a:lnTo>
                  <a:lnTo>
                    <a:pt x="6374404" y="630562"/>
                  </a:lnTo>
                  <a:lnTo>
                    <a:pt x="6302782" y="616336"/>
                  </a:lnTo>
                  <a:lnTo>
                    <a:pt x="6231159" y="601078"/>
                  </a:lnTo>
                  <a:lnTo>
                    <a:pt x="6159537" y="584713"/>
                  </a:lnTo>
                  <a:lnTo>
                    <a:pt x="6087914" y="567159"/>
                  </a:lnTo>
                  <a:lnTo>
                    <a:pt x="6016292" y="548332"/>
                  </a:lnTo>
                  <a:lnTo>
                    <a:pt x="5944669" y="528137"/>
                  </a:lnTo>
                  <a:lnTo>
                    <a:pt x="5873047" y="506478"/>
                  </a:lnTo>
                  <a:lnTo>
                    <a:pt x="5801424" y="483246"/>
                  </a:lnTo>
                  <a:lnTo>
                    <a:pt x="5729802" y="458328"/>
                  </a:lnTo>
                  <a:lnTo>
                    <a:pt x="5658179" y="431601"/>
                  </a:lnTo>
                  <a:lnTo>
                    <a:pt x="5586557" y="402935"/>
                  </a:lnTo>
                  <a:lnTo>
                    <a:pt x="5514934" y="372188"/>
                  </a:lnTo>
                  <a:lnTo>
                    <a:pt x="5443311" y="339210"/>
                  </a:lnTo>
                  <a:lnTo>
                    <a:pt x="5371689" y="303837"/>
                  </a:lnTo>
                  <a:lnTo>
                    <a:pt x="5300066" y="265898"/>
                  </a:lnTo>
                  <a:lnTo>
                    <a:pt x="5228444" y="225205"/>
                  </a:lnTo>
                  <a:lnTo>
                    <a:pt x="5156821" y="181558"/>
                  </a:lnTo>
                  <a:lnTo>
                    <a:pt x="5085199" y="134744"/>
                  </a:lnTo>
                  <a:lnTo>
                    <a:pt x="5013576" y="84531"/>
                  </a:lnTo>
                  <a:lnTo>
                    <a:pt x="4941954" y="30675"/>
                  </a:lnTo>
                  <a:lnTo>
                    <a:pt x="4870331" y="0"/>
                  </a:lnTo>
                  <a:lnTo>
                    <a:pt x="4798709" y="7027"/>
                  </a:lnTo>
                  <a:lnTo>
                    <a:pt x="4727086" y="13995"/>
                  </a:lnTo>
                  <a:lnTo>
                    <a:pt x="4655464" y="20903"/>
                  </a:lnTo>
                  <a:lnTo>
                    <a:pt x="4583841" y="27753"/>
                  </a:lnTo>
                  <a:lnTo>
                    <a:pt x="4512219" y="34545"/>
                  </a:lnTo>
                  <a:lnTo>
                    <a:pt x="4440596" y="41279"/>
                  </a:lnTo>
                  <a:lnTo>
                    <a:pt x="4368974" y="47955"/>
                  </a:lnTo>
                  <a:lnTo>
                    <a:pt x="4297351" y="54575"/>
                  </a:lnTo>
                  <a:lnTo>
                    <a:pt x="4225729" y="61138"/>
                  </a:lnTo>
                  <a:lnTo>
                    <a:pt x="4154106" y="67646"/>
                  </a:lnTo>
                  <a:lnTo>
                    <a:pt x="4082483" y="74099"/>
                  </a:lnTo>
                  <a:lnTo>
                    <a:pt x="4010861" y="80496"/>
                  </a:lnTo>
                  <a:lnTo>
                    <a:pt x="3939238" y="86839"/>
                  </a:lnTo>
                  <a:lnTo>
                    <a:pt x="3867616" y="93128"/>
                  </a:lnTo>
                  <a:lnTo>
                    <a:pt x="3795993" y="99364"/>
                  </a:lnTo>
                  <a:lnTo>
                    <a:pt x="3724371" y="105547"/>
                  </a:lnTo>
                  <a:lnTo>
                    <a:pt x="3652748" y="111677"/>
                  </a:lnTo>
                  <a:lnTo>
                    <a:pt x="3581126" y="117755"/>
                  </a:lnTo>
                  <a:lnTo>
                    <a:pt x="3509503" y="123781"/>
                  </a:lnTo>
                  <a:lnTo>
                    <a:pt x="3437881" y="129757"/>
                  </a:lnTo>
                  <a:lnTo>
                    <a:pt x="3366258" y="135681"/>
                  </a:lnTo>
                  <a:lnTo>
                    <a:pt x="3294636" y="141555"/>
                  </a:lnTo>
                  <a:lnTo>
                    <a:pt x="3223013" y="147379"/>
                  </a:lnTo>
                  <a:lnTo>
                    <a:pt x="3151391" y="153153"/>
                  </a:lnTo>
                  <a:lnTo>
                    <a:pt x="3079768" y="158879"/>
                  </a:lnTo>
                  <a:lnTo>
                    <a:pt x="3008146" y="164555"/>
                  </a:lnTo>
                  <a:lnTo>
                    <a:pt x="2936523" y="170184"/>
                  </a:lnTo>
                  <a:lnTo>
                    <a:pt x="2864901" y="175765"/>
                  </a:lnTo>
                  <a:lnTo>
                    <a:pt x="2793278" y="181298"/>
                  </a:lnTo>
                  <a:lnTo>
                    <a:pt x="2721655" y="186784"/>
                  </a:lnTo>
                  <a:lnTo>
                    <a:pt x="2650033" y="192223"/>
                  </a:lnTo>
                  <a:lnTo>
                    <a:pt x="2578410" y="197616"/>
                  </a:lnTo>
                  <a:lnTo>
                    <a:pt x="2506788" y="202964"/>
                  </a:lnTo>
                  <a:lnTo>
                    <a:pt x="2435165" y="208266"/>
                  </a:lnTo>
                  <a:lnTo>
                    <a:pt x="2363543" y="213523"/>
                  </a:lnTo>
                  <a:lnTo>
                    <a:pt x="2291920" y="218735"/>
                  </a:lnTo>
                  <a:lnTo>
                    <a:pt x="2220298" y="223903"/>
                  </a:lnTo>
                  <a:lnTo>
                    <a:pt x="2148675" y="229026"/>
                  </a:lnTo>
                  <a:lnTo>
                    <a:pt x="2077053" y="234107"/>
                  </a:lnTo>
                  <a:lnTo>
                    <a:pt x="2005430" y="239144"/>
                  </a:lnTo>
                  <a:lnTo>
                    <a:pt x="1933808" y="244138"/>
                  </a:lnTo>
                  <a:lnTo>
                    <a:pt x="1862185" y="249090"/>
                  </a:lnTo>
                  <a:lnTo>
                    <a:pt x="1790563" y="254000"/>
                  </a:lnTo>
                  <a:lnTo>
                    <a:pt x="1718940" y="258868"/>
                  </a:lnTo>
                  <a:lnTo>
                    <a:pt x="1647318" y="263694"/>
                  </a:lnTo>
                  <a:lnTo>
                    <a:pt x="1575695" y="268480"/>
                  </a:lnTo>
                  <a:lnTo>
                    <a:pt x="1504073" y="273225"/>
                  </a:lnTo>
                  <a:lnTo>
                    <a:pt x="1432450" y="277929"/>
                  </a:lnTo>
                  <a:lnTo>
                    <a:pt x="1360827" y="282594"/>
                  </a:lnTo>
                  <a:lnTo>
                    <a:pt x="1289205" y="287219"/>
                  </a:lnTo>
                  <a:lnTo>
                    <a:pt x="1217582" y="291804"/>
                  </a:lnTo>
                  <a:lnTo>
                    <a:pt x="1145960" y="296351"/>
                  </a:lnTo>
                  <a:lnTo>
                    <a:pt x="1074337" y="300859"/>
                  </a:lnTo>
                  <a:lnTo>
                    <a:pt x="1002715" y="305328"/>
                  </a:lnTo>
                  <a:lnTo>
                    <a:pt x="931092" y="309760"/>
                  </a:lnTo>
                  <a:lnTo>
                    <a:pt x="859470" y="314154"/>
                  </a:lnTo>
                  <a:lnTo>
                    <a:pt x="787847" y="318510"/>
                  </a:lnTo>
                  <a:lnTo>
                    <a:pt x="716225" y="322830"/>
                  </a:lnTo>
                  <a:lnTo>
                    <a:pt x="644602" y="327113"/>
                  </a:lnTo>
                  <a:lnTo>
                    <a:pt x="572980" y="331359"/>
                  </a:lnTo>
                  <a:lnTo>
                    <a:pt x="501357" y="335569"/>
                  </a:lnTo>
                  <a:lnTo>
                    <a:pt x="429735" y="339744"/>
                  </a:lnTo>
                  <a:lnTo>
                    <a:pt x="358112" y="343883"/>
                  </a:lnTo>
                  <a:lnTo>
                    <a:pt x="286490" y="347987"/>
                  </a:lnTo>
                  <a:lnTo>
                    <a:pt x="214867" y="352056"/>
                  </a:lnTo>
                  <a:lnTo>
                    <a:pt x="143245" y="356090"/>
                  </a:lnTo>
                  <a:lnTo>
                    <a:pt x="71622" y="360090"/>
                  </a:lnTo>
                  <a:lnTo>
                    <a:pt x="0" y="3640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30939" y="2073503"/>
              <a:ext cx="5531740" cy="3160082"/>
            </a:xfrm>
            <a:custGeom>
              <a:avLst/>
              <a:pathLst>
                <a:path w="5531740" h="3160082">
                  <a:moveTo>
                    <a:pt x="0" y="0"/>
                  </a:moveTo>
                  <a:lnTo>
                    <a:pt x="16805" y="25352"/>
                  </a:lnTo>
                  <a:lnTo>
                    <a:pt x="88428" y="130128"/>
                  </a:lnTo>
                  <a:lnTo>
                    <a:pt x="160050" y="231729"/>
                  </a:lnTo>
                  <a:lnTo>
                    <a:pt x="231673" y="330252"/>
                  </a:lnTo>
                  <a:lnTo>
                    <a:pt x="303295" y="425790"/>
                  </a:lnTo>
                  <a:lnTo>
                    <a:pt x="374918" y="518433"/>
                  </a:lnTo>
                  <a:lnTo>
                    <a:pt x="446540" y="608270"/>
                  </a:lnTo>
                  <a:lnTo>
                    <a:pt x="518163" y="695385"/>
                  </a:lnTo>
                  <a:lnTo>
                    <a:pt x="589786" y="779861"/>
                  </a:lnTo>
                  <a:lnTo>
                    <a:pt x="661408" y="861778"/>
                  </a:lnTo>
                  <a:lnTo>
                    <a:pt x="733031" y="941213"/>
                  </a:lnTo>
                  <a:lnTo>
                    <a:pt x="804653" y="1018241"/>
                  </a:lnTo>
                  <a:lnTo>
                    <a:pt x="876276" y="1092936"/>
                  </a:lnTo>
                  <a:lnTo>
                    <a:pt x="947898" y="1165368"/>
                  </a:lnTo>
                  <a:lnTo>
                    <a:pt x="1019521" y="1235605"/>
                  </a:lnTo>
                  <a:lnTo>
                    <a:pt x="1091143" y="1303715"/>
                  </a:lnTo>
                  <a:lnTo>
                    <a:pt x="1162766" y="1369761"/>
                  </a:lnTo>
                  <a:lnTo>
                    <a:pt x="1234388" y="1433806"/>
                  </a:lnTo>
                  <a:lnTo>
                    <a:pt x="1306011" y="1495911"/>
                  </a:lnTo>
                  <a:lnTo>
                    <a:pt x="1377633" y="1556134"/>
                  </a:lnTo>
                  <a:lnTo>
                    <a:pt x="1449256" y="1614533"/>
                  </a:lnTo>
                  <a:lnTo>
                    <a:pt x="1520878" y="1671162"/>
                  </a:lnTo>
                  <a:lnTo>
                    <a:pt x="1592501" y="1726076"/>
                  </a:lnTo>
                  <a:lnTo>
                    <a:pt x="1664123" y="1779326"/>
                  </a:lnTo>
                  <a:lnTo>
                    <a:pt x="1735746" y="1830963"/>
                  </a:lnTo>
                  <a:lnTo>
                    <a:pt x="1807368" y="1881036"/>
                  </a:lnTo>
                  <a:lnTo>
                    <a:pt x="1878991" y="1929592"/>
                  </a:lnTo>
                  <a:lnTo>
                    <a:pt x="1950614" y="1976676"/>
                  </a:lnTo>
                  <a:lnTo>
                    <a:pt x="2022236" y="2022334"/>
                  </a:lnTo>
                  <a:lnTo>
                    <a:pt x="2093859" y="2066609"/>
                  </a:lnTo>
                  <a:lnTo>
                    <a:pt x="2165481" y="2109542"/>
                  </a:lnTo>
                  <a:lnTo>
                    <a:pt x="2237104" y="2151175"/>
                  </a:lnTo>
                  <a:lnTo>
                    <a:pt x="2308726" y="2191547"/>
                  </a:lnTo>
                  <a:lnTo>
                    <a:pt x="2380349" y="2230695"/>
                  </a:lnTo>
                  <a:lnTo>
                    <a:pt x="2451971" y="2268657"/>
                  </a:lnTo>
                  <a:lnTo>
                    <a:pt x="2523594" y="2305470"/>
                  </a:lnTo>
                  <a:lnTo>
                    <a:pt x="2595216" y="2341167"/>
                  </a:lnTo>
                  <a:lnTo>
                    <a:pt x="2666839" y="2375782"/>
                  </a:lnTo>
                  <a:lnTo>
                    <a:pt x="2738461" y="2409349"/>
                  </a:lnTo>
                  <a:lnTo>
                    <a:pt x="2810084" y="2441899"/>
                  </a:lnTo>
                  <a:lnTo>
                    <a:pt x="2881706" y="2473462"/>
                  </a:lnTo>
                  <a:lnTo>
                    <a:pt x="2953329" y="2504070"/>
                  </a:lnTo>
                  <a:lnTo>
                    <a:pt x="3024951" y="2533750"/>
                  </a:lnTo>
                  <a:lnTo>
                    <a:pt x="3096574" y="2562531"/>
                  </a:lnTo>
                  <a:lnTo>
                    <a:pt x="3168196" y="2590440"/>
                  </a:lnTo>
                  <a:lnTo>
                    <a:pt x="3239819" y="2617504"/>
                  </a:lnTo>
                  <a:lnTo>
                    <a:pt x="3311442" y="2643747"/>
                  </a:lnTo>
                  <a:lnTo>
                    <a:pt x="3383064" y="2669196"/>
                  </a:lnTo>
                  <a:lnTo>
                    <a:pt x="3454687" y="2693873"/>
                  </a:lnTo>
                  <a:lnTo>
                    <a:pt x="3526309" y="2717803"/>
                  </a:lnTo>
                  <a:lnTo>
                    <a:pt x="3597932" y="2741008"/>
                  </a:lnTo>
                  <a:lnTo>
                    <a:pt x="3669554" y="2763510"/>
                  </a:lnTo>
                  <a:lnTo>
                    <a:pt x="3741177" y="2785330"/>
                  </a:lnTo>
                  <a:lnTo>
                    <a:pt x="3812799" y="2806490"/>
                  </a:lnTo>
                  <a:lnTo>
                    <a:pt x="3884422" y="2827008"/>
                  </a:lnTo>
                  <a:lnTo>
                    <a:pt x="3956044" y="2846904"/>
                  </a:lnTo>
                  <a:lnTo>
                    <a:pt x="4027667" y="2866198"/>
                  </a:lnTo>
                  <a:lnTo>
                    <a:pt x="4099289" y="2884907"/>
                  </a:lnTo>
                  <a:lnTo>
                    <a:pt x="4170912" y="2903050"/>
                  </a:lnTo>
                  <a:lnTo>
                    <a:pt x="4242534" y="2920642"/>
                  </a:lnTo>
                  <a:lnTo>
                    <a:pt x="4314157" y="2937702"/>
                  </a:lnTo>
                  <a:lnTo>
                    <a:pt x="4385779" y="2954245"/>
                  </a:lnTo>
                  <a:lnTo>
                    <a:pt x="4457402" y="2970287"/>
                  </a:lnTo>
                  <a:lnTo>
                    <a:pt x="4529024" y="2985842"/>
                  </a:lnTo>
                  <a:lnTo>
                    <a:pt x="4600647" y="3000927"/>
                  </a:lnTo>
                  <a:lnTo>
                    <a:pt x="4672270" y="3015554"/>
                  </a:lnTo>
                  <a:lnTo>
                    <a:pt x="4743892" y="3029739"/>
                  </a:lnTo>
                  <a:lnTo>
                    <a:pt x="4815515" y="3043493"/>
                  </a:lnTo>
                  <a:lnTo>
                    <a:pt x="4887137" y="3056831"/>
                  </a:lnTo>
                  <a:lnTo>
                    <a:pt x="4958760" y="3069765"/>
                  </a:lnTo>
                  <a:lnTo>
                    <a:pt x="5030382" y="3082307"/>
                  </a:lnTo>
                  <a:lnTo>
                    <a:pt x="5102005" y="3094469"/>
                  </a:lnTo>
                  <a:lnTo>
                    <a:pt x="5173627" y="3106262"/>
                  </a:lnTo>
                  <a:lnTo>
                    <a:pt x="5245250" y="3117699"/>
                  </a:lnTo>
                  <a:lnTo>
                    <a:pt x="5316872" y="3128788"/>
                  </a:lnTo>
                  <a:lnTo>
                    <a:pt x="5388495" y="3139542"/>
                  </a:lnTo>
                  <a:lnTo>
                    <a:pt x="5460117" y="3149970"/>
                  </a:lnTo>
                  <a:lnTo>
                    <a:pt x="5531740" y="31600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2026-05-22T13:29:54Z</dcterms:modified>
  <cp:category/>
</cp:coreProperties>
</file>