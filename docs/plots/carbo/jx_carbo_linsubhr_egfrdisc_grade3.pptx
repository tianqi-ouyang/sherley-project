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88787"/>
            </a:xfrm>
            <a:custGeom>
              <a:avLst/>
              <a:pathLst>
                <a:path w="7090630" h="3388787">
                  <a:moveTo>
                    <a:pt x="3449351" y="0"/>
                  </a:moveTo>
                  <a:lnTo>
                    <a:pt x="3509503" y="202343"/>
                  </a:lnTo>
                  <a:lnTo>
                    <a:pt x="3581126" y="426790"/>
                  </a:lnTo>
                  <a:lnTo>
                    <a:pt x="3652748" y="635886"/>
                  </a:lnTo>
                  <a:lnTo>
                    <a:pt x="3724371" y="830679"/>
                  </a:lnTo>
                  <a:lnTo>
                    <a:pt x="3795993" y="1012148"/>
                  </a:lnTo>
                  <a:lnTo>
                    <a:pt x="3867616" y="1181205"/>
                  </a:lnTo>
                  <a:lnTo>
                    <a:pt x="3939238" y="1338698"/>
                  </a:lnTo>
                  <a:lnTo>
                    <a:pt x="4010861" y="1485419"/>
                  </a:lnTo>
                  <a:lnTo>
                    <a:pt x="4082483" y="1622104"/>
                  </a:lnTo>
                  <a:lnTo>
                    <a:pt x="4154106" y="1749440"/>
                  </a:lnTo>
                  <a:lnTo>
                    <a:pt x="4225729" y="1868067"/>
                  </a:lnTo>
                  <a:lnTo>
                    <a:pt x="4297351" y="1978579"/>
                  </a:lnTo>
                  <a:lnTo>
                    <a:pt x="4368974" y="2081532"/>
                  </a:lnTo>
                  <a:lnTo>
                    <a:pt x="4440596" y="2177443"/>
                  </a:lnTo>
                  <a:lnTo>
                    <a:pt x="4512219" y="2266794"/>
                  </a:lnTo>
                  <a:lnTo>
                    <a:pt x="4583841" y="2350033"/>
                  </a:lnTo>
                  <a:lnTo>
                    <a:pt x="4655464" y="2427579"/>
                  </a:lnTo>
                  <a:lnTo>
                    <a:pt x="4727086" y="2499821"/>
                  </a:lnTo>
                  <a:lnTo>
                    <a:pt x="4798709" y="2567121"/>
                  </a:lnTo>
                  <a:lnTo>
                    <a:pt x="4870331" y="2629818"/>
                  </a:lnTo>
                  <a:lnTo>
                    <a:pt x="4941954" y="2656862"/>
                  </a:lnTo>
                  <a:lnTo>
                    <a:pt x="5013576" y="2661217"/>
                  </a:lnTo>
                  <a:lnTo>
                    <a:pt x="5085199" y="2665549"/>
                  </a:lnTo>
                  <a:lnTo>
                    <a:pt x="5156821" y="2669858"/>
                  </a:lnTo>
                  <a:lnTo>
                    <a:pt x="5228444" y="2674145"/>
                  </a:lnTo>
                  <a:lnTo>
                    <a:pt x="5300066" y="2678409"/>
                  </a:lnTo>
                  <a:lnTo>
                    <a:pt x="5371689" y="2682650"/>
                  </a:lnTo>
                  <a:lnTo>
                    <a:pt x="5443311" y="2686869"/>
                  </a:lnTo>
                  <a:lnTo>
                    <a:pt x="5514934" y="2691066"/>
                  </a:lnTo>
                  <a:lnTo>
                    <a:pt x="5586557" y="2695241"/>
                  </a:lnTo>
                  <a:lnTo>
                    <a:pt x="5658179" y="2699394"/>
                  </a:lnTo>
                  <a:lnTo>
                    <a:pt x="5729802" y="2703525"/>
                  </a:lnTo>
                  <a:lnTo>
                    <a:pt x="5801424" y="2707634"/>
                  </a:lnTo>
                  <a:lnTo>
                    <a:pt x="5873047" y="2711722"/>
                  </a:lnTo>
                  <a:lnTo>
                    <a:pt x="5944669" y="2715788"/>
                  </a:lnTo>
                  <a:lnTo>
                    <a:pt x="6016292" y="2719832"/>
                  </a:lnTo>
                  <a:lnTo>
                    <a:pt x="6087914" y="2723856"/>
                  </a:lnTo>
                  <a:lnTo>
                    <a:pt x="6159537" y="2727858"/>
                  </a:lnTo>
                  <a:lnTo>
                    <a:pt x="6231159" y="2731839"/>
                  </a:lnTo>
                  <a:lnTo>
                    <a:pt x="6302782" y="2735799"/>
                  </a:lnTo>
                  <a:lnTo>
                    <a:pt x="6374404" y="2739738"/>
                  </a:lnTo>
                  <a:lnTo>
                    <a:pt x="6446027" y="2743657"/>
                  </a:lnTo>
                  <a:lnTo>
                    <a:pt x="6517649" y="2747555"/>
                  </a:lnTo>
                  <a:lnTo>
                    <a:pt x="6589272" y="2751432"/>
                  </a:lnTo>
                  <a:lnTo>
                    <a:pt x="6660894" y="2755289"/>
                  </a:lnTo>
                  <a:lnTo>
                    <a:pt x="6732517" y="2759125"/>
                  </a:lnTo>
                  <a:lnTo>
                    <a:pt x="6804139" y="2762942"/>
                  </a:lnTo>
                  <a:lnTo>
                    <a:pt x="6875762" y="2766738"/>
                  </a:lnTo>
                  <a:lnTo>
                    <a:pt x="6947385" y="2770514"/>
                  </a:lnTo>
                  <a:lnTo>
                    <a:pt x="7019007" y="2774271"/>
                  </a:lnTo>
                  <a:lnTo>
                    <a:pt x="7090630" y="2778007"/>
                  </a:lnTo>
                  <a:lnTo>
                    <a:pt x="7090630" y="3388787"/>
                  </a:lnTo>
                  <a:lnTo>
                    <a:pt x="7019007" y="3381815"/>
                  </a:lnTo>
                  <a:lnTo>
                    <a:pt x="6947385" y="3374331"/>
                  </a:lnTo>
                  <a:lnTo>
                    <a:pt x="6875762" y="3366297"/>
                  </a:lnTo>
                  <a:lnTo>
                    <a:pt x="6804139" y="3357674"/>
                  </a:lnTo>
                  <a:lnTo>
                    <a:pt x="6732517" y="3348418"/>
                  </a:lnTo>
                  <a:lnTo>
                    <a:pt x="6660894" y="3338482"/>
                  </a:lnTo>
                  <a:lnTo>
                    <a:pt x="6589272" y="3327816"/>
                  </a:lnTo>
                  <a:lnTo>
                    <a:pt x="6517649" y="3316367"/>
                  </a:lnTo>
                  <a:lnTo>
                    <a:pt x="6446027" y="3304078"/>
                  </a:lnTo>
                  <a:lnTo>
                    <a:pt x="6374404" y="3290886"/>
                  </a:lnTo>
                  <a:lnTo>
                    <a:pt x="6302782" y="3276726"/>
                  </a:lnTo>
                  <a:lnTo>
                    <a:pt x="6231159" y="3261526"/>
                  </a:lnTo>
                  <a:lnTo>
                    <a:pt x="6159537" y="3245211"/>
                  </a:lnTo>
                  <a:lnTo>
                    <a:pt x="6087914" y="3227697"/>
                  </a:lnTo>
                  <a:lnTo>
                    <a:pt x="6016292" y="3208897"/>
                  </a:lnTo>
                  <a:lnTo>
                    <a:pt x="5944669" y="3188717"/>
                  </a:lnTo>
                  <a:lnTo>
                    <a:pt x="5873047" y="3167056"/>
                  </a:lnTo>
                  <a:lnTo>
                    <a:pt x="5801424" y="3143804"/>
                  </a:lnTo>
                  <a:lnTo>
                    <a:pt x="5729802" y="3118844"/>
                  </a:lnTo>
                  <a:lnTo>
                    <a:pt x="5658179" y="3092053"/>
                  </a:lnTo>
                  <a:lnTo>
                    <a:pt x="5586557" y="3063294"/>
                  </a:lnTo>
                  <a:lnTo>
                    <a:pt x="5514934" y="3032423"/>
                  </a:lnTo>
                  <a:lnTo>
                    <a:pt x="5443311" y="2999286"/>
                  </a:lnTo>
                  <a:lnTo>
                    <a:pt x="5371689" y="2963716"/>
                  </a:lnTo>
                  <a:lnTo>
                    <a:pt x="5300066" y="2925535"/>
                  </a:lnTo>
                  <a:lnTo>
                    <a:pt x="5228444" y="2884550"/>
                  </a:lnTo>
                  <a:lnTo>
                    <a:pt x="5156821" y="2840556"/>
                  </a:lnTo>
                  <a:lnTo>
                    <a:pt x="5085199" y="2793332"/>
                  </a:lnTo>
                  <a:lnTo>
                    <a:pt x="5013576" y="2742640"/>
                  </a:lnTo>
                  <a:lnTo>
                    <a:pt x="4941954" y="2688227"/>
                  </a:lnTo>
                  <a:lnTo>
                    <a:pt x="4870331" y="2652484"/>
                  </a:lnTo>
                  <a:lnTo>
                    <a:pt x="4798709" y="2648083"/>
                  </a:lnTo>
                  <a:lnTo>
                    <a:pt x="4727086" y="2643658"/>
                  </a:lnTo>
                  <a:lnTo>
                    <a:pt x="4655464" y="2639210"/>
                  </a:lnTo>
                  <a:lnTo>
                    <a:pt x="4583841" y="2634739"/>
                  </a:lnTo>
                  <a:lnTo>
                    <a:pt x="4512219" y="2630244"/>
                  </a:lnTo>
                  <a:lnTo>
                    <a:pt x="4440596" y="2625725"/>
                  </a:lnTo>
                  <a:lnTo>
                    <a:pt x="4368974" y="2621182"/>
                  </a:lnTo>
                  <a:lnTo>
                    <a:pt x="4297351" y="2616615"/>
                  </a:lnTo>
                  <a:lnTo>
                    <a:pt x="4225729" y="2612024"/>
                  </a:lnTo>
                  <a:lnTo>
                    <a:pt x="4154106" y="2607408"/>
                  </a:lnTo>
                  <a:lnTo>
                    <a:pt x="4082483" y="2602768"/>
                  </a:lnTo>
                  <a:lnTo>
                    <a:pt x="4010861" y="2598104"/>
                  </a:lnTo>
                  <a:lnTo>
                    <a:pt x="3939238" y="2593415"/>
                  </a:lnTo>
                  <a:lnTo>
                    <a:pt x="3867616" y="2588701"/>
                  </a:lnTo>
                  <a:lnTo>
                    <a:pt x="3795993" y="2583962"/>
                  </a:lnTo>
                  <a:lnTo>
                    <a:pt x="3724371" y="2579198"/>
                  </a:lnTo>
                  <a:lnTo>
                    <a:pt x="3652748" y="2574409"/>
                  </a:lnTo>
                  <a:lnTo>
                    <a:pt x="3581126" y="2569594"/>
                  </a:lnTo>
                  <a:lnTo>
                    <a:pt x="3509503" y="2564754"/>
                  </a:lnTo>
                  <a:lnTo>
                    <a:pt x="3437881" y="2559888"/>
                  </a:lnTo>
                  <a:lnTo>
                    <a:pt x="3366258" y="2554997"/>
                  </a:lnTo>
                  <a:lnTo>
                    <a:pt x="3294636" y="2550079"/>
                  </a:lnTo>
                  <a:lnTo>
                    <a:pt x="3223013" y="2545136"/>
                  </a:lnTo>
                  <a:lnTo>
                    <a:pt x="3151391" y="2540166"/>
                  </a:lnTo>
                  <a:lnTo>
                    <a:pt x="3079768" y="2535170"/>
                  </a:lnTo>
                  <a:lnTo>
                    <a:pt x="3008146" y="2530148"/>
                  </a:lnTo>
                  <a:lnTo>
                    <a:pt x="2936523" y="2525099"/>
                  </a:lnTo>
                  <a:lnTo>
                    <a:pt x="2864901" y="2520023"/>
                  </a:lnTo>
                  <a:lnTo>
                    <a:pt x="2793278" y="2514921"/>
                  </a:lnTo>
                  <a:lnTo>
                    <a:pt x="2721655" y="2509791"/>
                  </a:lnTo>
                  <a:lnTo>
                    <a:pt x="2650033" y="2504635"/>
                  </a:lnTo>
                  <a:lnTo>
                    <a:pt x="2578410" y="2499451"/>
                  </a:lnTo>
                  <a:lnTo>
                    <a:pt x="2506788" y="2494239"/>
                  </a:lnTo>
                  <a:lnTo>
                    <a:pt x="2435165" y="2489000"/>
                  </a:lnTo>
                  <a:lnTo>
                    <a:pt x="2363543" y="2483733"/>
                  </a:lnTo>
                  <a:lnTo>
                    <a:pt x="2291920" y="2478439"/>
                  </a:lnTo>
                  <a:lnTo>
                    <a:pt x="2220298" y="2473116"/>
                  </a:lnTo>
                  <a:lnTo>
                    <a:pt x="2148675" y="2467765"/>
                  </a:lnTo>
                  <a:lnTo>
                    <a:pt x="2077053" y="2462386"/>
                  </a:lnTo>
                  <a:lnTo>
                    <a:pt x="2005430" y="2456978"/>
                  </a:lnTo>
                  <a:lnTo>
                    <a:pt x="1933808" y="2451542"/>
                  </a:lnTo>
                  <a:lnTo>
                    <a:pt x="1862185" y="2446077"/>
                  </a:lnTo>
                  <a:lnTo>
                    <a:pt x="1790563" y="2440583"/>
                  </a:lnTo>
                  <a:lnTo>
                    <a:pt x="1718940" y="2435059"/>
                  </a:lnTo>
                  <a:lnTo>
                    <a:pt x="1647318" y="2429507"/>
                  </a:lnTo>
                  <a:lnTo>
                    <a:pt x="1575695" y="2423925"/>
                  </a:lnTo>
                  <a:lnTo>
                    <a:pt x="1504073" y="2418314"/>
                  </a:lnTo>
                  <a:lnTo>
                    <a:pt x="1432450" y="2412673"/>
                  </a:lnTo>
                  <a:lnTo>
                    <a:pt x="1360827" y="2407002"/>
                  </a:lnTo>
                  <a:lnTo>
                    <a:pt x="1289205" y="2401301"/>
                  </a:lnTo>
                  <a:lnTo>
                    <a:pt x="1217582" y="2395570"/>
                  </a:lnTo>
                  <a:lnTo>
                    <a:pt x="1145960" y="2389808"/>
                  </a:lnTo>
                  <a:lnTo>
                    <a:pt x="1074337" y="2384016"/>
                  </a:lnTo>
                  <a:lnTo>
                    <a:pt x="1002715" y="2378194"/>
                  </a:lnTo>
                  <a:lnTo>
                    <a:pt x="931092" y="2372340"/>
                  </a:lnTo>
                  <a:lnTo>
                    <a:pt x="859470" y="2366456"/>
                  </a:lnTo>
                  <a:lnTo>
                    <a:pt x="787847" y="2360540"/>
                  </a:lnTo>
                  <a:lnTo>
                    <a:pt x="716225" y="2354593"/>
                  </a:lnTo>
                  <a:lnTo>
                    <a:pt x="644602" y="2348615"/>
                  </a:lnTo>
                  <a:lnTo>
                    <a:pt x="572980" y="2342605"/>
                  </a:lnTo>
                  <a:lnTo>
                    <a:pt x="501357" y="2336563"/>
                  </a:lnTo>
                  <a:lnTo>
                    <a:pt x="429735" y="2330489"/>
                  </a:lnTo>
                  <a:lnTo>
                    <a:pt x="358112" y="2324383"/>
                  </a:lnTo>
                  <a:lnTo>
                    <a:pt x="286490" y="2318244"/>
                  </a:lnTo>
                  <a:lnTo>
                    <a:pt x="214867" y="2312073"/>
                  </a:lnTo>
                  <a:lnTo>
                    <a:pt x="143245" y="2305870"/>
                  </a:lnTo>
                  <a:lnTo>
                    <a:pt x="71622" y="2299633"/>
                  </a:lnTo>
                  <a:lnTo>
                    <a:pt x="0" y="22933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621400" y="2073503"/>
              <a:ext cx="3641278" cy="2778007"/>
            </a:xfrm>
            <a:custGeom>
              <a:avLst/>
              <a:pathLst>
                <a:path w="3641278" h="2778007">
                  <a:moveTo>
                    <a:pt x="0" y="0"/>
                  </a:moveTo>
                  <a:lnTo>
                    <a:pt x="60152" y="202343"/>
                  </a:lnTo>
                  <a:lnTo>
                    <a:pt x="131775" y="426790"/>
                  </a:lnTo>
                  <a:lnTo>
                    <a:pt x="203397" y="635886"/>
                  </a:lnTo>
                  <a:lnTo>
                    <a:pt x="275020" y="830679"/>
                  </a:lnTo>
                  <a:lnTo>
                    <a:pt x="346642" y="1012148"/>
                  </a:lnTo>
                  <a:lnTo>
                    <a:pt x="418265" y="1181205"/>
                  </a:lnTo>
                  <a:lnTo>
                    <a:pt x="489887" y="1338698"/>
                  </a:lnTo>
                  <a:lnTo>
                    <a:pt x="561510" y="1485419"/>
                  </a:lnTo>
                  <a:lnTo>
                    <a:pt x="633132" y="1622104"/>
                  </a:lnTo>
                  <a:lnTo>
                    <a:pt x="704755" y="1749440"/>
                  </a:lnTo>
                  <a:lnTo>
                    <a:pt x="776377" y="1868067"/>
                  </a:lnTo>
                  <a:lnTo>
                    <a:pt x="848000" y="1978579"/>
                  </a:lnTo>
                  <a:lnTo>
                    <a:pt x="919622" y="2081532"/>
                  </a:lnTo>
                  <a:lnTo>
                    <a:pt x="991245" y="2177443"/>
                  </a:lnTo>
                  <a:lnTo>
                    <a:pt x="1062867" y="2266794"/>
                  </a:lnTo>
                  <a:lnTo>
                    <a:pt x="1134490" y="2350033"/>
                  </a:lnTo>
                  <a:lnTo>
                    <a:pt x="1206112" y="2427579"/>
                  </a:lnTo>
                  <a:lnTo>
                    <a:pt x="1277735" y="2499821"/>
                  </a:lnTo>
                  <a:lnTo>
                    <a:pt x="1349357" y="2567121"/>
                  </a:lnTo>
                  <a:lnTo>
                    <a:pt x="1420980" y="2629818"/>
                  </a:lnTo>
                  <a:lnTo>
                    <a:pt x="1492603" y="2656862"/>
                  </a:lnTo>
                  <a:lnTo>
                    <a:pt x="1564225" y="2661217"/>
                  </a:lnTo>
                  <a:lnTo>
                    <a:pt x="1635848" y="2665549"/>
                  </a:lnTo>
                  <a:lnTo>
                    <a:pt x="1707470" y="2669858"/>
                  </a:lnTo>
                  <a:lnTo>
                    <a:pt x="1779093" y="2674145"/>
                  </a:lnTo>
                  <a:lnTo>
                    <a:pt x="1850715" y="2678409"/>
                  </a:lnTo>
                  <a:lnTo>
                    <a:pt x="1922338" y="2682650"/>
                  </a:lnTo>
                  <a:lnTo>
                    <a:pt x="1993960" y="2686869"/>
                  </a:lnTo>
                  <a:lnTo>
                    <a:pt x="2065583" y="2691066"/>
                  </a:lnTo>
                  <a:lnTo>
                    <a:pt x="2137205" y="2695241"/>
                  </a:lnTo>
                  <a:lnTo>
                    <a:pt x="2208828" y="2699394"/>
                  </a:lnTo>
                  <a:lnTo>
                    <a:pt x="2280450" y="2703525"/>
                  </a:lnTo>
                  <a:lnTo>
                    <a:pt x="2352073" y="2707634"/>
                  </a:lnTo>
                  <a:lnTo>
                    <a:pt x="2423695" y="2711722"/>
                  </a:lnTo>
                  <a:lnTo>
                    <a:pt x="2495318" y="2715788"/>
                  </a:lnTo>
                  <a:lnTo>
                    <a:pt x="2566940" y="2719832"/>
                  </a:lnTo>
                  <a:lnTo>
                    <a:pt x="2638563" y="2723856"/>
                  </a:lnTo>
                  <a:lnTo>
                    <a:pt x="2710185" y="2727858"/>
                  </a:lnTo>
                  <a:lnTo>
                    <a:pt x="2781808" y="2731839"/>
                  </a:lnTo>
                  <a:lnTo>
                    <a:pt x="2853431" y="2735799"/>
                  </a:lnTo>
                  <a:lnTo>
                    <a:pt x="2925053" y="2739738"/>
                  </a:lnTo>
                  <a:lnTo>
                    <a:pt x="2996676" y="2743657"/>
                  </a:lnTo>
                  <a:lnTo>
                    <a:pt x="3068298" y="2747555"/>
                  </a:lnTo>
                  <a:lnTo>
                    <a:pt x="3139921" y="2751432"/>
                  </a:lnTo>
                  <a:lnTo>
                    <a:pt x="3211543" y="2755289"/>
                  </a:lnTo>
                  <a:lnTo>
                    <a:pt x="3283166" y="2759125"/>
                  </a:lnTo>
                  <a:lnTo>
                    <a:pt x="3354788" y="2762942"/>
                  </a:lnTo>
                  <a:lnTo>
                    <a:pt x="3426411" y="2766738"/>
                  </a:lnTo>
                  <a:lnTo>
                    <a:pt x="3498033" y="2770514"/>
                  </a:lnTo>
                  <a:lnTo>
                    <a:pt x="3569656" y="2774271"/>
                  </a:lnTo>
                  <a:lnTo>
                    <a:pt x="3641278" y="2778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66867"/>
              <a:ext cx="7090630" cy="1095422"/>
            </a:xfrm>
            <a:custGeom>
              <a:avLst/>
              <a:pathLst>
                <a:path w="7090630" h="1095422">
                  <a:moveTo>
                    <a:pt x="7090630" y="1095422"/>
                  </a:moveTo>
                  <a:lnTo>
                    <a:pt x="7019007" y="1088450"/>
                  </a:lnTo>
                  <a:lnTo>
                    <a:pt x="6947385" y="1080966"/>
                  </a:lnTo>
                  <a:lnTo>
                    <a:pt x="6875762" y="1072933"/>
                  </a:lnTo>
                  <a:lnTo>
                    <a:pt x="6804139" y="1064310"/>
                  </a:lnTo>
                  <a:lnTo>
                    <a:pt x="6732517" y="1055053"/>
                  </a:lnTo>
                  <a:lnTo>
                    <a:pt x="6660894" y="1045117"/>
                  </a:lnTo>
                  <a:lnTo>
                    <a:pt x="6589272" y="1034451"/>
                  </a:lnTo>
                  <a:lnTo>
                    <a:pt x="6517649" y="1023003"/>
                  </a:lnTo>
                  <a:lnTo>
                    <a:pt x="6446027" y="1010713"/>
                  </a:lnTo>
                  <a:lnTo>
                    <a:pt x="6374404" y="997522"/>
                  </a:lnTo>
                  <a:lnTo>
                    <a:pt x="6302782" y="983362"/>
                  </a:lnTo>
                  <a:lnTo>
                    <a:pt x="6231159" y="968162"/>
                  </a:lnTo>
                  <a:lnTo>
                    <a:pt x="6159537" y="951846"/>
                  </a:lnTo>
                  <a:lnTo>
                    <a:pt x="6087914" y="934332"/>
                  </a:lnTo>
                  <a:lnTo>
                    <a:pt x="6016292" y="915533"/>
                  </a:lnTo>
                  <a:lnTo>
                    <a:pt x="5944669" y="895353"/>
                  </a:lnTo>
                  <a:lnTo>
                    <a:pt x="5873047" y="873691"/>
                  </a:lnTo>
                  <a:lnTo>
                    <a:pt x="5801424" y="850439"/>
                  </a:lnTo>
                  <a:lnTo>
                    <a:pt x="5729802" y="825480"/>
                  </a:lnTo>
                  <a:lnTo>
                    <a:pt x="5658179" y="798688"/>
                  </a:lnTo>
                  <a:lnTo>
                    <a:pt x="5586557" y="769929"/>
                  </a:lnTo>
                  <a:lnTo>
                    <a:pt x="5514934" y="739059"/>
                  </a:lnTo>
                  <a:lnTo>
                    <a:pt x="5443311" y="705922"/>
                  </a:lnTo>
                  <a:lnTo>
                    <a:pt x="5371689" y="670352"/>
                  </a:lnTo>
                  <a:lnTo>
                    <a:pt x="5300066" y="632170"/>
                  </a:lnTo>
                  <a:lnTo>
                    <a:pt x="5228444" y="591185"/>
                  </a:lnTo>
                  <a:lnTo>
                    <a:pt x="5156821" y="547191"/>
                  </a:lnTo>
                  <a:lnTo>
                    <a:pt x="5085199" y="499967"/>
                  </a:lnTo>
                  <a:lnTo>
                    <a:pt x="5013576" y="449276"/>
                  </a:lnTo>
                  <a:lnTo>
                    <a:pt x="4941954" y="394862"/>
                  </a:lnTo>
                  <a:lnTo>
                    <a:pt x="4870331" y="359119"/>
                  </a:lnTo>
                  <a:lnTo>
                    <a:pt x="4798709" y="354718"/>
                  </a:lnTo>
                  <a:lnTo>
                    <a:pt x="4727086" y="350294"/>
                  </a:lnTo>
                  <a:lnTo>
                    <a:pt x="4655464" y="345846"/>
                  </a:lnTo>
                  <a:lnTo>
                    <a:pt x="4583841" y="341374"/>
                  </a:lnTo>
                  <a:lnTo>
                    <a:pt x="4512219" y="336879"/>
                  </a:lnTo>
                  <a:lnTo>
                    <a:pt x="4440596" y="332360"/>
                  </a:lnTo>
                  <a:lnTo>
                    <a:pt x="4368974" y="327817"/>
                  </a:lnTo>
                  <a:lnTo>
                    <a:pt x="4297351" y="323250"/>
                  </a:lnTo>
                  <a:lnTo>
                    <a:pt x="4225729" y="318659"/>
                  </a:lnTo>
                  <a:lnTo>
                    <a:pt x="4154106" y="314044"/>
                  </a:lnTo>
                  <a:lnTo>
                    <a:pt x="4082483" y="309404"/>
                  </a:lnTo>
                  <a:lnTo>
                    <a:pt x="4010861" y="304739"/>
                  </a:lnTo>
                  <a:lnTo>
                    <a:pt x="3939238" y="300050"/>
                  </a:lnTo>
                  <a:lnTo>
                    <a:pt x="3867616" y="295336"/>
                  </a:lnTo>
                  <a:lnTo>
                    <a:pt x="3795993" y="290597"/>
                  </a:lnTo>
                  <a:lnTo>
                    <a:pt x="3724371" y="285833"/>
                  </a:lnTo>
                  <a:lnTo>
                    <a:pt x="3652748" y="281044"/>
                  </a:lnTo>
                  <a:lnTo>
                    <a:pt x="3581126" y="276229"/>
                  </a:lnTo>
                  <a:lnTo>
                    <a:pt x="3509503" y="271389"/>
                  </a:lnTo>
                  <a:lnTo>
                    <a:pt x="3437881" y="266524"/>
                  </a:lnTo>
                  <a:lnTo>
                    <a:pt x="3366258" y="261632"/>
                  </a:lnTo>
                  <a:lnTo>
                    <a:pt x="3294636" y="256715"/>
                  </a:lnTo>
                  <a:lnTo>
                    <a:pt x="3223013" y="251771"/>
                  </a:lnTo>
                  <a:lnTo>
                    <a:pt x="3151391" y="246802"/>
                  </a:lnTo>
                  <a:lnTo>
                    <a:pt x="3079768" y="241806"/>
                  </a:lnTo>
                  <a:lnTo>
                    <a:pt x="3008146" y="236784"/>
                  </a:lnTo>
                  <a:lnTo>
                    <a:pt x="2936523" y="231735"/>
                  </a:lnTo>
                  <a:lnTo>
                    <a:pt x="2864901" y="226659"/>
                  </a:lnTo>
                  <a:lnTo>
                    <a:pt x="2793278" y="221556"/>
                  </a:lnTo>
                  <a:lnTo>
                    <a:pt x="2721655" y="216427"/>
                  </a:lnTo>
                  <a:lnTo>
                    <a:pt x="2650033" y="211270"/>
                  </a:lnTo>
                  <a:lnTo>
                    <a:pt x="2578410" y="206086"/>
                  </a:lnTo>
                  <a:lnTo>
                    <a:pt x="2506788" y="200875"/>
                  </a:lnTo>
                  <a:lnTo>
                    <a:pt x="2435165" y="195636"/>
                  </a:lnTo>
                  <a:lnTo>
                    <a:pt x="2363543" y="190369"/>
                  </a:lnTo>
                  <a:lnTo>
                    <a:pt x="2291920" y="185074"/>
                  </a:lnTo>
                  <a:lnTo>
                    <a:pt x="2220298" y="179751"/>
                  </a:lnTo>
                  <a:lnTo>
                    <a:pt x="2148675" y="174400"/>
                  </a:lnTo>
                  <a:lnTo>
                    <a:pt x="2077053" y="169021"/>
                  </a:lnTo>
                  <a:lnTo>
                    <a:pt x="2005430" y="163613"/>
                  </a:lnTo>
                  <a:lnTo>
                    <a:pt x="1933808" y="158177"/>
                  </a:lnTo>
                  <a:lnTo>
                    <a:pt x="1862185" y="152712"/>
                  </a:lnTo>
                  <a:lnTo>
                    <a:pt x="1790563" y="147218"/>
                  </a:lnTo>
                  <a:lnTo>
                    <a:pt x="1718940" y="141695"/>
                  </a:lnTo>
                  <a:lnTo>
                    <a:pt x="1647318" y="136142"/>
                  </a:lnTo>
                  <a:lnTo>
                    <a:pt x="1575695" y="130561"/>
                  </a:lnTo>
                  <a:lnTo>
                    <a:pt x="1504073" y="124949"/>
                  </a:lnTo>
                  <a:lnTo>
                    <a:pt x="1432450" y="119308"/>
                  </a:lnTo>
                  <a:lnTo>
                    <a:pt x="1360827" y="113637"/>
                  </a:lnTo>
                  <a:lnTo>
                    <a:pt x="1289205" y="107936"/>
                  </a:lnTo>
                  <a:lnTo>
                    <a:pt x="1217582" y="102205"/>
                  </a:lnTo>
                  <a:lnTo>
                    <a:pt x="1145960" y="96444"/>
                  </a:lnTo>
                  <a:lnTo>
                    <a:pt x="1074337" y="90652"/>
                  </a:lnTo>
                  <a:lnTo>
                    <a:pt x="1002715" y="84829"/>
                  </a:lnTo>
                  <a:lnTo>
                    <a:pt x="931092" y="78976"/>
                  </a:lnTo>
                  <a:lnTo>
                    <a:pt x="859470" y="73091"/>
                  </a:lnTo>
                  <a:lnTo>
                    <a:pt x="787847" y="67175"/>
                  </a:lnTo>
                  <a:lnTo>
                    <a:pt x="716225" y="61229"/>
                  </a:lnTo>
                  <a:lnTo>
                    <a:pt x="644602" y="55250"/>
                  </a:lnTo>
                  <a:lnTo>
                    <a:pt x="572980" y="49240"/>
                  </a:lnTo>
                  <a:lnTo>
                    <a:pt x="501357" y="43198"/>
                  </a:lnTo>
                  <a:lnTo>
                    <a:pt x="429735" y="37124"/>
                  </a:lnTo>
                  <a:lnTo>
                    <a:pt x="358112" y="31018"/>
                  </a:lnTo>
                  <a:lnTo>
                    <a:pt x="286490" y="24880"/>
                  </a:lnTo>
                  <a:lnTo>
                    <a:pt x="214867" y="18709"/>
                  </a:lnTo>
                  <a:lnTo>
                    <a:pt x="143245" y="12505"/>
                  </a:lnTo>
                  <a:lnTo>
                    <a:pt x="71622" y="62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371889" y="2073503"/>
              <a:ext cx="4890789" cy="3224871"/>
            </a:xfrm>
            <a:custGeom>
              <a:avLst/>
              <a:pathLst>
                <a:path w="4890789" h="3224871">
                  <a:moveTo>
                    <a:pt x="0" y="0"/>
                  </a:moveTo>
                  <a:lnTo>
                    <a:pt x="20458" y="38186"/>
                  </a:lnTo>
                  <a:lnTo>
                    <a:pt x="92080" y="166880"/>
                  </a:lnTo>
                  <a:lnTo>
                    <a:pt x="163703" y="290767"/>
                  </a:lnTo>
                  <a:lnTo>
                    <a:pt x="235325" y="410027"/>
                  </a:lnTo>
                  <a:lnTo>
                    <a:pt x="306948" y="524832"/>
                  </a:lnTo>
                  <a:lnTo>
                    <a:pt x="378570" y="635350"/>
                  </a:lnTo>
                  <a:lnTo>
                    <a:pt x="450193" y="741739"/>
                  </a:lnTo>
                  <a:lnTo>
                    <a:pt x="521815" y="844155"/>
                  </a:lnTo>
                  <a:lnTo>
                    <a:pt x="593438" y="942746"/>
                  </a:lnTo>
                  <a:lnTo>
                    <a:pt x="665060" y="1037654"/>
                  </a:lnTo>
                  <a:lnTo>
                    <a:pt x="736683" y="1129017"/>
                  </a:lnTo>
                  <a:lnTo>
                    <a:pt x="808305" y="1216968"/>
                  </a:lnTo>
                  <a:lnTo>
                    <a:pt x="879928" y="1301634"/>
                  </a:lnTo>
                  <a:lnTo>
                    <a:pt x="951550" y="1383137"/>
                  </a:lnTo>
                  <a:lnTo>
                    <a:pt x="1023173" y="1461596"/>
                  </a:lnTo>
                  <a:lnTo>
                    <a:pt x="1094795" y="1537125"/>
                  </a:lnTo>
                  <a:lnTo>
                    <a:pt x="1166418" y="1609833"/>
                  </a:lnTo>
                  <a:lnTo>
                    <a:pt x="1238040" y="1679825"/>
                  </a:lnTo>
                  <a:lnTo>
                    <a:pt x="1309663" y="1747202"/>
                  </a:lnTo>
                  <a:lnTo>
                    <a:pt x="1381286" y="1812063"/>
                  </a:lnTo>
                  <a:lnTo>
                    <a:pt x="1452908" y="1874502"/>
                  </a:lnTo>
                  <a:lnTo>
                    <a:pt x="1524531" y="1934608"/>
                  </a:lnTo>
                  <a:lnTo>
                    <a:pt x="1596153" y="1992470"/>
                  </a:lnTo>
                  <a:lnTo>
                    <a:pt x="1667776" y="2048170"/>
                  </a:lnTo>
                  <a:lnTo>
                    <a:pt x="1739398" y="2101790"/>
                  </a:lnTo>
                  <a:lnTo>
                    <a:pt x="1811021" y="2153407"/>
                  </a:lnTo>
                  <a:lnTo>
                    <a:pt x="1882643" y="2203096"/>
                  </a:lnTo>
                  <a:lnTo>
                    <a:pt x="1954266" y="2250929"/>
                  </a:lnTo>
                  <a:lnTo>
                    <a:pt x="2025888" y="2296976"/>
                  </a:lnTo>
                  <a:lnTo>
                    <a:pt x="2097511" y="2341302"/>
                  </a:lnTo>
                  <a:lnTo>
                    <a:pt x="2169133" y="2383973"/>
                  </a:lnTo>
                  <a:lnTo>
                    <a:pt x="2240756" y="2425051"/>
                  </a:lnTo>
                  <a:lnTo>
                    <a:pt x="2312378" y="2464594"/>
                  </a:lnTo>
                  <a:lnTo>
                    <a:pt x="2384001" y="2502660"/>
                  </a:lnTo>
                  <a:lnTo>
                    <a:pt x="2455623" y="2539304"/>
                  </a:lnTo>
                  <a:lnTo>
                    <a:pt x="2527246" y="2574580"/>
                  </a:lnTo>
                  <a:lnTo>
                    <a:pt x="2598868" y="2608538"/>
                  </a:lnTo>
                  <a:lnTo>
                    <a:pt x="2670491" y="2641227"/>
                  </a:lnTo>
                  <a:lnTo>
                    <a:pt x="2742114" y="2672696"/>
                  </a:lnTo>
                  <a:lnTo>
                    <a:pt x="2813736" y="2702989"/>
                  </a:lnTo>
                  <a:lnTo>
                    <a:pt x="2885359" y="2732151"/>
                  </a:lnTo>
                  <a:lnTo>
                    <a:pt x="2956981" y="2760224"/>
                  </a:lnTo>
                  <a:lnTo>
                    <a:pt x="3028604" y="2787248"/>
                  </a:lnTo>
                  <a:lnTo>
                    <a:pt x="3100226" y="2813262"/>
                  </a:lnTo>
                  <a:lnTo>
                    <a:pt x="3171849" y="2838305"/>
                  </a:lnTo>
                  <a:lnTo>
                    <a:pt x="3243471" y="2862413"/>
                  </a:lnTo>
                  <a:lnTo>
                    <a:pt x="3315094" y="2885620"/>
                  </a:lnTo>
                  <a:lnTo>
                    <a:pt x="3386716" y="2907961"/>
                  </a:lnTo>
                  <a:lnTo>
                    <a:pt x="3458339" y="2929467"/>
                  </a:lnTo>
                  <a:lnTo>
                    <a:pt x="3529961" y="2950169"/>
                  </a:lnTo>
                  <a:lnTo>
                    <a:pt x="3601584" y="2970099"/>
                  </a:lnTo>
                  <a:lnTo>
                    <a:pt x="3673206" y="2989284"/>
                  </a:lnTo>
                  <a:lnTo>
                    <a:pt x="3744829" y="3007753"/>
                  </a:lnTo>
                  <a:lnTo>
                    <a:pt x="3816451" y="3025531"/>
                  </a:lnTo>
                  <a:lnTo>
                    <a:pt x="3888074" y="3042646"/>
                  </a:lnTo>
                  <a:lnTo>
                    <a:pt x="3959696" y="3059121"/>
                  </a:lnTo>
                  <a:lnTo>
                    <a:pt x="4031319" y="3074981"/>
                  </a:lnTo>
                  <a:lnTo>
                    <a:pt x="4102942" y="3090249"/>
                  </a:lnTo>
                  <a:lnTo>
                    <a:pt x="4174564" y="3104946"/>
                  </a:lnTo>
                  <a:lnTo>
                    <a:pt x="4246187" y="3119095"/>
                  </a:lnTo>
                  <a:lnTo>
                    <a:pt x="4317809" y="3132715"/>
                  </a:lnTo>
                  <a:lnTo>
                    <a:pt x="4389432" y="3145826"/>
                  </a:lnTo>
                  <a:lnTo>
                    <a:pt x="4461054" y="3158448"/>
                  </a:lnTo>
                  <a:lnTo>
                    <a:pt x="4532677" y="3170598"/>
                  </a:lnTo>
                  <a:lnTo>
                    <a:pt x="4604299" y="3182294"/>
                  </a:lnTo>
                  <a:lnTo>
                    <a:pt x="4675922" y="3193554"/>
                  </a:lnTo>
                  <a:lnTo>
                    <a:pt x="4747544" y="3204392"/>
                  </a:lnTo>
                  <a:lnTo>
                    <a:pt x="4819167" y="3214827"/>
                  </a:lnTo>
                  <a:lnTo>
                    <a:pt x="4890789" y="32248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0.95 (0.91-0.99)  |  per IQR (Δ = 18.2): 0.41 (0.19-0.88)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2026-05-26T11:33:12Z</dcterms:modified>
  <cp:category/>
</cp:coreProperties>
</file>