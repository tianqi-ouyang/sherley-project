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6869"/>
            </a:xfrm>
            <a:custGeom>
              <a:avLst/>
              <a:pathLst>
                <a:path w="7090630" h="3376869">
                  <a:moveTo>
                    <a:pt x="3365340" y="0"/>
                  </a:moveTo>
                  <a:lnTo>
                    <a:pt x="3366258" y="3090"/>
                  </a:lnTo>
                  <a:lnTo>
                    <a:pt x="3437881" y="228609"/>
                  </a:lnTo>
                  <a:lnTo>
                    <a:pt x="3509503" y="439516"/>
                  </a:lnTo>
                  <a:lnTo>
                    <a:pt x="3581126" y="636758"/>
                  </a:lnTo>
                  <a:lnTo>
                    <a:pt x="3652748" y="821220"/>
                  </a:lnTo>
                  <a:lnTo>
                    <a:pt x="3724371" y="993731"/>
                  </a:lnTo>
                  <a:lnTo>
                    <a:pt x="3795993" y="1155064"/>
                  </a:lnTo>
                  <a:lnTo>
                    <a:pt x="3867616" y="1305944"/>
                  </a:lnTo>
                  <a:lnTo>
                    <a:pt x="3939238" y="1447049"/>
                  </a:lnTo>
                  <a:lnTo>
                    <a:pt x="4010861" y="1579011"/>
                  </a:lnTo>
                  <a:lnTo>
                    <a:pt x="4082483" y="1702423"/>
                  </a:lnTo>
                  <a:lnTo>
                    <a:pt x="4154106" y="1817838"/>
                  </a:lnTo>
                  <a:lnTo>
                    <a:pt x="4225729" y="1925776"/>
                  </a:lnTo>
                  <a:lnTo>
                    <a:pt x="4297351" y="2026720"/>
                  </a:lnTo>
                  <a:lnTo>
                    <a:pt x="4368974" y="2121124"/>
                  </a:lnTo>
                  <a:lnTo>
                    <a:pt x="4440596" y="2209411"/>
                  </a:lnTo>
                  <a:lnTo>
                    <a:pt x="4512219" y="2291978"/>
                  </a:lnTo>
                  <a:lnTo>
                    <a:pt x="4583841" y="2369195"/>
                  </a:lnTo>
                  <a:lnTo>
                    <a:pt x="4655464" y="2441409"/>
                  </a:lnTo>
                  <a:lnTo>
                    <a:pt x="4727086" y="2508944"/>
                  </a:lnTo>
                  <a:lnTo>
                    <a:pt x="4798709" y="2572104"/>
                  </a:lnTo>
                  <a:lnTo>
                    <a:pt x="4870331" y="2631171"/>
                  </a:lnTo>
                  <a:lnTo>
                    <a:pt x="4941954" y="2648367"/>
                  </a:lnTo>
                  <a:lnTo>
                    <a:pt x="5013576" y="2638238"/>
                  </a:lnTo>
                  <a:lnTo>
                    <a:pt x="5085199" y="2627986"/>
                  </a:lnTo>
                  <a:lnTo>
                    <a:pt x="5156821" y="2617611"/>
                  </a:lnTo>
                  <a:lnTo>
                    <a:pt x="5228444" y="2607109"/>
                  </a:lnTo>
                  <a:lnTo>
                    <a:pt x="5300066" y="2596480"/>
                  </a:lnTo>
                  <a:lnTo>
                    <a:pt x="5371689" y="2585722"/>
                  </a:lnTo>
                  <a:lnTo>
                    <a:pt x="5443311" y="2574834"/>
                  </a:lnTo>
                  <a:lnTo>
                    <a:pt x="5514934" y="2563814"/>
                  </a:lnTo>
                  <a:lnTo>
                    <a:pt x="5586557" y="2552660"/>
                  </a:lnTo>
                  <a:lnTo>
                    <a:pt x="5658179" y="2541371"/>
                  </a:lnTo>
                  <a:lnTo>
                    <a:pt x="5729802" y="2529945"/>
                  </a:lnTo>
                  <a:lnTo>
                    <a:pt x="5801424" y="2518380"/>
                  </a:lnTo>
                  <a:lnTo>
                    <a:pt x="5873047" y="2506675"/>
                  </a:lnTo>
                  <a:lnTo>
                    <a:pt x="5944669" y="2494829"/>
                  </a:lnTo>
                  <a:lnTo>
                    <a:pt x="6016292" y="2482839"/>
                  </a:lnTo>
                  <a:lnTo>
                    <a:pt x="6087914" y="2470703"/>
                  </a:lnTo>
                  <a:lnTo>
                    <a:pt x="6159537" y="2458420"/>
                  </a:lnTo>
                  <a:lnTo>
                    <a:pt x="6231159" y="2445988"/>
                  </a:lnTo>
                  <a:lnTo>
                    <a:pt x="6302782" y="2433406"/>
                  </a:lnTo>
                  <a:lnTo>
                    <a:pt x="6374404" y="2420671"/>
                  </a:lnTo>
                  <a:lnTo>
                    <a:pt x="6446027" y="2407781"/>
                  </a:lnTo>
                  <a:lnTo>
                    <a:pt x="6517649" y="2394736"/>
                  </a:lnTo>
                  <a:lnTo>
                    <a:pt x="6589272" y="2381532"/>
                  </a:lnTo>
                  <a:lnTo>
                    <a:pt x="6660894" y="2368168"/>
                  </a:lnTo>
                  <a:lnTo>
                    <a:pt x="6732517" y="2354642"/>
                  </a:lnTo>
                  <a:lnTo>
                    <a:pt x="6804139" y="2340952"/>
                  </a:lnTo>
                  <a:lnTo>
                    <a:pt x="6875762" y="2327096"/>
                  </a:lnTo>
                  <a:lnTo>
                    <a:pt x="6947385" y="2313072"/>
                  </a:lnTo>
                  <a:lnTo>
                    <a:pt x="7019007" y="2298878"/>
                  </a:lnTo>
                  <a:lnTo>
                    <a:pt x="7090630" y="2284512"/>
                  </a:lnTo>
                  <a:lnTo>
                    <a:pt x="7090630" y="3376869"/>
                  </a:lnTo>
                  <a:lnTo>
                    <a:pt x="7019007" y="3369464"/>
                  </a:lnTo>
                  <a:lnTo>
                    <a:pt x="6947385" y="3361547"/>
                  </a:lnTo>
                  <a:lnTo>
                    <a:pt x="6875762" y="3353081"/>
                  </a:lnTo>
                  <a:lnTo>
                    <a:pt x="6804139" y="3344028"/>
                  </a:lnTo>
                  <a:lnTo>
                    <a:pt x="6732517" y="3334348"/>
                  </a:lnTo>
                  <a:lnTo>
                    <a:pt x="6660894" y="3323998"/>
                  </a:lnTo>
                  <a:lnTo>
                    <a:pt x="6589272" y="3312930"/>
                  </a:lnTo>
                  <a:lnTo>
                    <a:pt x="6517649" y="3301096"/>
                  </a:lnTo>
                  <a:lnTo>
                    <a:pt x="6446027" y="3288442"/>
                  </a:lnTo>
                  <a:lnTo>
                    <a:pt x="6374404" y="3274911"/>
                  </a:lnTo>
                  <a:lnTo>
                    <a:pt x="6302782" y="3260443"/>
                  </a:lnTo>
                  <a:lnTo>
                    <a:pt x="6231159" y="3244972"/>
                  </a:lnTo>
                  <a:lnTo>
                    <a:pt x="6159537" y="3228429"/>
                  </a:lnTo>
                  <a:lnTo>
                    <a:pt x="6087914" y="3210741"/>
                  </a:lnTo>
                  <a:lnTo>
                    <a:pt x="6016292" y="3191827"/>
                  </a:lnTo>
                  <a:lnTo>
                    <a:pt x="5944669" y="3171602"/>
                  </a:lnTo>
                  <a:lnTo>
                    <a:pt x="5873047" y="3149977"/>
                  </a:lnTo>
                  <a:lnTo>
                    <a:pt x="5801424" y="3126853"/>
                  </a:lnTo>
                  <a:lnTo>
                    <a:pt x="5729802" y="3102127"/>
                  </a:lnTo>
                  <a:lnTo>
                    <a:pt x="5658179" y="3075688"/>
                  </a:lnTo>
                  <a:lnTo>
                    <a:pt x="5586557" y="3047417"/>
                  </a:lnTo>
                  <a:lnTo>
                    <a:pt x="5514934" y="3017188"/>
                  </a:lnTo>
                  <a:lnTo>
                    <a:pt x="5443311" y="2984864"/>
                  </a:lnTo>
                  <a:lnTo>
                    <a:pt x="5371689" y="2950301"/>
                  </a:lnTo>
                  <a:lnTo>
                    <a:pt x="5300066" y="2913344"/>
                  </a:lnTo>
                  <a:lnTo>
                    <a:pt x="5228444" y="2873825"/>
                  </a:lnTo>
                  <a:lnTo>
                    <a:pt x="5156821" y="2831570"/>
                  </a:lnTo>
                  <a:lnTo>
                    <a:pt x="5085199" y="2786386"/>
                  </a:lnTo>
                  <a:lnTo>
                    <a:pt x="5013576" y="2738072"/>
                  </a:lnTo>
                  <a:lnTo>
                    <a:pt x="4941954" y="2686411"/>
                  </a:lnTo>
                  <a:lnTo>
                    <a:pt x="4870331" y="2658374"/>
                  </a:lnTo>
                  <a:lnTo>
                    <a:pt x="4798709" y="2668261"/>
                  </a:lnTo>
                  <a:lnTo>
                    <a:pt x="4727086" y="2678030"/>
                  </a:lnTo>
                  <a:lnTo>
                    <a:pt x="4655464" y="2687682"/>
                  </a:lnTo>
                  <a:lnTo>
                    <a:pt x="4583841" y="2697219"/>
                  </a:lnTo>
                  <a:lnTo>
                    <a:pt x="4512219" y="2706641"/>
                  </a:lnTo>
                  <a:lnTo>
                    <a:pt x="4440596" y="2715950"/>
                  </a:lnTo>
                  <a:lnTo>
                    <a:pt x="4368974" y="2725148"/>
                  </a:lnTo>
                  <a:lnTo>
                    <a:pt x="4297351" y="2734236"/>
                  </a:lnTo>
                  <a:lnTo>
                    <a:pt x="4225729" y="2743214"/>
                  </a:lnTo>
                  <a:lnTo>
                    <a:pt x="4154106" y="2752085"/>
                  </a:lnTo>
                  <a:lnTo>
                    <a:pt x="4082483" y="2760850"/>
                  </a:lnTo>
                  <a:lnTo>
                    <a:pt x="4010861" y="2769510"/>
                  </a:lnTo>
                  <a:lnTo>
                    <a:pt x="3939238" y="2778066"/>
                  </a:lnTo>
                  <a:lnTo>
                    <a:pt x="3867616" y="2786520"/>
                  </a:lnTo>
                  <a:lnTo>
                    <a:pt x="3795993" y="2794872"/>
                  </a:lnTo>
                  <a:lnTo>
                    <a:pt x="3724371" y="2803125"/>
                  </a:lnTo>
                  <a:lnTo>
                    <a:pt x="3652748" y="2811278"/>
                  </a:lnTo>
                  <a:lnTo>
                    <a:pt x="3581126" y="2819334"/>
                  </a:lnTo>
                  <a:lnTo>
                    <a:pt x="3509503" y="2827293"/>
                  </a:lnTo>
                  <a:lnTo>
                    <a:pt x="3437881" y="2835157"/>
                  </a:lnTo>
                  <a:lnTo>
                    <a:pt x="3366258" y="2842927"/>
                  </a:lnTo>
                  <a:lnTo>
                    <a:pt x="3294636" y="2850603"/>
                  </a:lnTo>
                  <a:lnTo>
                    <a:pt x="3223013" y="2858188"/>
                  </a:lnTo>
                  <a:lnTo>
                    <a:pt x="3151391" y="2865682"/>
                  </a:lnTo>
                  <a:lnTo>
                    <a:pt x="3079768" y="2873086"/>
                  </a:lnTo>
                  <a:lnTo>
                    <a:pt x="3008146" y="2880401"/>
                  </a:lnTo>
                  <a:lnTo>
                    <a:pt x="2936523" y="2887629"/>
                  </a:lnTo>
                  <a:lnTo>
                    <a:pt x="2864901" y="2894770"/>
                  </a:lnTo>
                  <a:lnTo>
                    <a:pt x="2793278" y="2901826"/>
                  </a:lnTo>
                  <a:lnTo>
                    <a:pt x="2721655" y="2908797"/>
                  </a:lnTo>
                  <a:lnTo>
                    <a:pt x="2650033" y="2915684"/>
                  </a:lnTo>
                  <a:lnTo>
                    <a:pt x="2578410" y="2922490"/>
                  </a:lnTo>
                  <a:lnTo>
                    <a:pt x="2506788" y="2929213"/>
                  </a:lnTo>
                  <a:lnTo>
                    <a:pt x="2435165" y="2935856"/>
                  </a:lnTo>
                  <a:lnTo>
                    <a:pt x="2363543" y="2942419"/>
                  </a:lnTo>
                  <a:lnTo>
                    <a:pt x="2291920" y="2948904"/>
                  </a:lnTo>
                  <a:lnTo>
                    <a:pt x="2220298" y="2955311"/>
                  </a:lnTo>
                  <a:lnTo>
                    <a:pt x="2148675" y="2961642"/>
                  </a:lnTo>
                  <a:lnTo>
                    <a:pt x="2077053" y="2967896"/>
                  </a:lnTo>
                  <a:lnTo>
                    <a:pt x="2005430" y="2974076"/>
                  </a:lnTo>
                  <a:lnTo>
                    <a:pt x="1933808" y="2980181"/>
                  </a:lnTo>
                  <a:lnTo>
                    <a:pt x="1862185" y="2986214"/>
                  </a:lnTo>
                  <a:lnTo>
                    <a:pt x="1790563" y="2992174"/>
                  </a:lnTo>
                  <a:lnTo>
                    <a:pt x="1718940" y="2998063"/>
                  </a:lnTo>
                  <a:lnTo>
                    <a:pt x="1647318" y="3003881"/>
                  </a:lnTo>
                  <a:lnTo>
                    <a:pt x="1575695" y="3009629"/>
                  </a:lnTo>
                  <a:lnTo>
                    <a:pt x="1504073" y="3015309"/>
                  </a:lnTo>
                  <a:lnTo>
                    <a:pt x="1432450" y="3020921"/>
                  </a:lnTo>
                  <a:lnTo>
                    <a:pt x="1360827" y="3026465"/>
                  </a:lnTo>
                  <a:lnTo>
                    <a:pt x="1289205" y="3031943"/>
                  </a:lnTo>
                  <a:lnTo>
                    <a:pt x="1217582" y="3037355"/>
                  </a:lnTo>
                  <a:lnTo>
                    <a:pt x="1145960" y="3042703"/>
                  </a:lnTo>
                  <a:lnTo>
                    <a:pt x="1074337" y="3047986"/>
                  </a:lnTo>
                  <a:lnTo>
                    <a:pt x="1002715" y="3053206"/>
                  </a:lnTo>
                  <a:lnTo>
                    <a:pt x="931092" y="3058364"/>
                  </a:lnTo>
                  <a:lnTo>
                    <a:pt x="859470" y="3063460"/>
                  </a:lnTo>
                  <a:lnTo>
                    <a:pt x="787847" y="3068495"/>
                  </a:lnTo>
                  <a:lnTo>
                    <a:pt x="716225" y="3073469"/>
                  </a:lnTo>
                  <a:lnTo>
                    <a:pt x="644602" y="3078384"/>
                  </a:lnTo>
                  <a:lnTo>
                    <a:pt x="572980" y="3083240"/>
                  </a:lnTo>
                  <a:lnTo>
                    <a:pt x="501357" y="3088038"/>
                  </a:lnTo>
                  <a:lnTo>
                    <a:pt x="429735" y="3092778"/>
                  </a:lnTo>
                  <a:lnTo>
                    <a:pt x="358112" y="3097462"/>
                  </a:lnTo>
                  <a:lnTo>
                    <a:pt x="286490" y="3102089"/>
                  </a:lnTo>
                  <a:lnTo>
                    <a:pt x="214867" y="3106661"/>
                  </a:lnTo>
                  <a:lnTo>
                    <a:pt x="143245" y="3111179"/>
                  </a:lnTo>
                  <a:lnTo>
                    <a:pt x="71622" y="3115642"/>
                  </a:lnTo>
                  <a:lnTo>
                    <a:pt x="0" y="31200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7390" y="2073503"/>
              <a:ext cx="3725289" cy="2648367"/>
            </a:xfrm>
            <a:custGeom>
              <a:avLst/>
              <a:pathLst>
                <a:path w="3725289" h="2648367">
                  <a:moveTo>
                    <a:pt x="0" y="0"/>
                  </a:moveTo>
                  <a:lnTo>
                    <a:pt x="917" y="3090"/>
                  </a:lnTo>
                  <a:lnTo>
                    <a:pt x="72540" y="228609"/>
                  </a:lnTo>
                  <a:lnTo>
                    <a:pt x="144162" y="439516"/>
                  </a:lnTo>
                  <a:lnTo>
                    <a:pt x="215785" y="636758"/>
                  </a:lnTo>
                  <a:lnTo>
                    <a:pt x="287407" y="821220"/>
                  </a:lnTo>
                  <a:lnTo>
                    <a:pt x="359030" y="993731"/>
                  </a:lnTo>
                  <a:lnTo>
                    <a:pt x="430652" y="1155064"/>
                  </a:lnTo>
                  <a:lnTo>
                    <a:pt x="502275" y="1305944"/>
                  </a:lnTo>
                  <a:lnTo>
                    <a:pt x="573897" y="1447049"/>
                  </a:lnTo>
                  <a:lnTo>
                    <a:pt x="645520" y="1579011"/>
                  </a:lnTo>
                  <a:lnTo>
                    <a:pt x="717143" y="1702423"/>
                  </a:lnTo>
                  <a:lnTo>
                    <a:pt x="788765" y="1817838"/>
                  </a:lnTo>
                  <a:lnTo>
                    <a:pt x="860388" y="1925776"/>
                  </a:lnTo>
                  <a:lnTo>
                    <a:pt x="932010" y="2026720"/>
                  </a:lnTo>
                  <a:lnTo>
                    <a:pt x="1003633" y="2121124"/>
                  </a:lnTo>
                  <a:lnTo>
                    <a:pt x="1075255" y="2209411"/>
                  </a:lnTo>
                  <a:lnTo>
                    <a:pt x="1146878" y="2291978"/>
                  </a:lnTo>
                  <a:lnTo>
                    <a:pt x="1218500" y="2369195"/>
                  </a:lnTo>
                  <a:lnTo>
                    <a:pt x="1290123" y="2441409"/>
                  </a:lnTo>
                  <a:lnTo>
                    <a:pt x="1361745" y="2508944"/>
                  </a:lnTo>
                  <a:lnTo>
                    <a:pt x="1433368" y="2572104"/>
                  </a:lnTo>
                  <a:lnTo>
                    <a:pt x="1504990" y="2631171"/>
                  </a:lnTo>
                  <a:lnTo>
                    <a:pt x="1576613" y="2648367"/>
                  </a:lnTo>
                  <a:lnTo>
                    <a:pt x="1648235" y="2638238"/>
                  </a:lnTo>
                  <a:lnTo>
                    <a:pt x="1719858" y="2627986"/>
                  </a:lnTo>
                  <a:lnTo>
                    <a:pt x="1791480" y="2617611"/>
                  </a:lnTo>
                  <a:lnTo>
                    <a:pt x="1863103" y="2607109"/>
                  </a:lnTo>
                  <a:lnTo>
                    <a:pt x="1934725" y="2596480"/>
                  </a:lnTo>
                  <a:lnTo>
                    <a:pt x="2006348" y="2585722"/>
                  </a:lnTo>
                  <a:lnTo>
                    <a:pt x="2077971" y="2574834"/>
                  </a:lnTo>
                  <a:lnTo>
                    <a:pt x="2149593" y="2563814"/>
                  </a:lnTo>
                  <a:lnTo>
                    <a:pt x="2221216" y="2552660"/>
                  </a:lnTo>
                  <a:lnTo>
                    <a:pt x="2292838" y="2541371"/>
                  </a:lnTo>
                  <a:lnTo>
                    <a:pt x="2364461" y="2529945"/>
                  </a:lnTo>
                  <a:lnTo>
                    <a:pt x="2436083" y="2518380"/>
                  </a:lnTo>
                  <a:lnTo>
                    <a:pt x="2507706" y="2506675"/>
                  </a:lnTo>
                  <a:lnTo>
                    <a:pt x="2579328" y="2494829"/>
                  </a:lnTo>
                  <a:lnTo>
                    <a:pt x="2650951" y="2482839"/>
                  </a:lnTo>
                  <a:lnTo>
                    <a:pt x="2722573" y="2470703"/>
                  </a:lnTo>
                  <a:lnTo>
                    <a:pt x="2794196" y="2458420"/>
                  </a:lnTo>
                  <a:lnTo>
                    <a:pt x="2865818" y="2445988"/>
                  </a:lnTo>
                  <a:lnTo>
                    <a:pt x="2937441" y="2433406"/>
                  </a:lnTo>
                  <a:lnTo>
                    <a:pt x="3009063" y="2420671"/>
                  </a:lnTo>
                  <a:lnTo>
                    <a:pt x="3080686" y="2407781"/>
                  </a:lnTo>
                  <a:lnTo>
                    <a:pt x="3152308" y="2394736"/>
                  </a:lnTo>
                  <a:lnTo>
                    <a:pt x="3223931" y="2381532"/>
                  </a:lnTo>
                  <a:lnTo>
                    <a:pt x="3295553" y="2368168"/>
                  </a:lnTo>
                  <a:lnTo>
                    <a:pt x="3367176" y="2354642"/>
                  </a:lnTo>
                  <a:lnTo>
                    <a:pt x="3438799" y="2340952"/>
                  </a:lnTo>
                  <a:lnTo>
                    <a:pt x="3510421" y="2327096"/>
                  </a:lnTo>
                  <a:lnTo>
                    <a:pt x="3582044" y="2313072"/>
                  </a:lnTo>
                  <a:lnTo>
                    <a:pt x="3653666" y="2298878"/>
                  </a:lnTo>
                  <a:lnTo>
                    <a:pt x="3725289" y="22845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877"/>
              <a:ext cx="7090630" cy="718495"/>
            </a:xfrm>
            <a:custGeom>
              <a:avLst/>
              <a:pathLst>
                <a:path w="7090630" h="718495">
                  <a:moveTo>
                    <a:pt x="7090630" y="718495"/>
                  </a:moveTo>
                  <a:lnTo>
                    <a:pt x="7019007" y="711090"/>
                  </a:lnTo>
                  <a:lnTo>
                    <a:pt x="6947385" y="703172"/>
                  </a:lnTo>
                  <a:lnTo>
                    <a:pt x="6875762" y="694706"/>
                  </a:lnTo>
                  <a:lnTo>
                    <a:pt x="6804139" y="685654"/>
                  </a:lnTo>
                  <a:lnTo>
                    <a:pt x="6732517" y="675974"/>
                  </a:lnTo>
                  <a:lnTo>
                    <a:pt x="6660894" y="665623"/>
                  </a:lnTo>
                  <a:lnTo>
                    <a:pt x="6589272" y="654556"/>
                  </a:lnTo>
                  <a:lnTo>
                    <a:pt x="6517649" y="642722"/>
                  </a:lnTo>
                  <a:lnTo>
                    <a:pt x="6446027" y="630067"/>
                  </a:lnTo>
                  <a:lnTo>
                    <a:pt x="6374404" y="616537"/>
                  </a:lnTo>
                  <a:lnTo>
                    <a:pt x="6302782" y="602068"/>
                  </a:lnTo>
                  <a:lnTo>
                    <a:pt x="6231159" y="586597"/>
                  </a:lnTo>
                  <a:lnTo>
                    <a:pt x="6159537" y="570055"/>
                  </a:lnTo>
                  <a:lnTo>
                    <a:pt x="6087914" y="552366"/>
                  </a:lnTo>
                  <a:lnTo>
                    <a:pt x="6016292" y="533452"/>
                  </a:lnTo>
                  <a:lnTo>
                    <a:pt x="5944669" y="513228"/>
                  </a:lnTo>
                  <a:lnTo>
                    <a:pt x="5873047" y="491602"/>
                  </a:lnTo>
                  <a:lnTo>
                    <a:pt x="5801424" y="468478"/>
                  </a:lnTo>
                  <a:lnTo>
                    <a:pt x="5729802" y="443752"/>
                  </a:lnTo>
                  <a:lnTo>
                    <a:pt x="5658179" y="417313"/>
                  </a:lnTo>
                  <a:lnTo>
                    <a:pt x="5586557" y="389043"/>
                  </a:lnTo>
                  <a:lnTo>
                    <a:pt x="5514934" y="358813"/>
                  </a:lnTo>
                  <a:lnTo>
                    <a:pt x="5443311" y="326490"/>
                  </a:lnTo>
                  <a:lnTo>
                    <a:pt x="5371689" y="291927"/>
                  </a:lnTo>
                  <a:lnTo>
                    <a:pt x="5300066" y="254969"/>
                  </a:lnTo>
                  <a:lnTo>
                    <a:pt x="5228444" y="215451"/>
                  </a:lnTo>
                  <a:lnTo>
                    <a:pt x="5156821" y="173195"/>
                  </a:lnTo>
                  <a:lnTo>
                    <a:pt x="5085199" y="128012"/>
                  </a:lnTo>
                  <a:lnTo>
                    <a:pt x="5013576" y="79698"/>
                  </a:lnTo>
                  <a:lnTo>
                    <a:pt x="4941954" y="28037"/>
                  </a:lnTo>
                  <a:lnTo>
                    <a:pt x="4870331" y="0"/>
                  </a:lnTo>
                  <a:lnTo>
                    <a:pt x="4798709" y="9887"/>
                  </a:lnTo>
                  <a:lnTo>
                    <a:pt x="4727086" y="19656"/>
                  </a:lnTo>
                  <a:lnTo>
                    <a:pt x="4655464" y="29308"/>
                  </a:lnTo>
                  <a:lnTo>
                    <a:pt x="4583841" y="38844"/>
                  </a:lnTo>
                  <a:lnTo>
                    <a:pt x="4512219" y="48267"/>
                  </a:lnTo>
                  <a:lnTo>
                    <a:pt x="4440596" y="57576"/>
                  </a:lnTo>
                  <a:lnTo>
                    <a:pt x="4368974" y="66774"/>
                  </a:lnTo>
                  <a:lnTo>
                    <a:pt x="4297351" y="75861"/>
                  </a:lnTo>
                  <a:lnTo>
                    <a:pt x="4225729" y="84840"/>
                  </a:lnTo>
                  <a:lnTo>
                    <a:pt x="4154106" y="93711"/>
                  </a:lnTo>
                  <a:lnTo>
                    <a:pt x="4082483" y="102476"/>
                  </a:lnTo>
                  <a:lnTo>
                    <a:pt x="4010861" y="111136"/>
                  </a:lnTo>
                  <a:lnTo>
                    <a:pt x="3939238" y="119692"/>
                  </a:lnTo>
                  <a:lnTo>
                    <a:pt x="3867616" y="128146"/>
                  </a:lnTo>
                  <a:lnTo>
                    <a:pt x="3795993" y="136498"/>
                  </a:lnTo>
                  <a:lnTo>
                    <a:pt x="3724371" y="144750"/>
                  </a:lnTo>
                  <a:lnTo>
                    <a:pt x="3652748" y="152904"/>
                  </a:lnTo>
                  <a:lnTo>
                    <a:pt x="3581126" y="160959"/>
                  </a:lnTo>
                  <a:lnTo>
                    <a:pt x="3509503" y="168919"/>
                  </a:lnTo>
                  <a:lnTo>
                    <a:pt x="3437881" y="176783"/>
                  </a:lnTo>
                  <a:lnTo>
                    <a:pt x="3366258" y="184552"/>
                  </a:lnTo>
                  <a:lnTo>
                    <a:pt x="3294636" y="192229"/>
                  </a:lnTo>
                  <a:lnTo>
                    <a:pt x="3223013" y="199814"/>
                  </a:lnTo>
                  <a:lnTo>
                    <a:pt x="3151391" y="207308"/>
                  </a:lnTo>
                  <a:lnTo>
                    <a:pt x="3079768" y="214712"/>
                  </a:lnTo>
                  <a:lnTo>
                    <a:pt x="3008146" y="222027"/>
                  </a:lnTo>
                  <a:lnTo>
                    <a:pt x="2936523" y="229255"/>
                  </a:lnTo>
                  <a:lnTo>
                    <a:pt x="2864901" y="236396"/>
                  </a:lnTo>
                  <a:lnTo>
                    <a:pt x="2793278" y="243451"/>
                  </a:lnTo>
                  <a:lnTo>
                    <a:pt x="2721655" y="250422"/>
                  </a:lnTo>
                  <a:lnTo>
                    <a:pt x="2650033" y="257310"/>
                  </a:lnTo>
                  <a:lnTo>
                    <a:pt x="2578410" y="264115"/>
                  </a:lnTo>
                  <a:lnTo>
                    <a:pt x="2506788" y="270839"/>
                  </a:lnTo>
                  <a:lnTo>
                    <a:pt x="2435165" y="277482"/>
                  </a:lnTo>
                  <a:lnTo>
                    <a:pt x="2363543" y="284045"/>
                  </a:lnTo>
                  <a:lnTo>
                    <a:pt x="2291920" y="290530"/>
                  </a:lnTo>
                  <a:lnTo>
                    <a:pt x="2220298" y="296937"/>
                  </a:lnTo>
                  <a:lnTo>
                    <a:pt x="2148675" y="303267"/>
                  </a:lnTo>
                  <a:lnTo>
                    <a:pt x="2077053" y="309522"/>
                  </a:lnTo>
                  <a:lnTo>
                    <a:pt x="2005430" y="315701"/>
                  </a:lnTo>
                  <a:lnTo>
                    <a:pt x="1933808" y="321807"/>
                  </a:lnTo>
                  <a:lnTo>
                    <a:pt x="1862185" y="327839"/>
                  </a:lnTo>
                  <a:lnTo>
                    <a:pt x="1790563" y="333799"/>
                  </a:lnTo>
                  <a:lnTo>
                    <a:pt x="1718940" y="339688"/>
                  </a:lnTo>
                  <a:lnTo>
                    <a:pt x="1647318" y="345506"/>
                  </a:lnTo>
                  <a:lnTo>
                    <a:pt x="1575695" y="351255"/>
                  </a:lnTo>
                  <a:lnTo>
                    <a:pt x="1504073" y="356935"/>
                  </a:lnTo>
                  <a:lnTo>
                    <a:pt x="1432450" y="362546"/>
                  </a:lnTo>
                  <a:lnTo>
                    <a:pt x="1360827" y="368091"/>
                  </a:lnTo>
                  <a:lnTo>
                    <a:pt x="1289205" y="373569"/>
                  </a:lnTo>
                  <a:lnTo>
                    <a:pt x="1217582" y="378981"/>
                  </a:lnTo>
                  <a:lnTo>
                    <a:pt x="1145960" y="384328"/>
                  </a:lnTo>
                  <a:lnTo>
                    <a:pt x="1074337" y="389612"/>
                  </a:lnTo>
                  <a:lnTo>
                    <a:pt x="1002715" y="394832"/>
                  </a:lnTo>
                  <a:lnTo>
                    <a:pt x="931092" y="399990"/>
                  </a:lnTo>
                  <a:lnTo>
                    <a:pt x="859470" y="405085"/>
                  </a:lnTo>
                  <a:lnTo>
                    <a:pt x="787847" y="410120"/>
                  </a:lnTo>
                  <a:lnTo>
                    <a:pt x="716225" y="415095"/>
                  </a:lnTo>
                  <a:lnTo>
                    <a:pt x="644602" y="420010"/>
                  </a:lnTo>
                  <a:lnTo>
                    <a:pt x="572980" y="424866"/>
                  </a:lnTo>
                  <a:lnTo>
                    <a:pt x="501357" y="429663"/>
                  </a:lnTo>
                  <a:lnTo>
                    <a:pt x="429735" y="434404"/>
                  </a:lnTo>
                  <a:lnTo>
                    <a:pt x="358112" y="439087"/>
                  </a:lnTo>
                  <a:lnTo>
                    <a:pt x="286490" y="443715"/>
                  </a:lnTo>
                  <a:lnTo>
                    <a:pt x="214867" y="448287"/>
                  </a:lnTo>
                  <a:lnTo>
                    <a:pt x="143245" y="452804"/>
                  </a:lnTo>
                  <a:lnTo>
                    <a:pt x="71622" y="457267"/>
                  </a:lnTo>
                  <a:lnTo>
                    <a:pt x="0" y="46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29841" y="2073503"/>
              <a:ext cx="5932837" cy="3125736"/>
            </a:xfrm>
            <a:custGeom>
              <a:avLst/>
              <a:pathLst>
                <a:path w="5932837" h="3125736">
                  <a:moveTo>
                    <a:pt x="0" y="0"/>
                  </a:moveTo>
                  <a:lnTo>
                    <a:pt x="59790" y="79148"/>
                  </a:lnTo>
                  <a:lnTo>
                    <a:pt x="131413" y="171391"/>
                  </a:lnTo>
                  <a:lnTo>
                    <a:pt x="203035" y="261134"/>
                  </a:lnTo>
                  <a:lnTo>
                    <a:pt x="274658" y="348446"/>
                  </a:lnTo>
                  <a:lnTo>
                    <a:pt x="346280" y="433393"/>
                  </a:lnTo>
                  <a:lnTo>
                    <a:pt x="417903" y="516038"/>
                  </a:lnTo>
                  <a:lnTo>
                    <a:pt x="489525" y="596443"/>
                  </a:lnTo>
                  <a:lnTo>
                    <a:pt x="561148" y="674671"/>
                  </a:lnTo>
                  <a:lnTo>
                    <a:pt x="632770" y="750778"/>
                  </a:lnTo>
                  <a:lnTo>
                    <a:pt x="704393" y="824824"/>
                  </a:lnTo>
                  <a:lnTo>
                    <a:pt x="776015" y="896864"/>
                  </a:lnTo>
                  <a:lnTo>
                    <a:pt x="847638" y="966952"/>
                  </a:lnTo>
                  <a:lnTo>
                    <a:pt x="919260" y="1035140"/>
                  </a:lnTo>
                  <a:lnTo>
                    <a:pt x="990883" y="1101482"/>
                  </a:lnTo>
                  <a:lnTo>
                    <a:pt x="1062506" y="1166026"/>
                  </a:lnTo>
                  <a:lnTo>
                    <a:pt x="1134128" y="1228821"/>
                  </a:lnTo>
                  <a:lnTo>
                    <a:pt x="1205751" y="1289915"/>
                  </a:lnTo>
                  <a:lnTo>
                    <a:pt x="1277373" y="1349354"/>
                  </a:lnTo>
                  <a:lnTo>
                    <a:pt x="1348996" y="1407182"/>
                  </a:lnTo>
                  <a:lnTo>
                    <a:pt x="1420618" y="1463443"/>
                  </a:lnTo>
                  <a:lnTo>
                    <a:pt x="1492241" y="1518180"/>
                  </a:lnTo>
                  <a:lnTo>
                    <a:pt x="1563863" y="1571435"/>
                  </a:lnTo>
                  <a:lnTo>
                    <a:pt x="1635486" y="1623246"/>
                  </a:lnTo>
                  <a:lnTo>
                    <a:pt x="1707108" y="1673653"/>
                  </a:lnTo>
                  <a:lnTo>
                    <a:pt x="1778731" y="1722695"/>
                  </a:lnTo>
                  <a:lnTo>
                    <a:pt x="1850353" y="1770408"/>
                  </a:lnTo>
                  <a:lnTo>
                    <a:pt x="1921976" y="1816829"/>
                  </a:lnTo>
                  <a:lnTo>
                    <a:pt x="1993598" y="1861991"/>
                  </a:lnTo>
                  <a:lnTo>
                    <a:pt x="2065221" y="1905931"/>
                  </a:lnTo>
                  <a:lnTo>
                    <a:pt x="2136843" y="1948679"/>
                  </a:lnTo>
                  <a:lnTo>
                    <a:pt x="2208466" y="1990270"/>
                  </a:lnTo>
                  <a:lnTo>
                    <a:pt x="2280088" y="2030733"/>
                  </a:lnTo>
                  <a:lnTo>
                    <a:pt x="2351711" y="2070100"/>
                  </a:lnTo>
                  <a:lnTo>
                    <a:pt x="2423334" y="2108401"/>
                  </a:lnTo>
                  <a:lnTo>
                    <a:pt x="2494956" y="2145664"/>
                  </a:lnTo>
                  <a:lnTo>
                    <a:pt x="2566579" y="2181917"/>
                  </a:lnTo>
                  <a:lnTo>
                    <a:pt x="2638201" y="2217189"/>
                  </a:lnTo>
                  <a:lnTo>
                    <a:pt x="2709824" y="2251504"/>
                  </a:lnTo>
                  <a:lnTo>
                    <a:pt x="2781446" y="2284890"/>
                  </a:lnTo>
                  <a:lnTo>
                    <a:pt x="2853069" y="2317371"/>
                  </a:lnTo>
                  <a:lnTo>
                    <a:pt x="2924691" y="2348972"/>
                  </a:lnTo>
                  <a:lnTo>
                    <a:pt x="2996314" y="2379717"/>
                  </a:lnTo>
                  <a:lnTo>
                    <a:pt x="3067936" y="2409630"/>
                  </a:lnTo>
                  <a:lnTo>
                    <a:pt x="3139559" y="2438731"/>
                  </a:lnTo>
                  <a:lnTo>
                    <a:pt x="3211181" y="2467044"/>
                  </a:lnTo>
                  <a:lnTo>
                    <a:pt x="3282804" y="2494590"/>
                  </a:lnTo>
                  <a:lnTo>
                    <a:pt x="3354426" y="2521390"/>
                  </a:lnTo>
                  <a:lnTo>
                    <a:pt x="3426049" y="2547464"/>
                  </a:lnTo>
                  <a:lnTo>
                    <a:pt x="3497671" y="2572831"/>
                  </a:lnTo>
                  <a:lnTo>
                    <a:pt x="3569294" y="2597511"/>
                  </a:lnTo>
                  <a:lnTo>
                    <a:pt x="3640916" y="2621522"/>
                  </a:lnTo>
                  <a:lnTo>
                    <a:pt x="3712539" y="2644883"/>
                  </a:lnTo>
                  <a:lnTo>
                    <a:pt x="3784162" y="2667611"/>
                  </a:lnTo>
                  <a:lnTo>
                    <a:pt x="3855784" y="2689723"/>
                  </a:lnTo>
                  <a:lnTo>
                    <a:pt x="3927407" y="2711236"/>
                  </a:lnTo>
                  <a:lnTo>
                    <a:pt x="3999029" y="2732166"/>
                  </a:lnTo>
                  <a:lnTo>
                    <a:pt x="4070652" y="2752529"/>
                  </a:lnTo>
                  <a:lnTo>
                    <a:pt x="4142274" y="2772340"/>
                  </a:lnTo>
                  <a:lnTo>
                    <a:pt x="4213897" y="2791614"/>
                  </a:lnTo>
                  <a:lnTo>
                    <a:pt x="4285519" y="2810367"/>
                  </a:lnTo>
                  <a:lnTo>
                    <a:pt x="4357142" y="2828611"/>
                  </a:lnTo>
                  <a:lnTo>
                    <a:pt x="4428764" y="2846361"/>
                  </a:lnTo>
                  <a:lnTo>
                    <a:pt x="4500387" y="2863630"/>
                  </a:lnTo>
                  <a:lnTo>
                    <a:pt x="4572009" y="2880431"/>
                  </a:lnTo>
                  <a:lnTo>
                    <a:pt x="4643632" y="2896777"/>
                  </a:lnTo>
                  <a:lnTo>
                    <a:pt x="4715254" y="2912680"/>
                  </a:lnTo>
                  <a:lnTo>
                    <a:pt x="4786877" y="2928152"/>
                  </a:lnTo>
                  <a:lnTo>
                    <a:pt x="4858499" y="2943205"/>
                  </a:lnTo>
                  <a:lnTo>
                    <a:pt x="4930122" y="2957850"/>
                  </a:lnTo>
                  <a:lnTo>
                    <a:pt x="5001744" y="2972099"/>
                  </a:lnTo>
                  <a:lnTo>
                    <a:pt x="5073367" y="2985961"/>
                  </a:lnTo>
                  <a:lnTo>
                    <a:pt x="5144990" y="2999448"/>
                  </a:lnTo>
                  <a:lnTo>
                    <a:pt x="5216612" y="3012569"/>
                  </a:lnTo>
                  <a:lnTo>
                    <a:pt x="5288235" y="3025335"/>
                  </a:lnTo>
                  <a:lnTo>
                    <a:pt x="5359857" y="3037755"/>
                  </a:lnTo>
                  <a:lnTo>
                    <a:pt x="5431480" y="3049839"/>
                  </a:lnTo>
                  <a:lnTo>
                    <a:pt x="5503102" y="3061595"/>
                  </a:lnTo>
                  <a:lnTo>
                    <a:pt x="5574725" y="3073032"/>
                  </a:lnTo>
                  <a:lnTo>
                    <a:pt x="5646347" y="3084160"/>
                  </a:lnTo>
                  <a:lnTo>
                    <a:pt x="5717970" y="3094986"/>
                  </a:lnTo>
                  <a:lnTo>
                    <a:pt x="5789592" y="3105519"/>
                  </a:lnTo>
                  <a:lnTo>
                    <a:pt x="5861215" y="3115767"/>
                  </a:lnTo>
                  <a:lnTo>
                    <a:pt x="5932837" y="3125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(0.92-1.02), p = 0.173  |  per IQR (Δ = 18.2): 0.52 (0.21-1.33)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2026-06-02T08:49:30Z</dcterms:modified>
  <cp:category/>
</cp:coreProperties>
</file>