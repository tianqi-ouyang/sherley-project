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64413"/>
            </a:xfrm>
            <a:custGeom>
              <a:avLst/>
              <a:pathLst>
                <a:path w="7090630" h="3364413">
                  <a:moveTo>
                    <a:pt x="3278466" y="0"/>
                  </a:moveTo>
                  <a:lnTo>
                    <a:pt x="3294636" y="50716"/>
                  </a:lnTo>
                  <a:lnTo>
                    <a:pt x="3366258" y="261558"/>
                  </a:lnTo>
                  <a:lnTo>
                    <a:pt x="3437881" y="459450"/>
                  </a:lnTo>
                  <a:lnTo>
                    <a:pt x="3509503" y="645189"/>
                  </a:lnTo>
                  <a:lnTo>
                    <a:pt x="3581126" y="819521"/>
                  </a:lnTo>
                  <a:lnTo>
                    <a:pt x="3652748" y="983146"/>
                  </a:lnTo>
                  <a:lnTo>
                    <a:pt x="3724371" y="1136722"/>
                  </a:lnTo>
                  <a:lnTo>
                    <a:pt x="3795993" y="1280866"/>
                  </a:lnTo>
                  <a:lnTo>
                    <a:pt x="3867616" y="1416158"/>
                  </a:lnTo>
                  <a:lnTo>
                    <a:pt x="3939238" y="1543140"/>
                  </a:lnTo>
                  <a:lnTo>
                    <a:pt x="4010861" y="1662323"/>
                  </a:lnTo>
                  <a:lnTo>
                    <a:pt x="4082483" y="1774187"/>
                  </a:lnTo>
                  <a:lnTo>
                    <a:pt x="4154106" y="1879181"/>
                  </a:lnTo>
                  <a:lnTo>
                    <a:pt x="4225729" y="1977726"/>
                  </a:lnTo>
                  <a:lnTo>
                    <a:pt x="4297351" y="2070220"/>
                  </a:lnTo>
                  <a:lnTo>
                    <a:pt x="4368974" y="2157032"/>
                  </a:lnTo>
                  <a:lnTo>
                    <a:pt x="4440596" y="2238513"/>
                  </a:lnTo>
                  <a:lnTo>
                    <a:pt x="4512219" y="2314990"/>
                  </a:lnTo>
                  <a:lnTo>
                    <a:pt x="4583841" y="2386770"/>
                  </a:lnTo>
                  <a:lnTo>
                    <a:pt x="4655464" y="2454141"/>
                  </a:lnTo>
                  <a:lnTo>
                    <a:pt x="4727086" y="2517375"/>
                  </a:lnTo>
                  <a:lnTo>
                    <a:pt x="4798709" y="2576726"/>
                  </a:lnTo>
                  <a:lnTo>
                    <a:pt x="4870331" y="2632431"/>
                  </a:lnTo>
                  <a:lnTo>
                    <a:pt x="4941954" y="2656656"/>
                  </a:lnTo>
                  <a:lnTo>
                    <a:pt x="5013576" y="2660665"/>
                  </a:lnTo>
                  <a:lnTo>
                    <a:pt x="5085199" y="2664654"/>
                  </a:lnTo>
                  <a:lnTo>
                    <a:pt x="5156821" y="2668624"/>
                  </a:lnTo>
                  <a:lnTo>
                    <a:pt x="5228444" y="2672575"/>
                  </a:lnTo>
                  <a:lnTo>
                    <a:pt x="5300066" y="2676506"/>
                  </a:lnTo>
                  <a:lnTo>
                    <a:pt x="5371689" y="2680419"/>
                  </a:lnTo>
                  <a:lnTo>
                    <a:pt x="5443311" y="2684312"/>
                  </a:lnTo>
                  <a:lnTo>
                    <a:pt x="5514934" y="2688187"/>
                  </a:lnTo>
                  <a:lnTo>
                    <a:pt x="5586557" y="2692043"/>
                  </a:lnTo>
                  <a:lnTo>
                    <a:pt x="5658179" y="2695880"/>
                  </a:lnTo>
                  <a:lnTo>
                    <a:pt x="5729802" y="2699699"/>
                  </a:lnTo>
                  <a:lnTo>
                    <a:pt x="5801424" y="2703499"/>
                  </a:lnTo>
                  <a:lnTo>
                    <a:pt x="5873047" y="2707280"/>
                  </a:lnTo>
                  <a:lnTo>
                    <a:pt x="5944669" y="2711044"/>
                  </a:lnTo>
                  <a:lnTo>
                    <a:pt x="6016292" y="2714789"/>
                  </a:lnTo>
                  <a:lnTo>
                    <a:pt x="6087914" y="2718516"/>
                  </a:lnTo>
                  <a:lnTo>
                    <a:pt x="6159537" y="2722225"/>
                  </a:lnTo>
                  <a:lnTo>
                    <a:pt x="6231159" y="2725916"/>
                  </a:lnTo>
                  <a:lnTo>
                    <a:pt x="6302782" y="2729589"/>
                  </a:lnTo>
                  <a:lnTo>
                    <a:pt x="6374404" y="2733244"/>
                  </a:lnTo>
                  <a:lnTo>
                    <a:pt x="6446027" y="2736881"/>
                  </a:lnTo>
                  <a:lnTo>
                    <a:pt x="6517649" y="2740501"/>
                  </a:lnTo>
                  <a:lnTo>
                    <a:pt x="6589272" y="2744103"/>
                  </a:lnTo>
                  <a:lnTo>
                    <a:pt x="6660894" y="2747688"/>
                  </a:lnTo>
                  <a:lnTo>
                    <a:pt x="6732517" y="2751256"/>
                  </a:lnTo>
                  <a:lnTo>
                    <a:pt x="6804139" y="2754806"/>
                  </a:lnTo>
                  <a:lnTo>
                    <a:pt x="6875762" y="2758339"/>
                  </a:lnTo>
                  <a:lnTo>
                    <a:pt x="6947385" y="2761855"/>
                  </a:lnTo>
                  <a:lnTo>
                    <a:pt x="7019007" y="2765354"/>
                  </a:lnTo>
                  <a:lnTo>
                    <a:pt x="7090630" y="2768836"/>
                  </a:lnTo>
                  <a:lnTo>
                    <a:pt x="7090630" y="3364413"/>
                  </a:lnTo>
                  <a:lnTo>
                    <a:pt x="7019007" y="3356604"/>
                  </a:lnTo>
                  <a:lnTo>
                    <a:pt x="6947385" y="3348285"/>
                  </a:lnTo>
                  <a:lnTo>
                    <a:pt x="6875762" y="3339421"/>
                  </a:lnTo>
                  <a:lnTo>
                    <a:pt x="6804139" y="3329977"/>
                  </a:lnTo>
                  <a:lnTo>
                    <a:pt x="6732517" y="3319915"/>
                  </a:lnTo>
                  <a:lnTo>
                    <a:pt x="6660894" y="3309195"/>
                  </a:lnTo>
                  <a:lnTo>
                    <a:pt x="6589272" y="3297773"/>
                  </a:lnTo>
                  <a:lnTo>
                    <a:pt x="6517649" y="3285604"/>
                  </a:lnTo>
                  <a:lnTo>
                    <a:pt x="6446027" y="3272639"/>
                  </a:lnTo>
                  <a:lnTo>
                    <a:pt x="6374404" y="3258825"/>
                  </a:lnTo>
                  <a:lnTo>
                    <a:pt x="6302782" y="3244108"/>
                  </a:lnTo>
                  <a:lnTo>
                    <a:pt x="6231159" y="3228427"/>
                  </a:lnTo>
                  <a:lnTo>
                    <a:pt x="6159537" y="3211721"/>
                  </a:lnTo>
                  <a:lnTo>
                    <a:pt x="6087914" y="3193921"/>
                  </a:lnTo>
                  <a:lnTo>
                    <a:pt x="6016292" y="3174956"/>
                  </a:lnTo>
                  <a:lnTo>
                    <a:pt x="5944669" y="3154751"/>
                  </a:lnTo>
                  <a:lnTo>
                    <a:pt x="5873047" y="3133223"/>
                  </a:lnTo>
                  <a:lnTo>
                    <a:pt x="5801424" y="3110287"/>
                  </a:lnTo>
                  <a:lnTo>
                    <a:pt x="5729802" y="3085850"/>
                  </a:lnTo>
                  <a:lnTo>
                    <a:pt x="5658179" y="3059814"/>
                  </a:lnTo>
                  <a:lnTo>
                    <a:pt x="5586557" y="3032074"/>
                  </a:lnTo>
                  <a:lnTo>
                    <a:pt x="5514934" y="3002519"/>
                  </a:lnTo>
                  <a:lnTo>
                    <a:pt x="5443311" y="2971030"/>
                  </a:lnTo>
                  <a:lnTo>
                    <a:pt x="5371689" y="2937481"/>
                  </a:lnTo>
                  <a:lnTo>
                    <a:pt x="5300066" y="2901736"/>
                  </a:lnTo>
                  <a:lnTo>
                    <a:pt x="5228444" y="2863653"/>
                  </a:lnTo>
                  <a:lnTo>
                    <a:pt x="5156821" y="2823078"/>
                  </a:lnTo>
                  <a:lnTo>
                    <a:pt x="5085199" y="2779847"/>
                  </a:lnTo>
                  <a:lnTo>
                    <a:pt x="5013576" y="2733788"/>
                  </a:lnTo>
                  <a:lnTo>
                    <a:pt x="4941954" y="2684715"/>
                  </a:lnTo>
                  <a:lnTo>
                    <a:pt x="4870331" y="2652628"/>
                  </a:lnTo>
                  <a:lnTo>
                    <a:pt x="4798709" y="2648580"/>
                  </a:lnTo>
                  <a:lnTo>
                    <a:pt x="4727086" y="2644512"/>
                  </a:lnTo>
                  <a:lnTo>
                    <a:pt x="4655464" y="2640425"/>
                  </a:lnTo>
                  <a:lnTo>
                    <a:pt x="4583841" y="2636318"/>
                  </a:lnTo>
                  <a:lnTo>
                    <a:pt x="4512219" y="2632191"/>
                  </a:lnTo>
                  <a:lnTo>
                    <a:pt x="4440596" y="2628043"/>
                  </a:lnTo>
                  <a:lnTo>
                    <a:pt x="4368974" y="2623876"/>
                  </a:lnTo>
                  <a:lnTo>
                    <a:pt x="4297351" y="2619688"/>
                  </a:lnTo>
                  <a:lnTo>
                    <a:pt x="4225729" y="2615479"/>
                  </a:lnTo>
                  <a:lnTo>
                    <a:pt x="4154106" y="2611251"/>
                  </a:lnTo>
                  <a:lnTo>
                    <a:pt x="4082483" y="2607001"/>
                  </a:lnTo>
                  <a:lnTo>
                    <a:pt x="4010861" y="2602731"/>
                  </a:lnTo>
                  <a:lnTo>
                    <a:pt x="3939238" y="2598440"/>
                  </a:lnTo>
                  <a:lnTo>
                    <a:pt x="3867616" y="2594129"/>
                  </a:lnTo>
                  <a:lnTo>
                    <a:pt x="3795993" y="2589796"/>
                  </a:lnTo>
                  <a:lnTo>
                    <a:pt x="3724371" y="2585442"/>
                  </a:lnTo>
                  <a:lnTo>
                    <a:pt x="3652748" y="2581067"/>
                  </a:lnTo>
                  <a:lnTo>
                    <a:pt x="3581126" y="2576670"/>
                  </a:lnTo>
                  <a:lnTo>
                    <a:pt x="3509503" y="2572253"/>
                  </a:lnTo>
                  <a:lnTo>
                    <a:pt x="3437881" y="2567813"/>
                  </a:lnTo>
                  <a:lnTo>
                    <a:pt x="3366258" y="2563352"/>
                  </a:lnTo>
                  <a:lnTo>
                    <a:pt x="3294636" y="2558870"/>
                  </a:lnTo>
                  <a:lnTo>
                    <a:pt x="3223013" y="2554365"/>
                  </a:lnTo>
                  <a:lnTo>
                    <a:pt x="3151391" y="2549839"/>
                  </a:lnTo>
                  <a:lnTo>
                    <a:pt x="3079768" y="2545290"/>
                  </a:lnTo>
                  <a:lnTo>
                    <a:pt x="3008146" y="2540720"/>
                  </a:lnTo>
                  <a:lnTo>
                    <a:pt x="2936523" y="2536127"/>
                  </a:lnTo>
                  <a:lnTo>
                    <a:pt x="2864901" y="2531512"/>
                  </a:lnTo>
                  <a:lnTo>
                    <a:pt x="2793278" y="2526874"/>
                  </a:lnTo>
                  <a:lnTo>
                    <a:pt x="2721655" y="2522214"/>
                  </a:lnTo>
                  <a:lnTo>
                    <a:pt x="2650033" y="2517531"/>
                  </a:lnTo>
                  <a:lnTo>
                    <a:pt x="2578410" y="2512825"/>
                  </a:lnTo>
                  <a:lnTo>
                    <a:pt x="2506788" y="2508096"/>
                  </a:lnTo>
                  <a:lnTo>
                    <a:pt x="2435165" y="2503344"/>
                  </a:lnTo>
                  <a:lnTo>
                    <a:pt x="2363543" y="2498569"/>
                  </a:lnTo>
                  <a:lnTo>
                    <a:pt x="2291920" y="2493771"/>
                  </a:lnTo>
                  <a:lnTo>
                    <a:pt x="2220298" y="2488950"/>
                  </a:lnTo>
                  <a:lnTo>
                    <a:pt x="2148675" y="2484105"/>
                  </a:lnTo>
                  <a:lnTo>
                    <a:pt x="2077053" y="2479236"/>
                  </a:lnTo>
                  <a:lnTo>
                    <a:pt x="2005430" y="2474344"/>
                  </a:lnTo>
                  <a:lnTo>
                    <a:pt x="1933808" y="2469428"/>
                  </a:lnTo>
                  <a:lnTo>
                    <a:pt x="1862185" y="2464487"/>
                  </a:lnTo>
                  <a:lnTo>
                    <a:pt x="1790563" y="2459523"/>
                  </a:lnTo>
                  <a:lnTo>
                    <a:pt x="1718940" y="2454535"/>
                  </a:lnTo>
                  <a:lnTo>
                    <a:pt x="1647318" y="2449522"/>
                  </a:lnTo>
                  <a:lnTo>
                    <a:pt x="1575695" y="2444485"/>
                  </a:lnTo>
                  <a:lnTo>
                    <a:pt x="1504073" y="2439424"/>
                  </a:lnTo>
                  <a:lnTo>
                    <a:pt x="1432450" y="2434338"/>
                  </a:lnTo>
                  <a:lnTo>
                    <a:pt x="1360827" y="2429227"/>
                  </a:lnTo>
                  <a:lnTo>
                    <a:pt x="1289205" y="2424091"/>
                  </a:lnTo>
                  <a:lnTo>
                    <a:pt x="1217582" y="2418930"/>
                  </a:lnTo>
                  <a:lnTo>
                    <a:pt x="1145960" y="2413744"/>
                  </a:lnTo>
                  <a:lnTo>
                    <a:pt x="1074337" y="2408532"/>
                  </a:lnTo>
                  <a:lnTo>
                    <a:pt x="1002715" y="2403296"/>
                  </a:lnTo>
                  <a:lnTo>
                    <a:pt x="931092" y="2398034"/>
                  </a:lnTo>
                  <a:lnTo>
                    <a:pt x="859470" y="2392746"/>
                  </a:lnTo>
                  <a:lnTo>
                    <a:pt x="787847" y="2387432"/>
                  </a:lnTo>
                  <a:lnTo>
                    <a:pt x="716225" y="2382093"/>
                  </a:lnTo>
                  <a:lnTo>
                    <a:pt x="644602" y="2376727"/>
                  </a:lnTo>
                  <a:lnTo>
                    <a:pt x="572980" y="2371336"/>
                  </a:lnTo>
                  <a:lnTo>
                    <a:pt x="501357" y="2365918"/>
                  </a:lnTo>
                  <a:lnTo>
                    <a:pt x="429735" y="2360474"/>
                  </a:lnTo>
                  <a:lnTo>
                    <a:pt x="358112" y="2355003"/>
                  </a:lnTo>
                  <a:lnTo>
                    <a:pt x="286490" y="2349505"/>
                  </a:lnTo>
                  <a:lnTo>
                    <a:pt x="214867" y="2343981"/>
                  </a:lnTo>
                  <a:lnTo>
                    <a:pt x="143245" y="2338430"/>
                  </a:lnTo>
                  <a:lnTo>
                    <a:pt x="71622" y="2332852"/>
                  </a:lnTo>
                  <a:lnTo>
                    <a:pt x="0" y="23272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450515" y="2073503"/>
              <a:ext cx="3812164" cy="2768836"/>
            </a:xfrm>
            <a:custGeom>
              <a:avLst/>
              <a:pathLst>
                <a:path w="3812164" h="2768836">
                  <a:moveTo>
                    <a:pt x="0" y="0"/>
                  </a:moveTo>
                  <a:lnTo>
                    <a:pt x="16170" y="50716"/>
                  </a:lnTo>
                  <a:lnTo>
                    <a:pt x="87792" y="261558"/>
                  </a:lnTo>
                  <a:lnTo>
                    <a:pt x="159415" y="459450"/>
                  </a:lnTo>
                  <a:lnTo>
                    <a:pt x="231037" y="645189"/>
                  </a:lnTo>
                  <a:lnTo>
                    <a:pt x="302660" y="819521"/>
                  </a:lnTo>
                  <a:lnTo>
                    <a:pt x="374282" y="983146"/>
                  </a:lnTo>
                  <a:lnTo>
                    <a:pt x="445905" y="1136722"/>
                  </a:lnTo>
                  <a:lnTo>
                    <a:pt x="517527" y="1280866"/>
                  </a:lnTo>
                  <a:lnTo>
                    <a:pt x="589150" y="1416158"/>
                  </a:lnTo>
                  <a:lnTo>
                    <a:pt x="660772" y="1543140"/>
                  </a:lnTo>
                  <a:lnTo>
                    <a:pt x="732395" y="1662323"/>
                  </a:lnTo>
                  <a:lnTo>
                    <a:pt x="804017" y="1774187"/>
                  </a:lnTo>
                  <a:lnTo>
                    <a:pt x="875640" y="1879181"/>
                  </a:lnTo>
                  <a:lnTo>
                    <a:pt x="947262" y="1977726"/>
                  </a:lnTo>
                  <a:lnTo>
                    <a:pt x="1018885" y="2070220"/>
                  </a:lnTo>
                  <a:lnTo>
                    <a:pt x="1090508" y="2157032"/>
                  </a:lnTo>
                  <a:lnTo>
                    <a:pt x="1162130" y="2238513"/>
                  </a:lnTo>
                  <a:lnTo>
                    <a:pt x="1233753" y="2314990"/>
                  </a:lnTo>
                  <a:lnTo>
                    <a:pt x="1305375" y="2386770"/>
                  </a:lnTo>
                  <a:lnTo>
                    <a:pt x="1376998" y="2454141"/>
                  </a:lnTo>
                  <a:lnTo>
                    <a:pt x="1448620" y="2517375"/>
                  </a:lnTo>
                  <a:lnTo>
                    <a:pt x="1520243" y="2576726"/>
                  </a:lnTo>
                  <a:lnTo>
                    <a:pt x="1591865" y="2632431"/>
                  </a:lnTo>
                  <a:lnTo>
                    <a:pt x="1663488" y="2656656"/>
                  </a:lnTo>
                  <a:lnTo>
                    <a:pt x="1735110" y="2660665"/>
                  </a:lnTo>
                  <a:lnTo>
                    <a:pt x="1806733" y="2664654"/>
                  </a:lnTo>
                  <a:lnTo>
                    <a:pt x="1878355" y="2668624"/>
                  </a:lnTo>
                  <a:lnTo>
                    <a:pt x="1949978" y="2672575"/>
                  </a:lnTo>
                  <a:lnTo>
                    <a:pt x="2021600" y="2676506"/>
                  </a:lnTo>
                  <a:lnTo>
                    <a:pt x="2093223" y="2680419"/>
                  </a:lnTo>
                  <a:lnTo>
                    <a:pt x="2164845" y="2684312"/>
                  </a:lnTo>
                  <a:lnTo>
                    <a:pt x="2236468" y="2688187"/>
                  </a:lnTo>
                  <a:lnTo>
                    <a:pt x="2308090" y="2692043"/>
                  </a:lnTo>
                  <a:lnTo>
                    <a:pt x="2379713" y="2695880"/>
                  </a:lnTo>
                  <a:lnTo>
                    <a:pt x="2451336" y="2699699"/>
                  </a:lnTo>
                  <a:lnTo>
                    <a:pt x="2522958" y="2703499"/>
                  </a:lnTo>
                  <a:lnTo>
                    <a:pt x="2594581" y="2707280"/>
                  </a:lnTo>
                  <a:lnTo>
                    <a:pt x="2666203" y="2711044"/>
                  </a:lnTo>
                  <a:lnTo>
                    <a:pt x="2737826" y="2714789"/>
                  </a:lnTo>
                  <a:lnTo>
                    <a:pt x="2809448" y="2718516"/>
                  </a:lnTo>
                  <a:lnTo>
                    <a:pt x="2881071" y="2722225"/>
                  </a:lnTo>
                  <a:lnTo>
                    <a:pt x="2952693" y="2725916"/>
                  </a:lnTo>
                  <a:lnTo>
                    <a:pt x="3024316" y="2729589"/>
                  </a:lnTo>
                  <a:lnTo>
                    <a:pt x="3095938" y="2733244"/>
                  </a:lnTo>
                  <a:lnTo>
                    <a:pt x="3167561" y="2736881"/>
                  </a:lnTo>
                  <a:lnTo>
                    <a:pt x="3239183" y="2740501"/>
                  </a:lnTo>
                  <a:lnTo>
                    <a:pt x="3310806" y="2744103"/>
                  </a:lnTo>
                  <a:lnTo>
                    <a:pt x="3382428" y="2747688"/>
                  </a:lnTo>
                  <a:lnTo>
                    <a:pt x="3454051" y="2751256"/>
                  </a:lnTo>
                  <a:lnTo>
                    <a:pt x="3525673" y="2754806"/>
                  </a:lnTo>
                  <a:lnTo>
                    <a:pt x="3597296" y="2758339"/>
                  </a:lnTo>
                  <a:lnTo>
                    <a:pt x="3668918" y="2761855"/>
                  </a:lnTo>
                  <a:lnTo>
                    <a:pt x="3740541" y="2765354"/>
                  </a:lnTo>
                  <a:lnTo>
                    <a:pt x="3812164" y="27688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00750"/>
              <a:ext cx="7090630" cy="1037165"/>
            </a:xfrm>
            <a:custGeom>
              <a:avLst/>
              <a:pathLst>
                <a:path w="7090630" h="1037165">
                  <a:moveTo>
                    <a:pt x="7090630" y="1037165"/>
                  </a:moveTo>
                  <a:lnTo>
                    <a:pt x="7019007" y="1029357"/>
                  </a:lnTo>
                  <a:lnTo>
                    <a:pt x="6947385" y="1021037"/>
                  </a:lnTo>
                  <a:lnTo>
                    <a:pt x="6875762" y="1012173"/>
                  </a:lnTo>
                  <a:lnTo>
                    <a:pt x="6804139" y="1002730"/>
                  </a:lnTo>
                  <a:lnTo>
                    <a:pt x="6732517" y="992668"/>
                  </a:lnTo>
                  <a:lnTo>
                    <a:pt x="6660894" y="981948"/>
                  </a:lnTo>
                  <a:lnTo>
                    <a:pt x="6589272" y="970526"/>
                  </a:lnTo>
                  <a:lnTo>
                    <a:pt x="6517649" y="958357"/>
                  </a:lnTo>
                  <a:lnTo>
                    <a:pt x="6446027" y="945392"/>
                  </a:lnTo>
                  <a:lnTo>
                    <a:pt x="6374404" y="931578"/>
                  </a:lnTo>
                  <a:lnTo>
                    <a:pt x="6302782" y="916860"/>
                  </a:lnTo>
                  <a:lnTo>
                    <a:pt x="6231159" y="901180"/>
                  </a:lnTo>
                  <a:lnTo>
                    <a:pt x="6159537" y="884473"/>
                  </a:lnTo>
                  <a:lnTo>
                    <a:pt x="6087914" y="866673"/>
                  </a:lnTo>
                  <a:lnTo>
                    <a:pt x="6016292" y="847709"/>
                  </a:lnTo>
                  <a:lnTo>
                    <a:pt x="5944669" y="827503"/>
                  </a:lnTo>
                  <a:lnTo>
                    <a:pt x="5873047" y="805976"/>
                  </a:lnTo>
                  <a:lnTo>
                    <a:pt x="5801424" y="783039"/>
                  </a:lnTo>
                  <a:lnTo>
                    <a:pt x="5729802" y="758602"/>
                  </a:lnTo>
                  <a:lnTo>
                    <a:pt x="5658179" y="732566"/>
                  </a:lnTo>
                  <a:lnTo>
                    <a:pt x="5586557" y="704826"/>
                  </a:lnTo>
                  <a:lnTo>
                    <a:pt x="5514934" y="675272"/>
                  </a:lnTo>
                  <a:lnTo>
                    <a:pt x="5443311" y="643783"/>
                  </a:lnTo>
                  <a:lnTo>
                    <a:pt x="5371689" y="610234"/>
                  </a:lnTo>
                  <a:lnTo>
                    <a:pt x="5300066" y="574489"/>
                  </a:lnTo>
                  <a:lnTo>
                    <a:pt x="5228444" y="536406"/>
                  </a:lnTo>
                  <a:lnTo>
                    <a:pt x="5156821" y="495830"/>
                  </a:lnTo>
                  <a:lnTo>
                    <a:pt x="5085199" y="452600"/>
                  </a:lnTo>
                  <a:lnTo>
                    <a:pt x="5013576" y="406541"/>
                  </a:lnTo>
                  <a:lnTo>
                    <a:pt x="4941954" y="357468"/>
                  </a:lnTo>
                  <a:lnTo>
                    <a:pt x="4870331" y="325380"/>
                  </a:lnTo>
                  <a:lnTo>
                    <a:pt x="4798709" y="321333"/>
                  </a:lnTo>
                  <a:lnTo>
                    <a:pt x="4727086" y="317265"/>
                  </a:lnTo>
                  <a:lnTo>
                    <a:pt x="4655464" y="313178"/>
                  </a:lnTo>
                  <a:lnTo>
                    <a:pt x="4583841" y="309070"/>
                  </a:lnTo>
                  <a:lnTo>
                    <a:pt x="4512219" y="304943"/>
                  </a:lnTo>
                  <a:lnTo>
                    <a:pt x="4440596" y="300796"/>
                  </a:lnTo>
                  <a:lnTo>
                    <a:pt x="4368974" y="296628"/>
                  </a:lnTo>
                  <a:lnTo>
                    <a:pt x="4297351" y="292440"/>
                  </a:lnTo>
                  <a:lnTo>
                    <a:pt x="4225729" y="288232"/>
                  </a:lnTo>
                  <a:lnTo>
                    <a:pt x="4154106" y="284003"/>
                  </a:lnTo>
                  <a:lnTo>
                    <a:pt x="4082483" y="279754"/>
                  </a:lnTo>
                  <a:lnTo>
                    <a:pt x="4010861" y="275484"/>
                  </a:lnTo>
                  <a:lnTo>
                    <a:pt x="3939238" y="271193"/>
                  </a:lnTo>
                  <a:lnTo>
                    <a:pt x="3867616" y="266881"/>
                  </a:lnTo>
                  <a:lnTo>
                    <a:pt x="3795993" y="262548"/>
                  </a:lnTo>
                  <a:lnTo>
                    <a:pt x="3724371" y="258195"/>
                  </a:lnTo>
                  <a:lnTo>
                    <a:pt x="3652748" y="253819"/>
                  </a:lnTo>
                  <a:lnTo>
                    <a:pt x="3581126" y="249423"/>
                  </a:lnTo>
                  <a:lnTo>
                    <a:pt x="3509503" y="245005"/>
                  </a:lnTo>
                  <a:lnTo>
                    <a:pt x="3437881" y="240566"/>
                  </a:lnTo>
                  <a:lnTo>
                    <a:pt x="3366258" y="236105"/>
                  </a:lnTo>
                  <a:lnTo>
                    <a:pt x="3294636" y="231622"/>
                  </a:lnTo>
                  <a:lnTo>
                    <a:pt x="3223013" y="227118"/>
                  </a:lnTo>
                  <a:lnTo>
                    <a:pt x="3151391" y="222592"/>
                  </a:lnTo>
                  <a:lnTo>
                    <a:pt x="3079768" y="218043"/>
                  </a:lnTo>
                  <a:lnTo>
                    <a:pt x="3008146" y="213472"/>
                  </a:lnTo>
                  <a:lnTo>
                    <a:pt x="2936523" y="208880"/>
                  </a:lnTo>
                  <a:lnTo>
                    <a:pt x="2864901" y="204264"/>
                  </a:lnTo>
                  <a:lnTo>
                    <a:pt x="2793278" y="199627"/>
                  </a:lnTo>
                  <a:lnTo>
                    <a:pt x="2721655" y="194966"/>
                  </a:lnTo>
                  <a:lnTo>
                    <a:pt x="2650033" y="190283"/>
                  </a:lnTo>
                  <a:lnTo>
                    <a:pt x="2578410" y="185577"/>
                  </a:lnTo>
                  <a:lnTo>
                    <a:pt x="2506788" y="180849"/>
                  </a:lnTo>
                  <a:lnTo>
                    <a:pt x="2435165" y="176097"/>
                  </a:lnTo>
                  <a:lnTo>
                    <a:pt x="2363543" y="171322"/>
                  </a:lnTo>
                  <a:lnTo>
                    <a:pt x="2291920" y="166524"/>
                  </a:lnTo>
                  <a:lnTo>
                    <a:pt x="2220298" y="161702"/>
                  </a:lnTo>
                  <a:lnTo>
                    <a:pt x="2148675" y="156857"/>
                  </a:lnTo>
                  <a:lnTo>
                    <a:pt x="2077053" y="151989"/>
                  </a:lnTo>
                  <a:lnTo>
                    <a:pt x="2005430" y="147096"/>
                  </a:lnTo>
                  <a:lnTo>
                    <a:pt x="1933808" y="142180"/>
                  </a:lnTo>
                  <a:lnTo>
                    <a:pt x="1862185" y="137240"/>
                  </a:lnTo>
                  <a:lnTo>
                    <a:pt x="1790563" y="132276"/>
                  </a:lnTo>
                  <a:lnTo>
                    <a:pt x="1718940" y="127288"/>
                  </a:lnTo>
                  <a:lnTo>
                    <a:pt x="1647318" y="122275"/>
                  </a:lnTo>
                  <a:lnTo>
                    <a:pt x="1575695" y="117238"/>
                  </a:lnTo>
                  <a:lnTo>
                    <a:pt x="1504073" y="112176"/>
                  </a:lnTo>
                  <a:lnTo>
                    <a:pt x="1432450" y="107090"/>
                  </a:lnTo>
                  <a:lnTo>
                    <a:pt x="1360827" y="101979"/>
                  </a:lnTo>
                  <a:lnTo>
                    <a:pt x="1289205" y="96843"/>
                  </a:lnTo>
                  <a:lnTo>
                    <a:pt x="1217582" y="91682"/>
                  </a:lnTo>
                  <a:lnTo>
                    <a:pt x="1145960" y="86496"/>
                  </a:lnTo>
                  <a:lnTo>
                    <a:pt x="1074337" y="81285"/>
                  </a:lnTo>
                  <a:lnTo>
                    <a:pt x="1002715" y="76048"/>
                  </a:lnTo>
                  <a:lnTo>
                    <a:pt x="931092" y="70786"/>
                  </a:lnTo>
                  <a:lnTo>
                    <a:pt x="859470" y="65498"/>
                  </a:lnTo>
                  <a:lnTo>
                    <a:pt x="787847" y="60185"/>
                  </a:lnTo>
                  <a:lnTo>
                    <a:pt x="716225" y="54845"/>
                  </a:lnTo>
                  <a:lnTo>
                    <a:pt x="644602" y="49480"/>
                  </a:lnTo>
                  <a:lnTo>
                    <a:pt x="572980" y="44088"/>
                  </a:lnTo>
                  <a:lnTo>
                    <a:pt x="501357" y="38670"/>
                  </a:lnTo>
                  <a:lnTo>
                    <a:pt x="429735" y="33226"/>
                  </a:lnTo>
                  <a:lnTo>
                    <a:pt x="358112" y="27755"/>
                  </a:lnTo>
                  <a:lnTo>
                    <a:pt x="286490" y="22258"/>
                  </a:lnTo>
                  <a:lnTo>
                    <a:pt x="214867" y="16734"/>
                  </a:lnTo>
                  <a:lnTo>
                    <a:pt x="143245" y="11183"/>
                  </a:lnTo>
                  <a:lnTo>
                    <a:pt x="71622" y="560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59653" y="2073503"/>
              <a:ext cx="5203025" cy="3191663"/>
            </a:xfrm>
            <a:custGeom>
              <a:avLst/>
              <a:pathLst>
                <a:path w="5203025" h="3191663">
                  <a:moveTo>
                    <a:pt x="0" y="0"/>
                  </a:moveTo>
                  <a:lnTo>
                    <a:pt x="46203" y="76296"/>
                  </a:lnTo>
                  <a:lnTo>
                    <a:pt x="117826" y="190599"/>
                  </a:lnTo>
                  <a:lnTo>
                    <a:pt x="189448" y="301067"/>
                  </a:lnTo>
                  <a:lnTo>
                    <a:pt x="261071" y="407830"/>
                  </a:lnTo>
                  <a:lnTo>
                    <a:pt x="332693" y="511012"/>
                  </a:lnTo>
                  <a:lnTo>
                    <a:pt x="404316" y="610732"/>
                  </a:lnTo>
                  <a:lnTo>
                    <a:pt x="475938" y="707107"/>
                  </a:lnTo>
                  <a:lnTo>
                    <a:pt x="547561" y="800250"/>
                  </a:lnTo>
                  <a:lnTo>
                    <a:pt x="619183" y="890268"/>
                  </a:lnTo>
                  <a:lnTo>
                    <a:pt x="690806" y="977266"/>
                  </a:lnTo>
                  <a:lnTo>
                    <a:pt x="762428" y="1061346"/>
                  </a:lnTo>
                  <a:lnTo>
                    <a:pt x="834051" y="1142605"/>
                  </a:lnTo>
                  <a:lnTo>
                    <a:pt x="905673" y="1221139"/>
                  </a:lnTo>
                  <a:lnTo>
                    <a:pt x="977296" y="1297038"/>
                  </a:lnTo>
                  <a:lnTo>
                    <a:pt x="1048918" y="1370391"/>
                  </a:lnTo>
                  <a:lnTo>
                    <a:pt x="1120541" y="1441284"/>
                  </a:lnTo>
                  <a:lnTo>
                    <a:pt x="1192164" y="1509798"/>
                  </a:lnTo>
                  <a:lnTo>
                    <a:pt x="1263786" y="1576014"/>
                  </a:lnTo>
                  <a:lnTo>
                    <a:pt x="1335409" y="1640009"/>
                  </a:lnTo>
                  <a:lnTo>
                    <a:pt x="1407031" y="1701857"/>
                  </a:lnTo>
                  <a:lnTo>
                    <a:pt x="1478654" y="1761631"/>
                  </a:lnTo>
                  <a:lnTo>
                    <a:pt x="1550276" y="1819399"/>
                  </a:lnTo>
                  <a:lnTo>
                    <a:pt x="1621899" y="1875229"/>
                  </a:lnTo>
                  <a:lnTo>
                    <a:pt x="1693521" y="1929187"/>
                  </a:lnTo>
                  <a:lnTo>
                    <a:pt x="1765144" y="1981335"/>
                  </a:lnTo>
                  <a:lnTo>
                    <a:pt x="1836766" y="2031733"/>
                  </a:lnTo>
                  <a:lnTo>
                    <a:pt x="1908389" y="2080441"/>
                  </a:lnTo>
                  <a:lnTo>
                    <a:pt x="1980011" y="2127515"/>
                  </a:lnTo>
                  <a:lnTo>
                    <a:pt x="2051634" y="2173010"/>
                  </a:lnTo>
                  <a:lnTo>
                    <a:pt x="2123256" y="2216978"/>
                  </a:lnTo>
                  <a:lnTo>
                    <a:pt x="2194879" y="2259472"/>
                  </a:lnTo>
                  <a:lnTo>
                    <a:pt x="2266501" y="2300540"/>
                  </a:lnTo>
                  <a:lnTo>
                    <a:pt x="2338124" y="2340231"/>
                  </a:lnTo>
                  <a:lnTo>
                    <a:pt x="2409746" y="2378590"/>
                  </a:lnTo>
                  <a:lnTo>
                    <a:pt x="2481369" y="2415663"/>
                  </a:lnTo>
                  <a:lnTo>
                    <a:pt x="2552992" y="2451492"/>
                  </a:lnTo>
                  <a:lnTo>
                    <a:pt x="2624614" y="2486119"/>
                  </a:lnTo>
                  <a:lnTo>
                    <a:pt x="2696237" y="2519584"/>
                  </a:lnTo>
                  <a:lnTo>
                    <a:pt x="2767859" y="2551927"/>
                  </a:lnTo>
                  <a:lnTo>
                    <a:pt x="2839482" y="2583185"/>
                  </a:lnTo>
                  <a:lnTo>
                    <a:pt x="2911104" y="2613394"/>
                  </a:lnTo>
                  <a:lnTo>
                    <a:pt x="2982727" y="2642590"/>
                  </a:lnTo>
                  <a:lnTo>
                    <a:pt x="3054349" y="2670807"/>
                  </a:lnTo>
                  <a:lnTo>
                    <a:pt x="3125972" y="2698077"/>
                  </a:lnTo>
                  <a:lnTo>
                    <a:pt x="3197594" y="2724432"/>
                  </a:lnTo>
                  <a:lnTo>
                    <a:pt x="3269217" y="2749903"/>
                  </a:lnTo>
                  <a:lnTo>
                    <a:pt x="3340839" y="2774520"/>
                  </a:lnTo>
                  <a:lnTo>
                    <a:pt x="3412462" y="2798311"/>
                  </a:lnTo>
                  <a:lnTo>
                    <a:pt x="3484084" y="2821304"/>
                  </a:lnTo>
                  <a:lnTo>
                    <a:pt x="3555707" y="2843525"/>
                  </a:lnTo>
                  <a:lnTo>
                    <a:pt x="3627329" y="2865002"/>
                  </a:lnTo>
                  <a:lnTo>
                    <a:pt x="3698952" y="2885757"/>
                  </a:lnTo>
                  <a:lnTo>
                    <a:pt x="3770574" y="2905817"/>
                  </a:lnTo>
                  <a:lnTo>
                    <a:pt x="3842197" y="2925204"/>
                  </a:lnTo>
                  <a:lnTo>
                    <a:pt x="3913820" y="2943940"/>
                  </a:lnTo>
                  <a:lnTo>
                    <a:pt x="3985442" y="2962048"/>
                  </a:lnTo>
                  <a:lnTo>
                    <a:pt x="4057065" y="2979548"/>
                  </a:lnTo>
                  <a:lnTo>
                    <a:pt x="4128687" y="2996461"/>
                  </a:lnTo>
                  <a:lnTo>
                    <a:pt x="4200310" y="3012807"/>
                  </a:lnTo>
                  <a:lnTo>
                    <a:pt x="4271932" y="3028605"/>
                  </a:lnTo>
                  <a:lnTo>
                    <a:pt x="4343555" y="3043873"/>
                  </a:lnTo>
                  <a:lnTo>
                    <a:pt x="4415177" y="3058628"/>
                  </a:lnTo>
                  <a:lnTo>
                    <a:pt x="4486800" y="3072889"/>
                  </a:lnTo>
                  <a:lnTo>
                    <a:pt x="4558422" y="3086671"/>
                  </a:lnTo>
                  <a:lnTo>
                    <a:pt x="4630045" y="3099991"/>
                  </a:lnTo>
                  <a:lnTo>
                    <a:pt x="4701667" y="3112864"/>
                  </a:lnTo>
                  <a:lnTo>
                    <a:pt x="4773290" y="3125305"/>
                  </a:lnTo>
                  <a:lnTo>
                    <a:pt x="4844912" y="3137329"/>
                  </a:lnTo>
                  <a:lnTo>
                    <a:pt x="4916535" y="3148950"/>
                  </a:lnTo>
                  <a:lnTo>
                    <a:pt x="4988157" y="3160181"/>
                  </a:lnTo>
                  <a:lnTo>
                    <a:pt x="5059780" y="3171035"/>
                  </a:lnTo>
                  <a:lnTo>
                    <a:pt x="5131402" y="3181525"/>
                  </a:lnTo>
                  <a:lnTo>
                    <a:pt x="5203025" y="319166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(0.92-0.99)  |  per IQR (Δ = 18.2): 0.45 (0.23-0.89)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2026-05-22T10:32:41Z</dcterms:modified>
  <cp:category/>
</cp:coreProperties>
</file>