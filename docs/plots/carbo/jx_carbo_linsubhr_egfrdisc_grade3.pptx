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8787"/>
            </a:xfrm>
            <a:custGeom>
              <a:avLst/>
              <a:pathLst>
                <a:path w="7090630" h="3388787">
                  <a:moveTo>
                    <a:pt x="3449351" y="0"/>
                  </a:moveTo>
                  <a:lnTo>
                    <a:pt x="3509503" y="202343"/>
                  </a:lnTo>
                  <a:lnTo>
                    <a:pt x="3581126" y="426790"/>
                  </a:lnTo>
                  <a:lnTo>
                    <a:pt x="3652748" y="635885"/>
                  </a:lnTo>
                  <a:lnTo>
                    <a:pt x="3724371" y="830678"/>
                  </a:lnTo>
                  <a:lnTo>
                    <a:pt x="3795993" y="1012148"/>
                  </a:lnTo>
                  <a:lnTo>
                    <a:pt x="3867616" y="1181205"/>
                  </a:lnTo>
                  <a:lnTo>
                    <a:pt x="3939238" y="1338698"/>
                  </a:lnTo>
                  <a:lnTo>
                    <a:pt x="4010861" y="1485419"/>
                  </a:lnTo>
                  <a:lnTo>
                    <a:pt x="4082483" y="1622104"/>
                  </a:lnTo>
                  <a:lnTo>
                    <a:pt x="4154106" y="1749440"/>
                  </a:lnTo>
                  <a:lnTo>
                    <a:pt x="4225729" y="1868067"/>
                  </a:lnTo>
                  <a:lnTo>
                    <a:pt x="4297351" y="1978579"/>
                  </a:lnTo>
                  <a:lnTo>
                    <a:pt x="4368974" y="2081532"/>
                  </a:lnTo>
                  <a:lnTo>
                    <a:pt x="4440596" y="2177443"/>
                  </a:lnTo>
                  <a:lnTo>
                    <a:pt x="4512219" y="2266794"/>
                  </a:lnTo>
                  <a:lnTo>
                    <a:pt x="4583841" y="2350033"/>
                  </a:lnTo>
                  <a:lnTo>
                    <a:pt x="4655464" y="2427579"/>
                  </a:lnTo>
                  <a:lnTo>
                    <a:pt x="4727086" y="2499821"/>
                  </a:lnTo>
                  <a:lnTo>
                    <a:pt x="4798709" y="2567121"/>
                  </a:lnTo>
                  <a:lnTo>
                    <a:pt x="4870331" y="2629818"/>
                  </a:lnTo>
                  <a:lnTo>
                    <a:pt x="4941954" y="2656862"/>
                  </a:lnTo>
                  <a:lnTo>
                    <a:pt x="5013576" y="2661217"/>
                  </a:lnTo>
                  <a:lnTo>
                    <a:pt x="5085199" y="2665549"/>
                  </a:lnTo>
                  <a:lnTo>
                    <a:pt x="5156821" y="2669858"/>
                  </a:lnTo>
                  <a:lnTo>
                    <a:pt x="5228444" y="2674145"/>
                  </a:lnTo>
                  <a:lnTo>
                    <a:pt x="5300066" y="2678409"/>
                  </a:lnTo>
                  <a:lnTo>
                    <a:pt x="5371689" y="2682650"/>
                  </a:lnTo>
                  <a:lnTo>
                    <a:pt x="5443311" y="2686869"/>
                  </a:lnTo>
                  <a:lnTo>
                    <a:pt x="5514934" y="2691066"/>
                  </a:lnTo>
                  <a:lnTo>
                    <a:pt x="5586557" y="2695241"/>
                  </a:lnTo>
                  <a:lnTo>
                    <a:pt x="5658179" y="2699394"/>
                  </a:lnTo>
                  <a:lnTo>
                    <a:pt x="5729802" y="2703525"/>
                  </a:lnTo>
                  <a:lnTo>
                    <a:pt x="5801424" y="2707634"/>
                  </a:lnTo>
                  <a:lnTo>
                    <a:pt x="5873047" y="2711722"/>
                  </a:lnTo>
                  <a:lnTo>
                    <a:pt x="5944669" y="2715788"/>
                  </a:lnTo>
                  <a:lnTo>
                    <a:pt x="6016292" y="2719833"/>
                  </a:lnTo>
                  <a:lnTo>
                    <a:pt x="6087914" y="2723856"/>
                  </a:lnTo>
                  <a:lnTo>
                    <a:pt x="6159537" y="2727858"/>
                  </a:lnTo>
                  <a:lnTo>
                    <a:pt x="6231159" y="2731839"/>
                  </a:lnTo>
                  <a:lnTo>
                    <a:pt x="6302782" y="2735799"/>
                  </a:lnTo>
                  <a:lnTo>
                    <a:pt x="6374404" y="2739739"/>
                  </a:lnTo>
                  <a:lnTo>
                    <a:pt x="6446027" y="2743657"/>
                  </a:lnTo>
                  <a:lnTo>
                    <a:pt x="6517649" y="2747555"/>
                  </a:lnTo>
                  <a:lnTo>
                    <a:pt x="6589272" y="2751432"/>
                  </a:lnTo>
                  <a:lnTo>
                    <a:pt x="6660894" y="2755289"/>
                  </a:lnTo>
                  <a:lnTo>
                    <a:pt x="6732517" y="2759126"/>
                  </a:lnTo>
                  <a:lnTo>
                    <a:pt x="6804139" y="2762942"/>
                  </a:lnTo>
                  <a:lnTo>
                    <a:pt x="6875762" y="2766739"/>
                  </a:lnTo>
                  <a:lnTo>
                    <a:pt x="6947385" y="2770515"/>
                  </a:lnTo>
                  <a:lnTo>
                    <a:pt x="7019007" y="2774271"/>
                  </a:lnTo>
                  <a:lnTo>
                    <a:pt x="7090630" y="2778008"/>
                  </a:lnTo>
                  <a:lnTo>
                    <a:pt x="7090630" y="3388787"/>
                  </a:lnTo>
                  <a:lnTo>
                    <a:pt x="7019007" y="3381815"/>
                  </a:lnTo>
                  <a:lnTo>
                    <a:pt x="6947385" y="3374331"/>
                  </a:lnTo>
                  <a:lnTo>
                    <a:pt x="6875762" y="3366297"/>
                  </a:lnTo>
                  <a:lnTo>
                    <a:pt x="6804139" y="3357674"/>
                  </a:lnTo>
                  <a:lnTo>
                    <a:pt x="6732517" y="3348418"/>
                  </a:lnTo>
                  <a:lnTo>
                    <a:pt x="6660894" y="3338482"/>
                  </a:lnTo>
                  <a:lnTo>
                    <a:pt x="6589272" y="3327816"/>
                  </a:lnTo>
                  <a:lnTo>
                    <a:pt x="6517649" y="3316367"/>
                  </a:lnTo>
                  <a:lnTo>
                    <a:pt x="6446027" y="3304078"/>
                  </a:lnTo>
                  <a:lnTo>
                    <a:pt x="6374404" y="3290886"/>
                  </a:lnTo>
                  <a:lnTo>
                    <a:pt x="6302782" y="3276726"/>
                  </a:lnTo>
                  <a:lnTo>
                    <a:pt x="6231159" y="3261526"/>
                  </a:lnTo>
                  <a:lnTo>
                    <a:pt x="6159537" y="3245211"/>
                  </a:lnTo>
                  <a:lnTo>
                    <a:pt x="6087914" y="3227697"/>
                  </a:lnTo>
                  <a:lnTo>
                    <a:pt x="6016292" y="3208897"/>
                  </a:lnTo>
                  <a:lnTo>
                    <a:pt x="5944669" y="3188717"/>
                  </a:lnTo>
                  <a:lnTo>
                    <a:pt x="5873047" y="3167056"/>
                  </a:lnTo>
                  <a:lnTo>
                    <a:pt x="5801424" y="3143804"/>
                  </a:lnTo>
                  <a:lnTo>
                    <a:pt x="5729802" y="3118844"/>
                  </a:lnTo>
                  <a:lnTo>
                    <a:pt x="5658179" y="3092053"/>
                  </a:lnTo>
                  <a:lnTo>
                    <a:pt x="5586557" y="3063294"/>
                  </a:lnTo>
                  <a:lnTo>
                    <a:pt x="5514934" y="3032423"/>
                  </a:lnTo>
                  <a:lnTo>
                    <a:pt x="5443311" y="2999286"/>
                  </a:lnTo>
                  <a:lnTo>
                    <a:pt x="5371689" y="2963716"/>
                  </a:lnTo>
                  <a:lnTo>
                    <a:pt x="5300066" y="2925535"/>
                  </a:lnTo>
                  <a:lnTo>
                    <a:pt x="5228444" y="2884550"/>
                  </a:lnTo>
                  <a:lnTo>
                    <a:pt x="5156821" y="2840556"/>
                  </a:lnTo>
                  <a:lnTo>
                    <a:pt x="5085199" y="2793332"/>
                  </a:lnTo>
                  <a:lnTo>
                    <a:pt x="5013576" y="2742640"/>
                  </a:lnTo>
                  <a:lnTo>
                    <a:pt x="4941954" y="2688227"/>
                  </a:lnTo>
                  <a:lnTo>
                    <a:pt x="4870331" y="2652484"/>
                  </a:lnTo>
                  <a:lnTo>
                    <a:pt x="4798709" y="2648083"/>
                  </a:lnTo>
                  <a:lnTo>
                    <a:pt x="4727086" y="2643658"/>
                  </a:lnTo>
                  <a:lnTo>
                    <a:pt x="4655464" y="2639210"/>
                  </a:lnTo>
                  <a:lnTo>
                    <a:pt x="4583841" y="2634739"/>
                  </a:lnTo>
                  <a:lnTo>
                    <a:pt x="4512219" y="2630243"/>
                  </a:lnTo>
                  <a:lnTo>
                    <a:pt x="4440596" y="2625724"/>
                  </a:lnTo>
                  <a:lnTo>
                    <a:pt x="4368974" y="2621182"/>
                  </a:lnTo>
                  <a:lnTo>
                    <a:pt x="4297351" y="2616615"/>
                  </a:lnTo>
                  <a:lnTo>
                    <a:pt x="4225729" y="2612023"/>
                  </a:lnTo>
                  <a:lnTo>
                    <a:pt x="4154106" y="2607408"/>
                  </a:lnTo>
                  <a:lnTo>
                    <a:pt x="4082483" y="2602768"/>
                  </a:lnTo>
                  <a:lnTo>
                    <a:pt x="4010861" y="2598104"/>
                  </a:lnTo>
                  <a:lnTo>
                    <a:pt x="3939238" y="2593414"/>
                  </a:lnTo>
                  <a:lnTo>
                    <a:pt x="3867616" y="2588700"/>
                  </a:lnTo>
                  <a:lnTo>
                    <a:pt x="3795993" y="2583962"/>
                  </a:lnTo>
                  <a:lnTo>
                    <a:pt x="3724371" y="2579197"/>
                  </a:lnTo>
                  <a:lnTo>
                    <a:pt x="3652748" y="2574408"/>
                  </a:lnTo>
                  <a:lnTo>
                    <a:pt x="3581126" y="2569594"/>
                  </a:lnTo>
                  <a:lnTo>
                    <a:pt x="3509503" y="2564754"/>
                  </a:lnTo>
                  <a:lnTo>
                    <a:pt x="3437881" y="2559888"/>
                  </a:lnTo>
                  <a:lnTo>
                    <a:pt x="3366258" y="2554996"/>
                  </a:lnTo>
                  <a:lnTo>
                    <a:pt x="3294636" y="2550079"/>
                  </a:lnTo>
                  <a:lnTo>
                    <a:pt x="3223013" y="2545135"/>
                  </a:lnTo>
                  <a:lnTo>
                    <a:pt x="3151391" y="2540166"/>
                  </a:lnTo>
                  <a:lnTo>
                    <a:pt x="3079768" y="2535170"/>
                  </a:lnTo>
                  <a:lnTo>
                    <a:pt x="3008146" y="2530148"/>
                  </a:lnTo>
                  <a:lnTo>
                    <a:pt x="2936523" y="2525099"/>
                  </a:lnTo>
                  <a:lnTo>
                    <a:pt x="2864901" y="2520023"/>
                  </a:lnTo>
                  <a:lnTo>
                    <a:pt x="2793278" y="2514920"/>
                  </a:lnTo>
                  <a:lnTo>
                    <a:pt x="2721655" y="2509791"/>
                  </a:lnTo>
                  <a:lnTo>
                    <a:pt x="2650033" y="2504634"/>
                  </a:lnTo>
                  <a:lnTo>
                    <a:pt x="2578410" y="2499450"/>
                  </a:lnTo>
                  <a:lnTo>
                    <a:pt x="2506788" y="2494238"/>
                  </a:lnTo>
                  <a:lnTo>
                    <a:pt x="2435165" y="2488999"/>
                  </a:lnTo>
                  <a:lnTo>
                    <a:pt x="2363543" y="2483733"/>
                  </a:lnTo>
                  <a:lnTo>
                    <a:pt x="2291920" y="2478438"/>
                  </a:lnTo>
                  <a:lnTo>
                    <a:pt x="2220298" y="2473115"/>
                  </a:lnTo>
                  <a:lnTo>
                    <a:pt x="2148675" y="2467764"/>
                  </a:lnTo>
                  <a:lnTo>
                    <a:pt x="2077053" y="2462385"/>
                  </a:lnTo>
                  <a:lnTo>
                    <a:pt x="2005430" y="2456977"/>
                  </a:lnTo>
                  <a:lnTo>
                    <a:pt x="1933808" y="2451541"/>
                  </a:lnTo>
                  <a:lnTo>
                    <a:pt x="1862185" y="2446076"/>
                  </a:lnTo>
                  <a:lnTo>
                    <a:pt x="1790563" y="2440582"/>
                  </a:lnTo>
                  <a:lnTo>
                    <a:pt x="1718940" y="2435058"/>
                  </a:lnTo>
                  <a:lnTo>
                    <a:pt x="1647318" y="2429506"/>
                  </a:lnTo>
                  <a:lnTo>
                    <a:pt x="1575695" y="2423924"/>
                  </a:lnTo>
                  <a:lnTo>
                    <a:pt x="1504073" y="2418313"/>
                  </a:lnTo>
                  <a:lnTo>
                    <a:pt x="1432450" y="2412672"/>
                  </a:lnTo>
                  <a:lnTo>
                    <a:pt x="1360827" y="2407001"/>
                  </a:lnTo>
                  <a:lnTo>
                    <a:pt x="1289205" y="2401300"/>
                  </a:lnTo>
                  <a:lnTo>
                    <a:pt x="1217582" y="2395569"/>
                  </a:lnTo>
                  <a:lnTo>
                    <a:pt x="1145960" y="2389807"/>
                  </a:lnTo>
                  <a:lnTo>
                    <a:pt x="1074337" y="2384015"/>
                  </a:lnTo>
                  <a:lnTo>
                    <a:pt x="1002715" y="2378192"/>
                  </a:lnTo>
                  <a:lnTo>
                    <a:pt x="931092" y="2372339"/>
                  </a:lnTo>
                  <a:lnTo>
                    <a:pt x="859470" y="2366454"/>
                  </a:lnTo>
                  <a:lnTo>
                    <a:pt x="787847" y="2360539"/>
                  </a:lnTo>
                  <a:lnTo>
                    <a:pt x="716225" y="2354592"/>
                  </a:lnTo>
                  <a:lnTo>
                    <a:pt x="644602" y="2348613"/>
                  </a:lnTo>
                  <a:lnTo>
                    <a:pt x="572980" y="2342603"/>
                  </a:lnTo>
                  <a:lnTo>
                    <a:pt x="501357" y="2336561"/>
                  </a:lnTo>
                  <a:lnTo>
                    <a:pt x="429735" y="2330487"/>
                  </a:lnTo>
                  <a:lnTo>
                    <a:pt x="358112" y="2324381"/>
                  </a:lnTo>
                  <a:lnTo>
                    <a:pt x="286490" y="2318243"/>
                  </a:lnTo>
                  <a:lnTo>
                    <a:pt x="214867" y="2312072"/>
                  </a:lnTo>
                  <a:lnTo>
                    <a:pt x="143245" y="2305868"/>
                  </a:lnTo>
                  <a:lnTo>
                    <a:pt x="71622" y="2299632"/>
                  </a:lnTo>
                  <a:lnTo>
                    <a:pt x="0" y="22933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21400" y="2073503"/>
              <a:ext cx="3641278" cy="2778008"/>
            </a:xfrm>
            <a:custGeom>
              <a:avLst/>
              <a:pathLst>
                <a:path w="3641278" h="2778008">
                  <a:moveTo>
                    <a:pt x="0" y="0"/>
                  </a:moveTo>
                  <a:lnTo>
                    <a:pt x="60152" y="202343"/>
                  </a:lnTo>
                  <a:lnTo>
                    <a:pt x="131774" y="426790"/>
                  </a:lnTo>
                  <a:lnTo>
                    <a:pt x="203397" y="635885"/>
                  </a:lnTo>
                  <a:lnTo>
                    <a:pt x="275019" y="830678"/>
                  </a:lnTo>
                  <a:lnTo>
                    <a:pt x="346642" y="1012148"/>
                  </a:lnTo>
                  <a:lnTo>
                    <a:pt x="418265" y="1181205"/>
                  </a:lnTo>
                  <a:lnTo>
                    <a:pt x="489887" y="1338698"/>
                  </a:lnTo>
                  <a:lnTo>
                    <a:pt x="561510" y="1485419"/>
                  </a:lnTo>
                  <a:lnTo>
                    <a:pt x="633132" y="1622104"/>
                  </a:lnTo>
                  <a:lnTo>
                    <a:pt x="704755" y="1749440"/>
                  </a:lnTo>
                  <a:lnTo>
                    <a:pt x="776377" y="1868067"/>
                  </a:lnTo>
                  <a:lnTo>
                    <a:pt x="848000" y="1978579"/>
                  </a:lnTo>
                  <a:lnTo>
                    <a:pt x="919622" y="2081532"/>
                  </a:lnTo>
                  <a:lnTo>
                    <a:pt x="991245" y="2177443"/>
                  </a:lnTo>
                  <a:lnTo>
                    <a:pt x="1062867" y="2266794"/>
                  </a:lnTo>
                  <a:lnTo>
                    <a:pt x="1134490" y="2350033"/>
                  </a:lnTo>
                  <a:lnTo>
                    <a:pt x="1206112" y="2427579"/>
                  </a:lnTo>
                  <a:lnTo>
                    <a:pt x="1277735" y="2499821"/>
                  </a:lnTo>
                  <a:lnTo>
                    <a:pt x="1349357" y="2567121"/>
                  </a:lnTo>
                  <a:lnTo>
                    <a:pt x="1420980" y="2629818"/>
                  </a:lnTo>
                  <a:lnTo>
                    <a:pt x="1492602" y="2656862"/>
                  </a:lnTo>
                  <a:lnTo>
                    <a:pt x="1564225" y="2661217"/>
                  </a:lnTo>
                  <a:lnTo>
                    <a:pt x="1635847" y="2665549"/>
                  </a:lnTo>
                  <a:lnTo>
                    <a:pt x="1707470" y="2669858"/>
                  </a:lnTo>
                  <a:lnTo>
                    <a:pt x="1779093" y="2674145"/>
                  </a:lnTo>
                  <a:lnTo>
                    <a:pt x="1850715" y="2678409"/>
                  </a:lnTo>
                  <a:lnTo>
                    <a:pt x="1922338" y="2682650"/>
                  </a:lnTo>
                  <a:lnTo>
                    <a:pt x="1993960" y="2686869"/>
                  </a:lnTo>
                  <a:lnTo>
                    <a:pt x="2065583" y="2691066"/>
                  </a:lnTo>
                  <a:lnTo>
                    <a:pt x="2137205" y="2695241"/>
                  </a:lnTo>
                  <a:lnTo>
                    <a:pt x="2208828" y="2699394"/>
                  </a:lnTo>
                  <a:lnTo>
                    <a:pt x="2280450" y="2703525"/>
                  </a:lnTo>
                  <a:lnTo>
                    <a:pt x="2352073" y="2707634"/>
                  </a:lnTo>
                  <a:lnTo>
                    <a:pt x="2423695" y="2711722"/>
                  </a:lnTo>
                  <a:lnTo>
                    <a:pt x="2495318" y="2715788"/>
                  </a:lnTo>
                  <a:lnTo>
                    <a:pt x="2566940" y="2719833"/>
                  </a:lnTo>
                  <a:lnTo>
                    <a:pt x="2638563" y="2723856"/>
                  </a:lnTo>
                  <a:lnTo>
                    <a:pt x="2710185" y="2727858"/>
                  </a:lnTo>
                  <a:lnTo>
                    <a:pt x="2781808" y="2731839"/>
                  </a:lnTo>
                  <a:lnTo>
                    <a:pt x="2853430" y="2735799"/>
                  </a:lnTo>
                  <a:lnTo>
                    <a:pt x="2925053" y="2739739"/>
                  </a:lnTo>
                  <a:lnTo>
                    <a:pt x="2996675" y="2743657"/>
                  </a:lnTo>
                  <a:lnTo>
                    <a:pt x="3068298" y="2747555"/>
                  </a:lnTo>
                  <a:lnTo>
                    <a:pt x="3139921" y="2751432"/>
                  </a:lnTo>
                  <a:lnTo>
                    <a:pt x="3211543" y="2755289"/>
                  </a:lnTo>
                  <a:lnTo>
                    <a:pt x="3283166" y="2759126"/>
                  </a:lnTo>
                  <a:lnTo>
                    <a:pt x="3354788" y="2762942"/>
                  </a:lnTo>
                  <a:lnTo>
                    <a:pt x="3426411" y="2766739"/>
                  </a:lnTo>
                  <a:lnTo>
                    <a:pt x="3498033" y="2770515"/>
                  </a:lnTo>
                  <a:lnTo>
                    <a:pt x="3569656" y="2774271"/>
                  </a:lnTo>
                  <a:lnTo>
                    <a:pt x="3641278" y="2778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66865"/>
              <a:ext cx="7090630" cy="1095424"/>
            </a:xfrm>
            <a:custGeom>
              <a:avLst/>
              <a:pathLst>
                <a:path w="7090630" h="1095424">
                  <a:moveTo>
                    <a:pt x="7090630" y="1095424"/>
                  </a:moveTo>
                  <a:lnTo>
                    <a:pt x="7019007" y="1088452"/>
                  </a:lnTo>
                  <a:lnTo>
                    <a:pt x="6947385" y="1080968"/>
                  </a:lnTo>
                  <a:lnTo>
                    <a:pt x="6875762" y="1072935"/>
                  </a:lnTo>
                  <a:lnTo>
                    <a:pt x="6804139" y="1064311"/>
                  </a:lnTo>
                  <a:lnTo>
                    <a:pt x="6732517" y="1055055"/>
                  </a:lnTo>
                  <a:lnTo>
                    <a:pt x="6660894" y="1045119"/>
                  </a:lnTo>
                  <a:lnTo>
                    <a:pt x="6589272" y="1034453"/>
                  </a:lnTo>
                  <a:lnTo>
                    <a:pt x="6517649" y="1023004"/>
                  </a:lnTo>
                  <a:lnTo>
                    <a:pt x="6446027" y="1010715"/>
                  </a:lnTo>
                  <a:lnTo>
                    <a:pt x="6374404" y="997524"/>
                  </a:lnTo>
                  <a:lnTo>
                    <a:pt x="6302782" y="983363"/>
                  </a:lnTo>
                  <a:lnTo>
                    <a:pt x="6231159" y="968164"/>
                  </a:lnTo>
                  <a:lnTo>
                    <a:pt x="6159537" y="951848"/>
                  </a:lnTo>
                  <a:lnTo>
                    <a:pt x="6087914" y="934334"/>
                  </a:lnTo>
                  <a:lnTo>
                    <a:pt x="6016292" y="915534"/>
                  </a:lnTo>
                  <a:lnTo>
                    <a:pt x="5944669" y="895354"/>
                  </a:lnTo>
                  <a:lnTo>
                    <a:pt x="5873047" y="873693"/>
                  </a:lnTo>
                  <a:lnTo>
                    <a:pt x="5801424" y="850441"/>
                  </a:lnTo>
                  <a:lnTo>
                    <a:pt x="5729802" y="825482"/>
                  </a:lnTo>
                  <a:lnTo>
                    <a:pt x="5658179" y="798690"/>
                  </a:lnTo>
                  <a:lnTo>
                    <a:pt x="5586557" y="769931"/>
                  </a:lnTo>
                  <a:lnTo>
                    <a:pt x="5514934" y="739061"/>
                  </a:lnTo>
                  <a:lnTo>
                    <a:pt x="5443311" y="705924"/>
                  </a:lnTo>
                  <a:lnTo>
                    <a:pt x="5371689" y="670354"/>
                  </a:lnTo>
                  <a:lnTo>
                    <a:pt x="5300066" y="632172"/>
                  </a:lnTo>
                  <a:lnTo>
                    <a:pt x="5228444" y="591187"/>
                  </a:lnTo>
                  <a:lnTo>
                    <a:pt x="5156821" y="547193"/>
                  </a:lnTo>
                  <a:lnTo>
                    <a:pt x="5085199" y="499969"/>
                  </a:lnTo>
                  <a:lnTo>
                    <a:pt x="5013576" y="449277"/>
                  </a:lnTo>
                  <a:lnTo>
                    <a:pt x="4941954" y="394864"/>
                  </a:lnTo>
                  <a:lnTo>
                    <a:pt x="4870331" y="359121"/>
                  </a:lnTo>
                  <a:lnTo>
                    <a:pt x="4798709" y="354720"/>
                  </a:lnTo>
                  <a:lnTo>
                    <a:pt x="4727086" y="350295"/>
                  </a:lnTo>
                  <a:lnTo>
                    <a:pt x="4655464" y="345847"/>
                  </a:lnTo>
                  <a:lnTo>
                    <a:pt x="4583841" y="341376"/>
                  </a:lnTo>
                  <a:lnTo>
                    <a:pt x="4512219" y="336881"/>
                  </a:lnTo>
                  <a:lnTo>
                    <a:pt x="4440596" y="332362"/>
                  </a:lnTo>
                  <a:lnTo>
                    <a:pt x="4368974" y="327819"/>
                  </a:lnTo>
                  <a:lnTo>
                    <a:pt x="4297351" y="323252"/>
                  </a:lnTo>
                  <a:lnTo>
                    <a:pt x="4225729" y="318661"/>
                  </a:lnTo>
                  <a:lnTo>
                    <a:pt x="4154106" y="314045"/>
                  </a:lnTo>
                  <a:lnTo>
                    <a:pt x="4082483" y="309405"/>
                  </a:lnTo>
                  <a:lnTo>
                    <a:pt x="4010861" y="304741"/>
                  </a:lnTo>
                  <a:lnTo>
                    <a:pt x="3939238" y="300052"/>
                  </a:lnTo>
                  <a:lnTo>
                    <a:pt x="3867616" y="295338"/>
                  </a:lnTo>
                  <a:lnTo>
                    <a:pt x="3795993" y="290599"/>
                  </a:lnTo>
                  <a:lnTo>
                    <a:pt x="3724371" y="285835"/>
                  </a:lnTo>
                  <a:lnTo>
                    <a:pt x="3652748" y="281045"/>
                  </a:lnTo>
                  <a:lnTo>
                    <a:pt x="3581126" y="276231"/>
                  </a:lnTo>
                  <a:lnTo>
                    <a:pt x="3509503" y="271391"/>
                  </a:lnTo>
                  <a:lnTo>
                    <a:pt x="3437881" y="266525"/>
                  </a:lnTo>
                  <a:lnTo>
                    <a:pt x="3366258" y="261633"/>
                  </a:lnTo>
                  <a:lnTo>
                    <a:pt x="3294636" y="256716"/>
                  </a:lnTo>
                  <a:lnTo>
                    <a:pt x="3223013" y="251773"/>
                  </a:lnTo>
                  <a:lnTo>
                    <a:pt x="3151391" y="246803"/>
                  </a:lnTo>
                  <a:lnTo>
                    <a:pt x="3079768" y="241807"/>
                  </a:lnTo>
                  <a:lnTo>
                    <a:pt x="3008146" y="236785"/>
                  </a:lnTo>
                  <a:lnTo>
                    <a:pt x="2936523" y="231736"/>
                  </a:lnTo>
                  <a:lnTo>
                    <a:pt x="2864901" y="226660"/>
                  </a:lnTo>
                  <a:lnTo>
                    <a:pt x="2793278" y="221557"/>
                  </a:lnTo>
                  <a:lnTo>
                    <a:pt x="2721655" y="216428"/>
                  </a:lnTo>
                  <a:lnTo>
                    <a:pt x="2650033" y="211271"/>
                  </a:lnTo>
                  <a:lnTo>
                    <a:pt x="2578410" y="206087"/>
                  </a:lnTo>
                  <a:lnTo>
                    <a:pt x="2506788" y="200876"/>
                  </a:lnTo>
                  <a:lnTo>
                    <a:pt x="2435165" y="195637"/>
                  </a:lnTo>
                  <a:lnTo>
                    <a:pt x="2363543" y="190370"/>
                  </a:lnTo>
                  <a:lnTo>
                    <a:pt x="2291920" y="185075"/>
                  </a:lnTo>
                  <a:lnTo>
                    <a:pt x="2220298" y="179752"/>
                  </a:lnTo>
                  <a:lnTo>
                    <a:pt x="2148675" y="174401"/>
                  </a:lnTo>
                  <a:lnTo>
                    <a:pt x="2077053" y="169022"/>
                  </a:lnTo>
                  <a:lnTo>
                    <a:pt x="2005430" y="163614"/>
                  </a:lnTo>
                  <a:lnTo>
                    <a:pt x="1933808" y="158178"/>
                  </a:lnTo>
                  <a:lnTo>
                    <a:pt x="1862185" y="152713"/>
                  </a:lnTo>
                  <a:lnTo>
                    <a:pt x="1790563" y="147219"/>
                  </a:lnTo>
                  <a:lnTo>
                    <a:pt x="1718940" y="141696"/>
                  </a:lnTo>
                  <a:lnTo>
                    <a:pt x="1647318" y="136143"/>
                  </a:lnTo>
                  <a:lnTo>
                    <a:pt x="1575695" y="130561"/>
                  </a:lnTo>
                  <a:lnTo>
                    <a:pt x="1504073" y="124950"/>
                  </a:lnTo>
                  <a:lnTo>
                    <a:pt x="1432450" y="119309"/>
                  </a:lnTo>
                  <a:lnTo>
                    <a:pt x="1360827" y="113638"/>
                  </a:lnTo>
                  <a:lnTo>
                    <a:pt x="1289205" y="107937"/>
                  </a:lnTo>
                  <a:lnTo>
                    <a:pt x="1217582" y="102206"/>
                  </a:lnTo>
                  <a:lnTo>
                    <a:pt x="1145960" y="96444"/>
                  </a:lnTo>
                  <a:lnTo>
                    <a:pt x="1074337" y="90652"/>
                  </a:lnTo>
                  <a:lnTo>
                    <a:pt x="1002715" y="84830"/>
                  </a:lnTo>
                  <a:lnTo>
                    <a:pt x="931092" y="78976"/>
                  </a:lnTo>
                  <a:lnTo>
                    <a:pt x="859470" y="73092"/>
                  </a:lnTo>
                  <a:lnTo>
                    <a:pt x="787847" y="67176"/>
                  </a:lnTo>
                  <a:lnTo>
                    <a:pt x="716225" y="61229"/>
                  </a:lnTo>
                  <a:lnTo>
                    <a:pt x="644602" y="55250"/>
                  </a:lnTo>
                  <a:lnTo>
                    <a:pt x="572980" y="49240"/>
                  </a:lnTo>
                  <a:lnTo>
                    <a:pt x="501357" y="43198"/>
                  </a:lnTo>
                  <a:lnTo>
                    <a:pt x="429735" y="37124"/>
                  </a:lnTo>
                  <a:lnTo>
                    <a:pt x="358112" y="31018"/>
                  </a:lnTo>
                  <a:lnTo>
                    <a:pt x="286490" y="24880"/>
                  </a:lnTo>
                  <a:lnTo>
                    <a:pt x="214867" y="18709"/>
                  </a:lnTo>
                  <a:lnTo>
                    <a:pt x="143245" y="12505"/>
                  </a:lnTo>
                  <a:lnTo>
                    <a:pt x="71622" y="62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71890" y="2073503"/>
              <a:ext cx="4890788" cy="3224871"/>
            </a:xfrm>
            <a:custGeom>
              <a:avLst/>
              <a:pathLst>
                <a:path w="4890788" h="3224871">
                  <a:moveTo>
                    <a:pt x="0" y="0"/>
                  </a:moveTo>
                  <a:lnTo>
                    <a:pt x="20457" y="38184"/>
                  </a:lnTo>
                  <a:lnTo>
                    <a:pt x="92079" y="166878"/>
                  </a:lnTo>
                  <a:lnTo>
                    <a:pt x="163702" y="290765"/>
                  </a:lnTo>
                  <a:lnTo>
                    <a:pt x="235324" y="410025"/>
                  </a:lnTo>
                  <a:lnTo>
                    <a:pt x="306947" y="524831"/>
                  </a:lnTo>
                  <a:lnTo>
                    <a:pt x="378569" y="635349"/>
                  </a:lnTo>
                  <a:lnTo>
                    <a:pt x="450192" y="741738"/>
                  </a:lnTo>
                  <a:lnTo>
                    <a:pt x="521814" y="844154"/>
                  </a:lnTo>
                  <a:lnTo>
                    <a:pt x="593437" y="942745"/>
                  </a:lnTo>
                  <a:lnTo>
                    <a:pt x="665059" y="1037653"/>
                  </a:lnTo>
                  <a:lnTo>
                    <a:pt x="736682" y="1129016"/>
                  </a:lnTo>
                  <a:lnTo>
                    <a:pt x="808304" y="1216967"/>
                  </a:lnTo>
                  <a:lnTo>
                    <a:pt x="879927" y="1301633"/>
                  </a:lnTo>
                  <a:lnTo>
                    <a:pt x="951549" y="1383136"/>
                  </a:lnTo>
                  <a:lnTo>
                    <a:pt x="1023172" y="1461596"/>
                  </a:lnTo>
                  <a:lnTo>
                    <a:pt x="1094794" y="1537124"/>
                  </a:lnTo>
                  <a:lnTo>
                    <a:pt x="1166417" y="1609832"/>
                  </a:lnTo>
                  <a:lnTo>
                    <a:pt x="1238039" y="1679824"/>
                  </a:lnTo>
                  <a:lnTo>
                    <a:pt x="1309662" y="1747202"/>
                  </a:lnTo>
                  <a:lnTo>
                    <a:pt x="1381285" y="1812063"/>
                  </a:lnTo>
                  <a:lnTo>
                    <a:pt x="1452907" y="1874502"/>
                  </a:lnTo>
                  <a:lnTo>
                    <a:pt x="1524530" y="1934608"/>
                  </a:lnTo>
                  <a:lnTo>
                    <a:pt x="1596152" y="1992469"/>
                  </a:lnTo>
                  <a:lnTo>
                    <a:pt x="1667775" y="2048170"/>
                  </a:lnTo>
                  <a:lnTo>
                    <a:pt x="1739397" y="2101789"/>
                  </a:lnTo>
                  <a:lnTo>
                    <a:pt x="1811020" y="2153407"/>
                  </a:lnTo>
                  <a:lnTo>
                    <a:pt x="1882642" y="2203096"/>
                  </a:lnTo>
                  <a:lnTo>
                    <a:pt x="1954265" y="2250929"/>
                  </a:lnTo>
                  <a:lnTo>
                    <a:pt x="2025887" y="2296975"/>
                  </a:lnTo>
                  <a:lnTo>
                    <a:pt x="2097510" y="2341302"/>
                  </a:lnTo>
                  <a:lnTo>
                    <a:pt x="2169132" y="2383973"/>
                  </a:lnTo>
                  <a:lnTo>
                    <a:pt x="2240755" y="2425051"/>
                  </a:lnTo>
                  <a:lnTo>
                    <a:pt x="2312377" y="2464594"/>
                  </a:lnTo>
                  <a:lnTo>
                    <a:pt x="2384000" y="2502660"/>
                  </a:lnTo>
                  <a:lnTo>
                    <a:pt x="2455622" y="2539304"/>
                  </a:lnTo>
                  <a:lnTo>
                    <a:pt x="2527245" y="2574580"/>
                  </a:lnTo>
                  <a:lnTo>
                    <a:pt x="2598867" y="2608538"/>
                  </a:lnTo>
                  <a:lnTo>
                    <a:pt x="2670490" y="2641227"/>
                  </a:lnTo>
                  <a:lnTo>
                    <a:pt x="2742113" y="2672696"/>
                  </a:lnTo>
                  <a:lnTo>
                    <a:pt x="2813735" y="2702989"/>
                  </a:lnTo>
                  <a:lnTo>
                    <a:pt x="2885358" y="2732151"/>
                  </a:lnTo>
                  <a:lnTo>
                    <a:pt x="2956980" y="2760224"/>
                  </a:lnTo>
                  <a:lnTo>
                    <a:pt x="3028603" y="2787248"/>
                  </a:lnTo>
                  <a:lnTo>
                    <a:pt x="3100225" y="2813262"/>
                  </a:lnTo>
                  <a:lnTo>
                    <a:pt x="3171848" y="2838306"/>
                  </a:lnTo>
                  <a:lnTo>
                    <a:pt x="3243470" y="2862413"/>
                  </a:lnTo>
                  <a:lnTo>
                    <a:pt x="3315093" y="2885620"/>
                  </a:lnTo>
                  <a:lnTo>
                    <a:pt x="3386715" y="2907961"/>
                  </a:lnTo>
                  <a:lnTo>
                    <a:pt x="3458338" y="2929467"/>
                  </a:lnTo>
                  <a:lnTo>
                    <a:pt x="3529960" y="2950170"/>
                  </a:lnTo>
                  <a:lnTo>
                    <a:pt x="3601583" y="2970099"/>
                  </a:lnTo>
                  <a:lnTo>
                    <a:pt x="3673205" y="2989284"/>
                  </a:lnTo>
                  <a:lnTo>
                    <a:pt x="3744828" y="3007753"/>
                  </a:lnTo>
                  <a:lnTo>
                    <a:pt x="3816450" y="3025531"/>
                  </a:lnTo>
                  <a:lnTo>
                    <a:pt x="3888073" y="3042646"/>
                  </a:lnTo>
                  <a:lnTo>
                    <a:pt x="3959695" y="3059121"/>
                  </a:lnTo>
                  <a:lnTo>
                    <a:pt x="4031318" y="3074981"/>
                  </a:lnTo>
                  <a:lnTo>
                    <a:pt x="4102941" y="3090249"/>
                  </a:lnTo>
                  <a:lnTo>
                    <a:pt x="4174563" y="3104947"/>
                  </a:lnTo>
                  <a:lnTo>
                    <a:pt x="4246186" y="3119095"/>
                  </a:lnTo>
                  <a:lnTo>
                    <a:pt x="4317808" y="3132715"/>
                  </a:lnTo>
                  <a:lnTo>
                    <a:pt x="4389431" y="3145826"/>
                  </a:lnTo>
                  <a:lnTo>
                    <a:pt x="4461053" y="3158448"/>
                  </a:lnTo>
                  <a:lnTo>
                    <a:pt x="4532676" y="3170598"/>
                  </a:lnTo>
                  <a:lnTo>
                    <a:pt x="4604298" y="3182294"/>
                  </a:lnTo>
                  <a:lnTo>
                    <a:pt x="4675921" y="3193554"/>
                  </a:lnTo>
                  <a:lnTo>
                    <a:pt x="4747543" y="3204393"/>
                  </a:lnTo>
                  <a:lnTo>
                    <a:pt x="4819166" y="3214827"/>
                  </a:lnTo>
                  <a:lnTo>
                    <a:pt x="4890788" y="3224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0.95 (0.91-0.99)  |  per IQR (Δ = 18.2): 0.41 (0.19-0.88)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2026-05-22T13:29:55Z</dcterms:modified>
  <cp:category/>
</cp:coreProperties>
</file>