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669"/>
            </a:xfrm>
            <a:custGeom>
              <a:avLst/>
              <a:pathLst>
                <a:path w="7090630" h="3372669">
                  <a:moveTo>
                    <a:pt x="3336470" y="0"/>
                  </a:moveTo>
                  <a:lnTo>
                    <a:pt x="3366258" y="95728"/>
                  </a:lnTo>
                  <a:lnTo>
                    <a:pt x="3437881" y="311250"/>
                  </a:lnTo>
                  <a:lnTo>
                    <a:pt x="3509503" y="513062"/>
                  </a:lnTo>
                  <a:lnTo>
                    <a:pt x="3581126" y="702036"/>
                  </a:lnTo>
                  <a:lnTo>
                    <a:pt x="3652748" y="878989"/>
                  </a:lnTo>
                  <a:lnTo>
                    <a:pt x="3724371" y="1044686"/>
                  </a:lnTo>
                  <a:lnTo>
                    <a:pt x="3795993" y="1199842"/>
                  </a:lnTo>
                  <a:lnTo>
                    <a:pt x="3867616" y="1345128"/>
                  </a:lnTo>
                  <a:lnTo>
                    <a:pt x="3939238" y="1481172"/>
                  </a:lnTo>
                  <a:lnTo>
                    <a:pt x="4010861" y="1608562"/>
                  </a:lnTo>
                  <a:lnTo>
                    <a:pt x="4082483" y="1727848"/>
                  </a:lnTo>
                  <a:lnTo>
                    <a:pt x="4154106" y="1839546"/>
                  </a:lnTo>
                  <a:lnTo>
                    <a:pt x="4225729" y="1944139"/>
                  </a:lnTo>
                  <a:lnTo>
                    <a:pt x="4297351" y="2042078"/>
                  </a:lnTo>
                  <a:lnTo>
                    <a:pt x="4368974" y="2133787"/>
                  </a:lnTo>
                  <a:lnTo>
                    <a:pt x="4440596" y="2219662"/>
                  </a:lnTo>
                  <a:lnTo>
                    <a:pt x="4512219" y="2300074"/>
                  </a:lnTo>
                  <a:lnTo>
                    <a:pt x="4583841" y="2375371"/>
                  </a:lnTo>
                  <a:lnTo>
                    <a:pt x="4655464" y="2445878"/>
                  </a:lnTo>
                  <a:lnTo>
                    <a:pt x="4727086" y="2511900"/>
                  </a:lnTo>
                  <a:lnTo>
                    <a:pt x="4798709" y="2573722"/>
                  </a:lnTo>
                  <a:lnTo>
                    <a:pt x="4870331" y="2631612"/>
                  </a:lnTo>
                  <a:lnTo>
                    <a:pt x="4941954" y="2656373"/>
                  </a:lnTo>
                  <a:lnTo>
                    <a:pt x="5013576" y="2659906"/>
                  </a:lnTo>
                  <a:lnTo>
                    <a:pt x="5085199" y="2663423"/>
                  </a:lnTo>
                  <a:lnTo>
                    <a:pt x="5156821" y="2666925"/>
                  </a:lnTo>
                  <a:lnTo>
                    <a:pt x="5228444" y="2670412"/>
                  </a:lnTo>
                  <a:lnTo>
                    <a:pt x="5300066" y="2673885"/>
                  </a:lnTo>
                  <a:lnTo>
                    <a:pt x="5371689" y="2677343"/>
                  </a:lnTo>
                  <a:lnTo>
                    <a:pt x="5443311" y="2680785"/>
                  </a:lnTo>
                  <a:lnTo>
                    <a:pt x="5514934" y="2684214"/>
                  </a:lnTo>
                  <a:lnTo>
                    <a:pt x="5586557" y="2687627"/>
                  </a:lnTo>
                  <a:lnTo>
                    <a:pt x="5658179" y="2691026"/>
                  </a:lnTo>
                  <a:lnTo>
                    <a:pt x="5729802" y="2694410"/>
                  </a:lnTo>
                  <a:lnTo>
                    <a:pt x="5801424" y="2697780"/>
                  </a:lnTo>
                  <a:lnTo>
                    <a:pt x="5873047" y="2701136"/>
                  </a:lnTo>
                  <a:lnTo>
                    <a:pt x="5944669" y="2704477"/>
                  </a:lnTo>
                  <a:lnTo>
                    <a:pt x="6016292" y="2707804"/>
                  </a:lnTo>
                  <a:lnTo>
                    <a:pt x="6087914" y="2711117"/>
                  </a:lnTo>
                  <a:lnTo>
                    <a:pt x="6159537" y="2714416"/>
                  </a:lnTo>
                  <a:lnTo>
                    <a:pt x="6231159" y="2717700"/>
                  </a:lnTo>
                  <a:lnTo>
                    <a:pt x="6302782" y="2720971"/>
                  </a:lnTo>
                  <a:lnTo>
                    <a:pt x="6374404" y="2724228"/>
                  </a:lnTo>
                  <a:lnTo>
                    <a:pt x="6446027" y="2727470"/>
                  </a:lnTo>
                  <a:lnTo>
                    <a:pt x="6517649" y="2730699"/>
                  </a:lnTo>
                  <a:lnTo>
                    <a:pt x="6589272" y="2733914"/>
                  </a:lnTo>
                  <a:lnTo>
                    <a:pt x="6660894" y="2737116"/>
                  </a:lnTo>
                  <a:lnTo>
                    <a:pt x="6732517" y="2740303"/>
                  </a:lnTo>
                  <a:lnTo>
                    <a:pt x="6804139" y="2743477"/>
                  </a:lnTo>
                  <a:lnTo>
                    <a:pt x="6875762" y="2746638"/>
                  </a:lnTo>
                  <a:lnTo>
                    <a:pt x="6947385" y="2749785"/>
                  </a:lnTo>
                  <a:lnTo>
                    <a:pt x="7019007" y="2752918"/>
                  </a:lnTo>
                  <a:lnTo>
                    <a:pt x="7090630" y="2756039"/>
                  </a:lnTo>
                  <a:lnTo>
                    <a:pt x="7090630" y="3372669"/>
                  </a:lnTo>
                  <a:lnTo>
                    <a:pt x="7019007" y="3365123"/>
                  </a:lnTo>
                  <a:lnTo>
                    <a:pt x="6947385" y="3357065"/>
                  </a:lnTo>
                  <a:lnTo>
                    <a:pt x="6875762" y="3348459"/>
                  </a:lnTo>
                  <a:lnTo>
                    <a:pt x="6804139" y="3339268"/>
                  </a:lnTo>
                  <a:lnTo>
                    <a:pt x="6732517" y="3329453"/>
                  </a:lnTo>
                  <a:lnTo>
                    <a:pt x="6660894" y="3318971"/>
                  </a:lnTo>
                  <a:lnTo>
                    <a:pt x="6589272" y="3307777"/>
                  </a:lnTo>
                  <a:lnTo>
                    <a:pt x="6517649" y="3295823"/>
                  </a:lnTo>
                  <a:lnTo>
                    <a:pt x="6446027" y="3283056"/>
                  </a:lnTo>
                  <a:lnTo>
                    <a:pt x="6374404" y="3269423"/>
                  </a:lnTo>
                  <a:lnTo>
                    <a:pt x="6302782" y="3254863"/>
                  </a:lnTo>
                  <a:lnTo>
                    <a:pt x="6231159" y="3239313"/>
                  </a:lnTo>
                  <a:lnTo>
                    <a:pt x="6159537" y="3222708"/>
                  </a:lnTo>
                  <a:lnTo>
                    <a:pt x="6087914" y="3204974"/>
                  </a:lnTo>
                  <a:lnTo>
                    <a:pt x="6016292" y="3186036"/>
                  </a:lnTo>
                  <a:lnTo>
                    <a:pt x="5944669" y="3165811"/>
                  </a:lnTo>
                  <a:lnTo>
                    <a:pt x="5873047" y="3144213"/>
                  </a:lnTo>
                  <a:lnTo>
                    <a:pt x="5801424" y="3121146"/>
                  </a:lnTo>
                  <a:lnTo>
                    <a:pt x="5729802" y="3096513"/>
                  </a:lnTo>
                  <a:lnTo>
                    <a:pt x="5658179" y="3070207"/>
                  </a:lnTo>
                  <a:lnTo>
                    <a:pt x="5586557" y="3042113"/>
                  </a:lnTo>
                  <a:lnTo>
                    <a:pt x="5514934" y="3012111"/>
                  </a:lnTo>
                  <a:lnTo>
                    <a:pt x="5443311" y="2980071"/>
                  </a:lnTo>
                  <a:lnTo>
                    <a:pt x="5371689" y="2945854"/>
                  </a:lnTo>
                  <a:lnTo>
                    <a:pt x="5300066" y="2909312"/>
                  </a:lnTo>
                  <a:lnTo>
                    <a:pt x="5228444" y="2870288"/>
                  </a:lnTo>
                  <a:lnTo>
                    <a:pt x="5156821" y="2828613"/>
                  </a:lnTo>
                  <a:lnTo>
                    <a:pt x="5085199" y="2784107"/>
                  </a:lnTo>
                  <a:lnTo>
                    <a:pt x="5013576" y="2736577"/>
                  </a:lnTo>
                  <a:lnTo>
                    <a:pt x="4941954" y="2685819"/>
                  </a:lnTo>
                  <a:lnTo>
                    <a:pt x="4870331" y="2652826"/>
                  </a:lnTo>
                  <a:lnTo>
                    <a:pt x="4798709" y="2649263"/>
                  </a:lnTo>
                  <a:lnTo>
                    <a:pt x="4727086" y="2645685"/>
                  </a:lnTo>
                  <a:lnTo>
                    <a:pt x="4655464" y="2642091"/>
                  </a:lnTo>
                  <a:lnTo>
                    <a:pt x="4583841" y="2638483"/>
                  </a:lnTo>
                  <a:lnTo>
                    <a:pt x="4512219" y="2634858"/>
                  </a:lnTo>
                  <a:lnTo>
                    <a:pt x="4440596" y="2631219"/>
                  </a:lnTo>
                  <a:lnTo>
                    <a:pt x="4368974" y="2627563"/>
                  </a:lnTo>
                  <a:lnTo>
                    <a:pt x="4297351" y="2623892"/>
                  </a:lnTo>
                  <a:lnTo>
                    <a:pt x="4225729" y="2620205"/>
                  </a:lnTo>
                  <a:lnTo>
                    <a:pt x="4154106" y="2616503"/>
                  </a:lnTo>
                  <a:lnTo>
                    <a:pt x="4082483" y="2612784"/>
                  </a:lnTo>
                  <a:lnTo>
                    <a:pt x="4010861" y="2609050"/>
                  </a:lnTo>
                  <a:lnTo>
                    <a:pt x="3939238" y="2605299"/>
                  </a:lnTo>
                  <a:lnTo>
                    <a:pt x="3867616" y="2601533"/>
                  </a:lnTo>
                  <a:lnTo>
                    <a:pt x="3795993" y="2597750"/>
                  </a:lnTo>
                  <a:lnTo>
                    <a:pt x="3724371" y="2593951"/>
                  </a:lnTo>
                  <a:lnTo>
                    <a:pt x="3652748" y="2590136"/>
                  </a:lnTo>
                  <a:lnTo>
                    <a:pt x="3581126" y="2586305"/>
                  </a:lnTo>
                  <a:lnTo>
                    <a:pt x="3509503" y="2582457"/>
                  </a:lnTo>
                  <a:lnTo>
                    <a:pt x="3437881" y="2578592"/>
                  </a:lnTo>
                  <a:lnTo>
                    <a:pt x="3366258" y="2574711"/>
                  </a:lnTo>
                  <a:lnTo>
                    <a:pt x="3294636" y="2570813"/>
                  </a:lnTo>
                  <a:lnTo>
                    <a:pt x="3223013" y="2566899"/>
                  </a:lnTo>
                  <a:lnTo>
                    <a:pt x="3151391" y="2562968"/>
                  </a:lnTo>
                  <a:lnTo>
                    <a:pt x="3079768" y="2559020"/>
                  </a:lnTo>
                  <a:lnTo>
                    <a:pt x="3008146" y="2555055"/>
                  </a:lnTo>
                  <a:lnTo>
                    <a:pt x="2936523" y="2551073"/>
                  </a:lnTo>
                  <a:lnTo>
                    <a:pt x="2864901" y="2547074"/>
                  </a:lnTo>
                  <a:lnTo>
                    <a:pt x="2793278" y="2543058"/>
                  </a:lnTo>
                  <a:lnTo>
                    <a:pt x="2721655" y="2539024"/>
                  </a:lnTo>
                  <a:lnTo>
                    <a:pt x="2650033" y="2534974"/>
                  </a:lnTo>
                  <a:lnTo>
                    <a:pt x="2578410" y="2530906"/>
                  </a:lnTo>
                  <a:lnTo>
                    <a:pt x="2506788" y="2526820"/>
                  </a:lnTo>
                  <a:lnTo>
                    <a:pt x="2435165" y="2522717"/>
                  </a:lnTo>
                  <a:lnTo>
                    <a:pt x="2363543" y="2518596"/>
                  </a:lnTo>
                  <a:lnTo>
                    <a:pt x="2291920" y="2514458"/>
                  </a:lnTo>
                  <a:lnTo>
                    <a:pt x="2220298" y="2510302"/>
                  </a:lnTo>
                  <a:lnTo>
                    <a:pt x="2148675" y="2506128"/>
                  </a:lnTo>
                  <a:lnTo>
                    <a:pt x="2077053" y="2501936"/>
                  </a:lnTo>
                  <a:lnTo>
                    <a:pt x="2005430" y="2497727"/>
                  </a:lnTo>
                  <a:lnTo>
                    <a:pt x="1933808" y="2493499"/>
                  </a:lnTo>
                  <a:lnTo>
                    <a:pt x="1862185" y="2489253"/>
                  </a:lnTo>
                  <a:lnTo>
                    <a:pt x="1790563" y="2484989"/>
                  </a:lnTo>
                  <a:lnTo>
                    <a:pt x="1718940" y="2480707"/>
                  </a:lnTo>
                  <a:lnTo>
                    <a:pt x="1647318" y="2476406"/>
                  </a:lnTo>
                  <a:lnTo>
                    <a:pt x="1575695" y="2472087"/>
                  </a:lnTo>
                  <a:lnTo>
                    <a:pt x="1504073" y="2467749"/>
                  </a:lnTo>
                  <a:lnTo>
                    <a:pt x="1432450" y="2463393"/>
                  </a:lnTo>
                  <a:lnTo>
                    <a:pt x="1360827" y="2459018"/>
                  </a:lnTo>
                  <a:lnTo>
                    <a:pt x="1289205" y="2454624"/>
                  </a:lnTo>
                  <a:lnTo>
                    <a:pt x="1217582" y="2450211"/>
                  </a:lnTo>
                  <a:lnTo>
                    <a:pt x="1145960" y="2445780"/>
                  </a:lnTo>
                  <a:lnTo>
                    <a:pt x="1074337" y="2441329"/>
                  </a:lnTo>
                  <a:lnTo>
                    <a:pt x="1002715" y="2436860"/>
                  </a:lnTo>
                  <a:lnTo>
                    <a:pt x="931092" y="2432371"/>
                  </a:lnTo>
                  <a:lnTo>
                    <a:pt x="859470" y="2427863"/>
                  </a:lnTo>
                  <a:lnTo>
                    <a:pt x="787847" y="2423336"/>
                  </a:lnTo>
                  <a:lnTo>
                    <a:pt x="716225" y="2418789"/>
                  </a:lnTo>
                  <a:lnTo>
                    <a:pt x="644602" y="2414223"/>
                  </a:lnTo>
                  <a:lnTo>
                    <a:pt x="572980" y="2409637"/>
                  </a:lnTo>
                  <a:lnTo>
                    <a:pt x="501357" y="2405031"/>
                  </a:lnTo>
                  <a:lnTo>
                    <a:pt x="429735" y="2400406"/>
                  </a:lnTo>
                  <a:lnTo>
                    <a:pt x="358112" y="2395761"/>
                  </a:lnTo>
                  <a:lnTo>
                    <a:pt x="286490" y="2391096"/>
                  </a:lnTo>
                  <a:lnTo>
                    <a:pt x="214867" y="2386411"/>
                  </a:lnTo>
                  <a:lnTo>
                    <a:pt x="143245" y="2381706"/>
                  </a:lnTo>
                  <a:lnTo>
                    <a:pt x="71622" y="2376981"/>
                  </a:lnTo>
                  <a:lnTo>
                    <a:pt x="0" y="23722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08519" y="2073503"/>
              <a:ext cx="3754160" cy="2756039"/>
            </a:xfrm>
            <a:custGeom>
              <a:avLst/>
              <a:pathLst>
                <a:path w="3754160" h="2756039">
                  <a:moveTo>
                    <a:pt x="0" y="0"/>
                  </a:moveTo>
                  <a:lnTo>
                    <a:pt x="29788" y="95728"/>
                  </a:lnTo>
                  <a:lnTo>
                    <a:pt x="101411" y="311250"/>
                  </a:lnTo>
                  <a:lnTo>
                    <a:pt x="173033" y="513062"/>
                  </a:lnTo>
                  <a:lnTo>
                    <a:pt x="244656" y="702036"/>
                  </a:lnTo>
                  <a:lnTo>
                    <a:pt x="316278" y="878989"/>
                  </a:lnTo>
                  <a:lnTo>
                    <a:pt x="387901" y="1044686"/>
                  </a:lnTo>
                  <a:lnTo>
                    <a:pt x="459523" y="1199842"/>
                  </a:lnTo>
                  <a:lnTo>
                    <a:pt x="531146" y="1345128"/>
                  </a:lnTo>
                  <a:lnTo>
                    <a:pt x="602768" y="1481172"/>
                  </a:lnTo>
                  <a:lnTo>
                    <a:pt x="674391" y="1608562"/>
                  </a:lnTo>
                  <a:lnTo>
                    <a:pt x="746013" y="1727848"/>
                  </a:lnTo>
                  <a:lnTo>
                    <a:pt x="817636" y="1839546"/>
                  </a:lnTo>
                  <a:lnTo>
                    <a:pt x="889259" y="1944139"/>
                  </a:lnTo>
                  <a:lnTo>
                    <a:pt x="960881" y="2042078"/>
                  </a:lnTo>
                  <a:lnTo>
                    <a:pt x="1032504" y="2133787"/>
                  </a:lnTo>
                  <a:lnTo>
                    <a:pt x="1104126" y="2219662"/>
                  </a:lnTo>
                  <a:lnTo>
                    <a:pt x="1175749" y="2300074"/>
                  </a:lnTo>
                  <a:lnTo>
                    <a:pt x="1247371" y="2375371"/>
                  </a:lnTo>
                  <a:lnTo>
                    <a:pt x="1318994" y="2445878"/>
                  </a:lnTo>
                  <a:lnTo>
                    <a:pt x="1390616" y="2511900"/>
                  </a:lnTo>
                  <a:lnTo>
                    <a:pt x="1462239" y="2573722"/>
                  </a:lnTo>
                  <a:lnTo>
                    <a:pt x="1533861" y="2631612"/>
                  </a:lnTo>
                  <a:lnTo>
                    <a:pt x="1605484" y="2656373"/>
                  </a:lnTo>
                  <a:lnTo>
                    <a:pt x="1677106" y="2659906"/>
                  </a:lnTo>
                  <a:lnTo>
                    <a:pt x="1748729" y="2663423"/>
                  </a:lnTo>
                  <a:lnTo>
                    <a:pt x="1820351" y="2666925"/>
                  </a:lnTo>
                  <a:lnTo>
                    <a:pt x="1891974" y="2670412"/>
                  </a:lnTo>
                  <a:lnTo>
                    <a:pt x="1963596" y="2673885"/>
                  </a:lnTo>
                  <a:lnTo>
                    <a:pt x="2035219" y="2677343"/>
                  </a:lnTo>
                  <a:lnTo>
                    <a:pt x="2106841" y="2680785"/>
                  </a:lnTo>
                  <a:lnTo>
                    <a:pt x="2178464" y="2684214"/>
                  </a:lnTo>
                  <a:lnTo>
                    <a:pt x="2250087" y="2687627"/>
                  </a:lnTo>
                  <a:lnTo>
                    <a:pt x="2321709" y="2691026"/>
                  </a:lnTo>
                  <a:lnTo>
                    <a:pt x="2393332" y="2694410"/>
                  </a:lnTo>
                  <a:lnTo>
                    <a:pt x="2464954" y="2697780"/>
                  </a:lnTo>
                  <a:lnTo>
                    <a:pt x="2536577" y="2701136"/>
                  </a:lnTo>
                  <a:lnTo>
                    <a:pt x="2608199" y="2704477"/>
                  </a:lnTo>
                  <a:lnTo>
                    <a:pt x="2679822" y="2707804"/>
                  </a:lnTo>
                  <a:lnTo>
                    <a:pt x="2751444" y="2711117"/>
                  </a:lnTo>
                  <a:lnTo>
                    <a:pt x="2823067" y="2714416"/>
                  </a:lnTo>
                  <a:lnTo>
                    <a:pt x="2894689" y="2717700"/>
                  </a:lnTo>
                  <a:lnTo>
                    <a:pt x="2966312" y="2720971"/>
                  </a:lnTo>
                  <a:lnTo>
                    <a:pt x="3037934" y="2724228"/>
                  </a:lnTo>
                  <a:lnTo>
                    <a:pt x="3109557" y="2727470"/>
                  </a:lnTo>
                  <a:lnTo>
                    <a:pt x="3181179" y="2730699"/>
                  </a:lnTo>
                  <a:lnTo>
                    <a:pt x="3252802" y="2733914"/>
                  </a:lnTo>
                  <a:lnTo>
                    <a:pt x="3324424" y="2737116"/>
                  </a:lnTo>
                  <a:lnTo>
                    <a:pt x="3396047" y="2740303"/>
                  </a:lnTo>
                  <a:lnTo>
                    <a:pt x="3467669" y="2743477"/>
                  </a:lnTo>
                  <a:lnTo>
                    <a:pt x="3539292" y="2746638"/>
                  </a:lnTo>
                  <a:lnTo>
                    <a:pt x="3610915" y="2749785"/>
                  </a:lnTo>
                  <a:lnTo>
                    <a:pt x="3682537" y="2752918"/>
                  </a:lnTo>
                  <a:lnTo>
                    <a:pt x="3754160" y="2756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45739"/>
              <a:ext cx="7090630" cy="1000433"/>
            </a:xfrm>
            <a:custGeom>
              <a:avLst/>
              <a:pathLst>
                <a:path w="7090630" h="1000433">
                  <a:moveTo>
                    <a:pt x="7090630" y="1000433"/>
                  </a:moveTo>
                  <a:lnTo>
                    <a:pt x="7019007" y="992887"/>
                  </a:lnTo>
                  <a:lnTo>
                    <a:pt x="6947385" y="984829"/>
                  </a:lnTo>
                  <a:lnTo>
                    <a:pt x="6875762" y="976223"/>
                  </a:lnTo>
                  <a:lnTo>
                    <a:pt x="6804139" y="967032"/>
                  </a:lnTo>
                  <a:lnTo>
                    <a:pt x="6732517" y="957217"/>
                  </a:lnTo>
                  <a:lnTo>
                    <a:pt x="6660894" y="946735"/>
                  </a:lnTo>
                  <a:lnTo>
                    <a:pt x="6589272" y="935541"/>
                  </a:lnTo>
                  <a:lnTo>
                    <a:pt x="6517649" y="923587"/>
                  </a:lnTo>
                  <a:lnTo>
                    <a:pt x="6446027" y="910820"/>
                  </a:lnTo>
                  <a:lnTo>
                    <a:pt x="6374404" y="897186"/>
                  </a:lnTo>
                  <a:lnTo>
                    <a:pt x="6302782" y="882626"/>
                  </a:lnTo>
                  <a:lnTo>
                    <a:pt x="6231159" y="867077"/>
                  </a:lnTo>
                  <a:lnTo>
                    <a:pt x="6159537" y="850472"/>
                  </a:lnTo>
                  <a:lnTo>
                    <a:pt x="6087914" y="832738"/>
                  </a:lnTo>
                  <a:lnTo>
                    <a:pt x="6016292" y="813800"/>
                  </a:lnTo>
                  <a:lnTo>
                    <a:pt x="5944669" y="793575"/>
                  </a:lnTo>
                  <a:lnTo>
                    <a:pt x="5873047" y="771976"/>
                  </a:lnTo>
                  <a:lnTo>
                    <a:pt x="5801424" y="748910"/>
                  </a:lnTo>
                  <a:lnTo>
                    <a:pt x="5729802" y="724277"/>
                  </a:lnTo>
                  <a:lnTo>
                    <a:pt x="5658179" y="697971"/>
                  </a:lnTo>
                  <a:lnTo>
                    <a:pt x="5586557" y="669877"/>
                  </a:lnTo>
                  <a:lnTo>
                    <a:pt x="5514934" y="639875"/>
                  </a:lnTo>
                  <a:lnTo>
                    <a:pt x="5443311" y="607835"/>
                  </a:lnTo>
                  <a:lnTo>
                    <a:pt x="5371689" y="573618"/>
                  </a:lnTo>
                  <a:lnTo>
                    <a:pt x="5300066" y="537076"/>
                  </a:lnTo>
                  <a:lnTo>
                    <a:pt x="5228444" y="498052"/>
                  </a:lnTo>
                  <a:lnTo>
                    <a:pt x="5156821" y="456377"/>
                  </a:lnTo>
                  <a:lnTo>
                    <a:pt x="5085199" y="411871"/>
                  </a:lnTo>
                  <a:lnTo>
                    <a:pt x="5013576" y="364341"/>
                  </a:lnTo>
                  <a:lnTo>
                    <a:pt x="4941954" y="313583"/>
                  </a:lnTo>
                  <a:lnTo>
                    <a:pt x="4870331" y="280590"/>
                  </a:lnTo>
                  <a:lnTo>
                    <a:pt x="4798709" y="277027"/>
                  </a:lnTo>
                  <a:lnTo>
                    <a:pt x="4727086" y="273449"/>
                  </a:lnTo>
                  <a:lnTo>
                    <a:pt x="4655464" y="269855"/>
                  </a:lnTo>
                  <a:lnTo>
                    <a:pt x="4583841" y="266247"/>
                  </a:lnTo>
                  <a:lnTo>
                    <a:pt x="4512219" y="262622"/>
                  </a:lnTo>
                  <a:lnTo>
                    <a:pt x="4440596" y="258983"/>
                  </a:lnTo>
                  <a:lnTo>
                    <a:pt x="4368974" y="255327"/>
                  </a:lnTo>
                  <a:lnTo>
                    <a:pt x="4297351" y="251656"/>
                  </a:lnTo>
                  <a:lnTo>
                    <a:pt x="4225729" y="247969"/>
                  </a:lnTo>
                  <a:lnTo>
                    <a:pt x="4154106" y="244267"/>
                  </a:lnTo>
                  <a:lnTo>
                    <a:pt x="4082483" y="240548"/>
                  </a:lnTo>
                  <a:lnTo>
                    <a:pt x="4010861" y="236814"/>
                  </a:lnTo>
                  <a:lnTo>
                    <a:pt x="3939238" y="233063"/>
                  </a:lnTo>
                  <a:lnTo>
                    <a:pt x="3867616" y="229297"/>
                  </a:lnTo>
                  <a:lnTo>
                    <a:pt x="3795993" y="225514"/>
                  </a:lnTo>
                  <a:lnTo>
                    <a:pt x="3724371" y="221715"/>
                  </a:lnTo>
                  <a:lnTo>
                    <a:pt x="3652748" y="217900"/>
                  </a:lnTo>
                  <a:lnTo>
                    <a:pt x="3581126" y="214069"/>
                  </a:lnTo>
                  <a:lnTo>
                    <a:pt x="3509503" y="210221"/>
                  </a:lnTo>
                  <a:lnTo>
                    <a:pt x="3437881" y="206356"/>
                  </a:lnTo>
                  <a:lnTo>
                    <a:pt x="3366258" y="202475"/>
                  </a:lnTo>
                  <a:lnTo>
                    <a:pt x="3294636" y="198577"/>
                  </a:lnTo>
                  <a:lnTo>
                    <a:pt x="3223013" y="194663"/>
                  </a:lnTo>
                  <a:lnTo>
                    <a:pt x="3151391" y="190732"/>
                  </a:lnTo>
                  <a:lnTo>
                    <a:pt x="3079768" y="186784"/>
                  </a:lnTo>
                  <a:lnTo>
                    <a:pt x="3008146" y="182819"/>
                  </a:lnTo>
                  <a:lnTo>
                    <a:pt x="2936523" y="178837"/>
                  </a:lnTo>
                  <a:lnTo>
                    <a:pt x="2864901" y="174838"/>
                  </a:lnTo>
                  <a:lnTo>
                    <a:pt x="2793278" y="170822"/>
                  </a:lnTo>
                  <a:lnTo>
                    <a:pt x="2721655" y="166788"/>
                  </a:lnTo>
                  <a:lnTo>
                    <a:pt x="2650033" y="162738"/>
                  </a:lnTo>
                  <a:lnTo>
                    <a:pt x="2578410" y="158670"/>
                  </a:lnTo>
                  <a:lnTo>
                    <a:pt x="2506788" y="154584"/>
                  </a:lnTo>
                  <a:lnTo>
                    <a:pt x="2435165" y="150481"/>
                  </a:lnTo>
                  <a:lnTo>
                    <a:pt x="2363543" y="146360"/>
                  </a:lnTo>
                  <a:lnTo>
                    <a:pt x="2291920" y="142222"/>
                  </a:lnTo>
                  <a:lnTo>
                    <a:pt x="2220298" y="138066"/>
                  </a:lnTo>
                  <a:lnTo>
                    <a:pt x="2148675" y="133892"/>
                  </a:lnTo>
                  <a:lnTo>
                    <a:pt x="2077053" y="129700"/>
                  </a:lnTo>
                  <a:lnTo>
                    <a:pt x="2005430" y="125491"/>
                  </a:lnTo>
                  <a:lnTo>
                    <a:pt x="1933808" y="121263"/>
                  </a:lnTo>
                  <a:lnTo>
                    <a:pt x="1862185" y="117017"/>
                  </a:lnTo>
                  <a:lnTo>
                    <a:pt x="1790563" y="112753"/>
                  </a:lnTo>
                  <a:lnTo>
                    <a:pt x="1718940" y="108471"/>
                  </a:lnTo>
                  <a:lnTo>
                    <a:pt x="1647318" y="104170"/>
                  </a:lnTo>
                  <a:lnTo>
                    <a:pt x="1575695" y="99851"/>
                  </a:lnTo>
                  <a:lnTo>
                    <a:pt x="1504073" y="95513"/>
                  </a:lnTo>
                  <a:lnTo>
                    <a:pt x="1432450" y="91157"/>
                  </a:lnTo>
                  <a:lnTo>
                    <a:pt x="1360827" y="86782"/>
                  </a:lnTo>
                  <a:lnTo>
                    <a:pt x="1289205" y="82388"/>
                  </a:lnTo>
                  <a:lnTo>
                    <a:pt x="1217582" y="77975"/>
                  </a:lnTo>
                  <a:lnTo>
                    <a:pt x="1145960" y="73544"/>
                  </a:lnTo>
                  <a:lnTo>
                    <a:pt x="1074337" y="69093"/>
                  </a:lnTo>
                  <a:lnTo>
                    <a:pt x="1002715" y="64624"/>
                  </a:lnTo>
                  <a:lnTo>
                    <a:pt x="931092" y="60135"/>
                  </a:lnTo>
                  <a:lnTo>
                    <a:pt x="859470" y="55627"/>
                  </a:lnTo>
                  <a:lnTo>
                    <a:pt x="787847" y="51100"/>
                  </a:lnTo>
                  <a:lnTo>
                    <a:pt x="716225" y="46553"/>
                  </a:lnTo>
                  <a:lnTo>
                    <a:pt x="644602" y="41987"/>
                  </a:lnTo>
                  <a:lnTo>
                    <a:pt x="572980" y="37401"/>
                  </a:lnTo>
                  <a:lnTo>
                    <a:pt x="501357" y="32795"/>
                  </a:lnTo>
                  <a:lnTo>
                    <a:pt x="429735" y="28170"/>
                  </a:lnTo>
                  <a:lnTo>
                    <a:pt x="358112" y="23525"/>
                  </a:lnTo>
                  <a:lnTo>
                    <a:pt x="286490" y="18860"/>
                  </a:lnTo>
                  <a:lnTo>
                    <a:pt x="214867" y="14175"/>
                  </a:lnTo>
                  <a:lnTo>
                    <a:pt x="143245" y="9470"/>
                  </a:lnTo>
                  <a:lnTo>
                    <a:pt x="71622" y="4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35583" y="2073503"/>
              <a:ext cx="5127096" cy="3199437"/>
            </a:xfrm>
            <a:custGeom>
              <a:avLst/>
              <a:pathLst>
                <a:path w="5127096" h="3199437">
                  <a:moveTo>
                    <a:pt x="0" y="0"/>
                  </a:moveTo>
                  <a:lnTo>
                    <a:pt x="41896" y="71111"/>
                  </a:lnTo>
                  <a:lnTo>
                    <a:pt x="113519" y="188496"/>
                  </a:lnTo>
                  <a:lnTo>
                    <a:pt x="185141" y="301843"/>
                  </a:lnTo>
                  <a:lnTo>
                    <a:pt x="256764" y="411290"/>
                  </a:lnTo>
                  <a:lnTo>
                    <a:pt x="328386" y="516974"/>
                  </a:lnTo>
                  <a:lnTo>
                    <a:pt x="400009" y="619022"/>
                  </a:lnTo>
                  <a:lnTo>
                    <a:pt x="471631" y="717560"/>
                  </a:lnTo>
                  <a:lnTo>
                    <a:pt x="543254" y="812708"/>
                  </a:lnTo>
                  <a:lnTo>
                    <a:pt x="614876" y="904584"/>
                  </a:lnTo>
                  <a:lnTo>
                    <a:pt x="686499" y="993300"/>
                  </a:lnTo>
                  <a:lnTo>
                    <a:pt x="758121" y="1078964"/>
                  </a:lnTo>
                  <a:lnTo>
                    <a:pt x="829744" y="1161681"/>
                  </a:lnTo>
                  <a:lnTo>
                    <a:pt x="901366" y="1241553"/>
                  </a:lnTo>
                  <a:lnTo>
                    <a:pt x="972989" y="1318678"/>
                  </a:lnTo>
                  <a:lnTo>
                    <a:pt x="1044612" y="1393150"/>
                  </a:lnTo>
                  <a:lnTo>
                    <a:pt x="1116234" y="1465060"/>
                  </a:lnTo>
                  <a:lnTo>
                    <a:pt x="1187857" y="1534497"/>
                  </a:lnTo>
                  <a:lnTo>
                    <a:pt x="1259479" y="1601545"/>
                  </a:lnTo>
                  <a:lnTo>
                    <a:pt x="1331102" y="1666287"/>
                  </a:lnTo>
                  <a:lnTo>
                    <a:pt x="1402724" y="1728802"/>
                  </a:lnTo>
                  <a:lnTo>
                    <a:pt x="1474347" y="1789167"/>
                  </a:lnTo>
                  <a:lnTo>
                    <a:pt x="1545969" y="1847456"/>
                  </a:lnTo>
                  <a:lnTo>
                    <a:pt x="1617592" y="1903739"/>
                  </a:lnTo>
                  <a:lnTo>
                    <a:pt x="1689214" y="1958087"/>
                  </a:lnTo>
                  <a:lnTo>
                    <a:pt x="1760837" y="2010565"/>
                  </a:lnTo>
                  <a:lnTo>
                    <a:pt x="1832459" y="2061238"/>
                  </a:lnTo>
                  <a:lnTo>
                    <a:pt x="1904082" y="2110168"/>
                  </a:lnTo>
                  <a:lnTo>
                    <a:pt x="1975704" y="2157415"/>
                  </a:lnTo>
                  <a:lnTo>
                    <a:pt x="2047327" y="2203037"/>
                  </a:lnTo>
                  <a:lnTo>
                    <a:pt x="2118949" y="2247089"/>
                  </a:lnTo>
                  <a:lnTo>
                    <a:pt x="2190572" y="2289627"/>
                  </a:lnTo>
                  <a:lnTo>
                    <a:pt x="2262194" y="2330701"/>
                  </a:lnTo>
                  <a:lnTo>
                    <a:pt x="2333817" y="2370362"/>
                  </a:lnTo>
                  <a:lnTo>
                    <a:pt x="2405440" y="2408659"/>
                  </a:lnTo>
                  <a:lnTo>
                    <a:pt x="2477062" y="2445639"/>
                  </a:lnTo>
                  <a:lnTo>
                    <a:pt x="2548685" y="2481347"/>
                  </a:lnTo>
                  <a:lnTo>
                    <a:pt x="2620307" y="2515826"/>
                  </a:lnTo>
                  <a:lnTo>
                    <a:pt x="2691930" y="2549120"/>
                  </a:lnTo>
                  <a:lnTo>
                    <a:pt x="2763552" y="2581268"/>
                  </a:lnTo>
                  <a:lnTo>
                    <a:pt x="2835175" y="2612311"/>
                  </a:lnTo>
                  <a:lnTo>
                    <a:pt x="2906797" y="2642286"/>
                  </a:lnTo>
                  <a:lnTo>
                    <a:pt x="2978420" y="2671229"/>
                  </a:lnTo>
                  <a:lnTo>
                    <a:pt x="3050042" y="2699177"/>
                  </a:lnTo>
                  <a:lnTo>
                    <a:pt x="3121665" y="2726164"/>
                  </a:lnTo>
                  <a:lnTo>
                    <a:pt x="3193287" y="2752223"/>
                  </a:lnTo>
                  <a:lnTo>
                    <a:pt x="3264910" y="2777385"/>
                  </a:lnTo>
                  <a:lnTo>
                    <a:pt x="3336532" y="2801682"/>
                  </a:lnTo>
                  <a:lnTo>
                    <a:pt x="3408155" y="2825143"/>
                  </a:lnTo>
                  <a:lnTo>
                    <a:pt x="3479777" y="2847797"/>
                  </a:lnTo>
                  <a:lnTo>
                    <a:pt x="3551400" y="2869672"/>
                  </a:lnTo>
                  <a:lnTo>
                    <a:pt x="3623022" y="2890794"/>
                  </a:lnTo>
                  <a:lnTo>
                    <a:pt x="3694645" y="2911190"/>
                  </a:lnTo>
                  <a:lnTo>
                    <a:pt x="3766268" y="2930884"/>
                  </a:lnTo>
                  <a:lnTo>
                    <a:pt x="3837890" y="2949901"/>
                  </a:lnTo>
                  <a:lnTo>
                    <a:pt x="3909513" y="2968263"/>
                  </a:lnTo>
                  <a:lnTo>
                    <a:pt x="3981135" y="2985994"/>
                  </a:lnTo>
                  <a:lnTo>
                    <a:pt x="4052758" y="3003116"/>
                  </a:lnTo>
                  <a:lnTo>
                    <a:pt x="4124380" y="3019648"/>
                  </a:lnTo>
                  <a:lnTo>
                    <a:pt x="4196003" y="3035612"/>
                  </a:lnTo>
                  <a:lnTo>
                    <a:pt x="4267625" y="3051026"/>
                  </a:lnTo>
                  <a:lnTo>
                    <a:pt x="4339248" y="3065910"/>
                  </a:lnTo>
                  <a:lnTo>
                    <a:pt x="4410870" y="3080283"/>
                  </a:lnTo>
                  <a:lnTo>
                    <a:pt x="4482493" y="3094161"/>
                  </a:lnTo>
                  <a:lnTo>
                    <a:pt x="4554115" y="3107561"/>
                  </a:lnTo>
                  <a:lnTo>
                    <a:pt x="4625738" y="3120501"/>
                  </a:lnTo>
                  <a:lnTo>
                    <a:pt x="4697360" y="3132995"/>
                  </a:lnTo>
                  <a:lnTo>
                    <a:pt x="4768983" y="3145060"/>
                  </a:lnTo>
                  <a:lnTo>
                    <a:pt x="4840605" y="3156710"/>
                  </a:lnTo>
                  <a:lnTo>
                    <a:pt x="4912228" y="3167959"/>
                  </a:lnTo>
                  <a:lnTo>
                    <a:pt x="4983850" y="3178821"/>
                  </a:lnTo>
                  <a:lnTo>
                    <a:pt x="5055473" y="3189310"/>
                  </a:lnTo>
                  <a:lnTo>
                    <a:pt x="5127096" y="31994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(0.92-0.99)  |  per IQR (Δ = 18.2): 0.44 (0.21-0.90)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2026-05-22T09:54:31Z</dcterms:modified>
  <cp:category/>
</cp:coreProperties>
</file>