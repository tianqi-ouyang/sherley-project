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20927" y="5268598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20927" y="4271640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20927" y="3274682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20927" y="2277723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706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6632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20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15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20927" y="4770119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20927" y="3773161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20927" y="2776202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1684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164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598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556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489503" y="3582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183616" y="3111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122208" y="3225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840482" y="3843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087097" y="4260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56519" y="3701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503622" y="385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915865" y="40908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21783" y="4229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168022" y="4141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571888" y="328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529796" y="3896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88525" y="335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121487" y="370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045551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557489" y="4075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670274" y="4783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929140" y="4068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38689" y="4081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180528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715090" y="300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69277" y="3793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756755" y="5423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505273" y="3424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735591" y="2178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090245" y="36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145736" y="2736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457341" y="3508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32093" y="3826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699293" y="4135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819783" y="3616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18257" y="3015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245314" y="4340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697006" y="45624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173409" y="4479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08297" y="3588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435979" y="4691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628983" y="3862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289551" y="413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36599" y="3013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318529" y="4279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87948" y="357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387462" y="506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085407" y="4780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21074" y="4073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578574" y="4235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553981" y="3705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952515" y="3099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367996" y="306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190282" y="38085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760767" y="3425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165984" y="4121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722718" y="3754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908439" y="3560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22868" y="3086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8233528" y="27335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08039" y="3244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202900" y="3864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188638" y="259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644275" y="4580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925454" y="44603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914885" y="438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759360" y="4189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6666" y="415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954928" y="3647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635022" y="36955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798746" y="3820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477051" y="3470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892504" y="3038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947653" y="3212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54855" y="3791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322754" y="23076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65226" y="4965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326890" y="3947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04482" y="2712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881166" y="3789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94388" y="3423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669059" y="4200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1671" y="42637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128606" y="4843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346315" y="29745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303285" y="408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38606" y="381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738558" y="345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165253" y="3024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616143" y="316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406451" y="3292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61975" y="2656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51456" y="372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457214" y="2511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983734" y="3583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495369" y="2319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942926" y="4364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716047" y="3770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065055" y="3398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49242" y="41809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695217" y="3161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743985" y="389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6370541" y="3015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023424" y="4343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899096" y="3259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6834566" y="2252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63854" y="34633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01270" y="3542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222400" y="216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480387" y="3191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151700" y="2212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22158" y="394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049826" y="4819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339141" y="3786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1793" y="3717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147739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655973" y="38777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99689" y="3921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21256" y="370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886437" y="3025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3645" y="328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265392" y="39899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90630" y="3487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18844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245373" y="2842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1460805" y="2142849"/>
              <a:ext cx="6797549" cy="2248377"/>
            </a:xfrm>
            <a:custGeom>
              <a:avLst/>
              <a:pathLst>
                <a:path w="6797549" h="2248377">
                  <a:moveTo>
                    <a:pt x="0" y="1848993"/>
                  </a:moveTo>
                  <a:lnTo>
                    <a:pt x="86044" y="1834241"/>
                  </a:lnTo>
                  <a:lnTo>
                    <a:pt x="172089" y="1819416"/>
                  </a:lnTo>
                  <a:lnTo>
                    <a:pt x="258134" y="1804510"/>
                  </a:lnTo>
                  <a:lnTo>
                    <a:pt x="344179" y="1789516"/>
                  </a:lnTo>
                  <a:lnTo>
                    <a:pt x="430224" y="1774423"/>
                  </a:lnTo>
                  <a:lnTo>
                    <a:pt x="516269" y="1759222"/>
                  </a:lnTo>
                  <a:lnTo>
                    <a:pt x="602314" y="1743901"/>
                  </a:lnTo>
                  <a:lnTo>
                    <a:pt x="688359" y="1728447"/>
                  </a:lnTo>
                  <a:lnTo>
                    <a:pt x="774404" y="1712847"/>
                  </a:lnTo>
                  <a:lnTo>
                    <a:pt x="860449" y="1697083"/>
                  </a:lnTo>
                  <a:lnTo>
                    <a:pt x="946494" y="1681139"/>
                  </a:lnTo>
                  <a:lnTo>
                    <a:pt x="1032539" y="1664994"/>
                  </a:lnTo>
                  <a:lnTo>
                    <a:pt x="1118584" y="1648626"/>
                  </a:lnTo>
                  <a:lnTo>
                    <a:pt x="1204628" y="1632012"/>
                  </a:lnTo>
                  <a:lnTo>
                    <a:pt x="1290673" y="1615126"/>
                  </a:lnTo>
                  <a:lnTo>
                    <a:pt x="1376718" y="1597942"/>
                  </a:lnTo>
                  <a:lnTo>
                    <a:pt x="1462763" y="1580429"/>
                  </a:lnTo>
                  <a:lnTo>
                    <a:pt x="1548808" y="1562560"/>
                  </a:lnTo>
                  <a:lnTo>
                    <a:pt x="1634853" y="1544305"/>
                  </a:lnTo>
                  <a:lnTo>
                    <a:pt x="1720898" y="1525637"/>
                  </a:lnTo>
                  <a:lnTo>
                    <a:pt x="1806943" y="1506529"/>
                  </a:lnTo>
                  <a:lnTo>
                    <a:pt x="1892988" y="1486961"/>
                  </a:lnTo>
                  <a:lnTo>
                    <a:pt x="1979033" y="1466915"/>
                  </a:lnTo>
                  <a:lnTo>
                    <a:pt x="2065078" y="1446381"/>
                  </a:lnTo>
                  <a:lnTo>
                    <a:pt x="2151123" y="1425354"/>
                  </a:lnTo>
                  <a:lnTo>
                    <a:pt x="2237168" y="1403838"/>
                  </a:lnTo>
                  <a:lnTo>
                    <a:pt x="2323213" y="1381842"/>
                  </a:lnTo>
                  <a:lnTo>
                    <a:pt x="2409257" y="1359382"/>
                  </a:lnTo>
                  <a:lnTo>
                    <a:pt x="2495302" y="1336480"/>
                  </a:lnTo>
                  <a:lnTo>
                    <a:pt x="2581347" y="1313159"/>
                  </a:lnTo>
                  <a:lnTo>
                    <a:pt x="2667392" y="1289449"/>
                  </a:lnTo>
                  <a:lnTo>
                    <a:pt x="2753437" y="1265377"/>
                  </a:lnTo>
                  <a:lnTo>
                    <a:pt x="2839482" y="1240973"/>
                  </a:lnTo>
                  <a:lnTo>
                    <a:pt x="2925527" y="1216265"/>
                  </a:lnTo>
                  <a:lnTo>
                    <a:pt x="3011572" y="1191281"/>
                  </a:lnTo>
                  <a:lnTo>
                    <a:pt x="3097617" y="1166048"/>
                  </a:lnTo>
                  <a:lnTo>
                    <a:pt x="3183662" y="1140588"/>
                  </a:lnTo>
                  <a:lnTo>
                    <a:pt x="3269707" y="1114924"/>
                  </a:lnTo>
                  <a:lnTo>
                    <a:pt x="3355752" y="1089077"/>
                  </a:lnTo>
                  <a:lnTo>
                    <a:pt x="3441797" y="1063063"/>
                  </a:lnTo>
                  <a:lnTo>
                    <a:pt x="3527842" y="1036900"/>
                  </a:lnTo>
                  <a:lnTo>
                    <a:pt x="3613886" y="1010603"/>
                  </a:lnTo>
                  <a:lnTo>
                    <a:pt x="3699931" y="984183"/>
                  </a:lnTo>
                  <a:lnTo>
                    <a:pt x="3785976" y="957654"/>
                  </a:lnTo>
                  <a:lnTo>
                    <a:pt x="3872021" y="931025"/>
                  </a:lnTo>
                  <a:lnTo>
                    <a:pt x="3958066" y="904306"/>
                  </a:lnTo>
                  <a:lnTo>
                    <a:pt x="4044111" y="877504"/>
                  </a:lnTo>
                  <a:lnTo>
                    <a:pt x="4130156" y="850628"/>
                  </a:lnTo>
                  <a:lnTo>
                    <a:pt x="4216201" y="823685"/>
                  </a:lnTo>
                  <a:lnTo>
                    <a:pt x="4302246" y="796679"/>
                  </a:lnTo>
                  <a:lnTo>
                    <a:pt x="4388291" y="769616"/>
                  </a:lnTo>
                  <a:lnTo>
                    <a:pt x="4474336" y="742501"/>
                  </a:lnTo>
                  <a:lnTo>
                    <a:pt x="4560381" y="715339"/>
                  </a:lnTo>
                  <a:lnTo>
                    <a:pt x="4646426" y="688132"/>
                  </a:lnTo>
                  <a:lnTo>
                    <a:pt x="4732471" y="660885"/>
                  </a:lnTo>
                  <a:lnTo>
                    <a:pt x="4818515" y="633601"/>
                  </a:lnTo>
                  <a:lnTo>
                    <a:pt x="4904560" y="606283"/>
                  </a:lnTo>
                  <a:lnTo>
                    <a:pt x="4990605" y="578932"/>
                  </a:lnTo>
                  <a:lnTo>
                    <a:pt x="5076650" y="551552"/>
                  </a:lnTo>
                  <a:lnTo>
                    <a:pt x="5162695" y="524145"/>
                  </a:lnTo>
                  <a:lnTo>
                    <a:pt x="5248740" y="496712"/>
                  </a:lnTo>
                  <a:lnTo>
                    <a:pt x="5334785" y="469255"/>
                  </a:lnTo>
                  <a:lnTo>
                    <a:pt x="5420830" y="441776"/>
                  </a:lnTo>
                  <a:lnTo>
                    <a:pt x="5506875" y="414276"/>
                  </a:lnTo>
                  <a:lnTo>
                    <a:pt x="5592920" y="386757"/>
                  </a:lnTo>
                  <a:lnTo>
                    <a:pt x="5678965" y="359220"/>
                  </a:lnTo>
                  <a:lnTo>
                    <a:pt x="5765010" y="331665"/>
                  </a:lnTo>
                  <a:lnTo>
                    <a:pt x="5851055" y="304095"/>
                  </a:lnTo>
                  <a:lnTo>
                    <a:pt x="5937100" y="276510"/>
                  </a:lnTo>
                  <a:lnTo>
                    <a:pt x="6023144" y="248911"/>
                  </a:lnTo>
                  <a:lnTo>
                    <a:pt x="6109189" y="221298"/>
                  </a:lnTo>
                  <a:lnTo>
                    <a:pt x="6195234" y="193673"/>
                  </a:lnTo>
                  <a:lnTo>
                    <a:pt x="6281279" y="166036"/>
                  </a:lnTo>
                  <a:lnTo>
                    <a:pt x="6367324" y="138388"/>
                  </a:lnTo>
                  <a:lnTo>
                    <a:pt x="6453369" y="110729"/>
                  </a:lnTo>
                  <a:lnTo>
                    <a:pt x="6539414" y="83060"/>
                  </a:lnTo>
                  <a:lnTo>
                    <a:pt x="6625459" y="55382"/>
                  </a:lnTo>
                  <a:lnTo>
                    <a:pt x="6711504" y="27695"/>
                  </a:lnTo>
                  <a:lnTo>
                    <a:pt x="6797549" y="0"/>
                  </a:lnTo>
                  <a:lnTo>
                    <a:pt x="6797549" y="807930"/>
                  </a:lnTo>
                  <a:lnTo>
                    <a:pt x="6711504" y="821872"/>
                  </a:lnTo>
                  <a:lnTo>
                    <a:pt x="6625459" y="835824"/>
                  </a:lnTo>
                  <a:lnTo>
                    <a:pt x="6539414" y="849784"/>
                  </a:lnTo>
                  <a:lnTo>
                    <a:pt x="6453369" y="863754"/>
                  </a:lnTo>
                  <a:lnTo>
                    <a:pt x="6367324" y="877734"/>
                  </a:lnTo>
                  <a:lnTo>
                    <a:pt x="6281279" y="891724"/>
                  </a:lnTo>
                  <a:lnTo>
                    <a:pt x="6195234" y="905726"/>
                  </a:lnTo>
                  <a:lnTo>
                    <a:pt x="6109189" y="919739"/>
                  </a:lnTo>
                  <a:lnTo>
                    <a:pt x="6023144" y="933765"/>
                  </a:lnTo>
                  <a:lnTo>
                    <a:pt x="5937100" y="947804"/>
                  </a:lnTo>
                  <a:lnTo>
                    <a:pt x="5851055" y="961857"/>
                  </a:lnTo>
                  <a:lnTo>
                    <a:pt x="5765010" y="975926"/>
                  </a:lnTo>
                  <a:lnTo>
                    <a:pt x="5678965" y="990010"/>
                  </a:lnTo>
                  <a:lnTo>
                    <a:pt x="5592920" y="1004111"/>
                  </a:lnTo>
                  <a:lnTo>
                    <a:pt x="5506875" y="1018230"/>
                  </a:lnTo>
                  <a:lnTo>
                    <a:pt x="5420830" y="1032369"/>
                  </a:lnTo>
                  <a:lnTo>
                    <a:pt x="5334785" y="1046529"/>
                  </a:lnTo>
                  <a:lnTo>
                    <a:pt x="5248740" y="1060710"/>
                  </a:lnTo>
                  <a:lnTo>
                    <a:pt x="5162695" y="1074916"/>
                  </a:lnTo>
                  <a:lnTo>
                    <a:pt x="5076650" y="1089147"/>
                  </a:lnTo>
                  <a:lnTo>
                    <a:pt x="4990605" y="1103405"/>
                  </a:lnTo>
                  <a:lnTo>
                    <a:pt x="4904560" y="1117693"/>
                  </a:lnTo>
                  <a:lnTo>
                    <a:pt x="4818515" y="1132013"/>
                  </a:lnTo>
                  <a:lnTo>
                    <a:pt x="4732471" y="1146367"/>
                  </a:lnTo>
                  <a:lnTo>
                    <a:pt x="4646426" y="1160759"/>
                  </a:lnTo>
                  <a:lnTo>
                    <a:pt x="4560381" y="1175191"/>
                  </a:lnTo>
                  <a:lnTo>
                    <a:pt x="4474336" y="1189667"/>
                  </a:lnTo>
                  <a:lnTo>
                    <a:pt x="4388291" y="1204191"/>
                  </a:lnTo>
                  <a:lnTo>
                    <a:pt x="4302246" y="1218767"/>
                  </a:lnTo>
                  <a:lnTo>
                    <a:pt x="4216201" y="1233399"/>
                  </a:lnTo>
                  <a:lnTo>
                    <a:pt x="4130156" y="1248094"/>
                  </a:lnTo>
                  <a:lnTo>
                    <a:pt x="4044111" y="1262856"/>
                  </a:lnTo>
                  <a:lnTo>
                    <a:pt x="3958066" y="1277693"/>
                  </a:lnTo>
                  <a:lnTo>
                    <a:pt x="3872021" y="1292613"/>
                  </a:lnTo>
                  <a:lnTo>
                    <a:pt x="3785976" y="1307622"/>
                  </a:lnTo>
                  <a:lnTo>
                    <a:pt x="3699931" y="1322731"/>
                  </a:lnTo>
                  <a:lnTo>
                    <a:pt x="3613886" y="1337950"/>
                  </a:lnTo>
                  <a:lnTo>
                    <a:pt x="3527842" y="1353291"/>
                  </a:lnTo>
                  <a:lnTo>
                    <a:pt x="3441797" y="1368767"/>
                  </a:lnTo>
                  <a:lnTo>
                    <a:pt x="3355752" y="1384392"/>
                  </a:lnTo>
                  <a:lnTo>
                    <a:pt x="3269707" y="1400183"/>
                  </a:lnTo>
                  <a:lnTo>
                    <a:pt x="3183662" y="1416157"/>
                  </a:lnTo>
                  <a:lnTo>
                    <a:pt x="3097617" y="1432336"/>
                  </a:lnTo>
                  <a:lnTo>
                    <a:pt x="3011572" y="1448741"/>
                  </a:lnTo>
                  <a:lnTo>
                    <a:pt x="2925527" y="1465396"/>
                  </a:lnTo>
                  <a:lnTo>
                    <a:pt x="2839482" y="1482327"/>
                  </a:lnTo>
                  <a:lnTo>
                    <a:pt x="2753437" y="1499561"/>
                  </a:lnTo>
                  <a:lnTo>
                    <a:pt x="2667392" y="1517128"/>
                  </a:lnTo>
                  <a:lnTo>
                    <a:pt x="2581347" y="1535056"/>
                  </a:lnTo>
                  <a:lnTo>
                    <a:pt x="2495302" y="1553374"/>
                  </a:lnTo>
                  <a:lnTo>
                    <a:pt x="2409257" y="1572110"/>
                  </a:lnTo>
                  <a:lnTo>
                    <a:pt x="2323213" y="1591288"/>
                  </a:lnTo>
                  <a:lnTo>
                    <a:pt x="2237168" y="1610931"/>
                  </a:lnTo>
                  <a:lnTo>
                    <a:pt x="2151123" y="1631053"/>
                  </a:lnTo>
                  <a:lnTo>
                    <a:pt x="2065078" y="1651665"/>
                  </a:lnTo>
                  <a:lnTo>
                    <a:pt x="1979033" y="1672769"/>
                  </a:lnTo>
                  <a:lnTo>
                    <a:pt x="1892988" y="1694362"/>
                  </a:lnTo>
                  <a:lnTo>
                    <a:pt x="1806943" y="1716432"/>
                  </a:lnTo>
                  <a:lnTo>
                    <a:pt x="1720898" y="1738963"/>
                  </a:lnTo>
                  <a:lnTo>
                    <a:pt x="1634853" y="1761933"/>
                  </a:lnTo>
                  <a:lnTo>
                    <a:pt x="1548808" y="1785316"/>
                  </a:lnTo>
                  <a:lnTo>
                    <a:pt x="1462763" y="1809086"/>
                  </a:lnTo>
                  <a:lnTo>
                    <a:pt x="1376718" y="1833212"/>
                  </a:lnTo>
                  <a:lnTo>
                    <a:pt x="1290673" y="1857666"/>
                  </a:lnTo>
                  <a:lnTo>
                    <a:pt x="1204628" y="1882419"/>
                  </a:lnTo>
                  <a:lnTo>
                    <a:pt x="1118584" y="1907443"/>
                  </a:lnTo>
                  <a:lnTo>
                    <a:pt x="1032539" y="1932714"/>
                  </a:lnTo>
                  <a:lnTo>
                    <a:pt x="946494" y="1958207"/>
                  </a:lnTo>
                  <a:lnTo>
                    <a:pt x="860449" y="1983901"/>
                  </a:lnTo>
                  <a:lnTo>
                    <a:pt x="774404" y="2009776"/>
                  </a:lnTo>
                  <a:lnTo>
                    <a:pt x="688359" y="2035814"/>
                  </a:lnTo>
                  <a:lnTo>
                    <a:pt x="602314" y="2061999"/>
                  </a:lnTo>
                  <a:lnTo>
                    <a:pt x="516269" y="2088317"/>
                  </a:lnTo>
                  <a:lnTo>
                    <a:pt x="430224" y="2114754"/>
                  </a:lnTo>
                  <a:lnTo>
                    <a:pt x="344179" y="2141300"/>
                  </a:lnTo>
                  <a:lnTo>
                    <a:pt x="258134" y="2167944"/>
                  </a:lnTo>
                  <a:lnTo>
                    <a:pt x="172089" y="2194676"/>
                  </a:lnTo>
                  <a:lnTo>
                    <a:pt x="86044" y="2221490"/>
                  </a:lnTo>
                  <a:lnTo>
                    <a:pt x="0" y="224837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1460805" y="2142849"/>
              <a:ext cx="6797549" cy="1848993"/>
            </a:xfrm>
            <a:custGeom>
              <a:avLst/>
              <a:pathLst>
                <a:path w="6797549" h="1848993">
                  <a:moveTo>
                    <a:pt x="0" y="1848993"/>
                  </a:moveTo>
                  <a:lnTo>
                    <a:pt x="86044" y="1834241"/>
                  </a:lnTo>
                  <a:lnTo>
                    <a:pt x="172089" y="1819416"/>
                  </a:lnTo>
                  <a:lnTo>
                    <a:pt x="258134" y="1804510"/>
                  </a:lnTo>
                  <a:lnTo>
                    <a:pt x="344179" y="1789516"/>
                  </a:lnTo>
                  <a:lnTo>
                    <a:pt x="430224" y="1774423"/>
                  </a:lnTo>
                  <a:lnTo>
                    <a:pt x="516269" y="1759222"/>
                  </a:lnTo>
                  <a:lnTo>
                    <a:pt x="602314" y="1743901"/>
                  </a:lnTo>
                  <a:lnTo>
                    <a:pt x="688359" y="1728447"/>
                  </a:lnTo>
                  <a:lnTo>
                    <a:pt x="774404" y="1712847"/>
                  </a:lnTo>
                  <a:lnTo>
                    <a:pt x="860449" y="1697083"/>
                  </a:lnTo>
                  <a:lnTo>
                    <a:pt x="946494" y="1681139"/>
                  </a:lnTo>
                  <a:lnTo>
                    <a:pt x="1032539" y="1664994"/>
                  </a:lnTo>
                  <a:lnTo>
                    <a:pt x="1118584" y="1648626"/>
                  </a:lnTo>
                  <a:lnTo>
                    <a:pt x="1204628" y="1632012"/>
                  </a:lnTo>
                  <a:lnTo>
                    <a:pt x="1290673" y="1615126"/>
                  </a:lnTo>
                  <a:lnTo>
                    <a:pt x="1376718" y="1597942"/>
                  </a:lnTo>
                  <a:lnTo>
                    <a:pt x="1462763" y="1580429"/>
                  </a:lnTo>
                  <a:lnTo>
                    <a:pt x="1548808" y="1562560"/>
                  </a:lnTo>
                  <a:lnTo>
                    <a:pt x="1634853" y="1544305"/>
                  </a:lnTo>
                  <a:lnTo>
                    <a:pt x="1720898" y="1525637"/>
                  </a:lnTo>
                  <a:lnTo>
                    <a:pt x="1806943" y="1506529"/>
                  </a:lnTo>
                  <a:lnTo>
                    <a:pt x="1892988" y="1486961"/>
                  </a:lnTo>
                  <a:lnTo>
                    <a:pt x="1979033" y="1466915"/>
                  </a:lnTo>
                  <a:lnTo>
                    <a:pt x="2065078" y="1446381"/>
                  </a:lnTo>
                  <a:lnTo>
                    <a:pt x="2151123" y="1425354"/>
                  </a:lnTo>
                  <a:lnTo>
                    <a:pt x="2237168" y="1403838"/>
                  </a:lnTo>
                  <a:lnTo>
                    <a:pt x="2323213" y="1381842"/>
                  </a:lnTo>
                  <a:lnTo>
                    <a:pt x="2409257" y="1359382"/>
                  </a:lnTo>
                  <a:lnTo>
                    <a:pt x="2495302" y="1336480"/>
                  </a:lnTo>
                  <a:lnTo>
                    <a:pt x="2581347" y="1313159"/>
                  </a:lnTo>
                  <a:lnTo>
                    <a:pt x="2667392" y="1289449"/>
                  </a:lnTo>
                  <a:lnTo>
                    <a:pt x="2753437" y="1265377"/>
                  </a:lnTo>
                  <a:lnTo>
                    <a:pt x="2839482" y="1240973"/>
                  </a:lnTo>
                  <a:lnTo>
                    <a:pt x="2925527" y="1216265"/>
                  </a:lnTo>
                  <a:lnTo>
                    <a:pt x="3011572" y="1191281"/>
                  </a:lnTo>
                  <a:lnTo>
                    <a:pt x="3097617" y="1166048"/>
                  </a:lnTo>
                  <a:lnTo>
                    <a:pt x="3183662" y="1140588"/>
                  </a:lnTo>
                  <a:lnTo>
                    <a:pt x="3269707" y="1114924"/>
                  </a:lnTo>
                  <a:lnTo>
                    <a:pt x="3355752" y="1089077"/>
                  </a:lnTo>
                  <a:lnTo>
                    <a:pt x="3441797" y="1063063"/>
                  </a:lnTo>
                  <a:lnTo>
                    <a:pt x="3527842" y="1036900"/>
                  </a:lnTo>
                  <a:lnTo>
                    <a:pt x="3613886" y="1010603"/>
                  </a:lnTo>
                  <a:lnTo>
                    <a:pt x="3699931" y="984183"/>
                  </a:lnTo>
                  <a:lnTo>
                    <a:pt x="3785976" y="957654"/>
                  </a:lnTo>
                  <a:lnTo>
                    <a:pt x="3872021" y="931025"/>
                  </a:lnTo>
                  <a:lnTo>
                    <a:pt x="3958066" y="904306"/>
                  </a:lnTo>
                  <a:lnTo>
                    <a:pt x="4044111" y="877504"/>
                  </a:lnTo>
                  <a:lnTo>
                    <a:pt x="4130156" y="850628"/>
                  </a:lnTo>
                  <a:lnTo>
                    <a:pt x="4216201" y="823685"/>
                  </a:lnTo>
                  <a:lnTo>
                    <a:pt x="4302246" y="796679"/>
                  </a:lnTo>
                  <a:lnTo>
                    <a:pt x="4388291" y="769616"/>
                  </a:lnTo>
                  <a:lnTo>
                    <a:pt x="4474336" y="742501"/>
                  </a:lnTo>
                  <a:lnTo>
                    <a:pt x="4560381" y="715339"/>
                  </a:lnTo>
                  <a:lnTo>
                    <a:pt x="4646426" y="688132"/>
                  </a:lnTo>
                  <a:lnTo>
                    <a:pt x="4732471" y="660885"/>
                  </a:lnTo>
                  <a:lnTo>
                    <a:pt x="4818515" y="633601"/>
                  </a:lnTo>
                  <a:lnTo>
                    <a:pt x="4904560" y="606283"/>
                  </a:lnTo>
                  <a:lnTo>
                    <a:pt x="4990605" y="578932"/>
                  </a:lnTo>
                  <a:lnTo>
                    <a:pt x="5076650" y="551552"/>
                  </a:lnTo>
                  <a:lnTo>
                    <a:pt x="5162695" y="524145"/>
                  </a:lnTo>
                  <a:lnTo>
                    <a:pt x="5248740" y="496712"/>
                  </a:lnTo>
                  <a:lnTo>
                    <a:pt x="5334785" y="469255"/>
                  </a:lnTo>
                  <a:lnTo>
                    <a:pt x="5420830" y="441776"/>
                  </a:lnTo>
                  <a:lnTo>
                    <a:pt x="5506875" y="414276"/>
                  </a:lnTo>
                  <a:lnTo>
                    <a:pt x="5592920" y="386757"/>
                  </a:lnTo>
                  <a:lnTo>
                    <a:pt x="5678965" y="359220"/>
                  </a:lnTo>
                  <a:lnTo>
                    <a:pt x="5765010" y="331665"/>
                  </a:lnTo>
                  <a:lnTo>
                    <a:pt x="5851055" y="304095"/>
                  </a:lnTo>
                  <a:lnTo>
                    <a:pt x="5937100" y="276510"/>
                  </a:lnTo>
                  <a:lnTo>
                    <a:pt x="6023144" y="248911"/>
                  </a:lnTo>
                  <a:lnTo>
                    <a:pt x="6109189" y="221298"/>
                  </a:lnTo>
                  <a:lnTo>
                    <a:pt x="6195234" y="193673"/>
                  </a:lnTo>
                  <a:lnTo>
                    <a:pt x="6281279" y="166036"/>
                  </a:lnTo>
                  <a:lnTo>
                    <a:pt x="6367324" y="138388"/>
                  </a:lnTo>
                  <a:lnTo>
                    <a:pt x="6453369" y="110729"/>
                  </a:lnTo>
                  <a:lnTo>
                    <a:pt x="6539414" y="83060"/>
                  </a:lnTo>
                  <a:lnTo>
                    <a:pt x="6625459" y="55382"/>
                  </a:lnTo>
                  <a:lnTo>
                    <a:pt x="6711504" y="27695"/>
                  </a:lnTo>
                  <a:lnTo>
                    <a:pt x="67975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460805" y="2950779"/>
              <a:ext cx="6797549" cy="1440447"/>
            </a:xfrm>
            <a:custGeom>
              <a:avLst/>
              <a:pathLst>
                <a:path w="6797549" h="1440447">
                  <a:moveTo>
                    <a:pt x="6797549" y="0"/>
                  </a:moveTo>
                  <a:lnTo>
                    <a:pt x="6711504" y="13942"/>
                  </a:lnTo>
                  <a:lnTo>
                    <a:pt x="6625459" y="27894"/>
                  </a:lnTo>
                  <a:lnTo>
                    <a:pt x="6539414" y="41854"/>
                  </a:lnTo>
                  <a:lnTo>
                    <a:pt x="6453369" y="55824"/>
                  </a:lnTo>
                  <a:lnTo>
                    <a:pt x="6367324" y="69804"/>
                  </a:lnTo>
                  <a:lnTo>
                    <a:pt x="6281279" y="83794"/>
                  </a:lnTo>
                  <a:lnTo>
                    <a:pt x="6195234" y="97796"/>
                  </a:lnTo>
                  <a:lnTo>
                    <a:pt x="6109189" y="111809"/>
                  </a:lnTo>
                  <a:lnTo>
                    <a:pt x="6023144" y="125835"/>
                  </a:lnTo>
                  <a:lnTo>
                    <a:pt x="5937100" y="139874"/>
                  </a:lnTo>
                  <a:lnTo>
                    <a:pt x="5851055" y="153927"/>
                  </a:lnTo>
                  <a:lnTo>
                    <a:pt x="5765010" y="167996"/>
                  </a:lnTo>
                  <a:lnTo>
                    <a:pt x="5678965" y="182080"/>
                  </a:lnTo>
                  <a:lnTo>
                    <a:pt x="5592920" y="196181"/>
                  </a:lnTo>
                  <a:lnTo>
                    <a:pt x="5506875" y="210300"/>
                  </a:lnTo>
                  <a:lnTo>
                    <a:pt x="5420830" y="224439"/>
                  </a:lnTo>
                  <a:lnTo>
                    <a:pt x="5334785" y="238598"/>
                  </a:lnTo>
                  <a:lnTo>
                    <a:pt x="5248740" y="252780"/>
                  </a:lnTo>
                  <a:lnTo>
                    <a:pt x="5162695" y="266986"/>
                  </a:lnTo>
                  <a:lnTo>
                    <a:pt x="5076650" y="281216"/>
                  </a:lnTo>
                  <a:lnTo>
                    <a:pt x="4990605" y="295475"/>
                  </a:lnTo>
                  <a:lnTo>
                    <a:pt x="4904560" y="309763"/>
                  </a:lnTo>
                  <a:lnTo>
                    <a:pt x="4818515" y="324083"/>
                  </a:lnTo>
                  <a:lnTo>
                    <a:pt x="4732471" y="338437"/>
                  </a:lnTo>
                  <a:lnTo>
                    <a:pt x="4646426" y="352829"/>
                  </a:lnTo>
                  <a:lnTo>
                    <a:pt x="4560381" y="367261"/>
                  </a:lnTo>
                  <a:lnTo>
                    <a:pt x="4474336" y="381737"/>
                  </a:lnTo>
                  <a:lnTo>
                    <a:pt x="4388291" y="396261"/>
                  </a:lnTo>
                  <a:lnTo>
                    <a:pt x="4302246" y="410837"/>
                  </a:lnTo>
                  <a:lnTo>
                    <a:pt x="4216201" y="425469"/>
                  </a:lnTo>
                  <a:lnTo>
                    <a:pt x="4130156" y="440164"/>
                  </a:lnTo>
                  <a:lnTo>
                    <a:pt x="4044111" y="454926"/>
                  </a:lnTo>
                  <a:lnTo>
                    <a:pt x="3958066" y="469763"/>
                  </a:lnTo>
                  <a:lnTo>
                    <a:pt x="3872021" y="484683"/>
                  </a:lnTo>
                  <a:lnTo>
                    <a:pt x="3785976" y="499692"/>
                  </a:lnTo>
                  <a:lnTo>
                    <a:pt x="3699931" y="514801"/>
                  </a:lnTo>
                  <a:lnTo>
                    <a:pt x="3613886" y="530020"/>
                  </a:lnTo>
                  <a:lnTo>
                    <a:pt x="3527842" y="545361"/>
                  </a:lnTo>
                  <a:lnTo>
                    <a:pt x="3441797" y="560837"/>
                  </a:lnTo>
                  <a:lnTo>
                    <a:pt x="3355752" y="576462"/>
                  </a:lnTo>
                  <a:lnTo>
                    <a:pt x="3269707" y="592253"/>
                  </a:lnTo>
                  <a:lnTo>
                    <a:pt x="3183662" y="608227"/>
                  </a:lnTo>
                  <a:lnTo>
                    <a:pt x="3097617" y="624406"/>
                  </a:lnTo>
                  <a:lnTo>
                    <a:pt x="3011572" y="640811"/>
                  </a:lnTo>
                  <a:lnTo>
                    <a:pt x="2925527" y="657466"/>
                  </a:lnTo>
                  <a:lnTo>
                    <a:pt x="2839482" y="674397"/>
                  </a:lnTo>
                  <a:lnTo>
                    <a:pt x="2753437" y="691631"/>
                  </a:lnTo>
                  <a:lnTo>
                    <a:pt x="2667392" y="709198"/>
                  </a:lnTo>
                  <a:lnTo>
                    <a:pt x="2581347" y="727125"/>
                  </a:lnTo>
                  <a:lnTo>
                    <a:pt x="2495302" y="745444"/>
                  </a:lnTo>
                  <a:lnTo>
                    <a:pt x="2409257" y="764180"/>
                  </a:lnTo>
                  <a:lnTo>
                    <a:pt x="2323213" y="783358"/>
                  </a:lnTo>
                  <a:lnTo>
                    <a:pt x="2237168" y="803001"/>
                  </a:lnTo>
                  <a:lnTo>
                    <a:pt x="2151123" y="823123"/>
                  </a:lnTo>
                  <a:lnTo>
                    <a:pt x="2065078" y="843735"/>
                  </a:lnTo>
                  <a:lnTo>
                    <a:pt x="1979033" y="864839"/>
                  </a:lnTo>
                  <a:lnTo>
                    <a:pt x="1892988" y="886432"/>
                  </a:lnTo>
                  <a:lnTo>
                    <a:pt x="1806943" y="908502"/>
                  </a:lnTo>
                  <a:lnTo>
                    <a:pt x="1720898" y="931033"/>
                  </a:lnTo>
                  <a:lnTo>
                    <a:pt x="1634853" y="954003"/>
                  </a:lnTo>
                  <a:lnTo>
                    <a:pt x="1548808" y="977386"/>
                  </a:lnTo>
                  <a:lnTo>
                    <a:pt x="1462763" y="1001156"/>
                  </a:lnTo>
                  <a:lnTo>
                    <a:pt x="1376718" y="1025282"/>
                  </a:lnTo>
                  <a:lnTo>
                    <a:pt x="1290673" y="1049736"/>
                  </a:lnTo>
                  <a:lnTo>
                    <a:pt x="1204628" y="1074489"/>
                  </a:lnTo>
                  <a:lnTo>
                    <a:pt x="1118584" y="1099513"/>
                  </a:lnTo>
                  <a:lnTo>
                    <a:pt x="1032539" y="1124784"/>
                  </a:lnTo>
                  <a:lnTo>
                    <a:pt x="946494" y="1150277"/>
                  </a:lnTo>
                  <a:lnTo>
                    <a:pt x="860449" y="1175971"/>
                  </a:lnTo>
                  <a:lnTo>
                    <a:pt x="774404" y="1201846"/>
                  </a:lnTo>
                  <a:lnTo>
                    <a:pt x="688359" y="1227884"/>
                  </a:lnTo>
                  <a:lnTo>
                    <a:pt x="602314" y="1254069"/>
                  </a:lnTo>
                  <a:lnTo>
                    <a:pt x="516269" y="1280387"/>
                  </a:lnTo>
                  <a:lnTo>
                    <a:pt x="430224" y="1306824"/>
                  </a:lnTo>
                  <a:lnTo>
                    <a:pt x="344179" y="1333370"/>
                  </a:lnTo>
                  <a:lnTo>
                    <a:pt x="258134" y="1360014"/>
                  </a:lnTo>
                  <a:lnTo>
                    <a:pt x="172089" y="1386746"/>
                  </a:lnTo>
                  <a:lnTo>
                    <a:pt x="86044" y="1413560"/>
                  </a:lnTo>
                  <a:lnTo>
                    <a:pt x="0" y="1440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460805" y="2546814"/>
              <a:ext cx="6797549" cy="1644720"/>
            </a:xfrm>
            <a:custGeom>
              <a:avLst/>
              <a:pathLst>
                <a:path w="6797549" h="1644720">
                  <a:moveTo>
                    <a:pt x="0" y="1644720"/>
                  </a:moveTo>
                  <a:lnTo>
                    <a:pt x="86044" y="1623900"/>
                  </a:lnTo>
                  <a:lnTo>
                    <a:pt x="172089" y="1603081"/>
                  </a:lnTo>
                  <a:lnTo>
                    <a:pt x="258134" y="1582262"/>
                  </a:lnTo>
                  <a:lnTo>
                    <a:pt x="344179" y="1561443"/>
                  </a:lnTo>
                  <a:lnTo>
                    <a:pt x="430224" y="1540623"/>
                  </a:lnTo>
                  <a:lnTo>
                    <a:pt x="516269" y="1519804"/>
                  </a:lnTo>
                  <a:lnTo>
                    <a:pt x="602314" y="1498985"/>
                  </a:lnTo>
                  <a:lnTo>
                    <a:pt x="688359" y="1478166"/>
                  </a:lnTo>
                  <a:lnTo>
                    <a:pt x="774404" y="1457346"/>
                  </a:lnTo>
                  <a:lnTo>
                    <a:pt x="860449" y="1436527"/>
                  </a:lnTo>
                  <a:lnTo>
                    <a:pt x="946494" y="1415708"/>
                  </a:lnTo>
                  <a:lnTo>
                    <a:pt x="1032539" y="1394889"/>
                  </a:lnTo>
                  <a:lnTo>
                    <a:pt x="1118584" y="1374070"/>
                  </a:lnTo>
                  <a:lnTo>
                    <a:pt x="1204628" y="1353250"/>
                  </a:lnTo>
                  <a:lnTo>
                    <a:pt x="1290673" y="1332431"/>
                  </a:lnTo>
                  <a:lnTo>
                    <a:pt x="1376718" y="1311612"/>
                  </a:lnTo>
                  <a:lnTo>
                    <a:pt x="1462763" y="1290793"/>
                  </a:lnTo>
                  <a:lnTo>
                    <a:pt x="1548808" y="1269973"/>
                  </a:lnTo>
                  <a:lnTo>
                    <a:pt x="1634853" y="1249154"/>
                  </a:lnTo>
                  <a:lnTo>
                    <a:pt x="1720898" y="1228335"/>
                  </a:lnTo>
                  <a:lnTo>
                    <a:pt x="1806943" y="1207516"/>
                  </a:lnTo>
                  <a:lnTo>
                    <a:pt x="1892988" y="1186696"/>
                  </a:lnTo>
                  <a:lnTo>
                    <a:pt x="1979033" y="1165877"/>
                  </a:lnTo>
                  <a:lnTo>
                    <a:pt x="2065078" y="1145058"/>
                  </a:lnTo>
                  <a:lnTo>
                    <a:pt x="2151123" y="1124239"/>
                  </a:lnTo>
                  <a:lnTo>
                    <a:pt x="2237168" y="1103419"/>
                  </a:lnTo>
                  <a:lnTo>
                    <a:pt x="2323213" y="1082600"/>
                  </a:lnTo>
                  <a:lnTo>
                    <a:pt x="2409257" y="1061781"/>
                  </a:lnTo>
                  <a:lnTo>
                    <a:pt x="2495302" y="1040962"/>
                  </a:lnTo>
                  <a:lnTo>
                    <a:pt x="2581347" y="1020142"/>
                  </a:lnTo>
                  <a:lnTo>
                    <a:pt x="2667392" y="999323"/>
                  </a:lnTo>
                  <a:lnTo>
                    <a:pt x="2753437" y="978504"/>
                  </a:lnTo>
                  <a:lnTo>
                    <a:pt x="2839482" y="957685"/>
                  </a:lnTo>
                  <a:lnTo>
                    <a:pt x="2925527" y="936865"/>
                  </a:lnTo>
                  <a:lnTo>
                    <a:pt x="3011572" y="916046"/>
                  </a:lnTo>
                  <a:lnTo>
                    <a:pt x="3097617" y="895227"/>
                  </a:lnTo>
                  <a:lnTo>
                    <a:pt x="3183662" y="874408"/>
                  </a:lnTo>
                  <a:lnTo>
                    <a:pt x="3269707" y="853588"/>
                  </a:lnTo>
                  <a:lnTo>
                    <a:pt x="3355752" y="832769"/>
                  </a:lnTo>
                  <a:lnTo>
                    <a:pt x="3441797" y="811950"/>
                  </a:lnTo>
                  <a:lnTo>
                    <a:pt x="3527842" y="791131"/>
                  </a:lnTo>
                  <a:lnTo>
                    <a:pt x="3613886" y="770311"/>
                  </a:lnTo>
                  <a:lnTo>
                    <a:pt x="3699931" y="749492"/>
                  </a:lnTo>
                  <a:lnTo>
                    <a:pt x="3785976" y="728673"/>
                  </a:lnTo>
                  <a:lnTo>
                    <a:pt x="3872021" y="707854"/>
                  </a:lnTo>
                  <a:lnTo>
                    <a:pt x="3958066" y="687035"/>
                  </a:lnTo>
                  <a:lnTo>
                    <a:pt x="4044111" y="666215"/>
                  </a:lnTo>
                  <a:lnTo>
                    <a:pt x="4130156" y="645396"/>
                  </a:lnTo>
                  <a:lnTo>
                    <a:pt x="4216201" y="624577"/>
                  </a:lnTo>
                  <a:lnTo>
                    <a:pt x="4302246" y="603758"/>
                  </a:lnTo>
                  <a:lnTo>
                    <a:pt x="4388291" y="582938"/>
                  </a:lnTo>
                  <a:lnTo>
                    <a:pt x="4474336" y="562119"/>
                  </a:lnTo>
                  <a:lnTo>
                    <a:pt x="4560381" y="541300"/>
                  </a:lnTo>
                  <a:lnTo>
                    <a:pt x="4646426" y="520481"/>
                  </a:lnTo>
                  <a:lnTo>
                    <a:pt x="4732471" y="499661"/>
                  </a:lnTo>
                  <a:lnTo>
                    <a:pt x="4818515" y="478842"/>
                  </a:lnTo>
                  <a:lnTo>
                    <a:pt x="4904560" y="458023"/>
                  </a:lnTo>
                  <a:lnTo>
                    <a:pt x="4990605" y="437204"/>
                  </a:lnTo>
                  <a:lnTo>
                    <a:pt x="5076650" y="416384"/>
                  </a:lnTo>
                  <a:lnTo>
                    <a:pt x="5162695" y="395565"/>
                  </a:lnTo>
                  <a:lnTo>
                    <a:pt x="5248740" y="374746"/>
                  </a:lnTo>
                  <a:lnTo>
                    <a:pt x="5334785" y="353927"/>
                  </a:lnTo>
                  <a:lnTo>
                    <a:pt x="5420830" y="333107"/>
                  </a:lnTo>
                  <a:lnTo>
                    <a:pt x="5506875" y="312288"/>
                  </a:lnTo>
                  <a:lnTo>
                    <a:pt x="5592920" y="291469"/>
                  </a:lnTo>
                  <a:lnTo>
                    <a:pt x="5678965" y="270650"/>
                  </a:lnTo>
                  <a:lnTo>
                    <a:pt x="5765010" y="249830"/>
                  </a:lnTo>
                  <a:lnTo>
                    <a:pt x="5851055" y="229011"/>
                  </a:lnTo>
                  <a:lnTo>
                    <a:pt x="5937100" y="208192"/>
                  </a:lnTo>
                  <a:lnTo>
                    <a:pt x="6023144" y="187373"/>
                  </a:lnTo>
                  <a:lnTo>
                    <a:pt x="6109189" y="166553"/>
                  </a:lnTo>
                  <a:lnTo>
                    <a:pt x="6195234" y="145734"/>
                  </a:lnTo>
                  <a:lnTo>
                    <a:pt x="6281279" y="124915"/>
                  </a:lnTo>
                  <a:lnTo>
                    <a:pt x="6367324" y="104096"/>
                  </a:lnTo>
                  <a:lnTo>
                    <a:pt x="6453369" y="83276"/>
                  </a:lnTo>
                  <a:lnTo>
                    <a:pt x="6539414" y="62457"/>
                  </a:lnTo>
                  <a:lnTo>
                    <a:pt x="6625459" y="41638"/>
                  </a:lnTo>
                  <a:lnTo>
                    <a:pt x="6711504" y="20819"/>
                  </a:lnTo>
                  <a:lnTo>
                    <a:pt x="6797549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tx144"/>
            <p:cNvSpPr/>
            <p:nvPr/>
          </p:nvSpPr>
          <p:spPr>
            <a:xfrm>
              <a:off x="756929" y="4719141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962212" y="372218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804204" y="2725225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208945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40456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604139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803711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3605068" y="5870717"/>
              <a:ext cx="250902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52" name="tx152"/>
            <p:cNvSpPr/>
            <p:nvPr/>
          </p:nvSpPr>
          <p:spPr>
            <a:xfrm rot="-5400000">
              <a:off x="-319071" y="3731670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1120927" y="1688767"/>
              <a:ext cx="5463997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2026-09-08T07:54:03Z</dcterms:modified>
  <cp:category/>
</cp:coreProperties>
</file>