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241861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56473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88761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321049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323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130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937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7449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90329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226177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549055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5053" y="287193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1420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12272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034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841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3930708"/>
              <a:ext cx="6892870" cy="1489037"/>
            </a:xfrm>
            <a:custGeom>
              <a:avLst/>
              <a:pathLst>
                <a:path w="6892870" h="1489037">
                  <a:moveTo>
                    <a:pt x="0" y="1489037"/>
                  </a:moveTo>
                  <a:lnTo>
                    <a:pt x="713055" y="1489037"/>
                  </a:lnTo>
                  <a:lnTo>
                    <a:pt x="713055" y="1489037"/>
                  </a:lnTo>
                  <a:lnTo>
                    <a:pt x="950740" y="1489037"/>
                  </a:lnTo>
                  <a:lnTo>
                    <a:pt x="950740" y="1330477"/>
                  </a:lnTo>
                  <a:lnTo>
                    <a:pt x="1505339" y="1330477"/>
                  </a:lnTo>
                  <a:lnTo>
                    <a:pt x="1505339" y="1168667"/>
                  </a:lnTo>
                  <a:lnTo>
                    <a:pt x="1743024" y="1168667"/>
                  </a:lnTo>
                  <a:lnTo>
                    <a:pt x="1743024" y="1003373"/>
                  </a:lnTo>
                  <a:lnTo>
                    <a:pt x="1980709" y="1003373"/>
                  </a:lnTo>
                  <a:lnTo>
                    <a:pt x="1980709" y="840307"/>
                  </a:lnTo>
                  <a:lnTo>
                    <a:pt x="2059938" y="840307"/>
                  </a:lnTo>
                  <a:lnTo>
                    <a:pt x="2059938" y="679581"/>
                  </a:lnTo>
                  <a:lnTo>
                    <a:pt x="2139166" y="679581"/>
                  </a:lnTo>
                  <a:lnTo>
                    <a:pt x="2139166" y="515254"/>
                  </a:lnTo>
                  <a:lnTo>
                    <a:pt x="4119876" y="515254"/>
                  </a:lnTo>
                  <a:lnTo>
                    <a:pt x="4119876" y="342908"/>
                  </a:lnTo>
                  <a:lnTo>
                    <a:pt x="5942129" y="342908"/>
                  </a:lnTo>
                  <a:lnTo>
                    <a:pt x="5942129" y="173672"/>
                  </a:lnTo>
                  <a:lnTo>
                    <a:pt x="6179814" y="173672"/>
                  </a:lnTo>
                  <a:lnTo>
                    <a:pt x="6179814" y="0"/>
                  </a:lnTo>
                  <a:lnTo>
                    <a:pt x="6338271" y="0"/>
                  </a:lnTo>
                  <a:lnTo>
                    <a:pt x="6338271" y="0"/>
                  </a:lnTo>
                  <a:lnTo>
                    <a:pt x="6892870" y="0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9697" y="2861938"/>
              <a:ext cx="6892870" cy="2437033"/>
            </a:xfrm>
            <a:custGeom>
              <a:avLst/>
              <a:pathLst>
                <a:path w="6892870" h="2437033">
                  <a:moveTo>
                    <a:pt x="0" y="2437033"/>
                  </a:moveTo>
                  <a:lnTo>
                    <a:pt x="713055" y="2437033"/>
                  </a:lnTo>
                  <a:lnTo>
                    <a:pt x="713055" y="2437033"/>
                  </a:lnTo>
                  <a:lnTo>
                    <a:pt x="950740" y="2437033"/>
                  </a:lnTo>
                  <a:lnTo>
                    <a:pt x="950740" y="2163758"/>
                  </a:lnTo>
                  <a:lnTo>
                    <a:pt x="1505339" y="2163758"/>
                  </a:lnTo>
                  <a:lnTo>
                    <a:pt x="1505339" y="1889038"/>
                  </a:lnTo>
                  <a:lnTo>
                    <a:pt x="1743024" y="1889038"/>
                  </a:lnTo>
                  <a:lnTo>
                    <a:pt x="1743024" y="1612345"/>
                  </a:lnTo>
                  <a:lnTo>
                    <a:pt x="1980709" y="1612345"/>
                  </a:lnTo>
                  <a:lnTo>
                    <a:pt x="1980709" y="1342930"/>
                  </a:lnTo>
                  <a:lnTo>
                    <a:pt x="2059938" y="1342930"/>
                  </a:lnTo>
                  <a:lnTo>
                    <a:pt x="2059938" y="1080526"/>
                  </a:lnTo>
                  <a:lnTo>
                    <a:pt x="2139166" y="1080526"/>
                  </a:lnTo>
                  <a:lnTo>
                    <a:pt x="2139166" y="815192"/>
                  </a:lnTo>
                  <a:lnTo>
                    <a:pt x="4119876" y="815192"/>
                  </a:lnTo>
                  <a:lnTo>
                    <a:pt x="4119876" y="539843"/>
                  </a:lnTo>
                  <a:lnTo>
                    <a:pt x="5942129" y="539843"/>
                  </a:lnTo>
                  <a:lnTo>
                    <a:pt x="5942129" y="272151"/>
                  </a:lnTo>
                  <a:lnTo>
                    <a:pt x="6179814" y="272151"/>
                  </a:lnTo>
                  <a:lnTo>
                    <a:pt x="6179814" y="0"/>
                  </a:lnTo>
                  <a:lnTo>
                    <a:pt x="6338271" y="0"/>
                  </a:lnTo>
                  <a:lnTo>
                    <a:pt x="6338271" y="0"/>
                  </a:lnTo>
                  <a:lnTo>
                    <a:pt x="6892870" y="0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63249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186126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509004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83188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111092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06054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4125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02196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35053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1.77 (95% CI 0.44-7.17), p = 0.426   (Cox PH)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35053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2026-06-02T08:49:39Z</dcterms:modified>
  <cp:category/>
</cp:coreProperties>
</file>