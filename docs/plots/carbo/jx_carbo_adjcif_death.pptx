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81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43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0189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558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31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476389"/>
              <a:ext cx="6949396" cy="998254"/>
            </a:xfrm>
            <a:custGeom>
              <a:avLst/>
              <a:pathLst>
                <a:path w="6949396" h="998254">
                  <a:moveTo>
                    <a:pt x="0" y="998254"/>
                  </a:moveTo>
                  <a:lnTo>
                    <a:pt x="718903" y="998254"/>
                  </a:lnTo>
                  <a:lnTo>
                    <a:pt x="718903" y="998254"/>
                  </a:lnTo>
                  <a:lnTo>
                    <a:pt x="958537" y="998254"/>
                  </a:lnTo>
                  <a:lnTo>
                    <a:pt x="958537" y="891828"/>
                  </a:lnTo>
                  <a:lnTo>
                    <a:pt x="1517684" y="891828"/>
                  </a:lnTo>
                  <a:lnTo>
                    <a:pt x="1517684" y="783422"/>
                  </a:lnTo>
                  <a:lnTo>
                    <a:pt x="1757318" y="783422"/>
                  </a:lnTo>
                  <a:lnTo>
                    <a:pt x="1757318" y="673656"/>
                  </a:lnTo>
                  <a:lnTo>
                    <a:pt x="1996953" y="673656"/>
                  </a:lnTo>
                  <a:lnTo>
                    <a:pt x="1996953" y="563949"/>
                  </a:lnTo>
                  <a:lnTo>
                    <a:pt x="2076831" y="563949"/>
                  </a:lnTo>
                  <a:lnTo>
                    <a:pt x="2076831" y="453818"/>
                  </a:lnTo>
                  <a:lnTo>
                    <a:pt x="2156709" y="453818"/>
                  </a:lnTo>
                  <a:lnTo>
                    <a:pt x="2156709" y="340900"/>
                  </a:lnTo>
                  <a:lnTo>
                    <a:pt x="4153662" y="340900"/>
                  </a:lnTo>
                  <a:lnTo>
                    <a:pt x="4153662" y="227701"/>
                  </a:lnTo>
                  <a:lnTo>
                    <a:pt x="5990859" y="227701"/>
                  </a:lnTo>
                  <a:lnTo>
                    <a:pt x="5990859" y="114659"/>
                  </a:lnTo>
                  <a:lnTo>
                    <a:pt x="6230493" y="114659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445191"/>
            </a:xfrm>
            <a:custGeom>
              <a:avLst/>
              <a:pathLst>
                <a:path w="6949396" h="2445191">
                  <a:moveTo>
                    <a:pt x="0" y="2445191"/>
                  </a:moveTo>
                  <a:lnTo>
                    <a:pt x="718903" y="2445191"/>
                  </a:lnTo>
                  <a:lnTo>
                    <a:pt x="718903" y="2445191"/>
                  </a:lnTo>
                  <a:lnTo>
                    <a:pt x="958537" y="2445191"/>
                  </a:lnTo>
                  <a:lnTo>
                    <a:pt x="958537" y="2173026"/>
                  </a:lnTo>
                  <a:lnTo>
                    <a:pt x="1517684" y="2173026"/>
                  </a:lnTo>
                  <a:lnTo>
                    <a:pt x="1517684" y="1898671"/>
                  </a:lnTo>
                  <a:lnTo>
                    <a:pt x="1757318" y="1898671"/>
                  </a:lnTo>
                  <a:lnTo>
                    <a:pt x="1757318" y="1623800"/>
                  </a:lnTo>
                  <a:lnTo>
                    <a:pt x="1996953" y="1623800"/>
                  </a:lnTo>
                  <a:lnTo>
                    <a:pt x="1996953" y="1351998"/>
                  </a:lnTo>
                  <a:lnTo>
                    <a:pt x="2076831" y="1351998"/>
                  </a:lnTo>
                  <a:lnTo>
                    <a:pt x="2076831" y="1082059"/>
                  </a:lnTo>
                  <a:lnTo>
                    <a:pt x="2156709" y="1082059"/>
                  </a:lnTo>
                  <a:lnTo>
                    <a:pt x="2156709" y="808294"/>
                  </a:lnTo>
                  <a:lnTo>
                    <a:pt x="4153662" y="808294"/>
                  </a:lnTo>
                  <a:lnTo>
                    <a:pt x="4153662" y="536874"/>
                  </a:lnTo>
                  <a:lnTo>
                    <a:pt x="5990859" y="536874"/>
                  </a:lnTo>
                  <a:lnTo>
                    <a:pt x="5990859" y="268837"/>
                  </a:lnTo>
                  <a:lnTo>
                    <a:pt x="6230493" y="268837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157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911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2.60 (95% CI 0.68-9.90), p = 0.162   (Cox PH)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2026-05-22T09:54:40Z</dcterms:modified>
  <cp:category/>
</cp:coreProperties>
</file>