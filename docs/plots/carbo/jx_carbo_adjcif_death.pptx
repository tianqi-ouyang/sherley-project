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19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051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882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63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46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297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248275"/>
              <a:ext cx="6949396" cy="1204597"/>
            </a:xfrm>
            <a:custGeom>
              <a:avLst/>
              <a:pathLst>
                <a:path w="6949396" h="1204597">
                  <a:moveTo>
                    <a:pt x="0" y="1204597"/>
                  </a:moveTo>
                  <a:lnTo>
                    <a:pt x="718903" y="1204597"/>
                  </a:lnTo>
                  <a:lnTo>
                    <a:pt x="718903" y="1204597"/>
                  </a:lnTo>
                  <a:lnTo>
                    <a:pt x="958537" y="1204597"/>
                  </a:lnTo>
                  <a:lnTo>
                    <a:pt x="958537" y="1076065"/>
                  </a:lnTo>
                  <a:lnTo>
                    <a:pt x="1517684" y="1076065"/>
                  </a:lnTo>
                  <a:lnTo>
                    <a:pt x="1517684" y="945535"/>
                  </a:lnTo>
                  <a:lnTo>
                    <a:pt x="1757318" y="945535"/>
                  </a:lnTo>
                  <a:lnTo>
                    <a:pt x="1757318" y="813624"/>
                  </a:lnTo>
                  <a:lnTo>
                    <a:pt x="1996953" y="813624"/>
                  </a:lnTo>
                  <a:lnTo>
                    <a:pt x="1996953" y="681828"/>
                  </a:lnTo>
                  <a:lnTo>
                    <a:pt x="2076831" y="681828"/>
                  </a:lnTo>
                  <a:lnTo>
                    <a:pt x="2076831" y="549134"/>
                  </a:lnTo>
                  <a:lnTo>
                    <a:pt x="2156709" y="549134"/>
                  </a:lnTo>
                  <a:lnTo>
                    <a:pt x="2156709" y="412353"/>
                  </a:lnTo>
                  <a:lnTo>
                    <a:pt x="4153662" y="412353"/>
                  </a:lnTo>
                  <a:lnTo>
                    <a:pt x="4153662" y="275474"/>
                  </a:lnTo>
                  <a:lnTo>
                    <a:pt x="5990859" y="275474"/>
                  </a:lnTo>
                  <a:lnTo>
                    <a:pt x="5990859" y="138883"/>
                  </a:lnTo>
                  <a:lnTo>
                    <a:pt x="6230493" y="138883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45029"/>
            </a:xfrm>
            <a:custGeom>
              <a:avLst/>
              <a:pathLst>
                <a:path w="6949396" h="2445029">
                  <a:moveTo>
                    <a:pt x="0" y="2445029"/>
                  </a:moveTo>
                  <a:lnTo>
                    <a:pt x="718903" y="2445029"/>
                  </a:lnTo>
                  <a:lnTo>
                    <a:pt x="718903" y="2445029"/>
                  </a:lnTo>
                  <a:lnTo>
                    <a:pt x="958537" y="2445029"/>
                  </a:lnTo>
                  <a:lnTo>
                    <a:pt x="958537" y="2172338"/>
                  </a:lnTo>
                  <a:lnTo>
                    <a:pt x="1517684" y="2172338"/>
                  </a:lnTo>
                  <a:lnTo>
                    <a:pt x="1517684" y="1898338"/>
                  </a:lnTo>
                  <a:lnTo>
                    <a:pt x="1757318" y="1898338"/>
                  </a:lnTo>
                  <a:lnTo>
                    <a:pt x="1757318" y="1624420"/>
                  </a:lnTo>
                  <a:lnTo>
                    <a:pt x="1996953" y="1624420"/>
                  </a:lnTo>
                  <a:lnTo>
                    <a:pt x="1996953" y="1353715"/>
                  </a:lnTo>
                  <a:lnTo>
                    <a:pt x="2076831" y="1353715"/>
                  </a:lnTo>
                  <a:lnTo>
                    <a:pt x="2076831" y="1084148"/>
                  </a:lnTo>
                  <a:lnTo>
                    <a:pt x="2156709" y="1084148"/>
                  </a:lnTo>
                  <a:lnTo>
                    <a:pt x="2156709" y="809392"/>
                  </a:lnTo>
                  <a:lnTo>
                    <a:pt x="4153662" y="809392"/>
                  </a:lnTo>
                  <a:lnTo>
                    <a:pt x="4153662" y="537582"/>
                  </a:lnTo>
                  <a:lnTo>
                    <a:pt x="5990859" y="537582"/>
                  </a:lnTo>
                  <a:lnTo>
                    <a:pt x="5990859" y="269458"/>
                  </a:lnTo>
                  <a:lnTo>
                    <a:pt x="6230493" y="269458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234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06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897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2.16 (95% CI 0.58-7.96), p = 0.249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2026-05-22T10:32:50Z</dcterms:modified>
  <cp:category/>
</cp:coreProperties>
</file>