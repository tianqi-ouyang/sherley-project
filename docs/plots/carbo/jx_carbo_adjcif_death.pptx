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7946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5690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95867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334828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639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7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41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6812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874264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263873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653481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92159" y="304309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66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3134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605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07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997522"/>
              <a:ext cx="6732793" cy="1342291"/>
            </a:xfrm>
            <a:custGeom>
              <a:avLst/>
              <a:pathLst>
                <a:path w="6732793" h="1342291">
                  <a:moveTo>
                    <a:pt x="0" y="1342291"/>
                  </a:moveTo>
                  <a:lnTo>
                    <a:pt x="696495" y="1342291"/>
                  </a:lnTo>
                  <a:lnTo>
                    <a:pt x="696495" y="1342291"/>
                  </a:lnTo>
                  <a:lnTo>
                    <a:pt x="928661" y="1342291"/>
                  </a:lnTo>
                  <a:lnTo>
                    <a:pt x="928661" y="1199358"/>
                  </a:lnTo>
                  <a:lnTo>
                    <a:pt x="1470380" y="1199358"/>
                  </a:lnTo>
                  <a:lnTo>
                    <a:pt x="1470380" y="1053494"/>
                  </a:lnTo>
                  <a:lnTo>
                    <a:pt x="1702545" y="1053494"/>
                  </a:lnTo>
                  <a:lnTo>
                    <a:pt x="1702545" y="904489"/>
                  </a:lnTo>
                  <a:lnTo>
                    <a:pt x="1934710" y="904489"/>
                  </a:lnTo>
                  <a:lnTo>
                    <a:pt x="1934710" y="757494"/>
                  </a:lnTo>
                  <a:lnTo>
                    <a:pt x="2012099" y="757494"/>
                  </a:lnTo>
                  <a:lnTo>
                    <a:pt x="2012099" y="612608"/>
                  </a:lnTo>
                  <a:lnTo>
                    <a:pt x="2089487" y="612608"/>
                  </a:lnTo>
                  <a:lnTo>
                    <a:pt x="2089487" y="464476"/>
                  </a:lnTo>
                  <a:lnTo>
                    <a:pt x="4024198" y="464476"/>
                  </a:lnTo>
                  <a:lnTo>
                    <a:pt x="4024198" y="309114"/>
                  </a:lnTo>
                  <a:lnTo>
                    <a:pt x="5804132" y="309114"/>
                  </a:lnTo>
                  <a:lnTo>
                    <a:pt x="5804132" y="156556"/>
                  </a:lnTo>
                  <a:lnTo>
                    <a:pt x="6036297" y="156556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799" y="3034080"/>
              <a:ext cx="6732793" cy="2196861"/>
            </a:xfrm>
            <a:custGeom>
              <a:avLst/>
              <a:pathLst>
                <a:path w="6732793" h="2196861">
                  <a:moveTo>
                    <a:pt x="0" y="2196861"/>
                  </a:moveTo>
                  <a:lnTo>
                    <a:pt x="696495" y="2196861"/>
                  </a:lnTo>
                  <a:lnTo>
                    <a:pt x="696495" y="2196861"/>
                  </a:lnTo>
                  <a:lnTo>
                    <a:pt x="928661" y="2196861"/>
                  </a:lnTo>
                  <a:lnTo>
                    <a:pt x="928661" y="1950518"/>
                  </a:lnTo>
                  <a:lnTo>
                    <a:pt x="1470380" y="1950518"/>
                  </a:lnTo>
                  <a:lnTo>
                    <a:pt x="1470380" y="1702871"/>
                  </a:lnTo>
                  <a:lnTo>
                    <a:pt x="1702545" y="1702871"/>
                  </a:lnTo>
                  <a:lnTo>
                    <a:pt x="1702545" y="1453447"/>
                  </a:lnTo>
                  <a:lnTo>
                    <a:pt x="1934710" y="1453447"/>
                  </a:lnTo>
                  <a:lnTo>
                    <a:pt x="1934710" y="1210584"/>
                  </a:lnTo>
                  <a:lnTo>
                    <a:pt x="2012099" y="1210584"/>
                  </a:lnTo>
                  <a:lnTo>
                    <a:pt x="2012099" y="974039"/>
                  </a:lnTo>
                  <a:lnTo>
                    <a:pt x="2089487" y="974039"/>
                  </a:lnTo>
                  <a:lnTo>
                    <a:pt x="2089487" y="734854"/>
                  </a:lnTo>
                  <a:lnTo>
                    <a:pt x="4024198" y="734854"/>
                  </a:lnTo>
                  <a:lnTo>
                    <a:pt x="4024198" y="486641"/>
                  </a:lnTo>
                  <a:lnTo>
                    <a:pt x="5804132" y="486641"/>
                  </a:lnTo>
                  <a:lnTo>
                    <a:pt x="5804132" y="245330"/>
                  </a:lnTo>
                  <a:lnTo>
                    <a:pt x="6036297" y="245330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232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12895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0250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992112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25713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1523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8705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7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506889" y="4134324"/>
              <a:ext cx="2232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92159" y="1977589"/>
              <a:ext cx="520540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192159" y="1688767"/>
              <a:ext cx="131591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2026-09-08T16:16:04Z</dcterms:modified>
  <cp:category/>
</cp:coreProperties>
</file>