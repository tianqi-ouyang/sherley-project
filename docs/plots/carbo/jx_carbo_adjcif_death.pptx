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4186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56473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88761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32104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323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130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937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90329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22617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54905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87193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42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1227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034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841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3930708"/>
              <a:ext cx="6892870" cy="1489037"/>
            </a:xfrm>
            <a:custGeom>
              <a:avLst/>
              <a:pathLst>
                <a:path w="6892870" h="1489037">
                  <a:moveTo>
                    <a:pt x="0" y="1489037"/>
                  </a:moveTo>
                  <a:lnTo>
                    <a:pt x="713055" y="1489037"/>
                  </a:lnTo>
                  <a:lnTo>
                    <a:pt x="713055" y="1489037"/>
                  </a:lnTo>
                  <a:lnTo>
                    <a:pt x="950740" y="1489037"/>
                  </a:lnTo>
                  <a:lnTo>
                    <a:pt x="950740" y="1330477"/>
                  </a:lnTo>
                  <a:lnTo>
                    <a:pt x="1505339" y="1330477"/>
                  </a:lnTo>
                  <a:lnTo>
                    <a:pt x="1505339" y="1168667"/>
                  </a:lnTo>
                  <a:lnTo>
                    <a:pt x="1743024" y="1168667"/>
                  </a:lnTo>
                  <a:lnTo>
                    <a:pt x="1743024" y="1003373"/>
                  </a:lnTo>
                  <a:lnTo>
                    <a:pt x="1980709" y="1003373"/>
                  </a:lnTo>
                  <a:lnTo>
                    <a:pt x="1980709" y="840307"/>
                  </a:lnTo>
                  <a:lnTo>
                    <a:pt x="2059938" y="840307"/>
                  </a:lnTo>
                  <a:lnTo>
                    <a:pt x="2059938" y="679581"/>
                  </a:lnTo>
                  <a:lnTo>
                    <a:pt x="2139166" y="679581"/>
                  </a:lnTo>
                  <a:lnTo>
                    <a:pt x="2139166" y="515254"/>
                  </a:lnTo>
                  <a:lnTo>
                    <a:pt x="4119876" y="515254"/>
                  </a:lnTo>
                  <a:lnTo>
                    <a:pt x="4119876" y="342908"/>
                  </a:lnTo>
                  <a:lnTo>
                    <a:pt x="5942129" y="342908"/>
                  </a:lnTo>
                  <a:lnTo>
                    <a:pt x="5942129" y="173672"/>
                  </a:lnTo>
                  <a:lnTo>
                    <a:pt x="6179814" y="173672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9697" y="2861938"/>
              <a:ext cx="6892870" cy="2437033"/>
            </a:xfrm>
            <a:custGeom>
              <a:avLst/>
              <a:pathLst>
                <a:path w="6892870" h="2437033">
                  <a:moveTo>
                    <a:pt x="0" y="2437033"/>
                  </a:moveTo>
                  <a:lnTo>
                    <a:pt x="713055" y="2437033"/>
                  </a:lnTo>
                  <a:lnTo>
                    <a:pt x="713055" y="2437033"/>
                  </a:lnTo>
                  <a:lnTo>
                    <a:pt x="950740" y="2437033"/>
                  </a:lnTo>
                  <a:lnTo>
                    <a:pt x="950740" y="2163758"/>
                  </a:lnTo>
                  <a:lnTo>
                    <a:pt x="1505339" y="2163758"/>
                  </a:lnTo>
                  <a:lnTo>
                    <a:pt x="1505339" y="1889038"/>
                  </a:lnTo>
                  <a:lnTo>
                    <a:pt x="1743024" y="1889038"/>
                  </a:lnTo>
                  <a:lnTo>
                    <a:pt x="1743024" y="1612345"/>
                  </a:lnTo>
                  <a:lnTo>
                    <a:pt x="1980709" y="1612345"/>
                  </a:lnTo>
                  <a:lnTo>
                    <a:pt x="1980709" y="1342930"/>
                  </a:lnTo>
                  <a:lnTo>
                    <a:pt x="2059938" y="1342930"/>
                  </a:lnTo>
                  <a:lnTo>
                    <a:pt x="2059938" y="1080526"/>
                  </a:lnTo>
                  <a:lnTo>
                    <a:pt x="2139166" y="1080526"/>
                  </a:lnTo>
                  <a:lnTo>
                    <a:pt x="2139166" y="815192"/>
                  </a:lnTo>
                  <a:lnTo>
                    <a:pt x="4119876" y="815192"/>
                  </a:lnTo>
                  <a:lnTo>
                    <a:pt x="4119876" y="539843"/>
                  </a:lnTo>
                  <a:lnTo>
                    <a:pt x="5942129" y="539843"/>
                  </a:lnTo>
                  <a:lnTo>
                    <a:pt x="5942129" y="272151"/>
                  </a:lnTo>
                  <a:lnTo>
                    <a:pt x="6179814" y="272151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632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8612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0900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83188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11092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6054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4125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9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5053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5053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2026-05-22T10:43:17Z</dcterms:modified>
  <cp:category/>
</cp:coreProperties>
</file>