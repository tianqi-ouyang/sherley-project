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95380"/>
            </a:xfrm>
            <a:custGeom>
              <a:avLst/>
              <a:pathLst>
                <a:path w="7090630" h="3595380">
                  <a:moveTo>
                    <a:pt x="0" y="3264831"/>
                  </a:moveTo>
                  <a:lnTo>
                    <a:pt x="71622" y="3257406"/>
                  </a:lnTo>
                  <a:lnTo>
                    <a:pt x="143245" y="3249839"/>
                  </a:lnTo>
                  <a:lnTo>
                    <a:pt x="214867" y="3242128"/>
                  </a:lnTo>
                  <a:lnTo>
                    <a:pt x="286490" y="3234268"/>
                  </a:lnTo>
                  <a:lnTo>
                    <a:pt x="358112" y="3226259"/>
                  </a:lnTo>
                  <a:lnTo>
                    <a:pt x="429735" y="3218096"/>
                  </a:lnTo>
                  <a:lnTo>
                    <a:pt x="501357" y="3209776"/>
                  </a:lnTo>
                  <a:lnTo>
                    <a:pt x="572980" y="3201298"/>
                  </a:lnTo>
                  <a:lnTo>
                    <a:pt x="644602" y="3192657"/>
                  </a:lnTo>
                  <a:lnTo>
                    <a:pt x="716225" y="3183850"/>
                  </a:lnTo>
                  <a:lnTo>
                    <a:pt x="787847" y="3174875"/>
                  </a:lnTo>
                  <a:lnTo>
                    <a:pt x="859470" y="3165728"/>
                  </a:lnTo>
                  <a:lnTo>
                    <a:pt x="931092" y="3156406"/>
                  </a:lnTo>
                  <a:lnTo>
                    <a:pt x="1002715" y="3146906"/>
                  </a:lnTo>
                  <a:lnTo>
                    <a:pt x="1074337" y="3137223"/>
                  </a:lnTo>
                  <a:lnTo>
                    <a:pt x="1145960" y="3127356"/>
                  </a:lnTo>
                  <a:lnTo>
                    <a:pt x="1217582" y="3117299"/>
                  </a:lnTo>
                  <a:lnTo>
                    <a:pt x="1289205" y="3107050"/>
                  </a:lnTo>
                  <a:lnTo>
                    <a:pt x="1360827" y="3096605"/>
                  </a:lnTo>
                  <a:lnTo>
                    <a:pt x="1432450" y="3085959"/>
                  </a:lnTo>
                  <a:lnTo>
                    <a:pt x="1504073" y="3075110"/>
                  </a:lnTo>
                  <a:lnTo>
                    <a:pt x="1575695" y="3064053"/>
                  </a:lnTo>
                  <a:lnTo>
                    <a:pt x="1647318" y="3052785"/>
                  </a:lnTo>
                  <a:lnTo>
                    <a:pt x="1718940" y="3041301"/>
                  </a:lnTo>
                  <a:lnTo>
                    <a:pt x="1790563" y="3029596"/>
                  </a:lnTo>
                  <a:lnTo>
                    <a:pt x="1862185" y="3017668"/>
                  </a:lnTo>
                  <a:lnTo>
                    <a:pt x="1933808" y="3005512"/>
                  </a:lnTo>
                  <a:lnTo>
                    <a:pt x="2005430" y="2993122"/>
                  </a:lnTo>
                  <a:lnTo>
                    <a:pt x="2077053" y="2980496"/>
                  </a:lnTo>
                  <a:lnTo>
                    <a:pt x="2148675" y="2967628"/>
                  </a:lnTo>
                  <a:lnTo>
                    <a:pt x="2220298" y="2954513"/>
                  </a:lnTo>
                  <a:lnTo>
                    <a:pt x="2291920" y="2941147"/>
                  </a:lnTo>
                  <a:lnTo>
                    <a:pt x="2363543" y="2927526"/>
                  </a:lnTo>
                  <a:lnTo>
                    <a:pt x="2435165" y="2913643"/>
                  </a:lnTo>
                  <a:lnTo>
                    <a:pt x="2506788" y="2899495"/>
                  </a:lnTo>
                  <a:lnTo>
                    <a:pt x="2578410" y="2885076"/>
                  </a:lnTo>
                  <a:lnTo>
                    <a:pt x="2650033" y="2870381"/>
                  </a:lnTo>
                  <a:lnTo>
                    <a:pt x="2721655" y="2855405"/>
                  </a:lnTo>
                  <a:lnTo>
                    <a:pt x="2793278" y="2840142"/>
                  </a:lnTo>
                  <a:lnTo>
                    <a:pt x="2864901" y="2824587"/>
                  </a:lnTo>
                  <a:lnTo>
                    <a:pt x="2936523" y="2808733"/>
                  </a:lnTo>
                  <a:lnTo>
                    <a:pt x="3008146" y="2792577"/>
                  </a:lnTo>
                  <a:lnTo>
                    <a:pt x="3079768" y="2759657"/>
                  </a:lnTo>
                  <a:lnTo>
                    <a:pt x="3151391" y="2700750"/>
                  </a:lnTo>
                  <a:lnTo>
                    <a:pt x="3223013" y="2637957"/>
                  </a:lnTo>
                  <a:lnTo>
                    <a:pt x="3294636" y="2571022"/>
                  </a:lnTo>
                  <a:lnTo>
                    <a:pt x="3366258" y="2499671"/>
                  </a:lnTo>
                  <a:lnTo>
                    <a:pt x="3437881" y="2423614"/>
                  </a:lnTo>
                  <a:lnTo>
                    <a:pt x="3509503" y="2342539"/>
                  </a:lnTo>
                  <a:lnTo>
                    <a:pt x="3581126" y="2256117"/>
                  </a:lnTo>
                  <a:lnTo>
                    <a:pt x="3652748" y="2163993"/>
                  </a:lnTo>
                  <a:lnTo>
                    <a:pt x="3724371" y="2065792"/>
                  </a:lnTo>
                  <a:lnTo>
                    <a:pt x="3795993" y="1961113"/>
                  </a:lnTo>
                  <a:lnTo>
                    <a:pt x="3867616" y="1849529"/>
                  </a:lnTo>
                  <a:lnTo>
                    <a:pt x="3939238" y="1730584"/>
                  </a:lnTo>
                  <a:lnTo>
                    <a:pt x="4010861" y="1603793"/>
                  </a:lnTo>
                  <a:lnTo>
                    <a:pt x="4082483" y="1468638"/>
                  </a:lnTo>
                  <a:lnTo>
                    <a:pt x="4154106" y="1324567"/>
                  </a:lnTo>
                  <a:lnTo>
                    <a:pt x="4225729" y="1170993"/>
                  </a:lnTo>
                  <a:lnTo>
                    <a:pt x="4297351" y="1007287"/>
                  </a:lnTo>
                  <a:lnTo>
                    <a:pt x="4368974" y="832783"/>
                  </a:lnTo>
                  <a:lnTo>
                    <a:pt x="4440596" y="646767"/>
                  </a:lnTo>
                  <a:lnTo>
                    <a:pt x="4512219" y="448480"/>
                  </a:lnTo>
                  <a:lnTo>
                    <a:pt x="4583841" y="237113"/>
                  </a:lnTo>
                  <a:lnTo>
                    <a:pt x="4655464" y="11803"/>
                  </a:lnTo>
                  <a:lnTo>
                    <a:pt x="4658984" y="0"/>
                  </a:lnTo>
                  <a:lnTo>
                    <a:pt x="7090630" y="0"/>
                  </a:lnTo>
                  <a:lnTo>
                    <a:pt x="7090630" y="1117621"/>
                  </a:lnTo>
                  <a:lnTo>
                    <a:pt x="7019007" y="1165242"/>
                  </a:lnTo>
                  <a:lnTo>
                    <a:pt x="6947385" y="1211969"/>
                  </a:lnTo>
                  <a:lnTo>
                    <a:pt x="6875762" y="1257818"/>
                  </a:lnTo>
                  <a:lnTo>
                    <a:pt x="6804139" y="1302805"/>
                  </a:lnTo>
                  <a:lnTo>
                    <a:pt x="6732517" y="1346948"/>
                  </a:lnTo>
                  <a:lnTo>
                    <a:pt x="6660894" y="1390261"/>
                  </a:lnTo>
                  <a:lnTo>
                    <a:pt x="6589272" y="1432760"/>
                  </a:lnTo>
                  <a:lnTo>
                    <a:pt x="6517649" y="1474462"/>
                  </a:lnTo>
                  <a:lnTo>
                    <a:pt x="6446027" y="1515379"/>
                  </a:lnTo>
                  <a:lnTo>
                    <a:pt x="6374404" y="1555529"/>
                  </a:lnTo>
                  <a:lnTo>
                    <a:pt x="6302782" y="1594924"/>
                  </a:lnTo>
                  <a:lnTo>
                    <a:pt x="6231159" y="1633578"/>
                  </a:lnTo>
                  <a:lnTo>
                    <a:pt x="6159537" y="1671507"/>
                  </a:lnTo>
                  <a:lnTo>
                    <a:pt x="6087914" y="1708723"/>
                  </a:lnTo>
                  <a:lnTo>
                    <a:pt x="6016292" y="1745241"/>
                  </a:lnTo>
                  <a:lnTo>
                    <a:pt x="5944669" y="1781072"/>
                  </a:lnTo>
                  <a:lnTo>
                    <a:pt x="5873047" y="1816230"/>
                  </a:lnTo>
                  <a:lnTo>
                    <a:pt x="5801424" y="1850727"/>
                  </a:lnTo>
                  <a:lnTo>
                    <a:pt x="5729802" y="1884577"/>
                  </a:lnTo>
                  <a:lnTo>
                    <a:pt x="5658179" y="1917791"/>
                  </a:lnTo>
                  <a:lnTo>
                    <a:pt x="5586557" y="1950380"/>
                  </a:lnTo>
                  <a:lnTo>
                    <a:pt x="5514934" y="1982358"/>
                  </a:lnTo>
                  <a:lnTo>
                    <a:pt x="5443311" y="2013735"/>
                  </a:lnTo>
                  <a:lnTo>
                    <a:pt x="5371689" y="2044522"/>
                  </a:lnTo>
                  <a:lnTo>
                    <a:pt x="5300066" y="2074731"/>
                  </a:lnTo>
                  <a:lnTo>
                    <a:pt x="5228444" y="2104373"/>
                  </a:lnTo>
                  <a:lnTo>
                    <a:pt x="5156821" y="2133458"/>
                  </a:lnTo>
                  <a:lnTo>
                    <a:pt x="5085199" y="2161996"/>
                  </a:lnTo>
                  <a:lnTo>
                    <a:pt x="5013576" y="2189998"/>
                  </a:lnTo>
                  <a:lnTo>
                    <a:pt x="4941954" y="2217475"/>
                  </a:lnTo>
                  <a:lnTo>
                    <a:pt x="4870331" y="2244435"/>
                  </a:lnTo>
                  <a:lnTo>
                    <a:pt x="4798709" y="2270888"/>
                  </a:lnTo>
                  <a:lnTo>
                    <a:pt x="4727086" y="2296845"/>
                  </a:lnTo>
                  <a:lnTo>
                    <a:pt x="4655464" y="2322314"/>
                  </a:lnTo>
                  <a:lnTo>
                    <a:pt x="4583841" y="2347305"/>
                  </a:lnTo>
                  <a:lnTo>
                    <a:pt x="4512219" y="2371826"/>
                  </a:lnTo>
                  <a:lnTo>
                    <a:pt x="4440596" y="2395886"/>
                  </a:lnTo>
                  <a:lnTo>
                    <a:pt x="4368974" y="2419495"/>
                  </a:lnTo>
                  <a:lnTo>
                    <a:pt x="4297351" y="2442660"/>
                  </a:lnTo>
                  <a:lnTo>
                    <a:pt x="4225729" y="2465390"/>
                  </a:lnTo>
                  <a:lnTo>
                    <a:pt x="4154106" y="2487693"/>
                  </a:lnTo>
                  <a:lnTo>
                    <a:pt x="4082483" y="2509577"/>
                  </a:lnTo>
                  <a:lnTo>
                    <a:pt x="4010861" y="2531050"/>
                  </a:lnTo>
                  <a:lnTo>
                    <a:pt x="3939238" y="2552119"/>
                  </a:lnTo>
                  <a:lnTo>
                    <a:pt x="3867616" y="2572793"/>
                  </a:lnTo>
                  <a:lnTo>
                    <a:pt x="3795993" y="2593078"/>
                  </a:lnTo>
                  <a:lnTo>
                    <a:pt x="3724371" y="2612983"/>
                  </a:lnTo>
                  <a:lnTo>
                    <a:pt x="3652748" y="2632513"/>
                  </a:lnTo>
                  <a:lnTo>
                    <a:pt x="3581126" y="2651676"/>
                  </a:lnTo>
                  <a:lnTo>
                    <a:pt x="3509503" y="2670480"/>
                  </a:lnTo>
                  <a:lnTo>
                    <a:pt x="3437881" y="2688930"/>
                  </a:lnTo>
                  <a:lnTo>
                    <a:pt x="3366258" y="2707034"/>
                  </a:lnTo>
                  <a:lnTo>
                    <a:pt x="3294636" y="2724797"/>
                  </a:lnTo>
                  <a:lnTo>
                    <a:pt x="3223013" y="2742227"/>
                  </a:lnTo>
                  <a:lnTo>
                    <a:pt x="3151391" y="2759330"/>
                  </a:lnTo>
                  <a:lnTo>
                    <a:pt x="3079768" y="2776111"/>
                  </a:lnTo>
                  <a:lnTo>
                    <a:pt x="3008146" y="2814919"/>
                  </a:lnTo>
                  <a:lnTo>
                    <a:pt x="2936523" y="2866760"/>
                  </a:lnTo>
                  <a:lnTo>
                    <a:pt x="2864901" y="2915394"/>
                  </a:lnTo>
                  <a:lnTo>
                    <a:pt x="2793278" y="2961018"/>
                  </a:lnTo>
                  <a:lnTo>
                    <a:pt x="2721655" y="3003819"/>
                  </a:lnTo>
                  <a:lnTo>
                    <a:pt x="2650033" y="3043971"/>
                  </a:lnTo>
                  <a:lnTo>
                    <a:pt x="2578410" y="3081638"/>
                  </a:lnTo>
                  <a:lnTo>
                    <a:pt x="2506788" y="3116974"/>
                  </a:lnTo>
                  <a:lnTo>
                    <a:pt x="2435165" y="3150123"/>
                  </a:lnTo>
                  <a:lnTo>
                    <a:pt x="2363543" y="3181221"/>
                  </a:lnTo>
                  <a:lnTo>
                    <a:pt x="2291920" y="3210395"/>
                  </a:lnTo>
                  <a:lnTo>
                    <a:pt x="2220298" y="3237763"/>
                  </a:lnTo>
                  <a:lnTo>
                    <a:pt x="2148675" y="3263437"/>
                  </a:lnTo>
                  <a:lnTo>
                    <a:pt x="2077053" y="3287523"/>
                  </a:lnTo>
                  <a:lnTo>
                    <a:pt x="2005430" y="3310118"/>
                  </a:lnTo>
                  <a:lnTo>
                    <a:pt x="1933808" y="3331315"/>
                  </a:lnTo>
                  <a:lnTo>
                    <a:pt x="1862185" y="3351200"/>
                  </a:lnTo>
                  <a:lnTo>
                    <a:pt x="1790563" y="3369855"/>
                  </a:lnTo>
                  <a:lnTo>
                    <a:pt x="1718940" y="3387355"/>
                  </a:lnTo>
                  <a:lnTo>
                    <a:pt x="1647318" y="3403772"/>
                  </a:lnTo>
                  <a:lnTo>
                    <a:pt x="1575695" y="3419173"/>
                  </a:lnTo>
                  <a:lnTo>
                    <a:pt x="1504073" y="3433621"/>
                  </a:lnTo>
                  <a:lnTo>
                    <a:pt x="1432450" y="3447175"/>
                  </a:lnTo>
                  <a:lnTo>
                    <a:pt x="1360827" y="3459890"/>
                  </a:lnTo>
                  <a:lnTo>
                    <a:pt x="1289205" y="3471819"/>
                  </a:lnTo>
                  <a:lnTo>
                    <a:pt x="1217582" y="3483009"/>
                  </a:lnTo>
                  <a:lnTo>
                    <a:pt x="1145960" y="3493507"/>
                  </a:lnTo>
                  <a:lnTo>
                    <a:pt x="1074337" y="3503355"/>
                  </a:lnTo>
                  <a:lnTo>
                    <a:pt x="1002715" y="3512593"/>
                  </a:lnTo>
                  <a:lnTo>
                    <a:pt x="931092" y="3521260"/>
                  </a:lnTo>
                  <a:lnTo>
                    <a:pt x="859470" y="3529391"/>
                  </a:lnTo>
                  <a:lnTo>
                    <a:pt x="787847" y="3537018"/>
                  </a:lnTo>
                  <a:lnTo>
                    <a:pt x="716225" y="3544173"/>
                  </a:lnTo>
                  <a:lnTo>
                    <a:pt x="644602" y="3550886"/>
                  </a:lnTo>
                  <a:lnTo>
                    <a:pt x="572980" y="3557183"/>
                  </a:lnTo>
                  <a:lnTo>
                    <a:pt x="501357" y="3563091"/>
                  </a:lnTo>
                  <a:lnTo>
                    <a:pt x="429735" y="3568632"/>
                  </a:lnTo>
                  <a:lnTo>
                    <a:pt x="358112" y="3573831"/>
                  </a:lnTo>
                  <a:lnTo>
                    <a:pt x="286490" y="3578709"/>
                  </a:lnTo>
                  <a:lnTo>
                    <a:pt x="214867" y="3583284"/>
                  </a:lnTo>
                  <a:lnTo>
                    <a:pt x="143245" y="3587576"/>
                  </a:lnTo>
                  <a:lnTo>
                    <a:pt x="71622" y="3591603"/>
                  </a:lnTo>
                  <a:lnTo>
                    <a:pt x="0" y="35953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658984" cy="3264831"/>
            </a:xfrm>
            <a:custGeom>
              <a:avLst/>
              <a:pathLst>
                <a:path w="4658984" h="3264831">
                  <a:moveTo>
                    <a:pt x="0" y="3264831"/>
                  </a:moveTo>
                  <a:lnTo>
                    <a:pt x="71622" y="3257406"/>
                  </a:lnTo>
                  <a:lnTo>
                    <a:pt x="143245" y="3249839"/>
                  </a:lnTo>
                  <a:lnTo>
                    <a:pt x="214867" y="3242128"/>
                  </a:lnTo>
                  <a:lnTo>
                    <a:pt x="286490" y="3234268"/>
                  </a:lnTo>
                  <a:lnTo>
                    <a:pt x="358112" y="3226259"/>
                  </a:lnTo>
                  <a:lnTo>
                    <a:pt x="429735" y="3218096"/>
                  </a:lnTo>
                  <a:lnTo>
                    <a:pt x="501357" y="3209776"/>
                  </a:lnTo>
                  <a:lnTo>
                    <a:pt x="572980" y="3201298"/>
                  </a:lnTo>
                  <a:lnTo>
                    <a:pt x="644602" y="3192657"/>
                  </a:lnTo>
                  <a:lnTo>
                    <a:pt x="716225" y="3183850"/>
                  </a:lnTo>
                  <a:lnTo>
                    <a:pt x="787847" y="3174875"/>
                  </a:lnTo>
                  <a:lnTo>
                    <a:pt x="859470" y="3165728"/>
                  </a:lnTo>
                  <a:lnTo>
                    <a:pt x="931092" y="3156406"/>
                  </a:lnTo>
                  <a:lnTo>
                    <a:pt x="1002715" y="3146906"/>
                  </a:lnTo>
                  <a:lnTo>
                    <a:pt x="1074337" y="3137223"/>
                  </a:lnTo>
                  <a:lnTo>
                    <a:pt x="1145960" y="3127356"/>
                  </a:lnTo>
                  <a:lnTo>
                    <a:pt x="1217582" y="3117299"/>
                  </a:lnTo>
                  <a:lnTo>
                    <a:pt x="1289205" y="3107050"/>
                  </a:lnTo>
                  <a:lnTo>
                    <a:pt x="1360827" y="3096605"/>
                  </a:lnTo>
                  <a:lnTo>
                    <a:pt x="1432450" y="3085959"/>
                  </a:lnTo>
                  <a:lnTo>
                    <a:pt x="1504073" y="3075110"/>
                  </a:lnTo>
                  <a:lnTo>
                    <a:pt x="1575695" y="3064053"/>
                  </a:lnTo>
                  <a:lnTo>
                    <a:pt x="1647318" y="3052785"/>
                  </a:lnTo>
                  <a:lnTo>
                    <a:pt x="1718940" y="3041301"/>
                  </a:lnTo>
                  <a:lnTo>
                    <a:pt x="1790563" y="3029596"/>
                  </a:lnTo>
                  <a:lnTo>
                    <a:pt x="1862185" y="3017668"/>
                  </a:lnTo>
                  <a:lnTo>
                    <a:pt x="1933808" y="3005512"/>
                  </a:lnTo>
                  <a:lnTo>
                    <a:pt x="2005430" y="2993122"/>
                  </a:lnTo>
                  <a:lnTo>
                    <a:pt x="2077053" y="2980496"/>
                  </a:lnTo>
                  <a:lnTo>
                    <a:pt x="2148675" y="2967628"/>
                  </a:lnTo>
                  <a:lnTo>
                    <a:pt x="2220298" y="2954513"/>
                  </a:lnTo>
                  <a:lnTo>
                    <a:pt x="2291920" y="2941147"/>
                  </a:lnTo>
                  <a:lnTo>
                    <a:pt x="2363543" y="2927526"/>
                  </a:lnTo>
                  <a:lnTo>
                    <a:pt x="2435165" y="2913643"/>
                  </a:lnTo>
                  <a:lnTo>
                    <a:pt x="2506788" y="2899495"/>
                  </a:lnTo>
                  <a:lnTo>
                    <a:pt x="2578410" y="2885076"/>
                  </a:lnTo>
                  <a:lnTo>
                    <a:pt x="2650033" y="2870381"/>
                  </a:lnTo>
                  <a:lnTo>
                    <a:pt x="2721655" y="2855405"/>
                  </a:lnTo>
                  <a:lnTo>
                    <a:pt x="2793278" y="2840142"/>
                  </a:lnTo>
                  <a:lnTo>
                    <a:pt x="2864901" y="2824587"/>
                  </a:lnTo>
                  <a:lnTo>
                    <a:pt x="2936523" y="2808733"/>
                  </a:lnTo>
                  <a:lnTo>
                    <a:pt x="3008146" y="2792577"/>
                  </a:lnTo>
                  <a:lnTo>
                    <a:pt x="3079768" y="2759657"/>
                  </a:lnTo>
                  <a:lnTo>
                    <a:pt x="3151391" y="2700750"/>
                  </a:lnTo>
                  <a:lnTo>
                    <a:pt x="3223013" y="2637957"/>
                  </a:lnTo>
                  <a:lnTo>
                    <a:pt x="3294636" y="2571022"/>
                  </a:lnTo>
                  <a:lnTo>
                    <a:pt x="3366258" y="2499671"/>
                  </a:lnTo>
                  <a:lnTo>
                    <a:pt x="3437881" y="2423614"/>
                  </a:lnTo>
                  <a:lnTo>
                    <a:pt x="3509503" y="2342539"/>
                  </a:lnTo>
                  <a:lnTo>
                    <a:pt x="3581126" y="2256117"/>
                  </a:lnTo>
                  <a:lnTo>
                    <a:pt x="3652748" y="2163993"/>
                  </a:lnTo>
                  <a:lnTo>
                    <a:pt x="3724371" y="2065792"/>
                  </a:lnTo>
                  <a:lnTo>
                    <a:pt x="3795993" y="1961113"/>
                  </a:lnTo>
                  <a:lnTo>
                    <a:pt x="3867616" y="1849529"/>
                  </a:lnTo>
                  <a:lnTo>
                    <a:pt x="3939238" y="1730584"/>
                  </a:lnTo>
                  <a:lnTo>
                    <a:pt x="4010861" y="1603793"/>
                  </a:lnTo>
                  <a:lnTo>
                    <a:pt x="4082483" y="1468638"/>
                  </a:lnTo>
                  <a:lnTo>
                    <a:pt x="4154106" y="1324567"/>
                  </a:lnTo>
                  <a:lnTo>
                    <a:pt x="4225729" y="1170993"/>
                  </a:lnTo>
                  <a:lnTo>
                    <a:pt x="4297351" y="1007287"/>
                  </a:lnTo>
                  <a:lnTo>
                    <a:pt x="4368974" y="832783"/>
                  </a:lnTo>
                  <a:lnTo>
                    <a:pt x="4440596" y="646767"/>
                  </a:lnTo>
                  <a:lnTo>
                    <a:pt x="4512219" y="448480"/>
                  </a:lnTo>
                  <a:lnTo>
                    <a:pt x="4583841" y="237113"/>
                  </a:lnTo>
                  <a:lnTo>
                    <a:pt x="4655464" y="11803"/>
                  </a:lnTo>
                  <a:lnTo>
                    <a:pt x="4658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014184"/>
              <a:ext cx="7090630" cy="2477759"/>
            </a:xfrm>
            <a:custGeom>
              <a:avLst/>
              <a:pathLst>
                <a:path w="7090630" h="2477759">
                  <a:moveTo>
                    <a:pt x="7090630" y="0"/>
                  </a:moveTo>
                  <a:lnTo>
                    <a:pt x="7019007" y="47621"/>
                  </a:lnTo>
                  <a:lnTo>
                    <a:pt x="6947385" y="94347"/>
                  </a:lnTo>
                  <a:lnTo>
                    <a:pt x="6875762" y="140196"/>
                  </a:lnTo>
                  <a:lnTo>
                    <a:pt x="6804139" y="185184"/>
                  </a:lnTo>
                  <a:lnTo>
                    <a:pt x="6732517" y="229326"/>
                  </a:lnTo>
                  <a:lnTo>
                    <a:pt x="6660894" y="272639"/>
                  </a:lnTo>
                  <a:lnTo>
                    <a:pt x="6589272" y="315139"/>
                  </a:lnTo>
                  <a:lnTo>
                    <a:pt x="6517649" y="356840"/>
                  </a:lnTo>
                  <a:lnTo>
                    <a:pt x="6446027" y="397758"/>
                  </a:lnTo>
                  <a:lnTo>
                    <a:pt x="6374404" y="437907"/>
                  </a:lnTo>
                  <a:lnTo>
                    <a:pt x="6302782" y="477302"/>
                  </a:lnTo>
                  <a:lnTo>
                    <a:pt x="6231159" y="515957"/>
                  </a:lnTo>
                  <a:lnTo>
                    <a:pt x="6159537" y="553886"/>
                  </a:lnTo>
                  <a:lnTo>
                    <a:pt x="6087914" y="591102"/>
                  </a:lnTo>
                  <a:lnTo>
                    <a:pt x="6016292" y="627619"/>
                  </a:lnTo>
                  <a:lnTo>
                    <a:pt x="5944669" y="663450"/>
                  </a:lnTo>
                  <a:lnTo>
                    <a:pt x="5873047" y="698608"/>
                  </a:lnTo>
                  <a:lnTo>
                    <a:pt x="5801424" y="733106"/>
                  </a:lnTo>
                  <a:lnTo>
                    <a:pt x="5729802" y="766956"/>
                  </a:lnTo>
                  <a:lnTo>
                    <a:pt x="5658179" y="800169"/>
                  </a:lnTo>
                  <a:lnTo>
                    <a:pt x="5586557" y="832759"/>
                  </a:lnTo>
                  <a:lnTo>
                    <a:pt x="5514934" y="864737"/>
                  </a:lnTo>
                  <a:lnTo>
                    <a:pt x="5443311" y="896113"/>
                  </a:lnTo>
                  <a:lnTo>
                    <a:pt x="5371689" y="926901"/>
                  </a:lnTo>
                  <a:lnTo>
                    <a:pt x="5300066" y="957110"/>
                  </a:lnTo>
                  <a:lnTo>
                    <a:pt x="5228444" y="986751"/>
                  </a:lnTo>
                  <a:lnTo>
                    <a:pt x="5156821" y="1015836"/>
                  </a:lnTo>
                  <a:lnTo>
                    <a:pt x="5085199" y="1044375"/>
                  </a:lnTo>
                  <a:lnTo>
                    <a:pt x="5013576" y="1072377"/>
                  </a:lnTo>
                  <a:lnTo>
                    <a:pt x="4941954" y="1099853"/>
                  </a:lnTo>
                  <a:lnTo>
                    <a:pt x="4870331" y="1126813"/>
                  </a:lnTo>
                  <a:lnTo>
                    <a:pt x="4798709" y="1153267"/>
                  </a:lnTo>
                  <a:lnTo>
                    <a:pt x="4727086" y="1179224"/>
                  </a:lnTo>
                  <a:lnTo>
                    <a:pt x="4655464" y="1204693"/>
                  </a:lnTo>
                  <a:lnTo>
                    <a:pt x="4583841" y="1229683"/>
                  </a:lnTo>
                  <a:lnTo>
                    <a:pt x="4512219" y="1254204"/>
                  </a:lnTo>
                  <a:lnTo>
                    <a:pt x="4440596" y="1278265"/>
                  </a:lnTo>
                  <a:lnTo>
                    <a:pt x="4368974" y="1301874"/>
                  </a:lnTo>
                  <a:lnTo>
                    <a:pt x="4297351" y="1325039"/>
                  </a:lnTo>
                  <a:lnTo>
                    <a:pt x="4225729" y="1347769"/>
                  </a:lnTo>
                  <a:lnTo>
                    <a:pt x="4154106" y="1370071"/>
                  </a:lnTo>
                  <a:lnTo>
                    <a:pt x="4082483" y="1391955"/>
                  </a:lnTo>
                  <a:lnTo>
                    <a:pt x="4010861" y="1413428"/>
                  </a:lnTo>
                  <a:lnTo>
                    <a:pt x="3939238" y="1434498"/>
                  </a:lnTo>
                  <a:lnTo>
                    <a:pt x="3867616" y="1455171"/>
                  </a:lnTo>
                  <a:lnTo>
                    <a:pt x="3795993" y="1475457"/>
                  </a:lnTo>
                  <a:lnTo>
                    <a:pt x="3724371" y="1495361"/>
                  </a:lnTo>
                  <a:lnTo>
                    <a:pt x="3652748" y="1514891"/>
                  </a:lnTo>
                  <a:lnTo>
                    <a:pt x="3581126" y="1534055"/>
                  </a:lnTo>
                  <a:lnTo>
                    <a:pt x="3509503" y="1552858"/>
                  </a:lnTo>
                  <a:lnTo>
                    <a:pt x="3437881" y="1571309"/>
                  </a:lnTo>
                  <a:lnTo>
                    <a:pt x="3366258" y="1589412"/>
                  </a:lnTo>
                  <a:lnTo>
                    <a:pt x="3294636" y="1607176"/>
                  </a:lnTo>
                  <a:lnTo>
                    <a:pt x="3223013" y="1624606"/>
                  </a:lnTo>
                  <a:lnTo>
                    <a:pt x="3151391" y="1641708"/>
                  </a:lnTo>
                  <a:lnTo>
                    <a:pt x="3079768" y="1658489"/>
                  </a:lnTo>
                  <a:lnTo>
                    <a:pt x="3008146" y="1697297"/>
                  </a:lnTo>
                  <a:lnTo>
                    <a:pt x="2936523" y="1749139"/>
                  </a:lnTo>
                  <a:lnTo>
                    <a:pt x="2864901" y="1797773"/>
                  </a:lnTo>
                  <a:lnTo>
                    <a:pt x="2793278" y="1843397"/>
                  </a:lnTo>
                  <a:lnTo>
                    <a:pt x="2721655" y="1886197"/>
                  </a:lnTo>
                  <a:lnTo>
                    <a:pt x="2650033" y="1926349"/>
                  </a:lnTo>
                  <a:lnTo>
                    <a:pt x="2578410" y="1964016"/>
                  </a:lnTo>
                  <a:lnTo>
                    <a:pt x="2506788" y="1999352"/>
                  </a:lnTo>
                  <a:lnTo>
                    <a:pt x="2435165" y="2032502"/>
                  </a:lnTo>
                  <a:lnTo>
                    <a:pt x="2363543" y="2063600"/>
                  </a:lnTo>
                  <a:lnTo>
                    <a:pt x="2291920" y="2092773"/>
                  </a:lnTo>
                  <a:lnTo>
                    <a:pt x="2220298" y="2120141"/>
                  </a:lnTo>
                  <a:lnTo>
                    <a:pt x="2148675" y="2145816"/>
                  </a:lnTo>
                  <a:lnTo>
                    <a:pt x="2077053" y="2169902"/>
                  </a:lnTo>
                  <a:lnTo>
                    <a:pt x="2005430" y="2192497"/>
                  </a:lnTo>
                  <a:lnTo>
                    <a:pt x="1933808" y="2213694"/>
                  </a:lnTo>
                  <a:lnTo>
                    <a:pt x="1862185" y="2233579"/>
                  </a:lnTo>
                  <a:lnTo>
                    <a:pt x="1790563" y="2252233"/>
                  </a:lnTo>
                  <a:lnTo>
                    <a:pt x="1718940" y="2269733"/>
                  </a:lnTo>
                  <a:lnTo>
                    <a:pt x="1647318" y="2286150"/>
                  </a:lnTo>
                  <a:lnTo>
                    <a:pt x="1575695" y="2301552"/>
                  </a:lnTo>
                  <a:lnTo>
                    <a:pt x="1504073" y="2316000"/>
                  </a:lnTo>
                  <a:lnTo>
                    <a:pt x="1432450" y="2329554"/>
                  </a:lnTo>
                  <a:lnTo>
                    <a:pt x="1360827" y="2342269"/>
                  </a:lnTo>
                  <a:lnTo>
                    <a:pt x="1289205" y="2354197"/>
                  </a:lnTo>
                  <a:lnTo>
                    <a:pt x="1217582" y="2365387"/>
                  </a:lnTo>
                  <a:lnTo>
                    <a:pt x="1145960" y="2375885"/>
                  </a:lnTo>
                  <a:lnTo>
                    <a:pt x="1074337" y="2385733"/>
                  </a:lnTo>
                  <a:lnTo>
                    <a:pt x="1002715" y="2394972"/>
                  </a:lnTo>
                  <a:lnTo>
                    <a:pt x="931092" y="2403639"/>
                  </a:lnTo>
                  <a:lnTo>
                    <a:pt x="859470" y="2411769"/>
                  </a:lnTo>
                  <a:lnTo>
                    <a:pt x="787847" y="2419396"/>
                  </a:lnTo>
                  <a:lnTo>
                    <a:pt x="716225" y="2426552"/>
                  </a:lnTo>
                  <a:lnTo>
                    <a:pt x="644602" y="2433264"/>
                  </a:lnTo>
                  <a:lnTo>
                    <a:pt x="572980" y="2439562"/>
                  </a:lnTo>
                  <a:lnTo>
                    <a:pt x="501357" y="2445469"/>
                  </a:lnTo>
                  <a:lnTo>
                    <a:pt x="429735" y="2451011"/>
                  </a:lnTo>
                  <a:lnTo>
                    <a:pt x="358112" y="2456210"/>
                  </a:lnTo>
                  <a:lnTo>
                    <a:pt x="286490" y="2461087"/>
                  </a:lnTo>
                  <a:lnTo>
                    <a:pt x="214867" y="2465662"/>
                  </a:lnTo>
                  <a:lnTo>
                    <a:pt x="143245" y="2469955"/>
                  </a:lnTo>
                  <a:lnTo>
                    <a:pt x="71622" y="2473981"/>
                  </a:lnTo>
                  <a:lnTo>
                    <a:pt x="0" y="24777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531195" cy="3503622"/>
            </a:xfrm>
            <a:custGeom>
              <a:avLst/>
              <a:pathLst>
                <a:path w="5531195" h="3503622">
                  <a:moveTo>
                    <a:pt x="0" y="3503622"/>
                  </a:moveTo>
                  <a:lnTo>
                    <a:pt x="71622" y="3497320"/>
                  </a:lnTo>
                  <a:lnTo>
                    <a:pt x="143245" y="3490750"/>
                  </a:lnTo>
                  <a:lnTo>
                    <a:pt x="214867" y="3483904"/>
                  </a:lnTo>
                  <a:lnTo>
                    <a:pt x="286490" y="3476767"/>
                  </a:lnTo>
                  <a:lnTo>
                    <a:pt x="358112" y="3469329"/>
                  </a:lnTo>
                  <a:lnTo>
                    <a:pt x="429735" y="3461576"/>
                  </a:lnTo>
                  <a:lnTo>
                    <a:pt x="501357" y="3453495"/>
                  </a:lnTo>
                  <a:lnTo>
                    <a:pt x="572980" y="3445073"/>
                  </a:lnTo>
                  <a:lnTo>
                    <a:pt x="644602" y="3436294"/>
                  </a:lnTo>
                  <a:lnTo>
                    <a:pt x="716225" y="3427144"/>
                  </a:lnTo>
                  <a:lnTo>
                    <a:pt x="787847" y="3417607"/>
                  </a:lnTo>
                  <a:lnTo>
                    <a:pt x="859470" y="3407667"/>
                  </a:lnTo>
                  <a:lnTo>
                    <a:pt x="931092" y="3397306"/>
                  </a:lnTo>
                  <a:lnTo>
                    <a:pt x="1002715" y="3386507"/>
                  </a:lnTo>
                  <a:lnTo>
                    <a:pt x="1074337" y="3375251"/>
                  </a:lnTo>
                  <a:lnTo>
                    <a:pt x="1145960" y="3363520"/>
                  </a:lnTo>
                  <a:lnTo>
                    <a:pt x="1217582" y="3351292"/>
                  </a:lnTo>
                  <a:lnTo>
                    <a:pt x="1289205" y="3338547"/>
                  </a:lnTo>
                  <a:lnTo>
                    <a:pt x="1360827" y="3325263"/>
                  </a:lnTo>
                  <a:lnTo>
                    <a:pt x="1432450" y="3311417"/>
                  </a:lnTo>
                  <a:lnTo>
                    <a:pt x="1504073" y="3296985"/>
                  </a:lnTo>
                  <a:lnTo>
                    <a:pt x="1575695" y="3281944"/>
                  </a:lnTo>
                  <a:lnTo>
                    <a:pt x="1647318" y="3266266"/>
                  </a:lnTo>
                  <a:lnTo>
                    <a:pt x="1718940" y="3249925"/>
                  </a:lnTo>
                  <a:lnTo>
                    <a:pt x="1790563" y="3232893"/>
                  </a:lnTo>
                  <a:lnTo>
                    <a:pt x="1862185" y="3215140"/>
                  </a:lnTo>
                  <a:lnTo>
                    <a:pt x="1933808" y="3196637"/>
                  </a:lnTo>
                  <a:lnTo>
                    <a:pt x="2005430" y="3177351"/>
                  </a:lnTo>
                  <a:lnTo>
                    <a:pt x="2077053" y="3157250"/>
                  </a:lnTo>
                  <a:lnTo>
                    <a:pt x="2148675" y="3136298"/>
                  </a:lnTo>
                  <a:lnTo>
                    <a:pt x="2220298" y="3114461"/>
                  </a:lnTo>
                  <a:lnTo>
                    <a:pt x="2291920" y="3091699"/>
                  </a:lnTo>
                  <a:lnTo>
                    <a:pt x="2363543" y="3067976"/>
                  </a:lnTo>
                  <a:lnTo>
                    <a:pt x="2435165" y="3043248"/>
                  </a:lnTo>
                  <a:lnTo>
                    <a:pt x="2506788" y="3017475"/>
                  </a:lnTo>
                  <a:lnTo>
                    <a:pt x="2578410" y="2990612"/>
                  </a:lnTo>
                  <a:lnTo>
                    <a:pt x="2650033" y="2962613"/>
                  </a:lnTo>
                  <a:lnTo>
                    <a:pt x="2721655" y="2933430"/>
                  </a:lnTo>
                  <a:lnTo>
                    <a:pt x="2793278" y="2903012"/>
                  </a:lnTo>
                  <a:lnTo>
                    <a:pt x="2864901" y="2871308"/>
                  </a:lnTo>
                  <a:lnTo>
                    <a:pt x="2936523" y="2838264"/>
                  </a:lnTo>
                  <a:lnTo>
                    <a:pt x="3008146" y="2803821"/>
                  </a:lnTo>
                  <a:lnTo>
                    <a:pt x="3079768" y="2767922"/>
                  </a:lnTo>
                  <a:lnTo>
                    <a:pt x="3151391" y="2730505"/>
                  </a:lnTo>
                  <a:lnTo>
                    <a:pt x="3223013" y="2691505"/>
                  </a:lnTo>
                  <a:lnTo>
                    <a:pt x="3294636" y="2650856"/>
                  </a:lnTo>
                  <a:lnTo>
                    <a:pt x="3366258" y="2608487"/>
                  </a:lnTo>
                  <a:lnTo>
                    <a:pt x="3437881" y="2564327"/>
                  </a:lnTo>
                  <a:lnTo>
                    <a:pt x="3509503" y="2518299"/>
                  </a:lnTo>
                  <a:lnTo>
                    <a:pt x="3581126" y="2470325"/>
                  </a:lnTo>
                  <a:lnTo>
                    <a:pt x="3652748" y="2420321"/>
                  </a:lnTo>
                  <a:lnTo>
                    <a:pt x="3724371" y="2368203"/>
                  </a:lnTo>
                  <a:lnTo>
                    <a:pt x="3795993" y="2313880"/>
                  </a:lnTo>
                  <a:lnTo>
                    <a:pt x="3867616" y="2257260"/>
                  </a:lnTo>
                  <a:lnTo>
                    <a:pt x="3939238" y="2198246"/>
                  </a:lnTo>
                  <a:lnTo>
                    <a:pt x="4010861" y="2136735"/>
                  </a:lnTo>
                  <a:lnTo>
                    <a:pt x="4082483" y="2072623"/>
                  </a:lnTo>
                  <a:lnTo>
                    <a:pt x="4154106" y="2005800"/>
                  </a:lnTo>
                  <a:lnTo>
                    <a:pt x="4225729" y="1936150"/>
                  </a:lnTo>
                  <a:lnTo>
                    <a:pt x="4297351" y="1863555"/>
                  </a:lnTo>
                  <a:lnTo>
                    <a:pt x="4368974" y="1787890"/>
                  </a:lnTo>
                  <a:lnTo>
                    <a:pt x="4440596" y="1709024"/>
                  </a:lnTo>
                  <a:lnTo>
                    <a:pt x="4512219" y="1626823"/>
                  </a:lnTo>
                  <a:lnTo>
                    <a:pt x="4583841" y="1541145"/>
                  </a:lnTo>
                  <a:lnTo>
                    <a:pt x="4655464" y="1451844"/>
                  </a:lnTo>
                  <a:lnTo>
                    <a:pt x="4727086" y="1358766"/>
                  </a:lnTo>
                  <a:lnTo>
                    <a:pt x="4798709" y="1261752"/>
                  </a:lnTo>
                  <a:lnTo>
                    <a:pt x="4870331" y="1160635"/>
                  </a:lnTo>
                  <a:lnTo>
                    <a:pt x="4941954" y="1055241"/>
                  </a:lnTo>
                  <a:lnTo>
                    <a:pt x="5013576" y="945389"/>
                  </a:lnTo>
                  <a:lnTo>
                    <a:pt x="5085199" y="830892"/>
                  </a:lnTo>
                  <a:lnTo>
                    <a:pt x="5156821" y="711552"/>
                  </a:lnTo>
                  <a:lnTo>
                    <a:pt x="5228444" y="587165"/>
                  </a:lnTo>
                  <a:lnTo>
                    <a:pt x="5300066" y="457518"/>
                  </a:lnTo>
                  <a:lnTo>
                    <a:pt x="5371689" y="322387"/>
                  </a:lnTo>
                  <a:lnTo>
                    <a:pt x="5443311" y="181541"/>
                  </a:lnTo>
                  <a:lnTo>
                    <a:pt x="5514934" y="34739"/>
                  </a:lnTo>
                  <a:lnTo>
                    <a:pt x="553119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2026-05-22T09:54:34Z</dcterms:modified>
  <cp:category/>
</cp:coreProperties>
</file>