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227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8717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5160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160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8046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4405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0495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6938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3381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8982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6267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172049" y="1896563"/>
              <a:ext cx="7090630" cy="3581736"/>
            </a:xfrm>
            <a:custGeom>
              <a:avLst/>
              <a:pathLst>
                <a:path w="7090630" h="3581736">
                  <a:moveTo>
                    <a:pt x="0" y="3221070"/>
                  </a:moveTo>
                  <a:lnTo>
                    <a:pt x="71622" y="3213911"/>
                  </a:lnTo>
                  <a:lnTo>
                    <a:pt x="143245" y="3206632"/>
                  </a:lnTo>
                  <a:lnTo>
                    <a:pt x="214867" y="3199233"/>
                  </a:lnTo>
                  <a:lnTo>
                    <a:pt x="286490" y="3191711"/>
                  </a:lnTo>
                  <a:lnTo>
                    <a:pt x="358112" y="3184065"/>
                  </a:lnTo>
                  <a:lnTo>
                    <a:pt x="429735" y="3176291"/>
                  </a:lnTo>
                  <a:lnTo>
                    <a:pt x="501357" y="3168389"/>
                  </a:lnTo>
                  <a:lnTo>
                    <a:pt x="572980" y="3160355"/>
                  </a:lnTo>
                  <a:lnTo>
                    <a:pt x="644602" y="3152188"/>
                  </a:lnTo>
                  <a:lnTo>
                    <a:pt x="716225" y="3143886"/>
                  </a:lnTo>
                  <a:lnTo>
                    <a:pt x="787847" y="3135446"/>
                  </a:lnTo>
                  <a:lnTo>
                    <a:pt x="859470" y="3126866"/>
                  </a:lnTo>
                  <a:lnTo>
                    <a:pt x="931092" y="3118143"/>
                  </a:lnTo>
                  <a:lnTo>
                    <a:pt x="1002715" y="3109276"/>
                  </a:lnTo>
                  <a:lnTo>
                    <a:pt x="1074337" y="3100262"/>
                  </a:lnTo>
                  <a:lnTo>
                    <a:pt x="1145960" y="3091098"/>
                  </a:lnTo>
                  <a:lnTo>
                    <a:pt x="1217582" y="3081783"/>
                  </a:lnTo>
                  <a:lnTo>
                    <a:pt x="1289205" y="3072312"/>
                  </a:lnTo>
                  <a:lnTo>
                    <a:pt x="1360827" y="3062685"/>
                  </a:lnTo>
                  <a:lnTo>
                    <a:pt x="1432450" y="3052898"/>
                  </a:lnTo>
                  <a:lnTo>
                    <a:pt x="1504073" y="3042948"/>
                  </a:lnTo>
                  <a:lnTo>
                    <a:pt x="1575695" y="3032834"/>
                  </a:lnTo>
                  <a:lnTo>
                    <a:pt x="1647318" y="3022551"/>
                  </a:lnTo>
                  <a:lnTo>
                    <a:pt x="1718940" y="3012098"/>
                  </a:lnTo>
                  <a:lnTo>
                    <a:pt x="1790563" y="3001472"/>
                  </a:lnTo>
                  <a:lnTo>
                    <a:pt x="1862185" y="2990669"/>
                  </a:lnTo>
                  <a:lnTo>
                    <a:pt x="1933808" y="2979688"/>
                  </a:lnTo>
                  <a:lnTo>
                    <a:pt x="2005430" y="2968524"/>
                  </a:lnTo>
                  <a:lnTo>
                    <a:pt x="2077053" y="2957174"/>
                  </a:lnTo>
                  <a:lnTo>
                    <a:pt x="2148675" y="2945637"/>
                  </a:lnTo>
                  <a:lnTo>
                    <a:pt x="2220298" y="2933908"/>
                  </a:lnTo>
                  <a:lnTo>
                    <a:pt x="2291920" y="2921984"/>
                  </a:lnTo>
                  <a:lnTo>
                    <a:pt x="2363543" y="2909863"/>
                  </a:lnTo>
                  <a:lnTo>
                    <a:pt x="2435165" y="2897541"/>
                  </a:lnTo>
                  <a:lnTo>
                    <a:pt x="2506788" y="2885014"/>
                  </a:lnTo>
                  <a:lnTo>
                    <a:pt x="2578410" y="2872279"/>
                  </a:lnTo>
                  <a:lnTo>
                    <a:pt x="2650033" y="2859334"/>
                  </a:lnTo>
                  <a:lnTo>
                    <a:pt x="2721655" y="2846173"/>
                  </a:lnTo>
                  <a:lnTo>
                    <a:pt x="2793278" y="2832794"/>
                  </a:lnTo>
                  <a:lnTo>
                    <a:pt x="2864901" y="2819193"/>
                  </a:lnTo>
                  <a:lnTo>
                    <a:pt x="2936523" y="2805367"/>
                  </a:lnTo>
                  <a:lnTo>
                    <a:pt x="3008146" y="2791311"/>
                  </a:lnTo>
                  <a:lnTo>
                    <a:pt x="3079768" y="2761510"/>
                  </a:lnTo>
                  <a:lnTo>
                    <a:pt x="3151391" y="2707481"/>
                  </a:lnTo>
                  <a:lnTo>
                    <a:pt x="3223013" y="2650175"/>
                  </a:lnTo>
                  <a:lnTo>
                    <a:pt x="3294636" y="2589395"/>
                  </a:lnTo>
                  <a:lnTo>
                    <a:pt x="3366258" y="2524930"/>
                  </a:lnTo>
                  <a:lnTo>
                    <a:pt x="3437881" y="2456556"/>
                  </a:lnTo>
                  <a:lnTo>
                    <a:pt x="3509503" y="2384037"/>
                  </a:lnTo>
                  <a:lnTo>
                    <a:pt x="3581126" y="2307121"/>
                  </a:lnTo>
                  <a:lnTo>
                    <a:pt x="3652748" y="2225542"/>
                  </a:lnTo>
                  <a:lnTo>
                    <a:pt x="3724371" y="2139016"/>
                  </a:lnTo>
                  <a:lnTo>
                    <a:pt x="3795993" y="2047244"/>
                  </a:lnTo>
                  <a:lnTo>
                    <a:pt x="3867616" y="1949908"/>
                  </a:lnTo>
                  <a:lnTo>
                    <a:pt x="3939238" y="1846671"/>
                  </a:lnTo>
                  <a:lnTo>
                    <a:pt x="4010861" y="1737174"/>
                  </a:lnTo>
                  <a:lnTo>
                    <a:pt x="4082483" y="1621038"/>
                  </a:lnTo>
                  <a:lnTo>
                    <a:pt x="4154106" y="1497861"/>
                  </a:lnTo>
                  <a:lnTo>
                    <a:pt x="4225729" y="1367216"/>
                  </a:lnTo>
                  <a:lnTo>
                    <a:pt x="4297351" y="1228650"/>
                  </a:lnTo>
                  <a:lnTo>
                    <a:pt x="4368974" y="1081682"/>
                  </a:lnTo>
                  <a:lnTo>
                    <a:pt x="4440596" y="925804"/>
                  </a:lnTo>
                  <a:lnTo>
                    <a:pt x="4512219" y="760475"/>
                  </a:lnTo>
                  <a:lnTo>
                    <a:pt x="4583841" y="585121"/>
                  </a:lnTo>
                  <a:lnTo>
                    <a:pt x="4655464" y="399136"/>
                  </a:lnTo>
                  <a:lnTo>
                    <a:pt x="4727086" y="201875"/>
                  </a:lnTo>
                  <a:lnTo>
                    <a:pt x="4796194" y="0"/>
                  </a:lnTo>
                  <a:lnTo>
                    <a:pt x="7090630" y="0"/>
                  </a:lnTo>
                  <a:lnTo>
                    <a:pt x="7090630" y="1452394"/>
                  </a:lnTo>
                  <a:lnTo>
                    <a:pt x="7019007" y="1488299"/>
                  </a:lnTo>
                  <a:lnTo>
                    <a:pt x="6947385" y="1523619"/>
                  </a:lnTo>
                  <a:lnTo>
                    <a:pt x="6875762" y="1558362"/>
                  </a:lnTo>
                  <a:lnTo>
                    <a:pt x="6804139" y="1592538"/>
                  </a:lnTo>
                  <a:lnTo>
                    <a:pt x="6732517" y="1626157"/>
                  </a:lnTo>
                  <a:lnTo>
                    <a:pt x="6660894" y="1659226"/>
                  </a:lnTo>
                  <a:lnTo>
                    <a:pt x="6589272" y="1691757"/>
                  </a:lnTo>
                  <a:lnTo>
                    <a:pt x="6517649" y="1723756"/>
                  </a:lnTo>
                  <a:lnTo>
                    <a:pt x="6446027" y="1755233"/>
                  </a:lnTo>
                  <a:lnTo>
                    <a:pt x="6374404" y="1786197"/>
                  </a:lnTo>
                  <a:lnTo>
                    <a:pt x="6302782" y="1816655"/>
                  </a:lnTo>
                  <a:lnTo>
                    <a:pt x="6231159" y="1846616"/>
                  </a:lnTo>
                  <a:lnTo>
                    <a:pt x="6159537" y="1876088"/>
                  </a:lnTo>
                  <a:lnTo>
                    <a:pt x="6087914" y="1905079"/>
                  </a:lnTo>
                  <a:lnTo>
                    <a:pt x="6016292" y="1933598"/>
                  </a:lnTo>
                  <a:lnTo>
                    <a:pt x="5944669" y="1961650"/>
                  </a:lnTo>
                  <a:lnTo>
                    <a:pt x="5873047" y="1989245"/>
                  </a:lnTo>
                  <a:lnTo>
                    <a:pt x="5801424" y="2016390"/>
                  </a:lnTo>
                  <a:lnTo>
                    <a:pt x="5729802" y="2043092"/>
                  </a:lnTo>
                  <a:lnTo>
                    <a:pt x="5658179" y="2069358"/>
                  </a:lnTo>
                  <a:lnTo>
                    <a:pt x="5586557" y="2095195"/>
                  </a:lnTo>
                  <a:lnTo>
                    <a:pt x="5514934" y="2120611"/>
                  </a:lnTo>
                  <a:lnTo>
                    <a:pt x="5443311" y="2145612"/>
                  </a:lnTo>
                  <a:lnTo>
                    <a:pt x="5371689" y="2170205"/>
                  </a:lnTo>
                  <a:lnTo>
                    <a:pt x="5300066" y="2194396"/>
                  </a:lnTo>
                  <a:lnTo>
                    <a:pt x="5228444" y="2218193"/>
                  </a:lnTo>
                  <a:lnTo>
                    <a:pt x="5156821" y="2241602"/>
                  </a:lnTo>
                  <a:lnTo>
                    <a:pt x="5085199" y="2264628"/>
                  </a:lnTo>
                  <a:lnTo>
                    <a:pt x="5013576" y="2287279"/>
                  </a:lnTo>
                  <a:lnTo>
                    <a:pt x="4941954" y="2309560"/>
                  </a:lnTo>
                  <a:lnTo>
                    <a:pt x="4870331" y="2331477"/>
                  </a:lnTo>
                  <a:lnTo>
                    <a:pt x="4798709" y="2353037"/>
                  </a:lnTo>
                  <a:lnTo>
                    <a:pt x="4727086" y="2374245"/>
                  </a:lnTo>
                  <a:lnTo>
                    <a:pt x="4655464" y="2395107"/>
                  </a:lnTo>
                  <a:lnTo>
                    <a:pt x="4583841" y="2415629"/>
                  </a:lnTo>
                  <a:lnTo>
                    <a:pt x="4512219" y="2435815"/>
                  </a:lnTo>
                  <a:lnTo>
                    <a:pt x="4440596" y="2455672"/>
                  </a:lnTo>
                  <a:lnTo>
                    <a:pt x="4368974" y="2475206"/>
                  </a:lnTo>
                  <a:lnTo>
                    <a:pt x="4297351" y="2494420"/>
                  </a:lnTo>
                  <a:lnTo>
                    <a:pt x="4225729" y="2513321"/>
                  </a:lnTo>
                  <a:lnTo>
                    <a:pt x="4154106" y="2531913"/>
                  </a:lnTo>
                  <a:lnTo>
                    <a:pt x="4082483" y="2550202"/>
                  </a:lnTo>
                  <a:lnTo>
                    <a:pt x="4010861" y="2568193"/>
                  </a:lnTo>
                  <a:lnTo>
                    <a:pt x="3939238" y="2585890"/>
                  </a:lnTo>
                  <a:lnTo>
                    <a:pt x="3867616" y="2603298"/>
                  </a:lnTo>
                  <a:lnTo>
                    <a:pt x="3795993" y="2620422"/>
                  </a:lnTo>
                  <a:lnTo>
                    <a:pt x="3724371" y="2637266"/>
                  </a:lnTo>
                  <a:lnTo>
                    <a:pt x="3652748" y="2653836"/>
                  </a:lnTo>
                  <a:lnTo>
                    <a:pt x="3581126" y="2670136"/>
                  </a:lnTo>
                  <a:lnTo>
                    <a:pt x="3509503" y="2686169"/>
                  </a:lnTo>
                  <a:lnTo>
                    <a:pt x="3437881" y="2701941"/>
                  </a:lnTo>
                  <a:lnTo>
                    <a:pt x="3366258" y="2717455"/>
                  </a:lnTo>
                  <a:lnTo>
                    <a:pt x="3294636" y="2732716"/>
                  </a:lnTo>
                  <a:lnTo>
                    <a:pt x="3223013" y="2747728"/>
                  </a:lnTo>
                  <a:lnTo>
                    <a:pt x="3151391" y="2762495"/>
                  </a:lnTo>
                  <a:lnTo>
                    <a:pt x="3079768" y="2777021"/>
                  </a:lnTo>
                  <a:lnTo>
                    <a:pt x="3008146" y="2812452"/>
                  </a:lnTo>
                  <a:lnTo>
                    <a:pt x="2936523" y="2860481"/>
                  </a:lnTo>
                  <a:lnTo>
                    <a:pt x="2864901" y="2905764"/>
                  </a:lnTo>
                  <a:lnTo>
                    <a:pt x="2793278" y="2948459"/>
                  </a:lnTo>
                  <a:lnTo>
                    <a:pt x="2721655" y="2988714"/>
                  </a:lnTo>
                  <a:lnTo>
                    <a:pt x="2650033" y="3026667"/>
                  </a:lnTo>
                  <a:lnTo>
                    <a:pt x="2578410" y="3062450"/>
                  </a:lnTo>
                  <a:lnTo>
                    <a:pt x="2506788" y="3096188"/>
                  </a:lnTo>
                  <a:lnTo>
                    <a:pt x="2435165" y="3127998"/>
                  </a:lnTo>
                  <a:lnTo>
                    <a:pt x="2363543" y="3157989"/>
                  </a:lnTo>
                  <a:lnTo>
                    <a:pt x="2291920" y="3186266"/>
                  </a:lnTo>
                  <a:lnTo>
                    <a:pt x="2220298" y="3212926"/>
                  </a:lnTo>
                  <a:lnTo>
                    <a:pt x="2148675" y="3238062"/>
                  </a:lnTo>
                  <a:lnTo>
                    <a:pt x="2077053" y="3261761"/>
                  </a:lnTo>
                  <a:lnTo>
                    <a:pt x="2005430" y="3284106"/>
                  </a:lnTo>
                  <a:lnTo>
                    <a:pt x="1933808" y="3305173"/>
                  </a:lnTo>
                  <a:lnTo>
                    <a:pt x="1862185" y="3325036"/>
                  </a:lnTo>
                  <a:lnTo>
                    <a:pt x="1790563" y="3343764"/>
                  </a:lnTo>
                  <a:lnTo>
                    <a:pt x="1718940" y="3361421"/>
                  </a:lnTo>
                  <a:lnTo>
                    <a:pt x="1647318" y="3378068"/>
                  </a:lnTo>
                  <a:lnTo>
                    <a:pt x="1575695" y="3393764"/>
                  </a:lnTo>
                  <a:lnTo>
                    <a:pt x="1504073" y="3408563"/>
                  </a:lnTo>
                  <a:lnTo>
                    <a:pt x="1432450" y="3422516"/>
                  </a:lnTo>
                  <a:lnTo>
                    <a:pt x="1360827" y="3435671"/>
                  </a:lnTo>
                  <a:lnTo>
                    <a:pt x="1289205" y="3448074"/>
                  </a:lnTo>
                  <a:lnTo>
                    <a:pt x="1217582" y="3459768"/>
                  </a:lnTo>
                  <a:lnTo>
                    <a:pt x="1145960" y="3470793"/>
                  </a:lnTo>
                  <a:lnTo>
                    <a:pt x="1074337" y="3481189"/>
                  </a:lnTo>
                  <a:lnTo>
                    <a:pt x="1002715" y="3490990"/>
                  </a:lnTo>
                  <a:lnTo>
                    <a:pt x="931092" y="3500231"/>
                  </a:lnTo>
                  <a:lnTo>
                    <a:pt x="859470" y="3508943"/>
                  </a:lnTo>
                  <a:lnTo>
                    <a:pt x="787847" y="3517158"/>
                  </a:lnTo>
                  <a:lnTo>
                    <a:pt x="716225" y="3524903"/>
                  </a:lnTo>
                  <a:lnTo>
                    <a:pt x="644602" y="3532205"/>
                  </a:lnTo>
                  <a:lnTo>
                    <a:pt x="572980" y="3539090"/>
                  </a:lnTo>
                  <a:lnTo>
                    <a:pt x="501357" y="3545581"/>
                  </a:lnTo>
                  <a:lnTo>
                    <a:pt x="429735" y="3551701"/>
                  </a:lnTo>
                  <a:lnTo>
                    <a:pt x="358112" y="3557472"/>
                  </a:lnTo>
                  <a:lnTo>
                    <a:pt x="286490" y="3562912"/>
                  </a:lnTo>
                  <a:lnTo>
                    <a:pt x="214867" y="3568041"/>
                  </a:lnTo>
                  <a:lnTo>
                    <a:pt x="143245" y="3572878"/>
                  </a:lnTo>
                  <a:lnTo>
                    <a:pt x="71622" y="3577437"/>
                  </a:lnTo>
                  <a:lnTo>
                    <a:pt x="0" y="35817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1896563"/>
              <a:ext cx="4796194" cy="3221070"/>
            </a:xfrm>
            <a:custGeom>
              <a:avLst/>
              <a:pathLst>
                <a:path w="4796194" h="3221070">
                  <a:moveTo>
                    <a:pt x="0" y="3221070"/>
                  </a:moveTo>
                  <a:lnTo>
                    <a:pt x="71622" y="3213911"/>
                  </a:lnTo>
                  <a:lnTo>
                    <a:pt x="143245" y="3206632"/>
                  </a:lnTo>
                  <a:lnTo>
                    <a:pt x="214867" y="3199233"/>
                  </a:lnTo>
                  <a:lnTo>
                    <a:pt x="286490" y="3191711"/>
                  </a:lnTo>
                  <a:lnTo>
                    <a:pt x="358112" y="3184065"/>
                  </a:lnTo>
                  <a:lnTo>
                    <a:pt x="429735" y="3176291"/>
                  </a:lnTo>
                  <a:lnTo>
                    <a:pt x="501357" y="3168389"/>
                  </a:lnTo>
                  <a:lnTo>
                    <a:pt x="572980" y="3160355"/>
                  </a:lnTo>
                  <a:lnTo>
                    <a:pt x="644602" y="3152188"/>
                  </a:lnTo>
                  <a:lnTo>
                    <a:pt x="716225" y="3143886"/>
                  </a:lnTo>
                  <a:lnTo>
                    <a:pt x="787847" y="3135446"/>
                  </a:lnTo>
                  <a:lnTo>
                    <a:pt x="859470" y="3126866"/>
                  </a:lnTo>
                  <a:lnTo>
                    <a:pt x="931092" y="3118143"/>
                  </a:lnTo>
                  <a:lnTo>
                    <a:pt x="1002715" y="3109276"/>
                  </a:lnTo>
                  <a:lnTo>
                    <a:pt x="1074337" y="3100262"/>
                  </a:lnTo>
                  <a:lnTo>
                    <a:pt x="1145960" y="3091098"/>
                  </a:lnTo>
                  <a:lnTo>
                    <a:pt x="1217582" y="3081783"/>
                  </a:lnTo>
                  <a:lnTo>
                    <a:pt x="1289205" y="3072312"/>
                  </a:lnTo>
                  <a:lnTo>
                    <a:pt x="1360827" y="3062685"/>
                  </a:lnTo>
                  <a:lnTo>
                    <a:pt x="1432450" y="3052898"/>
                  </a:lnTo>
                  <a:lnTo>
                    <a:pt x="1504073" y="3042948"/>
                  </a:lnTo>
                  <a:lnTo>
                    <a:pt x="1575695" y="3032834"/>
                  </a:lnTo>
                  <a:lnTo>
                    <a:pt x="1647318" y="3022551"/>
                  </a:lnTo>
                  <a:lnTo>
                    <a:pt x="1718940" y="3012098"/>
                  </a:lnTo>
                  <a:lnTo>
                    <a:pt x="1790563" y="3001472"/>
                  </a:lnTo>
                  <a:lnTo>
                    <a:pt x="1862185" y="2990669"/>
                  </a:lnTo>
                  <a:lnTo>
                    <a:pt x="1933808" y="2979688"/>
                  </a:lnTo>
                  <a:lnTo>
                    <a:pt x="2005430" y="2968524"/>
                  </a:lnTo>
                  <a:lnTo>
                    <a:pt x="2077053" y="2957174"/>
                  </a:lnTo>
                  <a:lnTo>
                    <a:pt x="2148675" y="2945637"/>
                  </a:lnTo>
                  <a:lnTo>
                    <a:pt x="2220298" y="2933908"/>
                  </a:lnTo>
                  <a:lnTo>
                    <a:pt x="2291920" y="2921984"/>
                  </a:lnTo>
                  <a:lnTo>
                    <a:pt x="2363543" y="2909863"/>
                  </a:lnTo>
                  <a:lnTo>
                    <a:pt x="2435165" y="2897541"/>
                  </a:lnTo>
                  <a:lnTo>
                    <a:pt x="2506788" y="2885014"/>
                  </a:lnTo>
                  <a:lnTo>
                    <a:pt x="2578410" y="2872279"/>
                  </a:lnTo>
                  <a:lnTo>
                    <a:pt x="2650033" y="2859334"/>
                  </a:lnTo>
                  <a:lnTo>
                    <a:pt x="2721655" y="2846173"/>
                  </a:lnTo>
                  <a:lnTo>
                    <a:pt x="2793278" y="2832794"/>
                  </a:lnTo>
                  <a:lnTo>
                    <a:pt x="2864901" y="2819193"/>
                  </a:lnTo>
                  <a:lnTo>
                    <a:pt x="2936523" y="2805367"/>
                  </a:lnTo>
                  <a:lnTo>
                    <a:pt x="3008146" y="2791311"/>
                  </a:lnTo>
                  <a:lnTo>
                    <a:pt x="3079768" y="2761510"/>
                  </a:lnTo>
                  <a:lnTo>
                    <a:pt x="3151391" y="2707481"/>
                  </a:lnTo>
                  <a:lnTo>
                    <a:pt x="3223013" y="2650175"/>
                  </a:lnTo>
                  <a:lnTo>
                    <a:pt x="3294636" y="2589395"/>
                  </a:lnTo>
                  <a:lnTo>
                    <a:pt x="3366258" y="2524930"/>
                  </a:lnTo>
                  <a:lnTo>
                    <a:pt x="3437881" y="2456556"/>
                  </a:lnTo>
                  <a:lnTo>
                    <a:pt x="3509503" y="2384037"/>
                  </a:lnTo>
                  <a:lnTo>
                    <a:pt x="3581126" y="2307121"/>
                  </a:lnTo>
                  <a:lnTo>
                    <a:pt x="3652748" y="2225542"/>
                  </a:lnTo>
                  <a:lnTo>
                    <a:pt x="3724371" y="2139016"/>
                  </a:lnTo>
                  <a:lnTo>
                    <a:pt x="3795993" y="2047244"/>
                  </a:lnTo>
                  <a:lnTo>
                    <a:pt x="3867616" y="1949908"/>
                  </a:lnTo>
                  <a:lnTo>
                    <a:pt x="3939238" y="1846671"/>
                  </a:lnTo>
                  <a:lnTo>
                    <a:pt x="4010861" y="1737174"/>
                  </a:lnTo>
                  <a:lnTo>
                    <a:pt x="4082483" y="1621038"/>
                  </a:lnTo>
                  <a:lnTo>
                    <a:pt x="4154106" y="1497861"/>
                  </a:lnTo>
                  <a:lnTo>
                    <a:pt x="4225729" y="1367216"/>
                  </a:lnTo>
                  <a:lnTo>
                    <a:pt x="4297351" y="1228650"/>
                  </a:lnTo>
                  <a:lnTo>
                    <a:pt x="4368974" y="1081682"/>
                  </a:lnTo>
                  <a:lnTo>
                    <a:pt x="4440596" y="925804"/>
                  </a:lnTo>
                  <a:lnTo>
                    <a:pt x="4512219" y="760475"/>
                  </a:lnTo>
                  <a:lnTo>
                    <a:pt x="4583841" y="585121"/>
                  </a:lnTo>
                  <a:lnTo>
                    <a:pt x="4655464" y="399136"/>
                  </a:lnTo>
                  <a:lnTo>
                    <a:pt x="4727086" y="201875"/>
                  </a:lnTo>
                  <a:lnTo>
                    <a:pt x="479619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172049" y="3348957"/>
              <a:ext cx="7090630" cy="2129342"/>
            </a:xfrm>
            <a:custGeom>
              <a:avLst/>
              <a:pathLst>
                <a:path w="7090630" h="2129342">
                  <a:moveTo>
                    <a:pt x="7090630" y="0"/>
                  </a:moveTo>
                  <a:lnTo>
                    <a:pt x="7019007" y="35905"/>
                  </a:lnTo>
                  <a:lnTo>
                    <a:pt x="6947385" y="71224"/>
                  </a:lnTo>
                  <a:lnTo>
                    <a:pt x="6875762" y="105968"/>
                  </a:lnTo>
                  <a:lnTo>
                    <a:pt x="6804139" y="140144"/>
                  </a:lnTo>
                  <a:lnTo>
                    <a:pt x="6732517" y="173762"/>
                  </a:lnTo>
                  <a:lnTo>
                    <a:pt x="6660894" y="206832"/>
                  </a:lnTo>
                  <a:lnTo>
                    <a:pt x="6589272" y="239362"/>
                  </a:lnTo>
                  <a:lnTo>
                    <a:pt x="6517649" y="271362"/>
                  </a:lnTo>
                  <a:lnTo>
                    <a:pt x="6446027" y="302839"/>
                  </a:lnTo>
                  <a:lnTo>
                    <a:pt x="6374404" y="333802"/>
                  </a:lnTo>
                  <a:lnTo>
                    <a:pt x="6302782" y="364260"/>
                  </a:lnTo>
                  <a:lnTo>
                    <a:pt x="6231159" y="394221"/>
                  </a:lnTo>
                  <a:lnTo>
                    <a:pt x="6159537" y="423694"/>
                  </a:lnTo>
                  <a:lnTo>
                    <a:pt x="6087914" y="452685"/>
                  </a:lnTo>
                  <a:lnTo>
                    <a:pt x="6016292" y="481203"/>
                  </a:lnTo>
                  <a:lnTo>
                    <a:pt x="5944669" y="509256"/>
                  </a:lnTo>
                  <a:lnTo>
                    <a:pt x="5873047" y="536851"/>
                  </a:lnTo>
                  <a:lnTo>
                    <a:pt x="5801424" y="563996"/>
                  </a:lnTo>
                  <a:lnTo>
                    <a:pt x="5729802" y="590697"/>
                  </a:lnTo>
                  <a:lnTo>
                    <a:pt x="5658179" y="616963"/>
                  </a:lnTo>
                  <a:lnTo>
                    <a:pt x="5586557" y="642801"/>
                  </a:lnTo>
                  <a:lnTo>
                    <a:pt x="5514934" y="668216"/>
                  </a:lnTo>
                  <a:lnTo>
                    <a:pt x="5443311" y="693217"/>
                  </a:lnTo>
                  <a:lnTo>
                    <a:pt x="5371689" y="717810"/>
                  </a:lnTo>
                  <a:lnTo>
                    <a:pt x="5300066" y="742002"/>
                  </a:lnTo>
                  <a:lnTo>
                    <a:pt x="5228444" y="765799"/>
                  </a:lnTo>
                  <a:lnTo>
                    <a:pt x="5156821" y="789207"/>
                  </a:lnTo>
                  <a:lnTo>
                    <a:pt x="5085199" y="812234"/>
                  </a:lnTo>
                  <a:lnTo>
                    <a:pt x="5013576" y="834884"/>
                  </a:lnTo>
                  <a:lnTo>
                    <a:pt x="4941954" y="857165"/>
                  </a:lnTo>
                  <a:lnTo>
                    <a:pt x="4870331" y="879083"/>
                  </a:lnTo>
                  <a:lnTo>
                    <a:pt x="4798709" y="900643"/>
                  </a:lnTo>
                  <a:lnTo>
                    <a:pt x="4727086" y="921851"/>
                  </a:lnTo>
                  <a:lnTo>
                    <a:pt x="4655464" y="942713"/>
                  </a:lnTo>
                  <a:lnTo>
                    <a:pt x="4583841" y="963234"/>
                  </a:lnTo>
                  <a:lnTo>
                    <a:pt x="4512219" y="983421"/>
                  </a:lnTo>
                  <a:lnTo>
                    <a:pt x="4440596" y="1003278"/>
                  </a:lnTo>
                  <a:lnTo>
                    <a:pt x="4368974" y="1022811"/>
                  </a:lnTo>
                  <a:lnTo>
                    <a:pt x="4297351" y="1042026"/>
                  </a:lnTo>
                  <a:lnTo>
                    <a:pt x="4225729" y="1060926"/>
                  </a:lnTo>
                  <a:lnTo>
                    <a:pt x="4154106" y="1079519"/>
                  </a:lnTo>
                  <a:lnTo>
                    <a:pt x="4082483" y="1097808"/>
                  </a:lnTo>
                  <a:lnTo>
                    <a:pt x="4010861" y="1115798"/>
                  </a:lnTo>
                  <a:lnTo>
                    <a:pt x="3939238" y="1133495"/>
                  </a:lnTo>
                  <a:lnTo>
                    <a:pt x="3867616" y="1150903"/>
                  </a:lnTo>
                  <a:lnTo>
                    <a:pt x="3795993" y="1168027"/>
                  </a:lnTo>
                  <a:lnTo>
                    <a:pt x="3724371" y="1184872"/>
                  </a:lnTo>
                  <a:lnTo>
                    <a:pt x="3652748" y="1201442"/>
                  </a:lnTo>
                  <a:lnTo>
                    <a:pt x="3581126" y="1217741"/>
                  </a:lnTo>
                  <a:lnTo>
                    <a:pt x="3509503" y="1233774"/>
                  </a:lnTo>
                  <a:lnTo>
                    <a:pt x="3437881" y="1249546"/>
                  </a:lnTo>
                  <a:lnTo>
                    <a:pt x="3366258" y="1265061"/>
                  </a:lnTo>
                  <a:lnTo>
                    <a:pt x="3294636" y="1280322"/>
                  </a:lnTo>
                  <a:lnTo>
                    <a:pt x="3223013" y="1295334"/>
                  </a:lnTo>
                  <a:lnTo>
                    <a:pt x="3151391" y="1310101"/>
                  </a:lnTo>
                  <a:lnTo>
                    <a:pt x="3079768" y="1324627"/>
                  </a:lnTo>
                  <a:lnTo>
                    <a:pt x="3008146" y="1360057"/>
                  </a:lnTo>
                  <a:lnTo>
                    <a:pt x="2936523" y="1408086"/>
                  </a:lnTo>
                  <a:lnTo>
                    <a:pt x="2864901" y="1453370"/>
                  </a:lnTo>
                  <a:lnTo>
                    <a:pt x="2793278" y="1496065"/>
                  </a:lnTo>
                  <a:lnTo>
                    <a:pt x="2721655" y="1536319"/>
                  </a:lnTo>
                  <a:lnTo>
                    <a:pt x="2650033" y="1574272"/>
                  </a:lnTo>
                  <a:lnTo>
                    <a:pt x="2578410" y="1610056"/>
                  </a:lnTo>
                  <a:lnTo>
                    <a:pt x="2506788" y="1643794"/>
                  </a:lnTo>
                  <a:lnTo>
                    <a:pt x="2435165" y="1675603"/>
                  </a:lnTo>
                  <a:lnTo>
                    <a:pt x="2363543" y="1705595"/>
                  </a:lnTo>
                  <a:lnTo>
                    <a:pt x="2291920" y="1733871"/>
                  </a:lnTo>
                  <a:lnTo>
                    <a:pt x="2220298" y="1760531"/>
                  </a:lnTo>
                  <a:lnTo>
                    <a:pt x="2148675" y="1785668"/>
                  </a:lnTo>
                  <a:lnTo>
                    <a:pt x="2077053" y="1809367"/>
                  </a:lnTo>
                  <a:lnTo>
                    <a:pt x="2005430" y="1831712"/>
                  </a:lnTo>
                  <a:lnTo>
                    <a:pt x="1933808" y="1852779"/>
                  </a:lnTo>
                  <a:lnTo>
                    <a:pt x="1862185" y="1872642"/>
                  </a:lnTo>
                  <a:lnTo>
                    <a:pt x="1790563" y="1891369"/>
                  </a:lnTo>
                  <a:lnTo>
                    <a:pt x="1718940" y="1909026"/>
                  </a:lnTo>
                  <a:lnTo>
                    <a:pt x="1647318" y="1925674"/>
                  </a:lnTo>
                  <a:lnTo>
                    <a:pt x="1575695" y="1941370"/>
                  </a:lnTo>
                  <a:lnTo>
                    <a:pt x="1504073" y="1956168"/>
                  </a:lnTo>
                  <a:lnTo>
                    <a:pt x="1432450" y="1970121"/>
                  </a:lnTo>
                  <a:lnTo>
                    <a:pt x="1360827" y="1983276"/>
                  </a:lnTo>
                  <a:lnTo>
                    <a:pt x="1289205" y="1995679"/>
                  </a:lnTo>
                  <a:lnTo>
                    <a:pt x="1217582" y="2007373"/>
                  </a:lnTo>
                  <a:lnTo>
                    <a:pt x="1145960" y="2018399"/>
                  </a:lnTo>
                  <a:lnTo>
                    <a:pt x="1074337" y="2028794"/>
                  </a:lnTo>
                  <a:lnTo>
                    <a:pt x="1002715" y="2038596"/>
                  </a:lnTo>
                  <a:lnTo>
                    <a:pt x="931092" y="2047836"/>
                  </a:lnTo>
                  <a:lnTo>
                    <a:pt x="859470" y="2056549"/>
                  </a:lnTo>
                  <a:lnTo>
                    <a:pt x="787847" y="2064763"/>
                  </a:lnTo>
                  <a:lnTo>
                    <a:pt x="716225" y="2072508"/>
                  </a:lnTo>
                  <a:lnTo>
                    <a:pt x="644602" y="2079811"/>
                  </a:lnTo>
                  <a:lnTo>
                    <a:pt x="572980" y="2086695"/>
                  </a:lnTo>
                  <a:lnTo>
                    <a:pt x="501357" y="2093187"/>
                  </a:lnTo>
                  <a:lnTo>
                    <a:pt x="429735" y="2099307"/>
                  </a:lnTo>
                  <a:lnTo>
                    <a:pt x="358112" y="2105077"/>
                  </a:lnTo>
                  <a:lnTo>
                    <a:pt x="286490" y="2110518"/>
                  </a:lnTo>
                  <a:lnTo>
                    <a:pt x="214867" y="2115647"/>
                  </a:lnTo>
                  <a:lnTo>
                    <a:pt x="143245" y="2120483"/>
                  </a:lnTo>
                  <a:lnTo>
                    <a:pt x="71622" y="2125043"/>
                  </a:lnTo>
                  <a:lnTo>
                    <a:pt x="0" y="212934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172049" y="1896563"/>
              <a:ext cx="5779213" cy="3477711"/>
            </a:xfrm>
            <a:custGeom>
              <a:avLst/>
              <a:pathLst>
                <a:path w="5779213" h="3477711">
                  <a:moveTo>
                    <a:pt x="0" y="3477711"/>
                  </a:moveTo>
                  <a:lnTo>
                    <a:pt x="71622" y="3470997"/>
                  </a:lnTo>
                  <a:lnTo>
                    <a:pt x="143245" y="3464026"/>
                  </a:lnTo>
                  <a:lnTo>
                    <a:pt x="214867" y="3456788"/>
                  </a:lnTo>
                  <a:lnTo>
                    <a:pt x="286490" y="3449272"/>
                  </a:lnTo>
                  <a:lnTo>
                    <a:pt x="358112" y="3441467"/>
                  </a:lnTo>
                  <a:lnTo>
                    <a:pt x="429735" y="3433363"/>
                  </a:lnTo>
                  <a:lnTo>
                    <a:pt x="501357" y="3424947"/>
                  </a:lnTo>
                  <a:lnTo>
                    <a:pt x="572980" y="3416209"/>
                  </a:lnTo>
                  <a:lnTo>
                    <a:pt x="644602" y="3407136"/>
                  </a:lnTo>
                  <a:lnTo>
                    <a:pt x="716225" y="3397714"/>
                  </a:lnTo>
                  <a:lnTo>
                    <a:pt x="787847" y="3387931"/>
                  </a:lnTo>
                  <a:lnTo>
                    <a:pt x="859470" y="3377772"/>
                  </a:lnTo>
                  <a:lnTo>
                    <a:pt x="931092" y="3367223"/>
                  </a:lnTo>
                  <a:lnTo>
                    <a:pt x="1002715" y="3356270"/>
                  </a:lnTo>
                  <a:lnTo>
                    <a:pt x="1074337" y="3344896"/>
                  </a:lnTo>
                  <a:lnTo>
                    <a:pt x="1145960" y="3333086"/>
                  </a:lnTo>
                  <a:lnTo>
                    <a:pt x="1217582" y="3320823"/>
                  </a:lnTo>
                  <a:lnTo>
                    <a:pt x="1289205" y="3308088"/>
                  </a:lnTo>
                  <a:lnTo>
                    <a:pt x="1360827" y="3294866"/>
                  </a:lnTo>
                  <a:lnTo>
                    <a:pt x="1432450" y="3281135"/>
                  </a:lnTo>
                  <a:lnTo>
                    <a:pt x="1504073" y="3266878"/>
                  </a:lnTo>
                  <a:lnTo>
                    <a:pt x="1575695" y="3252074"/>
                  </a:lnTo>
                  <a:lnTo>
                    <a:pt x="1647318" y="3236701"/>
                  </a:lnTo>
                  <a:lnTo>
                    <a:pt x="1718940" y="3220739"/>
                  </a:lnTo>
                  <a:lnTo>
                    <a:pt x="1790563" y="3204164"/>
                  </a:lnTo>
                  <a:lnTo>
                    <a:pt x="1862185" y="3186953"/>
                  </a:lnTo>
                  <a:lnTo>
                    <a:pt x="1933808" y="3169081"/>
                  </a:lnTo>
                  <a:lnTo>
                    <a:pt x="2005430" y="3150524"/>
                  </a:lnTo>
                  <a:lnTo>
                    <a:pt x="2077053" y="3131255"/>
                  </a:lnTo>
                  <a:lnTo>
                    <a:pt x="2148675" y="3111245"/>
                  </a:lnTo>
                  <a:lnTo>
                    <a:pt x="2220298" y="3090469"/>
                  </a:lnTo>
                  <a:lnTo>
                    <a:pt x="2291920" y="3068894"/>
                  </a:lnTo>
                  <a:lnTo>
                    <a:pt x="2363543" y="3046492"/>
                  </a:lnTo>
                  <a:lnTo>
                    <a:pt x="2435165" y="3023230"/>
                  </a:lnTo>
                  <a:lnTo>
                    <a:pt x="2506788" y="2999075"/>
                  </a:lnTo>
                  <a:lnTo>
                    <a:pt x="2578410" y="2973994"/>
                  </a:lnTo>
                  <a:lnTo>
                    <a:pt x="2650033" y="2947950"/>
                  </a:lnTo>
                  <a:lnTo>
                    <a:pt x="2721655" y="2920906"/>
                  </a:lnTo>
                  <a:lnTo>
                    <a:pt x="2793278" y="2892824"/>
                  </a:lnTo>
                  <a:lnTo>
                    <a:pt x="2864901" y="2863665"/>
                  </a:lnTo>
                  <a:lnTo>
                    <a:pt x="2936523" y="2833387"/>
                  </a:lnTo>
                  <a:lnTo>
                    <a:pt x="3008146" y="2801947"/>
                  </a:lnTo>
                  <a:lnTo>
                    <a:pt x="3079768" y="2769300"/>
                  </a:lnTo>
                  <a:lnTo>
                    <a:pt x="3151391" y="2735400"/>
                  </a:lnTo>
                  <a:lnTo>
                    <a:pt x="3223013" y="2700200"/>
                  </a:lnTo>
                  <a:lnTo>
                    <a:pt x="3294636" y="2663648"/>
                  </a:lnTo>
                  <a:lnTo>
                    <a:pt x="3366258" y="2625694"/>
                  </a:lnTo>
                  <a:lnTo>
                    <a:pt x="3437881" y="2586284"/>
                  </a:lnTo>
                  <a:lnTo>
                    <a:pt x="3509503" y="2545360"/>
                  </a:lnTo>
                  <a:lnTo>
                    <a:pt x="3581126" y="2502867"/>
                  </a:lnTo>
                  <a:lnTo>
                    <a:pt x="3652748" y="2458742"/>
                  </a:lnTo>
                  <a:lnTo>
                    <a:pt x="3724371" y="2412925"/>
                  </a:lnTo>
                  <a:lnTo>
                    <a:pt x="3795993" y="2365349"/>
                  </a:lnTo>
                  <a:lnTo>
                    <a:pt x="3867616" y="2315947"/>
                  </a:lnTo>
                  <a:lnTo>
                    <a:pt x="3939238" y="2264649"/>
                  </a:lnTo>
                  <a:lnTo>
                    <a:pt x="4010861" y="2211383"/>
                  </a:lnTo>
                  <a:lnTo>
                    <a:pt x="4082483" y="2156072"/>
                  </a:lnTo>
                  <a:lnTo>
                    <a:pt x="4154106" y="2098639"/>
                  </a:lnTo>
                  <a:lnTo>
                    <a:pt x="4225729" y="2039002"/>
                  </a:lnTo>
                  <a:lnTo>
                    <a:pt x="4297351" y="1977076"/>
                  </a:lnTo>
                  <a:lnTo>
                    <a:pt x="4368974" y="1912774"/>
                  </a:lnTo>
                  <a:lnTo>
                    <a:pt x="4440596" y="1846004"/>
                  </a:lnTo>
                  <a:lnTo>
                    <a:pt x="4512219" y="1776671"/>
                  </a:lnTo>
                  <a:lnTo>
                    <a:pt x="4583841" y="1704678"/>
                  </a:lnTo>
                  <a:lnTo>
                    <a:pt x="4655464" y="1629922"/>
                  </a:lnTo>
                  <a:lnTo>
                    <a:pt x="4727086" y="1552297"/>
                  </a:lnTo>
                  <a:lnTo>
                    <a:pt x="4798709" y="1471693"/>
                  </a:lnTo>
                  <a:lnTo>
                    <a:pt x="4870331" y="1387996"/>
                  </a:lnTo>
                  <a:lnTo>
                    <a:pt x="4941954" y="1301086"/>
                  </a:lnTo>
                  <a:lnTo>
                    <a:pt x="5013576" y="1210842"/>
                  </a:lnTo>
                  <a:lnTo>
                    <a:pt x="5085199" y="1117134"/>
                  </a:lnTo>
                  <a:lnTo>
                    <a:pt x="5156821" y="1019830"/>
                  </a:lnTo>
                  <a:lnTo>
                    <a:pt x="5228444" y="918792"/>
                  </a:lnTo>
                  <a:lnTo>
                    <a:pt x="5300066" y="813877"/>
                  </a:lnTo>
                  <a:lnTo>
                    <a:pt x="5371689" y="704935"/>
                  </a:lnTo>
                  <a:lnTo>
                    <a:pt x="5443311" y="591812"/>
                  </a:lnTo>
                  <a:lnTo>
                    <a:pt x="5514934" y="474348"/>
                  </a:lnTo>
                  <a:lnTo>
                    <a:pt x="5586557" y="352376"/>
                  </a:lnTo>
                  <a:lnTo>
                    <a:pt x="5658179" y="225724"/>
                  </a:lnTo>
                  <a:lnTo>
                    <a:pt x="5729802" y="94210"/>
                  </a:lnTo>
                  <a:lnTo>
                    <a:pt x="5779213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2216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28653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2417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3830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716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80498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69410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343594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2026-05-22T10:32:44Z</dcterms:modified>
  <cp:category/>
</cp:coreProperties>
</file>