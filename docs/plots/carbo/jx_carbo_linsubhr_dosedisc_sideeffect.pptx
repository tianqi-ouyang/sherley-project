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74389"/>
            </a:xfrm>
            <a:custGeom>
              <a:avLst/>
              <a:pathLst>
                <a:path w="7090630" h="3574389">
                  <a:moveTo>
                    <a:pt x="0" y="3204173"/>
                  </a:moveTo>
                  <a:lnTo>
                    <a:pt x="71622" y="3197145"/>
                  </a:lnTo>
                  <a:lnTo>
                    <a:pt x="143245" y="3190005"/>
                  </a:lnTo>
                  <a:lnTo>
                    <a:pt x="214867" y="3182754"/>
                  </a:lnTo>
                  <a:lnTo>
                    <a:pt x="286490" y="3175390"/>
                  </a:lnTo>
                  <a:lnTo>
                    <a:pt x="358112" y="3167910"/>
                  </a:lnTo>
                  <a:lnTo>
                    <a:pt x="429735" y="3160312"/>
                  </a:lnTo>
                  <a:lnTo>
                    <a:pt x="501357" y="3152596"/>
                  </a:lnTo>
                  <a:lnTo>
                    <a:pt x="572980" y="3144759"/>
                  </a:lnTo>
                  <a:lnTo>
                    <a:pt x="644602" y="3136798"/>
                  </a:lnTo>
                  <a:lnTo>
                    <a:pt x="716225" y="3128714"/>
                  </a:lnTo>
                  <a:lnTo>
                    <a:pt x="787847" y="3120502"/>
                  </a:lnTo>
                  <a:lnTo>
                    <a:pt x="859470" y="3112162"/>
                  </a:lnTo>
                  <a:lnTo>
                    <a:pt x="931092" y="3103691"/>
                  </a:lnTo>
                  <a:lnTo>
                    <a:pt x="1002715" y="3095087"/>
                  </a:lnTo>
                  <a:lnTo>
                    <a:pt x="1074337" y="3086348"/>
                  </a:lnTo>
                  <a:lnTo>
                    <a:pt x="1145960" y="3077472"/>
                  </a:lnTo>
                  <a:lnTo>
                    <a:pt x="1217582" y="3068458"/>
                  </a:lnTo>
                  <a:lnTo>
                    <a:pt x="1289205" y="3059302"/>
                  </a:lnTo>
                  <a:lnTo>
                    <a:pt x="1360827" y="3050002"/>
                  </a:lnTo>
                  <a:lnTo>
                    <a:pt x="1432450" y="3040557"/>
                  </a:lnTo>
                  <a:lnTo>
                    <a:pt x="1504073" y="3030963"/>
                  </a:lnTo>
                  <a:lnTo>
                    <a:pt x="1575695" y="3021220"/>
                  </a:lnTo>
                  <a:lnTo>
                    <a:pt x="1647318" y="3011323"/>
                  </a:lnTo>
                  <a:lnTo>
                    <a:pt x="1718940" y="3001272"/>
                  </a:lnTo>
                  <a:lnTo>
                    <a:pt x="1790563" y="2991063"/>
                  </a:lnTo>
                  <a:lnTo>
                    <a:pt x="1862185" y="2980694"/>
                  </a:lnTo>
                  <a:lnTo>
                    <a:pt x="1933808" y="2970162"/>
                  </a:lnTo>
                  <a:lnTo>
                    <a:pt x="2005430" y="2959465"/>
                  </a:lnTo>
                  <a:lnTo>
                    <a:pt x="2077053" y="2948601"/>
                  </a:lnTo>
                  <a:lnTo>
                    <a:pt x="2148675" y="2937567"/>
                  </a:lnTo>
                  <a:lnTo>
                    <a:pt x="2220298" y="2926359"/>
                  </a:lnTo>
                  <a:lnTo>
                    <a:pt x="2291920" y="2914976"/>
                  </a:lnTo>
                  <a:lnTo>
                    <a:pt x="2363543" y="2903414"/>
                  </a:lnTo>
                  <a:lnTo>
                    <a:pt x="2435165" y="2891671"/>
                  </a:lnTo>
                  <a:lnTo>
                    <a:pt x="2506788" y="2879745"/>
                  </a:lnTo>
                  <a:lnTo>
                    <a:pt x="2578410" y="2867631"/>
                  </a:lnTo>
                  <a:lnTo>
                    <a:pt x="2650033" y="2855327"/>
                  </a:lnTo>
                  <a:lnTo>
                    <a:pt x="2721655" y="2842831"/>
                  </a:lnTo>
                  <a:lnTo>
                    <a:pt x="2793278" y="2830138"/>
                  </a:lnTo>
                  <a:lnTo>
                    <a:pt x="2864901" y="2817247"/>
                  </a:lnTo>
                  <a:lnTo>
                    <a:pt x="2936523" y="2804154"/>
                  </a:lnTo>
                  <a:lnTo>
                    <a:pt x="3008146" y="2790855"/>
                  </a:lnTo>
                  <a:lnTo>
                    <a:pt x="3079768" y="2762364"/>
                  </a:lnTo>
                  <a:lnTo>
                    <a:pt x="3151391" y="2710570"/>
                  </a:lnTo>
                  <a:lnTo>
                    <a:pt x="3223013" y="2655762"/>
                  </a:lnTo>
                  <a:lnTo>
                    <a:pt x="3294636" y="2597766"/>
                  </a:lnTo>
                  <a:lnTo>
                    <a:pt x="3366258" y="2536396"/>
                  </a:lnTo>
                  <a:lnTo>
                    <a:pt x="3437881" y="2471455"/>
                  </a:lnTo>
                  <a:lnTo>
                    <a:pt x="3509503" y="2402737"/>
                  </a:lnTo>
                  <a:lnTo>
                    <a:pt x="3581126" y="2330020"/>
                  </a:lnTo>
                  <a:lnTo>
                    <a:pt x="3652748" y="2253073"/>
                  </a:lnTo>
                  <a:lnTo>
                    <a:pt x="3724371" y="2171649"/>
                  </a:lnTo>
                  <a:lnTo>
                    <a:pt x="3795993" y="2085488"/>
                  </a:lnTo>
                  <a:lnTo>
                    <a:pt x="3867616" y="1994315"/>
                  </a:lnTo>
                  <a:lnTo>
                    <a:pt x="3939238" y="1897837"/>
                  </a:lnTo>
                  <a:lnTo>
                    <a:pt x="4010861" y="1795747"/>
                  </a:lnTo>
                  <a:lnTo>
                    <a:pt x="4082483" y="1687717"/>
                  </a:lnTo>
                  <a:lnTo>
                    <a:pt x="4154106" y="1573402"/>
                  </a:lnTo>
                  <a:lnTo>
                    <a:pt x="4225729" y="1452437"/>
                  </a:lnTo>
                  <a:lnTo>
                    <a:pt x="4297351" y="1324434"/>
                  </a:lnTo>
                  <a:lnTo>
                    <a:pt x="4368974" y="1188984"/>
                  </a:lnTo>
                  <a:lnTo>
                    <a:pt x="4440596" y="1045655"/>
                  </a:lnTo>
                  <a:lnTo>
                    <a:pt x="4512219" y="893986"/>
                  </a:lnTo>
                  <a:lnTo>
                    <a:pt x="4583841" y="733494"/>
                  </a:lnTo>
                  <a:lnTo>
                    <a:pt x="4655464" y="563665"/>
                  </a:lnTo>
                  <a:lnTo>
                    <a:pt x="4727086" y="383955"/>
                  </a:lnTo>
                  <a:lnTo>
                    <a:pt x="4798709" y="193791"/>
                  </a:lnTo>
                  <a:lnTo>
                    <a:pt x="4867684" y="0"/>
                  </a:lnTo>
                  <a:lnTo>
                    <a:pt x="7090630" y="0"/>
                  </a:lnTo>
                  <a:lnTo>
                    <a:pt x="7090630" y="1561531"/>
                  </a:lnTo>
                  <a:lnTo>
                    <a:pt x="7019007" y="1593800"/>
                  </a:lnTo>
                  <a:lnTo>
                    <a:pt x="6947385" y="1625570"/>
                  </a:lnTo>
                  <a:lnTo>
                    <a:pt x="6875762" y="1656851"/>
                  </a:lnTo>
                  <a:lnTo>
                    <a:pt x="6804139" y="1687648"/>
                  </a:lnTo>
                  <a:lnTo>
                    <a:pt x="6732517" y="1717971"/>
                  </a:lnTo>
                  <a:lnTo>
                    <a:pt x="6660894" y="1747825"/>
                  </a:lnTo>
                  <a:lnTo>
                    <a:pt x="6589272" y="1777219"/>
                  </a:lnTo>
                  <a:lnTo>
                    <a:pt x="6517649" y="1806160"/>
                  </a:lnTo>
                  <a:lnTo>
                    <a:pt x="6446027" y="1834653"/>
                  </a:lnTo>
                  <a:lnTo>
                    <a:pt x="6374404" y="1862707"/>
                  </a:lnTo>
                  <a:lnTo>
                    <a:pt x="6302782" y="1890328"/>
                  </a:lnTo>
                  <a:lnTo>
                    <a:pt x="6231159" y="1917523"/>
                  </a:lnTo>
                  <a:lnTo>
                    <a:pt x="6159537" y="1944298"/>
                  </a:lnTo>
                  <a:lnTo>
                    <a:pt x="6087914" y="1970660"/>
                  </a:lnTo>
                  <a:lnTo>
                    <a:pt x="6016292" y="1996615"/>
                  </a:lnTo>
                  <a:lnTo>
                    <a:pt x="5944669" y="2022170"/>
                  </a:lnTo>
                  <a:lnTo>
                    <a:pt x="5873047" y="2047330"/>
                  </a:lnTo>
                  <a:lnTo>
                    <a:pt x="5801424" y="2072103"/>
                  </a:lnTo>
                  <a:lnTo>
                    <a:pt x="5729802" y="2096492"/>
                  </a:lnTo>
                  <a:lnTo>
                    <a:pt x="5658179" y="2120506"/>
                  </a:lnTo>
                  <a:lnTo>
                    <a:pt x="5586557" y="2144149"/>
                  </a:lnTo>
                  <a:lnTo>
                    <a:pt x="5514934" y="2167427"/>
                  </a:lnTo>
                  <a:lnTo>
                    <a:pt x="5443311" y="2190346"/>
                  </a:lnTo>
                  <a:lnTo>
                    <a:pt x="5371689" y="2212911"/>
                  </a:lnTo>
                  <a:lnTo>
                    <a:pt x="5300066" y="2235128"/>
                  </a:lnTo>
                  <a:lnTo>
                    <a:pt x="5228444" y="2257002"/>
                  </a:lnTo>
                  <a:lnTo>
                    <a:pt x="5156821" y="2278538"/>
                  </a:lnTo>
                  <a:lnTo>
                    <a:pt x="5085199" y="2299743"/>
                  </a:lnTo>
                  <a:lnTo>
                    <a:pt x="5013576" y="2320620"/>
                  </a:lnTo>
                  <a:lnTo>
                    <a:pt x="4941954" y="2341175"/>
                  </a:lnTo>
                  <a:lnTo>
                    <a:pt x="4870331" y="2361412"/>
                  </a:lnTo>
                  <a:lnTo>
                    <a:pt x="4798709" y="2381338"/>
                  </a:lnTo>
                  <a:lnTo>
                    <a:pt x="4727086" y="2400956"/>
                  </a:lnTo>
                  <a:lnTo>
                    <a:pt x="4655464" y="2420271"/>
                  </a:lnTo>
                  <a:lnTo>
                    <a:pt x="4583841" y="2439288"/>
                  </a:lnTo>
                  <a:lnTo>
                    <a:pt x="4512219" y="2458012"/>
                  </a:lnTo>
                  <a:lnTo>
                    <a:pt x="4440596" y="2476446"/>
                  </a:lnTo>
                  <a:lnTo>
                    <a:pt x="4368974" y="2494597"/>
                  </a:lnTo>
                  <a:lnTo>
                    <a:pt x="4297351" y="2512467"/>
                  </a:lnTo>
                  <a:lnTo>
                    <a:pt x="4225729" y="2530061"/>
                  </a:lnTo>
                  <a:lnTo>
                    <a:pt x="4154106" y="2547384"/>
                  </a:lnTo>
                  <a:lnTo>
                    <a:pt x="4082483" y="2564440"/>
                  </a:lnTo>
                  <a:lnTo>
                    <a:pt x="4010861" y="2581232"/>
                  </a:lnTo>
                  <a:lnTo>
                    <a:pt x="3939238" y="2597765"/>
                  </a:lnTo>
                  <a:lnTo>
                    <a:pt x="3867616" y="2614044"/>
                  </a:lnTo>
                  <a:lnTo>
                    <a:pt x="3795993" y="2630071"/>
                  </a:lnTo>
                  <a:lnTo>
                    <a:pt x="3724371" y="2645850"/>
                  </a:lnTo>
                  <a:lnTo>
                    <a:pt x="3652748" y="2661386"/>
                  </a:lnTo>
                  <a:lnTo>
                    <a:pt x="3581126" y="2676683"/>
                  </a:lnTo>
                  <a:lnTo>
                    <a:pt x="3509503" y="2691743"/>
                  </a:lnTo>
                  <a:lnTo>
                    <a:pt x="3437881" y="2706571"/>
                  </a:lnTo>
                  <a:lnTo>
                    <a:pt x="3366258" y="2721170"/>
                  </a:lnTo>
                  <a:lnTo>
                    <a:pt x="3294636" y="2735544"/>
                  </a:lnTo>
                  <a:lnTo>
                    <a:pt x="3223013" y="2749696"/>
                  </a:lnTo>
                  <a:lnTo>
                    <a:pt x="3151391" y="2763630"/>
                  </a:lnTo>
                  <a:lnTo>
                    <a:pt x="3079768" y="2777348"/>
                  </a:lnTo>
                  <a:lnTo>
                    <a:pt x="3008146" y="2811311"/>
                  </a:lnTo>
                  <a:lnTo>
                    <a:pt x="2936523" y="2857567"/>
                  </a:lnTo>
                  <a:lnTo>
                    <a:pt x="2864901" y="2901279"/>
                  </a:lnTo>
                  <a:lnTo>
                    <a:pt x="2793278" y="2942589"/>
                  </a:lnTo>
                  <a:lnTo>
                    <a:pt x="2721655" y="2981627"/>
                  </a:lnTo>
                  <a:lnTo>
                    <a:pt x="2650033" y="3018519"/>
                  </a:lnTo>
                  <a:lnTo>
                    <a:pt x="2578410" y="3053382"/>
                  </a:lnTo>
                  <a:lnTo>
                    <a:pt x="2506788" y="3086329"/>
                  </a:lnTo>
                  <a:lnTo>
                    <a:pt x="2435165" y="3117464"/>
                  </a:lnTo>
                  <a:lnTo>
                    <a:pt x="2363543" y="3146888"/>
                  </a:lnTo>
                  <a:lnTo>
                    <a:pt x="2291920" y="3174694"/>
                  </a:lnTo>
                  <a:lnTo>
                    <a:pt x="2220298" y="3200971"/>
                  </a:lnTo>
                  <a:lnTo>
                    <a:pt x="2148675" y="3225804"/>
                  </a:lnTo>
                  <a:lnTo>
                    <a:pt x="2077053" y="3249271"/>
                  </a:lnTo>
                  <a:lnTo>
                    <a:pt x="2005430" y="3271448"/>
                  </a:lnTo>
                  <a:lnTo>
                    <a:pt x="1933808" y="3292406"/>
                  </a:lnTo>
                  <a:lnTo>
                    <a:pt x="1862185" y="3312211"/>
                  </a:lnTo>
                  <a:lnTo>
                    <a:pt x="1790563" y="3330928"/>
                  </a:lnTo>
                  <a:lnTo>
                    <a:pt x="1718940" y="3348616"/>
                  </a:lnTo>
                  <a:lnTo>
                    <a:pt x="1647318" y="3365331"/>
                  </a:lnTo>
                  <a:lnTo>
                    <a:pt x="1575695" y="3381127"/>
                  </a:lnTo>
                  <a:lnTo>
                    <a:pt x="1504073" y="3396055"/>
                  </a:lnTo>
                  <a:lnTo>
                    <a:pt x="1432450" y="3410162"/>
                  </a:lnTo>
                  <a:lnTo>
                    <a:pt x="1360827" y="3423493"/>
                  </a:lnTo>
                  <a:lnTo>
                    <a:pt x="1289205" y="3436092"/>
                  </a:lnTo>
                  <a:lnTo>
                    <a:pt x="1217582" y="3447997"/>
                  </a:lnTo>
                  <a:lnTo>
                    <a:pt x="1145960" y="3459249"/>
                  </a:lnTo>
                  <a:lnTo>
                    <a:pt x="1074337" y="3469881"/>
                  </a:lnTo>
                  <a:lnTo>
                    <a:pt x="1002715" y="3479929"/>
                  </a:lnTo>
                  <a:lnTo>
                    <a:pt x="931092" y="3489425"/>
                  </a:lnTo>
                  <a:lnTo>
                    <a:pt x="859470" y="3498399"/>
                  </a:lnTo>
                  <a:lnTo>
                    <a:pt x="787847" y="3506879"/>
                  </a:lnTo>
                  <a:lnTo>
                    <a:pt x="716225" y="3514893"/>
                  </a:lnTo>
                  <a:lnTo>
                    <a:pt x="644602" y="3522466"/>
                  </a:lnTo>
                  <a:lnTo>
                    <a:pt x="572980" y="3529623"/>
                  </a:lnTo>
                  <a:lnTo>
                    <a:pt x="501357" y="3536387"/>
                  </a:lnTo>
                  <a:lnTo>
                    <a:pt x="429735" y="3542778"/>
                  </a:lnTo>
                  <a:lnTo>
                    <a:pt x="358112" y="3548819"/>
                  </a:lnTo>
                  <a:lnTo>
                    <a:pt x="286490" y="3554527"/>
                  </a:lnTo>
                  <a:lnTo>
                    <a:pt x="214867" y="3559921"/>
                  </a:lnTo>
                  <a:lnTo>
                    <a:pt x="143245" y="3565019"/>
                  </a:lnTo>
                  <a:lnTo>
                    <a:pt x="71622" y="3569837"/>
                  </a:lnTo>
                  <a:lnTo>
                    <a:pt x="0" y="35743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867684" cy="3204173"/>
            </a:xfrm>
            <a:custGeom>
              <a:avLst/>
              <a:pathLst>
                <a:path w="4867684" h="3204173">
                  <a:moveTo>
                    <a:pt x="0" y="3204173"/>
                  </a:moveTo>
                  <a:lnTo>
                    <a:pt x="71622" y="3197145"/>
                  </a:lnTo>
                  <a:lnTo>
                    <a:pt x="143245" y="3190005"/>
                  </a:lnTo>
                  <a:lnTo>
                    <a:pt x="214867" y="3182754"/>
                  </a:lnTo>
                  <a:lnTo>
                    <a:pt x="286490" y="3175390"/>
                  </a:lnTo>
                  <a:lnTo>
                    <a:pt x="358112" y="3167910"/>
                  </a:lnTo>
                  <a:lnTo>
                    <a:pt x="429735" y="3160312"/>
                  </a:lnTo>
                  <a:lnTo>
                    <a:pt x="501357" y="3152596"/>
                  </a:lnTo>
                  <a:lnTo>
                    <a:pt x="572980" y="3144759"/>
                  </a:lnTo>
                  <a:lnTo>
                    <a:pt x="644602" y="3136798"/>
                  </a:lnTo>
                  <a:lnTo>
                    <a:pt x="716225" y="3128714"/>
                  </a:lnTo>
                  <a:lnTo>
                    <a:pt x="787847" y="3120502"/>
                  </a:lnTo>
                  <a:lnTo>
                    <a:pt x="859470" y="3112162"/>
                  </a:lnTo>
                  <a:lnTo>
                    <a:pt x="931092" y="3103691"/>
                  </a:lnTo>
                  <a:lnTo>
                    <a:pt x="1002715" y="3095087"/>
                  </a:lnTo>
                  <a:lnTo>
                    <a:pt x="1074337" y="3086348"/>
                  </a:lnTo>
                  <a:lnTo>
                    <a:pt x="1145960" y="3077472"/>
                  </a:lnTo>
                  <a:lnTo>
                    <a:pt x="1217582" y="3068458"/>
                  </a:lnTo>
                  <a:lnTo>
                    <a:pt x="1289205" y="3059302"/>
                  </a:lnTo>
                  <a:lnTo>
                    <a:pt x="1360827" y="3050002"/>
                  </a:lnTo>
                  <a:lnTo>
                    <a:pt x="1432450" y="3040557"/>
                  </a:lnTo>
                  <a:lnTo>
                    <a:pt x="1504073" y="3030963"/>
                  </a:lnTo>
                  <a:lnTo>
                    <a:pt x="1575695" y="3021220"/>
                  </a:lnTo>
                  <a:lnTo>
                    <a:pt x="1647318" y="3011323"/>
                  </a:lnTo>
                  <a:lnTo>
                    <a:pt x="1718940" y="3001272"/>
                  </a:lnTo>
                  <a:lnTo>
                    <a:pt x="1790563" y="2991063"/>
                  </a:lnTo>
                  <a:lnTo>
                    <a:pt x="1862185" y="2980694"/>
                  </a:lnTo>
                  <a:lnTo>
                    <a:pt x="1933808" y="2970162"/>
                  </a:lnTo>
                  <a:lnTo>
                    <a:pt x="2005430" y="2959465"/>
                  </a:lnTo>
                  <a:lnTo>
                    <a:pt x="2077053" y="2948601"/>
                  </a:lnTo>
                  <a:lnTo>
                    <a:pt x="2148675" y="2937567"/>
                  </a:lnTo>
                  <a:lnTo>
                    <a:pt x="2220298" y="2926359"/>
                  </a:lnTo>
                  <a:lnTo>
                    <a:pt x="2291920" y="2914976"/>
                  </a:lnTo>
                  <a:lnTo>
                    <a:pt x="2363543" y="2903414"/>
                  </a:lnTo>
                  <a:lnTo>
                    <a:pt x="2435165" y="2891671"/>
                  </a:lnTo>
                  <a:lnTo>
                    <a:pt x="2506788" y="2879745"/>
                  </a:lnTo>
                  <a:lnTo>
                    <a:pt x="2578410" y="2867631"/>
                  </a:lnTo>
                  <a:lnTo>
                    <a:pt x="2650033" y="2855327"/>
                  </a:lnTo>
                  <a:lnTo>
                    <a:pt x="2721655" y="2842831"/>
                  </a:lnTo>
                  <a:lnTo>
                    <a:pt x="2793278" y="2830138"/>
                  </a:lnTo>
                  <a:lnTo>
                    <a:pt x="2864901" y="2817247"/>
                  </a:lnTo>
                  <a:lnTo>
                    <a:pt x="2936523" y="2804154"/>
                  </a:lnTo>
                  <a:lnTo>
                    <a:pt x="3008146" y="2790855"/>
                  </a:lnTo>
                  <a:lnTo>
                    <a:pt x="3079768" y="2762364"/>
                  </a:lnTo>
                  <a:lnTo>
                    <a:pt x="3151391" y="2710570"/>
                  </a:lnTo>
                  <a:lnTo>
                    <a:pt x="3223013" y="2655762"/>
                  </a:lnTo>
                  <a:lnTo>
                    <a:pt x="3294636" y="2597766"/>
                  </a:lnTo>
                  <a:lnTo>
                    <a:pt x="3366258" y="2536396"/>
                  </a:lnTo>
                  <a:lnTo>
                    <a:pt x="3437881" y="2471455"/>
                  </a:lnTo>
                  <a:lnTo>
                    <a:pt x="3509503" y="2402737"/>
                  </a:lnTo>
                  <a:lnTo>
                    <a:pt x="3581126" y="2330020"/>
                  </a:lnTo>
                  <a:lnTo>
                    <a:pt x="3652748" y="2253073"/>
                  </a:lnTo>
                  <a:lnTo>
                    <a:pt x="3724371" y="2171649"/>
                  </a:lnTo>
                  <a:lnTo>
                    <a:pt x="3795993" y="2085488"/>
                  </a:lnTo>
                  <a:lnTo>
                    <a:pt x="3867616" y="1994315"/>
                  </a:lnTo>
                  <a:lnTo>
                    <a:pt x="3939238" y="1897837"/>
                  </a:lnTo>
                  <a:lnTo>
                    <a:pt x="4010861" y="1795747"/>
                  </a:lnTo>
                  <a:lnTo>
                    <a:pt x="4082483" y="1687717"/>
                  </a:lnTo>
                  <a:lnTo>
                    <a:pt x="4154106" y="1573402"/>
                  </a:lnTo>
                  <a:lnTo>
                    <a:pt x="4225729" y="1452437"/>
                  </a:lnTo>
                  <a:lnTo>
                    <a:pt x="4297351" y="1324434"/>
                  </a:lnTo>
                  <a:lnTo>
                    <a:pt x="4368974" y="1188984"/>
                  </a:lnTo>
                  <a:lnTo>
                    <a:pt x="4440596" y="1045655"/>
                  </a:lnTo>
                  <a:lnTo>
                    <a:pt x="4512219" y="893986"/>
                  </a:lnTo>
                  <a:lnTo>
                    <a:pt x="4583841" y="733494"/>
                  </a:lnTo>
                  <a:lnTo>
                    <a:pt x="4655464" y="563665"/>
                  </a:lnTo>
                  <a:lnTo>
                    <a:pt x="4727086" y="383955"/>
                  </a:lnTo>
                  <a:lnTo>
                    <a:pt x="4798709" y="193791"/>
                  </a:lnTo>
                  <a:lnTo>
                    <a:pt x="48676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3458094"/>
              <a:ext cx="7090630" cy="2012858"/>
            </a:xfrm>
            <a:custGeom>
              <a:avLst/>
              <a:pathLst>
                <a:path w="7090630" h="2012858">
                  <a:moveTo>
                    <a:pt x="7090630" y="0"/>
                  </a:moveTo>
                  <a:lnTo>
                    <a:pt x="7019007" y="32268"/>
                  </a:lnTo>
                  <a:lnTo>
                    <a:pt x="6947385" y="64039"/>
                  </a:lnTo>
                  <a:lnTo>
                    <a:pt x="6875762" y="95319"/>
                  </a:lnTo>
                  <a:lnTo>
                    <a:pt x="6804139" y="126117"/>
                  </a:lnTo>
                  <a:lnTo>
                    <a:pt x="6732517" y="156439"/>
                  </a:lnTo>
                  <a:lnTo>
                    <a:pt x="6660894" y="186294"/>
                  </a:lnTo>
                  <a:lnTo>
                    <a:pt x="6589272" y="215688"/>
                  </a:lnTo>
                  <a:lnTo>
                    <a:pt x="6517649" y="244628"/>
                  </a:lnTo>
                  <a:lnTo>
                    <a:pt x="6446027" y="273122"/>
                  </a:lnTo>
                  <a:lnTo>
                    <a:pt x="6374404" y="301176"/>
                  </a:lnTo>
                  <a:lnTo>
                    <a:pt x="6302782" y="328797"/>
                  </a:lnTo>
                  <a:lnTo>
                    <a:pt x="6231159" y="355992"/>
                  </a:lnTo>
                  <a:lnTo>
                    <a:pt x="6159537" y="382767"/>
                  </a:lnTo>
                  <a:lnTo>
                    <a:pt x="6087914" y="409129"/>
                  </a:lnTo>
                  <a:lnTo>
                    <a:pt x="6016292" y="435084"/>
                  </a:lnTo>
                  <a:lnTo>
                    <a:pt x="5944669" y="460639"/>
                  </a:lnTo>
                  <a:lnTo>
                    <a:pt x="5873047" y="485799"/>
                  </a:lnTo>
                  <a:lnTo>
                    <a:pt x="5801424" y="510571"/>
                  </a:lnTo>
                  <a:lnTo>
                    <a:pt x="5729802" y="534961"/>
                  </a:lnTo>
                  <a:lnTo>
                    <a:pt x="5658179" y="558974"/>
                  </a:lnTo>
                  <a:lnTo>
                    <a:pt x="5586557" y="582617"/>
                  </a:lnTo>
                  <a:lnTo>
                    <a:pt x="5514934" y="605895"/>
                  </a:lnTo>
                  <a:lnTo>
                    <a:pt x="5443311" y="628814"/>
                  </a:lnTo>
                  <a:lnTo>
                    <a:pt x="5371689" y="651379"/>
                  </a:lnTo>
                  <a:lnTo>
                    <a:pt x="5300066" y="673596"/>
                  </a:lnTo>
                  <a:lnTo>
                    <a:pt x="5228444" y="695470"/>
                  </a:lnTo>
                  <a:lnTo>
                    <a:pt x="5156821" y="717007"/>
                  </a:lnTo>
                  <a:lnTo>
                    <a:pt x="5085199" y="738211"/>
                  </a:lnTo>
                  <a:lnTo>
                    <a:pt x="5013576" y="759088"/>
                  </a:lnTo>
                  <a:lnTo>
                    <a:pt x="4941954" y="779643"/>
                  </a:lnTo>
                  <a:lnTo>
                    <a:pt x="4870331" y="799881"/>
                  </a:lnTo>
                  <a:lnTo>
                    <a:pt x="4798709" y="819806"/>
                  </a:lnTo>
                  <a:lnTo>
                    <a:pt x="4727086" y="839424"/>
                  </a:lnTo>
                  <a:lnTo>
                    <a:pt x="4655464" y="858739"/>
                  </a:lnTo>
                  <a:lnTo>
                    <a:pt x="4583841" y="877756"/>
                  </a:lnTo>
                  <a:lnTo>
                    <a:pt x="4512219" y="896480"/>
                  </a:lnTo>
                  <a:lnTo>
                    <a:pt x="4440596" y="914915"/>
                  </a:lnTo>
                  <a:lnTo>
                    <a:pt x="4368974" y="933065"/>
                  </a:lnTo>
                  <a:lnTo>
                    <a:pt x="4297351" y="950935"/>
                  </a:lnTo>
                  <a:lnTo>
                    <a:pt x="4225729" y="968530"/>
                  </a:lnTo>
                  <a:lnTo>
                    <a:pt x="4154106" y="985853"/>
                  </a:lnTo>
                  <a:lnTo>
                    <a:pt x="4082483" y="1002908"/>
                  </a:lnTo>
                  <a:lnTo>
                    <a:pt x="4010861" y="1019701"/>
                  </a:lnTo>
                  <a:lnTo>
                    <a:pt x="3939238" y="1036234"/>
                  </a:lnTo>
                  <a:lnTo>
                    <a:pt x="3867616" y="1052512"/>
                  </a:lnTo>
                  <a:lnTo>
                    <a:pt x="3795993" y="1068539"/>
                  </a:lnTo>
                  <a:lnTo>
                    <a:pt x="3724371" y="1084319"/>
                  </a:lnTo>
                  <a:lnTo>
                    <a:pt x="3652748" y="1099855"/>
                  </a:lnTo>
                  <a:lnTo>
                    <a:pt x="3581126" y="1115151"/>
                  </a:lnTo>
                  <a:lnTo>
                    <a:pt x="3509503" y="1130212"/>
                  </a:lnTo>
                  <a:lnTo>
                    <a:pt x="3437881" y="1145039"/>
                  </a:lnTo>
                  <a:lnTo>
                    <a:pt x="3366258" y="1159639"/>
                  </a:lnTo>
                  <a:lnTo>
                    <a:pt x="3294636" y="1174012"/>
                  </a:lnTo>
                  <a:lnTo>
                    <a:pt x="3223013" y="1188165"/>
                  </a:lnTo>
                  <a:lnTo>
                    <a:pt x="3151391" y="1202098"/>
                  </a:lnTo>
                  <a:lnTo>
                    <a:pt x="3079768" y="1215817"/>
                  </a:lnTo>
                  <a:lnTo>
                    <a:pt x="3008146" y="1249779"/>
                  </a:lnTo>
                  <a:lnTo>
                    <a:pt x="2936523" y="1296035"/>
                  </a:lnTo>
                  <a:lnTo>
                    <a:pt x="2864901" y="1339748"/>
                  </a:lnTo>
                  <a:lnTo>
                    <a:pt x="2793278" y="1381057"/>
                  </a:lnTo>
                  <a:lnTo>
                    <a:pt x="2721655" y="1420095"/>
                  </a:lnTo>
                  <a:lnTo>
                    <a:pt x="2650033" y="1456987"/>
                  </a:lnTo>
                  <a:lnTo>
                    <a:pt x="2578410" y="1491851"/>
                  </a:lnTo>
                  <a:lnTo>
                    <a:pt x="2506788" y="1524797"/>
                  </a:lnTo>
                  <a:lnTo>
                    <a:pt x="2435165" y="1555933"/>
                  </a:lnTo>
                  <a:lnTo>
                    <a:pt x="2363543" y="1585357"/>
                  </a:lnTo>
                  <a:lnTo>
                    <a:pt x="2291920" y="1613163"/>
                  </a:lnTo>
                  <a:lnTo>
                    <a:pt x="2220298" y="1639440"/>
                  </a:lnTo>
                  <a:lnTo>
                    <a:pt x="2148675" y="1664272"/>
                  </a:lnTo>
                  <a:lnTo>
                    <a:pt x="2077053" y="1687739"/>
                  </a:lnTo>
                  <a:lnTo>
                    <a:pt x="2005430" y="1709917"/>
                  </a:lnTo>
                  <a:lnTo>
                    <a:pt x="1933808" y="1730874"/>
                  </a:lnTo>
                  <a:lnTo>
                    <a:pt x="1862185" y="1750680"/>
                  </a:lnTo>
                  <a:lnTo>
                    <a:pt x="1790563" y="1769396"/>
                  </a:lnTo>
                  <a:lnTo>
                    <a:pt x="1718940" y="1787084"/>
                  </a:lnTo>
                  <a:lnTo>
                    <a:pt x="1647318" y="1803799"/>
                  </a:lnTo>
                  <a:lnTo>
                    <a:pt x="1575695" y="1819595"/>
                  </a:lnTo>
                  <a:lnTo>
                    <a:pt x="1504073" y="1834523"/>
                  </a:lnTo>
                  <a:lnTo>
                    <a:pt x="1432450" y="1848630"/>
                  </a:lnTo>
                  <a:lnTo>
                    <a:pt x="1360827" y="1861962"/>
                  </a:lnTo>
                  <a:lnTo>
                    <a:pt x="1289205" y="1874560"/>
                  </a:lnTo>
                  <a:lnTo>
                    <a:pt x="1217582" y="1886466"/>
                  </a:lnTo>
                  <a:lnTo>
                    <a:pt x="1145960" y="1897717"/>
                  </a:lnTo>
                  <a:lnTo>
                    <a:pt x="1074337" y="1908350"/>
                  </a:lnTo>
                  <a:lnTo>
                    <a:pt x="1002715" y="1918398"/>
                  </a:lnTo>
                  <a:lnTo>
                    <a:pt x="931092" y="1927893"/>
                  </a:lnTo>
                  <a:lnTo>
                    <a:pt x="859470" y="1936867"/>
                  </a:lnTo>
                  <a:lnTo>
                    <a:pt x="787847" y="1945347"/>
                  </a:lnTo>
                  <a:lnTo>
                    <a:pt x="716225" y="1953361"/>
                  </a:lnTo>
                  <a:lnTo>
                    <a:pt x="644602" y="1960935"/>
                  </a:lnTo>
                  <a:lnTo>
                    <a:pt x="572980" y="1968092"/>
                  </a:lnTo>
                  <a:lnTo>
                    <a:pt x="501357" y="1974855"/>
                  </a:lnTo>
                  <a:lnTo>
                    <a:pt x="429735" y="1981247"/>
                  </a:lnTo>
                  <a:lnTo>
                    <a:pt x="358112" y="1987287"/>
                  </a:lnTo>
                  <a:lnTo>
                    <a:pt x="286490" y="1992995"/>
                  </a:lnTo>
                  <a:lnTo>
                    <a:pt x="214867" y="1998390"/>
                  </a:lnTo>
                  <a:lnTo>
                    <a:pt x="143245" y="2003487"/>
                  </a:lnTo>
                  <a:lnTo>
                    <a:pt x="71622" y="2008305"/>
                  </a:lnTo>
                  <a:lnTo>
                    <a:pt x="0" y="20128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900974" cy="3465308"/>
            </a:xfrm>
            <a:custGeom>
              <a:avLst/>
              <a:pathLst>
                <a:path w="5900974" h="3465308">
                  <a:moveTo>
                    <a:pt x="0" y="3465308"/>
                  </a:moveTo>
                  <a:lnTo>
                    <a:pt x="71622" y="3458431"/>
                  </a:lnTo>
                  <a:lnTo>
                    <a:pt x="143245" y="3451302"/>
                  </a:lnTo>
                  <a:lnTo>
                    <a:pt x="214867" y="3443911"/>
                  </a:lnTo>
                  <a:lnTo>
                    <a:pt x="286490" y="3436249"/>
                  </a:lnTo>
                  <a:lnTo>
                    <a:pt x="358112" y="3428306"/>
                  </a:lnTo>
                  <a:lnTo>
                    <a:pt x="429735" y="3420071"/>
                  </a:lnTo>
                  <a:lnTo>
                    <a:pt x="501357" y="3411534"/>
                  </a:lnTo>
                  <a:lnTo>
                    <a:pt x="572980" y="3402683"/>
                  </a:lnTo>
                  <a:lnTo>
                    <a:pt x="644602" y="3393508"/>
                  </a:lnTo>
                  <a:lnTo>
                    <a:pt x="716225" y="3383996"/>
                  </a:lnTo>
                  <a:lnTo>
                    <a:pt x="787847" y="3374134"/>
                  </a:lnTo>
                  <a:lnTo>
                    <a:pt x="859470" y="3363911"/>
                  </a:lnTo>
                  <a:lnTo>
                    <a:pt x="931092" y="3353312"/>
                  </a:lnTo>
                  <a:lnTo>
                    <a:pt x="1002715" y="3342324"/>
                  </a:lnTo>
                  <a:lnTo>
                    <a:pt x="1074337" y="3330933"/>
                  </a:lnTo>
                  <a:lnTo>
                    <a:pt x="1145960" y="3319124"/>
                  </a:lnTo>
                  <a:lnTo>
                    <a:pt x="1217582" y="3306882"/>
                  </a:lnTo>
                  <a:lnTo>
                    <a:pt x="1289205" y="3294189"/>
                  </a:lnTo>
                  <a:lnTo>
                    <a:pt x="1360827" y="3281031"/>
                  </a:lnTo>
                  <a:lnTo>
                    <a:pt x="1432450" y="3267390"/>
                  </a:lnTo>
                  <a:lnTo>
                    <a:pt x="1504073" y="3253249"/>
                  </a:lnTo>
                  <a:lnTo>
                    <a:pt x="1575695" y="3238588"/>
                  </a:lnTo>
                  <a:lnTo>
                    <a:pt x="1647318" y="3223389"/>
                  </a:lnTo>
                  <a:lnTo>
                    <a:pt x="1718940" y="3207632"/>
                  </a:lnTo>
                  <a:lnTo>
                    <a:pt x="1790563" y="3191297"/>
                  </a:lnTo>
                  <a:lnTo>
                    <a:pt x="1862185" y="3174362"/>
                  </a:lnTo>
                  <a:lnTo>
                    <a:pt x="1933808" y="3156805"/>
                  </a:lnTo>
                  <a:lnTo>
                    <a:pt x="2005430" y="3138604"/>
                  </a:lnTo>
                  <a:lnTo>
                    <a:pt x="2077053" y="3119735"/>
                  </a:lnTo>
                  <a:lnTo>
                    <a:pt x="2148675" y="3100173"/>
                  </a:lnTo>
                  <a:lnTo>
                    <a:pt x="2220298" y="3079894"/>
                  </a:lnTo>
                  <a:lnTo>
                    <a:pt x="2291920" y="3058869"/>
                  </a:lnTo>
                  <a:lnTo>
                    <a:pt x="2363543" y="3037073"/>
                  </a:lnTo>
                  <a:lnTo>
                    <a:pt x="2435165" y="3014477"/>
                  </a:lnTo>
                  <a:lnTo>
                    <a:pt x="2506788" y="2991052"/>
                  </a:lnTo>
                  <a:lnTo>
                    <a:pt x="2578410" y="2966766"/>
                  </a:lnTo>
                  <a:lnTo>
                    <a:pt x="2650033" y="2941589"/>
                  </a:lnTo>
                  <a:lnTo>
                    <a:pt x="2721655" y="2915488"/>
                  </a:lnTo>
                  <a:lnTo>
                    <a:pt x="2793278" y="2888429"/>
                  </a:lnTo>
                  <a:lnTo>
                    <a:pt x="2864901" y="2860377"/>
                  </a:lnTo>
                  <a:lnTo>
                    <a:pt x="2936523" y="2831294"/>
                  </a:lnTo>
                  <a:lnTo>
                    <a:pt x="3008146" y="2801145"/>
                  </a:lnTo>
                  <a:lnTo>
                    <a:pt x="3079768" y="2769888"/>
                  </a:lnTo>
                  <a:lnTo>
                    <a:pt x="3151391" y="2737484"/>
                  </a:lnTo>
                  <a:lnTo>
                    <a:pt x="3223013" y="2703891"/>
                  </a:lnTo>
                  <a:lnTo>
                    <a:pt x="3294636" y="2669065"/>
                  </a:lnTo>
                  <a:lnTo>
                    <a:pt x="3366258" y="2632960"/>
                  </a:lnTo>
                  <a:lnTo>
                    <a:pt x="3437881" y="2595530"/>
                  </a:lnTo>
                  <a:lnTo>
                    <a:pt x="3509503" y="2556726"/>
                  </a:lnTo>
                  <a:lnTo>
                    <a:pt x="3581126" y="2516497"/>
                  </a:lnTo>
                  <a:lnTo>
                    <a:pt x="3652748" y="2474792"/>
                  </a:lnTo>
                  <a:lnTo>
                    <a:pt x="3724371" y="2431556"/>
                  </a:lnTo>
                  <a:lnTo>
                    <a:pt x="3795993" y="2386733"/>
                  </a:lnTo>
                  <a:lnTo>
                    <a:pt x="3867616" y="2340264"/>
                  </a:lnTo>
                  <a:lnTo>
                    <a:pt x="3939238" y="2292090"/>
                  </a:lnTo>
                  <a:lnTo>
                    <a:pt x="4010861" y="2242147"/>
                  </a:lnTo>
                  <a:lnTo>
                    <a:pt x="4082483" y="2190371"/>
                  </a:lnTo>
                  <a:lnTo>
                    <a:pt x="4154106" y="2136695"/>
                  </a:lnTo>
                  <a:lnTo>
                    <a:pt x="4225729" y="2081048"/>
                  </a:lnTo>
                  <a:lnTo>
                    <a:pt x="4297351" y="2023358"/>
                  </a:lnTo>
                  <a:lnTo>
                    <a:pt x="4368974" y="1963551"/>
                  </a:lnTo>
                  <a:lnTo>
                    <a:pt x="4440596" y="1901549"/>
                  </a:lnTo>
                  <a:lnTo>
                    <a:pt x="4512219" y="1837270"/>
                  </a:lnTo>
                  <a:lnTo>
                    <a:pt x="4583841" y="1770632"/>
                  </a:lnTo>
                  <a:lnTo>
                    <a:pt x="4655464" y="1701548"/>
                  </a:lnTo>
                  <a:lnTo>
                    <a:pt x="4727086" y="1629928"/>
                  </a:lnTo>
                  <a:lnTo>
                    <a:pt x="4798709" y="1555679"/>
                  </a:lnTo>
                  <a:lnTo>
                    <a:pt x="4870331" y="1478705"/>
                  </a:lnTo>
                  <a:lnTo>
                    <a:pt x="4941954" y="1398905"/>
                  </a:lnTo>
                  <a:lnTo>
                    <a:pt x="5013576" y="1316175"/>
                  </a:lnTo>
                  <a:lnTo>
                    <a:pt x="5085199" y="1230409"/>
                  </a:lnTo>
                  <a:lnTo>
                    <a:pt x="5156821" y="1141495"/>
                  </a:lnTo>
                  <a:lnTo>
                    <a:pt x="5228444" y="1049317"/>
                  </a:lnTo>
                  <a:lnTo>
                    <a:pt x="5300066" y="953755"/>
                  </a:lnTo>
                  <a:lnTo>
                    <a:pt x="5371689" y="854685"/>
                  </a:lnTo>
                  <a:lnTo>
                    <a:pt x="5443311" y="751979"/>
                  </a:lnTo>
                  <a:lnTo>
                    <a:pt x="5514934" y="645502"/>
                  </a:lnTo>
                  <a:lnTo>
                    <a:pt x="5586557" y="535117"/>
                  </a:lnTo>
                  <a:lnTo>
                    <a:pt x="5658179" y="420680"/>
                  </a:lnTo>
                  <a:lnTo>
                    <a:pt x="5729802" y="302043"/>
                  </a:lnTo>
                  <a:lnTo>
                    <a:pt x="5801424" y="179050"/>
                  </a:lnTo>
                  <a:lnTo>
                    <a:pt x="5873047" y="51543"/>
                  </a:lnTo>
                  <a:lnTo>
                    <a:pt x="590097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2026-05-26T13:56:41Z</dcterms:modified>
  <cp:category/>
</cp:coreProperties>
</file>