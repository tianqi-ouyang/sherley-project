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409111"/>
            </a:xfrm>
            <a:custGeom>
              <a:avLst/>
              <a:pathLst>
                <a:path w="7090630" h="3409111">
                  <a:moveTo>
                    <a:pt x="0" y="3056014"/>
                  </a:moveTo>
                  <a:lnTo>
                    <a:pt x="71622" y="3049310"/>
                  </a:lnTo>
                  <a:lnTo>
                    <a:pt x="143245" y="3042501"/>
                  </a:lnTo>
                  <a:lnTo>
                    <a:pt x="214867" y="3035585"/>
                  </a:lnTo>
                  <a:lnTo>
                    <a:pt x="286490" y="3028561"/>
                  </a:lnTo>
                  <a:lnTo>
                    <a:pt x="358112" y="3021427"/>
                  </a:lnTo>
                  <a:lnTo>
                    <a:pt x="429735" y="3014181"/>
                  </a:lnTo>
                  <a:lnTo>
                    <a:pt x="501357" y="3006821"/>
                  </a:lnTo>
                  <a:lnTo>
                    <a:pt x="572980" y="2999346"/>
                  </a:lnTo>
                  <a:lnTo>
                    <a:pt x="644602" y="2991754"/>
                  </a:lnTo>
                  <a:lnTo>
                    <a:pt x="716225" y="2984043"/>
                  </a:lnTo>
                  <a:lnTo>
                    <a:pt x="787847" y="2976211"/>
                  </a:lnTo>
                  <a:lnTo>
                    <a:pt x="859470" y="2968256"/>
                  </a:lnTo>
                  <a:lnTo>
                    <a:pt x="931092" y="2960177"/>
                  </a:lnTo>
                  <a:lnTo>
                    <a:pt x="1002715" y="2951971"/>
                  </a:lnTo>
                  <a:lnTo>
                    <a:pt x="1074337" y="2943636"/>
                  </a:lnTo>
                  <a:lnTo>
                    <a:pt x="1145960" y="2935171"/>
                  </a:lnTo>
                  <a:lnTo>
                    <a:pt x="1217582" y="2926573"/>
                  </a:lnTo>
                  <a:lnTo>
                    <a:pt x="1289205" y="2917841"/>
                  </a:lnTo>
                  <a:lnTo>
                    <a:pt x="1360827" y="2908971"/>
                  </a:lnTo>
                  <a:lnTo>
                    <a:pt x="1432450" y="2899962"/>
                  </a:lnTo>
                  <a:lnTo>
                    <a:pt x="1504073" y="2890813"/>
                  </a:lnTo>
                  <a:lnTo>
                    <a:pt x="1575695" y="2881520"/>
                  </a:lnTo>
                  <a:lnTo>
                    <a:pt x="1647318" y="2872081"/>
                  </a:lnTo>
                  <a:lnTo>
                    <a:pt x="1718940" y="2862494"/>
                  </a:lnTo>
                  <a:lnTo>
                    <a:pt x="1790563" y="2852757"/>
                  </a:lnTo>
                  <a:lnTo>
                    <a:pt x="1862185" y="2842867"/>
                  </a:lnTo>
                  <a:lnTo>
                    <a:pt x="1933808" y="2832823"/>
                  </a:lnTo>
                  <a:lnTo>
                    <a:pt x="2005430" y="2822621"/>
                  </a:lnTo>
                  <a:lnTo>
                    <a:pt x="2077053" y="2812259"/>
                  </a:lnTo>
                  <a:lnTo>
                    <a:pt x="2148675" y="2801735"/>
                  </a:lnTo>
                  <a:lnTo>
                    <a:pt x="2220298" y="2791045"/>
                  </a:lnTo>
                  <a:lnTo>
                    <a:pt x="2291920" y="2780188"/>
                  </a:lnTo>
                  <a:lnTo>
                    <a:pt x="2363543" y="2769161"/>
                  </a:lnTo>
                  <a:lnTo>
                    <a:pt x="2435165" y="2757962"/>
                  </a:lnTo>
                  <a:lnTo>
                    <a:pt x="2506788" y="2746586"/>
                  </a:lnTo>
                  <a:lnTo>
                    <a:pt x="2578410" y="2735033"/>
                  </a:lnTo>
                  <a:lnTo>
                    <a:pt x="2650033" y="2723298"/>
                  </a:lnTo>
                  <a:lnTo>
                    <a:pt x="2721655" y="2711379"/>
                  </a:lnTo>
                  <a:lnTo>
                    <a:pt x="2793278" y="2699274"/>
                  </a:lnTo>
                  <a:lnTo>
                    <a:pt x="2864901" y="2686979"/>
                  </a:lnTo>
                  <a:lnTo>
                    <a:pt x="2936523" y="2674491"/>
                  </a:lnTo>
                  <a:lnTo>
                    <a:pt x="3008146" y="2661807"/>
                  </a:lnTo>
                  <a:lnTo>
                    <a:pt x="3079768" y="2634634"/>
                  </a:lnTo>
                  <a:lnTo>
                    <a:pt x="3151391" y="2585234"/>
                  </a:lnTo>
                  <a:lnTo>
                    <a:pt x="3223013" y="2532961"/>
                  </a:lnTo>
                  <a:lnTo>
                    <a:pt x="3294636" y="2477646"/>
                  </a:lnTo>
                  <a:lnTo>
                    <a:pt x="3366258" y="2419114"/>
                  </a:lnTo>
                  <a:lnTo>
                    <a:pt x="3437881" y="2357176"/>
                  </a:lnTo>
                  <a:lnTo>
                    <a:pt x="3509503" y="2291635"/>
                  </a:lnTo>
                  <a:lnTo>
                    <a:pt x="3581126" y="2222281"/>
                  </a:lnTo>
                  <a:lnTo>
                    <a:pt x="3652748" y="2148892"/>
                  </a:lnTo>
                  <a:lnTo>
                    <a:pt x="3724371" y="2071233"/>
                  </a:lnTo>
                  <a:lnTo>
                    <a:pt x="3795993" y="1989056"/>
                  </a:lnTo>
                  <a:lnTo>
                    <a:pt x="3867616" y="1902099"/>
                  </a:lnTo>
                  <a:lnTo>
                    <a:pt x="3939238" y="1810082"/>
                  </a:lnTo>
                  <a:lnTo>
                    <a:pt x="4010861" y="1712712"/>
                  </a:lnTo>
                  <a:lnTo>
                    <a:pt x="4082483" y="1609678"/>
                  </a:lnTo>
                  <a:lnTo>
                    <a:pt x="4154106" y="1500649"/>
                  </a:lnTo>
                  <a:lnTo>
                    <a:pt x="4225729" y="1385277"/>
                  </a:lnTo>
                  <a:lnTo>
                    <a:pt x="4297351" y="1263193"/>
                  </a:lnTo>
                  <a:lnTo>
                    <a:pt x="4368974" y="1134006"/>
                  </a:lnTo>
                  <a:lnTo>
                    <a:pt x="4440596" y="997304"/>
                  </a:lnTo>
                  <a:lnTo>
                    <a:pt x="4512219" y="852649"/>
                  </a:lnTo>
                  <a:lnTo>
                    <a:pt x="4583841" y="699577"/>
                  </a:lnTo>
                  <a:lnTo>
                    <a:pt x="4655464" y="537601"/>
                  </a:lnTo>
                  <a:lnTo>
                    <a:pt x="4727086" y="366201"/>
                  </a:lnTo>
                  <a:lnTo>
                    <a:pt x="4798709" y="184830"/>
                  </a:lnTo>
                  <a:lnTo>
                    <a:pt x="4867684" y="0"/>
                  </a:lnTo>
                  <a:lnTo>
                    <a:pt x="7090630" y="0"/>
                  </a:lnTo>
                  <a:lnTo>
                    <a:pt x="7090630" y="1489326"/>
                  </a:lnTo>
                  <a:lnTo>
                    <a:pt x="7019007" y="1520103"/>
                  </a:lnTo>
                  <a:lnTo>
                    <a:pt x="6947385" y="1550405"/>
                  </a:lnTo>
                  <a:lnTo>
                    <a:pt x="6875762" y="1580239"/>
                  </a:lnTo>
                  <a:lnTo>
                    <a:pt x="6804139" y="1609612"/>
                  </a:lnTo>
                  <a:lnTo>
                    <a:pt x="6732517" y="1638533"/>
                  </a:lnTo>
                  <a:lnTo>
                    <a:pt x="6660894" y="1667007"/>
                  </a:lnTo>
                  <a:lnTo>
                    <a:pt x="6589272" y="1695041"/>
                  </a:lnTo>
                  <a:lnTo>
                    <a:pt x="6517649" y="1722643"/>
                  </a:lnTo>
                  <a:lnTo>
                    <a:pt x="6446027" y="1749819"/>
                  </a:lnTo>
                  <a:lnTo>
                    <a:pt x="6374404" y="1776576"/>
                  </a:lnTo>
                  <a:lnTo>
                    <a:pt x="6302782" y="1802920"/>
                  </a:lnTo>
                  <a:lnTo>
                    <a:pt x="6231159" y="1828857"/>
                  </a:lnTo>
                  <a:lnTo>
                    <a:pt x="6159537" y="1854395"/>
                  </a:lnTo>
                  <a:lnTo>
                    <a:pt x="6087914" y="1879538"/>
                  </a:lnTo>
                  <a:lnTo>
                    <a:pt x="6016292" y="1904293"/>
                  </a:lnTo>
                  <a:lnTo>
                    <a:pt x="5944669" y="1928666"/>
                  </a:lnTo>
                  <a:lnTo>
                    <a:pt x="5873047" y="1952663"/>
                  </a:lnTo>
                  <a:lnTo>
                    <a:pt x="5801424" y="1976289"/>
                  </a:lnTo>
                  <a:lnTo>
                    <a:pt x="5729802" y="1999551"/>
                  </a:lnTo>
                  <a:lnTo>
                    <a:pt x="5658179" y="2022454"/>
                  </a:lnTo>
                  <a:lnTo>
                    <a:pt x="5586557" y="2045004"/>
                  </a:lnTo>
                  <a:lnTo>
                    <a:pt x="5514934" y="2067206"/>
                  </a:lnTo>
                  <a:lnTo>
                    <a:pt x="5443311" y="2089065"/>
                  </a:lnTo>
                  <a:lnTo>
                    <a:pt x="5371689" y="2110587"/>
                  </a:lnTo>
                  <a:lnTo>
                    <a:pt x="5300066" y="2131776"/>
                  </a:lnTo>
                  <a:lnTo>
                    <a:pt x="5228444" y="2152639"/>
                  </a:lnTo>
                  <a:lnTo>
                    <a:pt x="5156821" y="2173180"/>
                  </a:lnTo>
                  <a:lnTo>
                    <a:pt x="5085199" y="2193403"/>
                  </a:lnTo>
                  <a:lnTo>
                    <a:pt x="5013576" y="2213315"/>
                  </a:lnTo>
                  <a:lnTo>
                    <a:pt x="4941954" y="2232920"/>
                  </a:lnTo>
                  <a:lnTo>
                    <a:pt x="4870331" y="2252221"/>
                  </a:lnTo>
                  <a:lnTo>
                    <a:pt x="4798709" y="2271226"/>
                  </a:lnTo>
                  <a:lnTo>
                    <a:pt x="4727086" y="2289936"/>
                  </a:lnTo>
                  <a:lnTo>
                    <a:pt x="4655464" y="2308358"/>
                  </a:lnTo>
                  <a:lnTo>
                    <a:pt x="4583841" y="2326496"/>
                  </a:lnTo>
                  <a:lnTo>
                    <a:pt x="4512219" y="2344354"/>
                  </a:lnTo>
                  <a:lnTo>
                    <a:pt x="4440596" y="2361936"/>
                  </a:lnTo>
                  <a:lnTo>
                    <a:pt x="4368974" y="2379247"/>
                  </a:lnTo>
                  <a:lnTo>
                    <a:pt x="4297351" y="2396291"/>
                  </a:lnTo>
                  <a:lnTo>
                    <a:pt x="4225729" y="2413072"/>
                  </a:lnTo>
                  <a:lnTo>
                    <a:pt x="4154106" y="2429594"/>
                  </a:lnTo>
                  <a:lnTo>
                    <a:pt x="4082483" y="2445861"/>
                  </a:lnTo>
                  <a:lnTo>
                    <a:pt x="4010861" y="2461877"/>
                  </a:lnTo>
                  <a:lnTo>
                    <a:pt x="3939238" y="2477646"/>
                  </a:lnTo>
                  <a:lnTo>
                    <a:pt x="3867616" y="2493171"/>
                  </a:lnTo>
                  <a:lnTo>
                    <a:pt x="3795993" y="2508457"/>
                  </a:lnTo>
                  <a:lnTo>
                    <a:pt x="3724371" y="2523507"/>
                  </a:lnTo>
                  <a:lnTo>
                    <a:pt x="3652748" y="2538325"/>
                  </a:lnTo>
                  <a:lnTo>
                    <a:pt x="3581126" y="2552914"/>
                  </a:lnTo>
                  <a:lnTo>
                    <a:pt x="3509503" y="2567278"/>
                  </a:lnTo>
                  <a:lnTo>
                    <a:pt x="3437881" y="2581420"/>
                  </a:lnTo>
                  <a:lnTo>
                    <a:pt x="3366258" y="2595344"/>
                  </a:lnTo>
                  <a:lnTo>
                    <a:pt x="3294636" y="2609053"/>
                  </a:lnTo>
                  <a:lnTo>
                    <a:pt x="3223013" y="2622551"/>
                  </a:lnTo>
                  <a:lnTo>
                    <a:pt x="3151391" y="2635840"/>
                  </a:lnTo>
                  <a:lnTo>
                    <a:pt x="3079768" y="2648925"/>
                  </a:lnTo>
                  <a:lnTo>
                    <a:pt x="3008146" y="2681317"/>
                  </a:lnTo>
                  <a:lnTo>
                    <a:pt x="2936523" y="2725434"/>
                  </a:lnTo>
                  <a:lnTo>
                    <a:pt x="2864901" y="2767125"/>
                  </a:lnTo>
                  <a:lnTo>
                    <a:pt x="2793278" y="2806524"/>
                  </a:lnTo>
                  <a:lnTo>
                    <a:pt x="2721655" y="2843757"/>
                  </a:lnTo>
                  <a:lnTo>
                    <a:pt x="2650033" y="2878943"/>
                  </a:lnTo>
                  <a:lnTo>
                    <a:pt x="2578410" y="2912195"/>
                  </a:lnTo>
                  <a:lnTo>
                    <a:pt x="2506788" y="2943618"/>
                  </a:lnTo>
                  <a:lnTo>
                    <a:pt x="2435165" y="2973314"/>
                  </a:lnTo>
                  <a:lnTo>
                    <a:pt x="2363543" y="3001377"/>
                  </a:lnTo>
                  <a:lnTo>
                    <a:pt x="2291920" y="3027897"/>
                  </a:lnTo>
                  <a:lnTo>
                    <a:pt x="2220298" y="3052960"/>
                  </a:lnTo>
                  <a:lnTo>
                    <a:pt x="2148675" y="3076644"/>
                  </a:lnTo>
                  <a:lnTo>
                    <a:pt x="2077053" y="3099026"/>
                  </a:lnTo>
                  <a:lnTo>
                    <a:pt x="2005430" y="3120178"/>
                  </a:lnTo>
                  <a:lnTo>
                    <a:pt x="1933808" y="3140166"/>
                  </a:lnTo>
                  <a:lnTo>
                    <a:pt x="1862185" y="3159056"/>
                  </a:lnTo>
                  <a:lnTo>
                    <a:pt x="1790563" y="3176907"/>
                  </a:lnTo>
                  <a:lnTo>
                    <a:pt x="1718940" y="3193777"/>
                  </a:lnTo>
                  <a:lnTo>
                    <a:pt x="1647318" y="3209719"/>
                  </a:lnTo>
                  <a:lnTo>
                    <a:pt x="1575695" y="3224785"/>
                  </a:lnTo>
                  <a:lnTo>
                    <a:pt x="1504073" y="3239022"/>
                  </a:lnTo>
                  <a:lnTo>
                    <a:pt x="1432450" y="3252477"/>
                  </a:lnTo>
                  <a:lnTo>
                    <a:pt x="1360827" y="3265192"/>
                  </a:lnTo>
                  <a:lnTo>
                    <a:pt x="1289205" y="3277208"/>
                  </a:lnTo>
                  <a:lnTo>
                    <a:pt x="1217582" y="3288563"/>
                  </a:lnTo>
                  <a:lnTo>
                    <a:pt x="1145960" y="3299294"/>
                  </a:lnTo>
                  <a:lnTo>
                    <a:pt x="1074337" y="3309435"/>
                  </a:lnTo>
                  <a:lnTo>
                    <a:pt x="1002715" y="3319019"/>
                  </a:lnTo>
                  <a:lnTo>
                    <a:pt x="931092" y="3328075"/>
                  </a:lnTo>
                  <a:lnTo>
                    <a:pt x="859470" y="3336634"/>
                  </a:lnTo>
                  <a:lnTo>
                    <a:pt x="787847" y="3344722"/>
                  </a:lnTo>
                  <a:lnTo>
                    <a:pt x="716225" y="3352365"/>
                  </a:lnTo>
                  <a:lnTo>
                    <a:pt x="644602" y="3359589"/>
                  </a:lnTo>
                  <a:lnTo>
                    <a:pt x="572980" y="3366415"/>
                  </a:lnTo>
                  <a:lnTo>
                    <a:pt x="501357" y="3372866"/>
                  </a:lnTo>
                  <a:lnTo>
                    <a:pt x="429735" y="3378962"/>
                  </a:lnTo>
                  <a:lnTo>
                    <a:pt x="358112" y="3384723"/>
                  </a:lnTo>
                  <a:lnTo>
                    <a:pt x="286490" y="3390167"/>
                  </a:lnTo>
                  <a:lnTo>
                    <a:pt x="214867" y="3395312"/>
                  </a:lnTo>
                  <a:lnTo>
                    <a:pt x="143245" y="3400174"/>
                  </a:lnTo>
                  <a:lnTo>
                    <a:pt x="71622" y="3404769"/>
                  </a:lnTo>
                  <a:lnTo>
                    <a:pt x="0" y="34091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4867684" cy="3056014"/>
            </a:xfrm>
            <a:custGeom>
              <a:avLst/>
              <a:pathLst>
                <a:path w="4867684" h="3056014">
                  <a:moveTo>
                    <a:pt x="0" y="3056014"/>
                  </a:moveTo>
                  <a:lnTo>
                    <a:pt x="71622" y="3049310"/>
                  </a:lnTo>
                  <a:lnTo>
                    <a:pt x="143245" y="3042501"/>
                  </a:lnTo>
                  <a:lnTo>
                    <a:pt x="214867" y="3035585"/>
                  </a:lnTo>
                  <a:lnTo>
                    <a:pt x="286490" y="3028561"/>
                  </a:lnTo>
                  <a:lnTo>
                    <a:pt x="358112" y="3021427"/>
                  </a:lnTo>
                  <a:lnTo>
                    <a:pt x="429735" y="3014181"/>
                  </a:lnTo>
                  <a:lnTo>
                    <a:pt x="501357" y="3006821"/>
                  </a:lnTo>
                  <a:lnTo>
                    <a:pt x="572980" y="2999346"/>
                  </a:lnTo>
                  <a:lnTo>
                    <a:pt x="644602" y="2991754"/>
                  </a:lnTo>
                  <a:lnTo>
                    <a:pt x="716225" y="2984043"/>
                  </a:lnTo>
                  <a:lnTo>
                    <a:pt x="787847" y="2976211"/>
                  </a:lnTo>
                  <a:lnTo>
                    <a:pt x="859470" y="2968256"/>
                  </a:lnTo>
                  <a:lnTo>
                    <a:pt x="931092" y="2960177"/>
                  </a:lnTo>
                  <a:lnTo>
                    <a:pt x="1002715" y="2951971"/>
                  </a:lnTo>
                  <a:lnTo>
                    <a:pt x="1074337" y="2943636"/>
                  </a:lnTo>
                  <a:lnTo>
                    <a:pt x="1145960" y="2935171"/>
                  </a:lnTo>
                  <a:lnTo>
                    <a:pt x="1217582" y="2926573"/>
                  </a:lnTo>
                  <a:lnTo>
                    <a:pt x="1289205" y="2917841"/>
                  </a:lnTo>
                  <a:lnTo>
                    <a:pt x="1360827" y="2908971"/>
                  </a:lnTo>
                  <a:lnTo>
                    <a:pt x="1432450" y="2899962"/>
                  </a:lnTo>
                  <a:lnTo>
                    <a:pt x="1504073" y="2890813"/>
                  </a:lnTo>
                  <a:lnTo>
                    <a:pt x="1575695" y="2881520"/>
                  </a:lnTo>
                  <a:lnTo>
                    <a:pt x="1647318" y="2872081"/>
                  </a:lnTo>
                  <a:lnTo>
                    <a:pt x="1718940" y="2862494"/>
                  </a:lnTo>
                  <a:lnTo>
                    <a:pt x="1790563" y="2852757"/>
                  </a:lnTo>
                  <a:lnTo>
                    <a:pt x="1862185" y="2842867"/>
                  </a:lnTo>
                  <a:lnTo>
                    <a:pt x="1933808" y="2832823"/>
                  </a:lnTo>
                  <a:lnTo>
                    <a:pt x="2005430" y="2822621"/>
                  </a:lnTo>
                  <a:lnTo>
                    <a:pt x="2077053" y="2812259"/>
                  </a:lnTo>
                  <a:lnTo>
                    <a:pt x="2148675" y="2801735"/>
                  </a:lnTo>
                  <a:lnTo>
                    <a:pt x="2220298" y="2791045"/>
                  </a:lnTo>
                  <a:lnTo>
                    <a:pt x="2291920" y="2780188"/>
                  </a:lnTo>
                  <a:lnTo>
                    <a:pt x="2363543" y="2769161"/>
                  </a:lnTo>
                  <a:lnTo>
                    <a:pt x="2435165" y="2757962"/>
                  </a:lnTo>
                  <a:lnTo>
                    <a:pt x="2506788" y="2746586"/>
                  </a:lnTo>
                  <a:lnTo>
                    <a:pt x="2578410" y="2735033"/>
                  </a:lnTo>
                  <a:lnTo>
                    <a:pt x="2650033" y="2723298"/>
                  </a:lnTo>
                  <a:lnTo>
                    <a:pt x="2721655" y="2711379"/>
                  </a:lnTo>
                  <a:lnTo>
                    <a:pt x="2793278" y="2699274"/>
                  </a:lnTo>
                  <a:lnTo>
                    <a:pt x="2864901" y="2686979"/>
                  </a:lnTo>
                  <a:lnTo>
                    <a:pt x="2936523" y="2674491"/>
                  </a:lnTo>
                  <a:lnTo>
                    <a:pt x="3008146" y="2661807"/>
                  </a:lnTo>
                  <a:lnTo>
                    <a:pt x="3079768" y="2634634"/>
                  </a:lnTo>
                  <a:lnTo>
                    <a:pt x="3151391" y="2585234"/>
                  </a:lnTo>
                  <a:lnTo>
                    <a:pt x="3223013" y="2532961"/>
                  </a:lnTo>
                  <a:lnTo>
                    <a:pt x="3294636" y="2477646"/>
                  </a:lnTo>
                  <a:lnTo>
                    <a:pt x="3366258" y="2419114"/>
                  </a:lnTo>
                  <a:lnTo>
                    <a:pt x="3437881" y="2357176"/>
                  </a:lnTo>
                  <a:lnTo>
                    <a:pt x="3509503" y="2291635"/>
                  </a:lnTo>
                  <a:lnTo>
                    <a:pt x="3581126" y="2222281"/>
                  </a:lnTo>
                  <a:lnTo>
                    <a:pt x="3652748" y="2148892"/>
                  </a:lnTo>
                  <a:lnTo>
                    <a:pt x="3724371" y="2071233"/>
                  </a:lnTo>
                  <a:lnTo>
                    <a:pt x="3795993" y="1989056"/>
                  </a:lnTo>
                  <a:lnTo>
                    <a:pt x="3867616" y="1902099"/>
                  </a:lnTo>
                  <a:lnTo>
                    <a:pt x="3939238" y="1810082"/>
                  </a:lnTo>
                  <a:lnTo>
                    <a:pt x="4010861" y="1712712"/>
                  </a:lnTo>
                  <a:lnTo>
                    <a:pt x="4082483" y="1609678"/>
                  </a:lnTo>
                  <a:lnTo>
                    <a:pt x="4154106" y="1500649"/>
                  </a:lnTo>
                  <a:lnTo>
                    <a:pt x="4225729" y="1385277"/>
                  </a:lnTo>
                  <a:lnTo>
                    <a:pt x="4297351" y="1263193"/>
                  </a:lnTo>
                  <a:lnTo>
                    <a:pt x="4368974" y="1134006"/>
                  </a:lnTo>
                  <a:lnTo>
                    <a:pt x="4440596" y="997304"/>
                  </a:lnTo>
                  <a:lnTo>
                    <a:pt x="4512219" y="852649"/>
                  </a:lnTo>
                  <a:lnTo>
                    <a:pt x="4583841" y="699577"/>
                  </a:lnTo>
                  <a:lnTo>
                    <a:pt x="4655464" y="537601"/>
                  </a:lnTo>
                  <a:lnTo>
                    <a:pt x="4727086" y="366201"/>
                  </a:lnTo>
                  <a:lnTo>
                    <a:pt x="4798709" y="184830"/>
                  </a:lnTo>
                  <a:lnTo>
                    <a:pt x="48676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562829"/>
              <a:ext cx="7090630" cy="1919784"/>
            </a:xfrm>
            <a:custGeom>
              <a:avLst/>
              <a:pathLst>
                <a:path w="7090630" h="1919784">
                  <a:moveTo>
                    <a:pt x="7090630" y="0"/>
                  </a:moveTo>
                  <a:lnTo>
                    <a:pt x="7019007" y="30776"/>
                  </a:lnTo>
                  <a:lnTo>
                    <a:pt x="6947385" y="61078"/>
                  </a:lnTo>
                  <a:lnTo>
                    <a:pt x="6875762" y="90912"/>
                  </a:lnTo>
                  <a:lnTo>
                    <a:pt x="6804139" y="120285"/>
                  </a:lnTo>
                  <a:lnTo>
                    <a:pt x="6732517" y="149206"/>
                  </a:lnTo>
                  <a:lnTo>
                    <a:pt x="6660894" y="177680"/>
                  </a:lnTo>
                  <a:lnTo>
                    <a:pt x="6589272" y="205714"/>
                  </a:lnTo>
                  <a:lnTo>
                    <a:pt x="6517649" y="233316"/>
                  </a:lnTo>
                  <a:lnTo>
                    <a:pt x="6446027" y="260493"/>
                  </a:lnTo>
                  <a:lnTo>
                    <a:pt x="6374404" y="287249"/>
                  </a:lnTo>
                  <a:lnTo>
                    <a:pt x="6302782" y="313593"/>
                  </a:lnTo>
                  <a:lnTo>
                    <a:pt x="6231159" y="339531"/>
                  </a:lnTo>
                  <a:lnTo>
                    <a:pt x="6159537" y="365068"/>
                  </a:lnTo>
                  <a:lnTo>
                    <a:pt x="6087914" y="390211"/>
                  </a:lnTo>
                  <a:lnTo>
                    <a:pt x="6016292" y="414966"/>
                  </a:lnTo>
                  <a:lnTo>
                    <a:pt x="5944669" y="439339"/>
                  </a:lnTo>
                  <a:lnTo>
                    <a:pt x="5873047" y="463336"/>
                  </a:lnTo>
                  <a:lnTo>
                    <a:pt x="5801424" y="486962"/>
                  </a:lnTo>
                  <a:lnTo>
                    <a:pt x="5729802" y="510224"/>
                  </a:lnTo>
                  <a:lnTo>
                    <a:pt x="5658179" y="533128"/>
                  </a:lnTo>
                  <a:lnTo>
                    <a:pt x="5586557" y="555677"/>
                  </a:lnTo>
                  <a:lnTo>
                    <a:pt x="5514934" y="577879"/>
                  </a:lnTo>
                  <a:lnTo>
                    <a:pt x="5443311" y="599738"/>
                  </a:lnTo>
                  <a:lnTo>
                    <a:pt x="5371689" y="621260"/>
                  </a:lnTo>
                  <a:lnTo>
                    <a:pt x="5300066" y="642449"/>
                  </a:lnTo>
                  <a:lnTo>
                    <a:pt x="5228444" y="663312"/>
                  </a:lnTo>
                  <a:lnTo>
                    <a:pt x="5156821" y="683853"/>
                  </a:lnTo>
                  <a:lnTo>
                    <a:pt x="5085199" y="704077"/>
                  </a:lnTo>
                  <a:lnTo>
                    <a:pt x="5013576" y="723988"/>
                  </a:lnTo>
                  <a:lnTo>
                    <a:pt x="4941954" y="743593"/>
                  </a:lnTo>
                  <a:lnTo>
                    <a:pt x="4870331" y="762895"/>
                  </a:lnTo>
                  <a:lnTo>
                    <a:pt x="4798709" y="781899"/>
                  </a:lnTo>
                  <a:lnTo>
                    <a:pt x="4727086" y="800609"/>
                  </a:lnTo>
                  <a:lnTo>
                    <a:pt x="4655464" y="819031"/>
                  </a:lnTo>
                  <a:lnTo>
                    <a:pt x="4583841" y="837169"/>
                  </a:lnTo>
                  <a:lnTo>
                    <a:pt x="4512219" y="855027"/>
                  </a:lnTo>
                  <a:lnTo>
                    <a:pt x="4440596" y="872609"/>
                  </a:lnTo>
                  <a:lnTo>
                    <a:pt x="4368974" y="889920"/>
                  </a:lnTo>
                  <a:lnTo>
                    <a:pt x="4297351" y="906964"/>
                  </a:lnTo>
                  <a:lnTo>
                    <a:pt x="4225729" y="923745"/>
                  </a:lnTo>
                  <a:lnTo>
                    <a:pt x="4154106" y="940267"/>
                  </a:lnTo>
                  <a:lnTo>
                    <a:pt x="4082483" y="956534"/>
                  </a:lnTo>
                  <a:lnTo>
                    <a:pt x="4010861" y="972550"/>
                  </a:lnTo>
                  <a:lnTo>
                    <a:pt x="3939238" y="988319"/>
                  </a:lnTo>
                  <a:lnTo>
                    <a:pt x="3867616" y="1003844"/>
                  </a:lnTo>
                  <a:lnTo>
                    <a:pt x="3795993" y="1019130"/>
                  </a:lnTo>
                  <a:lnTo>
                    <a:pt x="3724371" y="1034180"/>
                  </a:lnTo>
                  <a:lnTo>
                    <a:pt x="3652748" y="1048998"/>
                  </a:lnTo>
                  <a:lnTo>
                    <a:pt x="3581126" y="1063587"/>
                  </a:lnTo>
                  <a:lnTo>
                    <a:pt x="3509503" y="1077951"/>
                  </a:lnTo>
                  <a:lnTo>
                    <a:pt x="3437881" y="1092093"/>
                  </a:lnTo>
                  <a:lnTo>
                    <a:pt x="3366258" y="1106017"/>
                  </a:lnTo>
                  <a:lnTo>
                    <a:pt x="3294636" y="1119727"/>
                  </a:lnTo>
                  <a:lnTo>
                    <a:pt x="3223013" y="1133224"/>
                  </a:lnTo>
                  <a:lnTo>
                    <a:pt x="3151391" y="1146514"/>
                  </a:lnTo>
                  <a:lnTo>
                    <a:pt x="3079768" y="1159598"/>
                  </a:lnTo>
                  <a:lnTo>
                    <a:pt x="3008146" y="1191990"/>
                  </a:lnTo>
                  <a:lnTo>
                    <a:pt x="2936523" y="1236107"/>
                  </a:lnTo>
                  <a:lnTo>
                    <a:pt x="2864901" y="1277798"/>
                  </a:lnTo>
                  <a:lnTo>
                    <a:pt x="2793278" y="1317197"/>
                  </a:lnTo>
                  <a:lnTo>
                    <a:pt x="2721655" y="1354430"/>
                  </a:lnTo>
                  <a:lnTo>
                    <a:pt x="2650033" y="1389617"/>
                  </a:lnTo>
                  <a:lnTo>
                    <a:pt x="2578410" y="1422868"/>
                  </a:lnTo>
                  <a:lnTo>
                    <a:pt x="2506788" y="1454291"/>
                  </a:lnTo>
                  <a:lnTo>
                    <a:pt x="2435165" y="1483987"/>
                  </a:lnTo>
                  <a:lnTo>
                    <a:pt x="2363543" y="1512050"/>
                  </a:lnTo>
                  <a:lnTo>
                    <a:pt x="2291920" y="1538570"/>
                  </a:lnTo>
                  <a:lnTo>
                    <a:pt x="2220298" y="1563633"/>
                  </a:lnTo>
                  <a:lnTo>
                    <a:pt x="2148675" y="1587317"/>
                  </a:lnTo>
                  <a:lnTo>
                    <a:pt x="2077053" y="1609699"/>
                  </a:lnTo>
                  <a:lnTo>
                    <a:pt x="2005430" y="1630851"/>
                  </a:lnTo>
                  <a:lnTo>
                    <a:pt x="1933808" y="1650839"/>
                  </a:lnTo>
                  <a:lnTo>
                    <a:pt x="1862185" y="1669729"/>
                  </a:lnTo>
                  <a:lnTo>
                    <a:pt x="1790563" y="1687580"/>
                  </a:lnTo>
                  <a:lnTo>
                    <a:pt x="1718940" y="1704450"/>
                  </a:lnTo>
                  <a:lnTo>
                    <a:pt x="1647318" y="1720392"/>
                  </a:lnTo>
                  <a:lnTo>
                    <a:pt x="1575695" y="1735458"/>
                  </a:lnTo>
                  <a:lnTo>
                    <a:pt x="1504073" y="1749695"/>
                  </a:lnTo>
                  <a:lnTo>
                    <a:pt x="1432450" y="1763150"/>
                  </a:lnTo>
                  <a:lnTo>
                    <a:pt x="1360827" y="1775865"/>
                  </a:lnTo>
                  <a:lnTo>
                    <a:pt x="1289205" y="1787881"/>
                  </a:lnTo>
                  <a:lnTo>
                    <a:pt x="1217582" y="1799236"/>
                  </a:lnTo>
                  <a:lnTo>
                    <a:pt x="1145960" y="1809967"/>
                  </a:lnTo>
                  <a:lnTo>
                    <a:pt x="1074337" y="1820108"/>
                  </a:lnTo>
                  <a:lnTo>
                    <a:pt x="1002715" y="1829692"/>
                  </a:lnTo>
                  <a:lnTo>
                    <a:pt x="931092" y="1838748"/>
                  </a:lnTo>
                  <a:lnTo>
                    <a:pt x="859470" y="1847307"/>
                  </a:lnTo>
                  <a:lnTo>
                    <a:pt x="787847" y="1855395"/>
                  </a:lnTo>
                  <a:lnTo>
                    <a:pt x="716225" y="1863039"/>
                  </a:lnTo>
                  <a:lnTo>
                    <a:pt x="644602" y="1870262"/>
                  </a:lnTo>
                  <a:lnTo>
                    <a:pt x="572980" y="1877088"/>
                  </a:lnTo>
                  <a:lnTo>
                    <a:pt x="501357" y="1883539"/>
                  </a:lnTo>
                  <a:lnTo>
                    <a:pt x="429735" y="1889635"/>
                  </a:lnTo>
                  <a:lnTo>
                    <a:pt x="358112" y="1895396"/>
                  </a:lnTo>
                  <a:lnTo>
                    <a:pt x="286490" y="1900840"/>
                  </a:lnTo>
                  <a:lnTo>
                    <a:pt x="214867" y="1905985"/>
                  </a:lnTo>
                  <a:lnTo>
                    <a:pt x="143245" y="1910847"/>
                  </a:lnTo>
                  <a:lnTo>
                    <a:pt x="71622" y="1915442"/>
                  </a:lnTo>
                  <a:lnTo>
                    <a:pt x="0" y="1919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073503"/>
              <a:ext cx="5900974" cy="3305073"/>
            </a:xfrm>
            <a:custGeom>
              <a:avLst/>
              <a:pathLst>
                <a:path w="5900974" h="3305073">
                  <a:moveTo>
                    <a:pt x="0" y="3305073"/>
                  </a:moveTo>
                  <a:lnTo>
                    <a:pt x="71622" y="3298515"/>
                  </a:lnTo>
                  <a:lnTo>
                    <a:pt x="143245" y="3291715"/>
                  </a:lnTo>
                  <a:lnTo>
                    <a:pt x="214867" y="3284666"/>
                  </a:lnTo>
                  <a:lnTo>
                    <a:pt x="286490" y="3277358"/>
                  </a:lnTo>
                  <a:lnTo>
                    <a:pt x="358112" y="3269782"/>
                  </a:lnTo>
                  <a:lnTo>
                    <a:pt x="429735" y="3261928"/>
                  </a:lnTo>
                  <a:lnTo>
                    <a:pt x="501357" y="3253786"/>
                  </a:lnTo>
                  <a:lnTo>
                    <a:pt x="572980" y="3245344"/>
                  </a:lnTo>
                  <a:lnTo>
                    <a:pt x="644602" y="3236593"/>
                  </a:lnTo>
                  <a:lnTo>
                    <a:pt x="716225" y="3227521"/>
                  </a:lnTo>
                  <a:lnTo>
                    <a:pt x="787847" y="3218116"/>
                  </a:lnTo>
                  <a:lnTo>
                    <a:pt x="859470" y="3208365"/>
                  </a:lnTo>
                  <a:lnTo>
                    <a:pt x="931092" y="3198256"/>
                  </a:lnTo>
                  <a:lnTo>
                    <a:pt x="1002715" y="3187777"/>
                  </a:lnTo>
                  <a:lnTo>
                    <a:pt x="1074337" y="3176912"/>
                  </a:lnTo>
                  <a:lnTo>
                    <a:pt x="1145960" y="3165649"/>
                  </a:lnTo>
                  <a:lnTo>
                    <a:pt x="1217582" y="3153973"/>
                  </a:lnTo>
                  <a:lnTo>
                    <a:pt x="1289205" y="3141867"/>
                  </a:lnTo>
                  <a:lnTo>
                    <a:pt x="1360827" y="3129318"/>
                  </a:lnTo>
                  <a:lnTo>
                    <a:pt x="1432450" y="3116308"/>
                  </a:lnTo>
                  <a:lnTo>
                    <a:pt x="1504073" y="3102820"/>
                  </a:lnTo>
                  <a:lnTo>
                    <a:pt x="1575695" y="3088837"/>
                  </a:lnTo>
                  <a:lnTo>
                    <a:pt x="1647318" y="3074341"/>
                  </a:lnTo>
                  <a:lnTo>
                    <a:pt x="1718940" y="3059312"/>
                  </a:lnTo>
                  <a:lnTo>
                    <a:pt x="1790563" y="3043732"/>
                  </a:lnTo>
                  <a:lnTo>
                    <a:pt x="1862185" y="3027581"/>
                  </a:lnTo>
                  <a:lnTo>
                    <a:pt x="1933808" y="3010836"/>
                  </a:lnTo>
                  <a:lnTo>
                    <a:pt x="2005430" y="2993476"/>
                  </a:lnTo>
                  <a:lnTo>
                    <a:pt x="2077053" y="2975480"/>
                  </a:lnTo>
                  <a:lnTo>
                    <a:pt x="2148675" y="2956822"/>
                  </a:lnTo>
                  <a:lnTo>
                    <a:pt x="2220298" y="2937480"/>
                  </a:lnTo>
                  <a:lnTo>
                    <a:pt x="2291920" y="2917428"/>
                  </a:lnTo>
                  <a:lnTo>
                    <a:pt x="2363543" y="2896640"/>
                  </a:lnTo>
                  <a:lnTo>
                    <a:pt x="2435165" y="2875089"/>
                  </a:lnTo>
                  <a:lnTo>
                    <a:pt x="2506788" y="2852746"/>
                  </a:lnTo>
                  <a:lnTo>
                    <a:pt x="2578410" y="2829584"/>
                  </a:lnTo>
                  <a:lnTo>
                    <a:pt x="2650033" y="2805571"/>
                  </a:lnTo>
                  <a:lnTo>
                    <a:pt x="2721655" y="2780677"/>
                  </a:lnTo>
                  <a:lnTo>
                    <a:pt x="2793278" y="2754869"/>
                  </a:lnTo>
                  <a:lnTo>
                    <a:pt x="2864901" y="2728114"/>
                  </a:lnTo>
                  <a:lnTo>
                    <a:pt x="2936523" y="2700376"/>
                  </a:lnTo>
                  <a:lnTo>
                    <a:pt x="3008146" y="2671621"/>
                  </a:lnTo>
                  <a:lnTo>
                    <a:pt x="3079768" y="2641809"/>
                  </a:lnTo>
                  <a:lnTo>
                    <a:pt x="3151391" y="2610904"/>
                  </a:lnTo>
                  <a:lnTo>
                    <a:pt x="3223013" y="2578864"/>
                  </a:lnTo>
                  <a:lnTo>
                    <a:pt x="3294636" y="2545648"/>
                  </a:lnTo>
                  <a:lnTo>
                    <a:pt x="3366258" y="2511213"/>
                  </a:lnTo>
                  <a:lnTo>
                    <a:pt x="3437881" y="2475513"/>
                  </a:lnTo>
                  <a:lnTo>
                    <a:pt x="3509503" y="2438503"/>
                  </a:lnTo>
                  <a:lnTo>
                    <a:pt x="3581126" y="2400135"/>
                  </a:lnTo>
                  <a:lnTo>
                    <a:pt x="3652748" y="2360358"/>
                  </a:lnTo>
                  <a:lnTo>
                    <a:pt x="3724371" y="2319121"/>
                  </a:lnTo>
                  <a:lnTo>
                    <a:pt x="3795993" y="2276371"/>
                  </a:lnTo>
                  <a:lnTo>
                    <a:pt x="3867616" y="2232051"/>
                  </a:lnTo>
                  <a:lnTo>
                    <a:pt x="3939238" y="2186104"/>
                  </a:lnTo>
                  <a:lnTo>
                    <a:pt x="4010861" y="2138471"/>
                  </a:lnTo>
                  <a:lnTo>
                    <a:pt x="4082483" y="2089089"/>
                  </a:lnTo>
                  <a:lnTo>
                    <a:pt x="4154106" y="2037895"/>
                  </a:lnTo>
                  <a:lnTo>
                    <a:pt x="4225729" y="1984821"/>
                  </a:lnTo>
                  <a:lnTo>
                    <a:pt x="4297351" y="1929799"/>
                  </a:lnTo>
                  <a:lnTo>
                    <a:pt x="4368974" y="1872757"/>
                  </a:lnTo>
                  <a:lnTo>
                    <a:pt x="4440596" y="1813622"/>
                  </a:lnTo>
                  <a:lnTo>
                    <a:pt x="4512219" y="1752316"/>
                  </a:lnTo>
                  <a:lnTo>
                    <a:pt x="4583841" y="1688759"/>
                  </a:lnTo>
                  <a:lnTo>
                    <a:pt x="4655464" y="1622869"/>
                  </a:lnTo>
                  <a:lnTo>
                    <a:pt x="4727086" y="1554561"/>
                  </a:lnTo>
                  <a:lnTo>
                    <a:pt x="4798709" y="1483745"/>
                  </a:lnTo>
                  <a:lnTo>
                    <a:pt x="4870331" y="1410330"/>
                  </a:lnTo>
                  <a:lnTo>
                    <a:pt x="4941954" y="1334220"/>
                  </a:lnTo>
                  <a:lnTo>
                    <a:pt x="5013576" y="1255316"/>
                  </a:lnTo>
                  <a:lnTo>
                    <a:pt x="5085199" y="1173515"/>
                  </a:lnTo>
                  <a:lnTo>
                    <a:pt x="5156821" y="1088712"/>
                  </a:lnTo>
                  <a:lnTo>
                    <a:pt x="5228444" y="1000796"/>
                  </a:lnTo>
                  <a:lnTo>
                    <a:pt x="5300066" y="909653"/>
                  </a:lnTo>
                  <a:lnTo>
                    <a:pt x="5371689" y="815165"/>
                  </a:lnTo>
                  <a:lnTo>
                    <a:pt x="5443311" y="717207"/>
                  </a:lnTo>
                  <a:lnTo>
                    <a:pt x="5514934" y="615654"/>
                  </a:lnTo>
                  <a:lnTo>
                    <a:pt x="5586557" y="510374"/>
                  </a:lnTo>
                  <a:lnTo>
                    <a:pt x="5658179" y="401228"/>
                  </a:lnTo>
                  <a:lnTo>
                    <a:pt x="5729802" y="288076"/>
                  </a:lnTo>
                  <a:lnTo>
                    <a:pt x="5801424" y="170771"/>
                  </a:lnTo>
                  <a:lnTo>
                    <a:pt x="5873047" y="49160"/>
                  </a:lnTo>
                  <a:lnTo>
                    <a:pt x="590097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500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2026-06-02T08:49:33Z</dcterms:modified>
  <cp:category/>
</cp:coreProperties>
</file>