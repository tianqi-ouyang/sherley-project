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02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462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901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2433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682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121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981039"/>
              <a:ext cx="6949396" cy="545357"/>
            </a:xfrm>
            <a:custGeom>
              <a:avLst/>
              <a:pathLst>
                <a:path w="6949396" h="545357">
                  <a:moveTo>
                    <a:pt x="0" y="545357"/>
                  </a:moveTo>
                  <a:lnTo>
                    <a:pt x="185317" y="545357"/>
                  </a:lnTo>
                  <a:lnTo>
                    <a:pt x="185317" y="491413"/>
                  </a:lnTo>
                  <a:lnTo>
                    <a:pt x="277975" y="491413"/>
                  </a:lnTo>
                  <a:lnTo>
                    <a:pt x="277975" y="380649"/>
                  </a:lnTo>
                  <a:lnTo>
                    <a:pt x="370634" y="380649"/>
                  </a:lnTo>
                  <a:lnTo>
                    <a:pt x="370634" y="319351"/>
                  </a:lnTo>
                  <a:lnTo>
                    <a:pt x="463293" y="319351"/>
                  </a:lnTo>
                  <a:lnTo>
                    <a:pt x="463293" y="257264"/>
                  </a:lnTo>
                  <a:lnTo>
                    <a:pt x="1945831" y="257264"/>
                  </a:lnTo>
                  <a:lnTo>
                    <a:pt x="1945831" y="195473"/>
                  </a:lnTo>
                  <a:lnTo>
                    <a:pt x="3243051" y="195473"/>
                  </a:lnTo>
                  <a:lnTo>
                    <a:pt x="3243051" y="132975"/>
                  </a:lnTo>
                  <a:lnTo>
                    <a:pt x="6300786" y="132975"/>
                  </a:lnTo>
                  <a:lnTo>
                    <a:pt x="6300786" y="68377"/>
                  </a:lnTo>
                  <a:lnTo>
                    <a:pt x="6949396" y="6837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44447"/>
            </a:xfrm>
            <a:custGeom>
              <a:avLst/>
              <a:pathLst>
                <a:path w="6949396" h="2444447">
                  <a:moveTo>
                    <a:pt x="0" y="2444447"/>
                  </a:moveTo>
                  <a:lnTo>
                    <a:pt x="185317" y="2444447"/>
                  </a:lnTo>
                  <a:lnTo>
                    <a:pt x="185317" y="2177094"/>
                  </a:lnTo>
                  <a:lnTo>
                    <a:pt x="277975" y="2177094"/>
                  </a:lnTo>
                  <a:lnTo>
                    <a:pt x="277975" y="1646976"/>
                  </a:lnTo>
                  <a:lnTo>
                    <a:pt x="370634" y="1646976"/>
                  </a:lnTo>
                  <a:lnTo>
                    <a:pt x="370634" y="1364047"/>
                  </a:lnTo>
                  <a:lnTo>
                    <a:pt x="463293" y="1364047"/>
                  </a:lnTo>
                  <a:lnTo>
                    <a:pt x="463293" y="1084731"/>
                  </a:lnTo>
                  <a:lnTo>
                    <a:pt x="1945831" y="1084731"/>
                  </a:lnTo>
                  <a:lnTo>
                    <a:pt x="1945831" y="813758"/>
                  </a:lnTo>
                  <a:lnTo>
                    <a:pt x="3243051" y="813758"/>
                  </a:lnTo>
                  <a:lnTo>
                    <a:pt x="3243051" y="546557"/>
                  </a:lnTo>
                  <a:lnTo>
                    <a:pt x="6300786" y="546557"/>
                  </a:lnTo>
                  <a:lnTo>
                    <a:pt x="6300786" y="277403"/>
                  </a:lnTo>
                  <a:lnTo>
                    <a:pt x="6949396" y="27740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42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281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20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5.13 (95% CI 1.01-26.12), p = 0.049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2026-05-22T10:32:48Z</dcterms:modified>
  <cp:category/>
</cp:coreProperties>
</file>