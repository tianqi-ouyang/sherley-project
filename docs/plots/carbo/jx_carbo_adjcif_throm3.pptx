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10307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33992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57677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13155" y="2813617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411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5867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42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780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472150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13155" y="395834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13155" y="3195194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45139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6596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8052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895088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53386" y="5050011"/>
              <a:ext cx="6804615" cy="395272"/>
            </a:xfrm>
            <a:custGeom>
              <a:avLst/>
              <a:pathLst>
                <a:path w="6804615" h="395272">
                  <a:moveTo>
                    <a:pt x="0" y="395272"/>
                  </a:moveTo>
                  <a:lnTo>
                    <a:pt x="181456" y="395272"/>
                  </a:lnTo>
                  <a:lnTo>
                    <a:pt x="181456" y="355957"/>
                  </a:lnTo>
                  <a:lnTo>
                    <a:pt x="272184" y="355957"/>
                  </a:lnTo>
                  <a:lnTo>
                    <a:pt x="272184" y="275124"/>
                  </a:lnTo>
                  <a:lnTo>
                    <a:pt x="362912" y="275124"/>
                  </a:lnTo>
                  <a:lnTo>
                    <a:pt x="362912" y="230783"/>
                  </a:lnTo>
                  <a:lnTo>
                    <a:pt x="453641" y="230783"/>
                  </a:lnTo>
                  <a:lnTo>
                    <a:pt x="453641" y="185959"/>
                  </a:lnTo>
                  <a:lnTo>
                    <a:pt x="1905292" y="185959"/>
                  </a:lnTo>
                  <a:lnTo>
                    <a:pt x="1905292" y="141288"/>
                  </a:lnTo>
                  <a:lnTo>
                    <a:pt x="3175487" y="141288"/>
                  </a:lnTo>
                  <a:lnTo>
                    <a:pt x="3175487" y="96079"/>
                  </a:lnTo>
                  <a:lnTo>
                    <a:pt x="6169517" y="96079"/>
                  </a:lnTo>
                  <a:lnTo>
                    <a:pt x="6169517" y="49473"/>
                  </a:lnTo>
                  <a:lnTo>
                    <a:pt x="6804615" y="494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53386" y="3034080"/>
              <a:ext cx="6804615" cy="2204509"/>
            </a:xfrm>
            <a:custGeom>
              <a:avLst/>
              <a:pathLst>
                <a:path w="6804615" h="2204509">
                  <a:moveTo>
                    <a:pt x="0" y="2204509"/>
                  </a:moveTo>
                  <a:lnTo>
                    <a:pt x="181456" y="2204509"/>
                  </a:lnTo>
                  <a:lnTo>
                    <a:pt x="181456" y="1964039"/>
                  </a:lnTo>
                  <a:lnTo>
                    <a:pt x="272184" y="1964039"/>
                  </a:lnTo>
                  <a:lnTo>
                    <a:pt x="272184" y="1485379"/>
                  </a:lnTo>
                  <a:lnTo>
                    <a:pt x="362912" y="1485379"/>
                  </a:lnTo>
                  <a:lnTo>
                    <a:pt x="362912" y="1231443"/>
                  </a:lnTo>
                  <a:lnTo>
                    <a:pt x="453641" y="1231443"/>
                  </a:lnTo>
                  <a:lnTo>
                    <a:pt x="453641" y="980690"/>
                  </a:lnTo>
                  <a:lnTo>
                    <a:pt x="1905292" y="980690"/>
                  </a:lnTo>
                  <a:lnTo>
                    <a:pt x="1905292" y="736540"/>
                  </a:lnTo>
                  <a:lnTo>
                    <a:pt x="3175487" y="736540"/>
                  </a:lnTo>
                  <a:lnTo>
                    <a:pt x="3175487" y="495097"/>
                  </a:lnTo>
                  <a:lnTo>
                    <a:pt x="6169517" y="495097"/>
                  </a:lnTo>
                  <a:lnTo>
                    <a:pt x="6169517" y="251946"/>
                  </a:lnTo>
                  <a:lnTo>
                    <a:pt x="6804615" y="251946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4670524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390737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3144216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372392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695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015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81608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3155" y="1977589"/>
              <a:ext cx="478222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6.32 (95% CI 1.00-39.79), p = 0.050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113155" y="1688767"/>
              <a:ext cx="25961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2026-07-21T17:06:00Z</dcterms:modified>
  <cp:category/>
</cp:coreProperties>
</file>