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5712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105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639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6173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338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8872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0406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098260"/>
              <a:ext cx="6949396" cy="438485"/>
            </a:xfrm>
            <a:custGeom>
              <a:avLst/>
              <a:pathLst>
                <a:path w="6949396" h="438485">
                  <a:moveTo>
                    <a:pt x="0" y="438485"/>
                  </a:moveTo>
                  <a:lnTo>
                    <a:pt x="185317" y="438485"/>
                  </a:lnTo>
                  <a:lnTo>
                    <a:pt x="185317" y="394872"/>
                  </a:lnTo>
                  <a:lnTo>
                    <a:pt x="277975" y="394872"/>
                  </a:lnTo>
                  <a:lnTo>
                    <a:pt x="277975" y="305201"/>
                  </a:lnTo>
                  <a:lnTo>
                    <a:pt x="370634" y="305201"/>
                  </a:lnTo>
                  <a:lnTo>
                    <a:pt x="370634" y="256013"/>
                  </a:lnTo>
                  <a:lnTo>
                    <a:pt x="463293" y="256013"/>
                  </a:lnTo>
                  <a:lnTo>
                    <a:pt x="463293" y="206289"/>
                  </a:lnTo>
                  <a:lnTo>
                    <a:pt x="1945831" y="206289"/>
                  </a:lnTo>
                  <a:lnTo>
                    <a:pt x="1945831" y="156734"/>
                  </a:lnTo>
                  <a:lnTo>
                    <a:pt x="3243051" y="156734"/>
                  </a:lnTo>
                  <a:lnTo>
                    <a:pt x="3243051" y="106582"/>
                  </a:lnTo>
                  <a:lnTo>
                    <a:pt x="6300786" y="106582"/>
                  </a:lnTo>
                  <a:lnTo>
                    <a:pt x="6300786" y="54882"/>
                  </a:lnTo>
                  <a:lnTo>
                    <a:pt x="6949396" y="5488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45517"/>
            </a:xfrm>
            <a:custGeom>
              <a:avLst/>
              <a:pathLst>
                <a:path w="6949396" h="2445517">
                  <a:moveTo>
                    <a:pt x="0" y="2445517"/>
                  </a:moveTo>
                  <a:lnTo>
                    <a:pt x="185317" y="2445517"/>
                  </a:lnTo>
                  <a:lnTo>
                    <a:pt x="185317" y="2178757"/>
                  </a:lnTo>
                  <a:lnTo>
                    <a:pt x="277975" y="2178757"/>
                  </a:lnTo>
                  <a:lnTo>
                    <a:pt x="277975" y="1647768"/>
                  </a:lnTo>
                  <a:lnTo>
                    <a:pt x="370634" y="1647768"/>
                  </a:lnTo>
                  <a:lnTo>
                    <a:pt x="370634" y="1366070"/>
                  </a:lnTo>
                  <a:lnTo>
                    <a:pt x="463293" y="1366070"/>
                  </a:lnTo>
                  <a:lnTo>
                    <a:pt x="463293" y="1087904"/>
                  </a:lnTo>
                  <a:lnTo>
                    <a:pt x="1945831" y="1087904"/>
                  </a:lnTo>
                  <a:lnTo>
                    <a:pt x="1945831" y="817062"/>
                  </a:lnTo>
                  <a:lnTo>
                    <a:pt x="3243051" y="817062"/>
                  </a:lnTo>
                  <a:lnTo>
                    <a:pt x="3243051" y="549223"/>
                  </a:lnTo>
                  <a:lnTo>
                    <a:pt x="6300786" y="549223"/>
                  </a:lnTo>
                  <a:lnTo>
                    <a:pt x="6300786" y="279490"/>
                  </a:lnTo>
                  <a:lnTo>
                    <a:pt x="6949396" y="2794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937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472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006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2026-05-26T11:33:19Z</dcterms:modified>
  <cp:category/>
</cp:coreProperties>
</file>