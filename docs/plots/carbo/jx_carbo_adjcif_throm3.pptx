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93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871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249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8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560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938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5081483"/>
              <a:ext cx="6949396" cy="453787"/>
            </a:xfrm>
            <a:custGeom>
              <a:avLst/>
              <a:pathLst>
                <a:path w="6949396" h="453787">
                  <a:moveTo>
                    <a:pt x="0" y="453787"/>
                  </a:moveTo>
                  <a:lnTo>
                    <a:pt x="185317" y="453787"/>
                  </a:lnTo>
                  <a:lnTo>
                    <a:pt x="185317" y="408681"/>
                  </a:lnTo>
                  <a:lnTo>
                    <a:pt x="277975" y="408681"/>
                  </a:lnTo>
                  <a:lnTo>
                    <a:pt x="277975" y="315831"/>
                  </a:lnTo>
                  <a:lnTo>
                    <a:pt x="370634" y="315831"/>
                  </a:lnTo>
                  <a:lnTo>
                    <a:pt x="370634" y="264706"/>
                  </a:lnTo>
                  <a:lnTo>
                    <a:pt x="463293" y="264706"/>
                  </a:lnTo>
                  <a:lnTo>
                    <a:pt x="463293" y="213132"/>
                  </a:lnTo>
                  <a:lnTo>
                    <a:pt x="1945831" y="213132"/>
                  </a:lnTo>
                  <a:lnTo>
                    <a:pt x="1945831" y="161750"/>
                  </a:lnTo>
                  <a:lnTo>
                    <a:pt x="3243051" y="161750"/>
                  </a:lnTo>
                  <a:lnTo>
                    <a:pt x="3243051" y="109854"/>
                  </a:lnTo>
                  <a:lnTo>
                    <a:pt x="6300786" y="109854"/>
                  </a:lnTo>
                  <a:lnTo>
                    <a:pt x="6300786" y="56445"/>
                  </a:lnTo>
                  <a:lnTo>
                    <a:pt x="6949396" y="5644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45715"/>
            </a:xfrm>
            <a:custGeom>
              <a:avLst/>
              <a:pathLst>
                <a:path w="6949396" h="2445715">
                  <a:moveTo>
                    <a:pt x="0" y="2445715"/>
                  </a:moveTo>
                  <a:lnTo>
                    <a:pt x="185317" y="2445715"/>
                  </a:lnTo>
                  <a:lnTo>
                    <a:pt x="185317" y="2179043"/>
                  </a:lnTo>
                  <a:lnTo>
                    <a:pt x="277975" y="2179043"/>
                  </a:lnTo>
                  <a:lnTo>
                    <a:pt x="277975" y="1647666"/>
                  </a:lnTo>
                  <a:lnTo>
                    <a:pt x="370634" y="1647666"/>
                  </a:lnTo>
                  <a:lnTo>
                    <a:pt x="370634" y="1364740"/>
                  </a:lnTo>
                  <a:lnTo>
                    <a:pt x="463293" y="1364740"/>
                  </a:lnTo>
                  <a:lnTo>
                    <a:pt x="463293" y="1085978"/>
                  </a:lnTo>
                  <a:lnTo>
                    <a:pt x="1945831" y="1085978"/>
                  </a:lnTo>
                  <a:lnTo>
                    <a:pt x="1945831" y="814668"/>
                  </a:lnTo>
                  <a:lnTo>
                    <a:pt x="3243051" y="814668"/>
                  </a:lnTo>
                  <a:lnTo>
                    <a:pt x="3243051" y="546919"/>
                  </a:lnTo>
                  <a:lnTo>
                    <a:pt x="6300786" y="546919"/>
                  </a:lnTo>
                  <a:lnTo>
                    <a:pt x="6300786" y="277723"/>
                  </a:lnTo>
                  <a:lnTo>
                    <a:pt x="6949396" y="27772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7816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81596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5376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6.11 (95% CI 1.17-31.82), p = 0.032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2026-05-22T09:54:38Z</dcterms:modified>
  <cp:category/>
</cp:coreProperties>
</file>