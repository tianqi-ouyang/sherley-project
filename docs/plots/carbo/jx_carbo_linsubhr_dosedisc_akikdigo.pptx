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58663"/>
            </a:xfrm>
            <a:custGeom>
              <a:avLst/>
              <a:pathLst>
                <a:path w="7090630" h="3558663">
                  <a:moveTo>
                    <a:pt x="0" y="2382367"/>
                  </a:moveTo>
                  <a:lnTo>
                    <a:pt x="71622" y="2393618"/>
                  </a:lnTo>
                  <a:lnTo>
                    <a:pt x="143245" y="2404769"/>
                  </a:lnTo>
                  <a:lnTo>
                    <a:pt x="214867" y="2415822"/>
                  </a:lnTo>
                  <a:lnTo>
                    <a:pt x="286490" y="2426776"/>
                  </a:lnTo>
                  <a:lnTo>
                    <a:pt x="358112" y="2437634"/>
                  </a:lnTo>
                  <a:lnTo>
                    <a:pt x="429735" y="2448396"/>
                  </a:lnTo>
                  <a:lnTo>
                    <a:pt x="501357" y="2459062"/>
                  </a:lnTo>
                  <a:lnTo>
                    <a:pt x="572980" y="2469633"/>
                  </a:lnTo>
                  <a:lnTo>
                    <a:pt x="644602" y="2480111"/>
                  </a:lnTo>
                  <a:lnTo>
                    <a:pt x="716225" y="2490497"/>
                  </a:lnTo>
                  <a:lnTo>
                    <a:pt x="787847" y="2500790"/>
                  </a:lnTo>
                  <a:lnTo>
                    <a:pt x="859470" y="2510992"/>
                  </a:lnTo>
                  <a:lnTo>
                    <a:pt x="931092" y="2521104"/>
                  </a:lnTo>
                  <a:lnTo>
                    <a:pt x="1002715" y="2531126"/>
                  </a:lnTo>
                  <a:lnTo>
                    <a:pt x="1074337" y="2541059"/>
                  </a:lnTo>
                  <a:lnTo>
                    <a:pt x="1145960" y="2550904"/>
                  </a:lnTo>
                  <a:lnTo>
                    <a:pt x="1217582" y="2560663"/>
                  </a:lnTo>
                  <a:lnTo>
                    <a:pt x="1289205" y="2570334"/>
                  </a:lnTo>
                  <a:lnTo>
                    <a:pt x="1360827" y="2579920"/>
                  </a:lnTo>
                  <a:lnTo>
                    <a:pt x="1432450" y="2589422"/>
                  </a:lnTo>
                  <a:lnTo>
                    <a:pt x="1504073" y="2598839"/>
                  </a:lnTo>
                  <a:lnTo>
                    <a:pt x="1575695" y="2608172"/>
                  </a:lnTo>
                  <a:lnTo>
                    <a:pt x="1647318" y="2617423"/>
                  </a:lnTo>
                  <a:lnTo>
                    <a:pt x="1718940" y="2626592"/>
                  </a:lnTo>
                  <a:lnTo>
                    <a:pt x="1790563" y="2635680"/>
                  </a:lnTo>
                  <a:lnTo>
                    <a:pt x="1862185" y="2644687"/>
                  </a:lnTo>
                  <a:lnTo>
                    <a:pt x="1933808" y="2653615"/>
                  </a:lnTo>
                  <a:lnTo>
                    <a:pt x="2005430" y="2662463"/>
                  </a:lnTo>
                  <a:lnTo>
                    <a:pt x="2077053" y="2671234"/>
                  </a:lnTo>
                  <a:lnTo>
                    <a:pt x="2148675" y="2679926"/>
                  </a:lnTo>
                  <a:lnTo>
                    <a:pt x="2220298" y="2688541"/>
                  </a:lnTo>
                  <a:lnTo>
                    <a:pt x="2291920" y="2697081"/>
                  </a:lnTo>
                  <a:lnTo>
                    <a:pt x="2363543" y="2705544"/>
                  </a:lnTo>
                  <a:lnTo>
                    <a:pt x="2435165" y="2713933"/>
                  </a:lnTo>
                  <a:lnTo>
                    <a:pt x="2506788" y="2722247"/>
                  </a:lnTo>
                  <a:lnTo>
                    <a:pt x="2578410" y="2730487"/>
                  </a:lnTo>
                  <a:lnTo>
                    <a:pt x="2650033" y="2738655"/>
                  </a:lnTo>
                  <a:lnTo>
                    <a:pt x="2721655" y="2746750"/>
                  </a:lnTo>
                  <a:lnTo>
                    <a:pt x="2793278" y="2754774"/>
                  </a:lnTo>
                  <a:lnTo>
                    <a:pt x="2864901" y="2762726"/>
                  </a:lnTo>
                  <a:lnTo>
                    <a:pt x="2936523" y="2770608"/>
                  </a:lnTo>
                  <a:lnTo>
                    <a:pt x="3008146" y="2778421"/>
                  </a:lnTo>
                  <a:lnTo>
                    <a:pt x="3079768" y="2763948"/>
                  </a:lnTo>
                  <a:lnTo>
                    <a:pt x="3151391" y="2716281"/>
                  </a:lnTo>
                  <a:lnTo>
                    <a:pt x="3223013" y="2666057"/>
                  </a:lnTo>
                  <a:lnTo>
                    <a:pt x="3294636" y="2613140"/>
                  </a:lnTo>
                  <a:lnTo>
                    <a:pt x="3366258" y="2557384"/>
                  </a:lnTo>
                  <a:lnTo>
                    <a:pt x="3437881" y="2498637"/>
                  </a:lnTo>
                  <a:lnTo>
                    <a:pt x="3509503" y="2436740"/>
                  </a:lnTo>
                  <a:lnTo>
                    <a:pt x="3581126" y="2371522"/>
                  </a:lnTo>
                  <a:lnTo>
                    <a:pt x="3652748" y="2302807"/>
                  </a:lnTo>
                  <a:lnTo>
                    <a:pt x="3724371" y="2230406"/>
                  </a:lnTo>
                  <a:lnTo>
                    <a:pt x="3795993" y="2154121"/>
                  </a:lnTo>
                  <a:lnTo>
                    <a:pt x="3867616" y="2073745"/>
                  </a:lnTo>
                  <a:lnTo>
                    <a:pt x="3939238" y="1989057"/>
                  </a:lnTo>
                  <a:lnTo>
                    <a:pt x="4010861" y="1899828"/>
                  </a:lnTo>
                  <a:lnTo>
                    <a:pt x="4082483" y="1805812"/>
                  </a:lnTo>
                  <a:lnTo>
                    <a:pt x="4154106" y="1706753"/>
                  </a:lnTo>
                  <a:lnTo>
                    <a:pt x="4225729" y="1602381"/>
                  </a:lnTo>
                  <a:lnTo>
                    <a:pt x="4297351" y="1492411"/>
                  </a:lnTo>
                  <a:lnTo>
                    <a:pt x="4368974" y="1376543"/>
                  </a:lnTo>
                  <a:lnTo>
                    <a:pt x="4440596" y="1254460"/>
                  </a:lnTo>
                  <a:lnTo>
                    <a:pt x="4512219" y="1125828"/>
                  </a:lnTo>
                  <a:lnTo>
                    <a:pt x="4583841" y="990297"/>
                  </a:lnTo>
                  <a:lnTo>
                    <a:pt x="4655464" y="847497"/>
                  </a:lnTo>
                  <a:lnTo>
                    <a:pt x="4727086" y="697037"/>
                  </a:lnTo>
                  <a:lnTo>
                    <a:pt x="4798709" y="538507"/>
                  </a:lnTo>
                  <a:lnTo>
                    <a:pt x="4870331" y="371474"/>
                  </a:lnTo>
                  <a:lnTo>
                    <a:pt x="4941954" y="195482"/>
                  </a:lnTo>
                  <a:lnTo>
                    <a:pt x="5013576" y="10050"/>
                  </a:lnTo>
                  <a:lnTo>
                    <a:pt x="5017261" y="0"/>
                  </a:lnTo>
                  <a:lnTo>
                    <a:pt x="7090630" y="0"/>
                  </a:lnTo>
                  <a:lnTo>
                    <a:pt x="7090630" y="3126153"/>
                  </a:lnTo>
                  <a:lnTo>
                    <a:pt x="7019007" y="3121448"/>
                  </a:lnTo>
                  <a:lnTo>
                    <a:pt x="6947385" y="3116702"/>
                  </a:lnTo>
                  <a:lnTo>
                    <a:pt x="6875762" y="3111912"/>
                  </a:lnTo>
                  <a:lnTo>
                    <a:pt x="6804139" y="3107080"/>
                  </a:lnTo>
                  <a:lnTo>
                    <a:pt x="6732517" y="3102205"/>
                  </a:lnTo>
                  <a:lnTo>
                    <a:pt x="6660894" y="3097286"/>
                  </a:lnTo>
                  <a:lnTo>
                    <a:pt x="6589272" y="3092323"/>
                  </a:lnTo>
                  <a:lnTo>
                    <a:pt x="6517649" y="3087316"/>
                  </a:lnTo>
                  <a:lnTo>
                    <a:pt x="6446027" y="3082264"/>
                  </a:lnTo>
                  <a:lnTo>
                    <a:pt x="6374404" y="3077167"/>
                  </a:lnTo>
                  <a:lnTo>
                    <a:pt x="6302782" y="3072025"/>
                  </a:lnTo>
                  <a:lnTo>
                    <a:pt x="6231159" y="3066836"/>
                  </a:lnTo>
                  <a:lnTo>
                    <a:pt x="6159537" y="3061601"/>
                  </a:lnTo>
                  <a:lnTo>
                    <a:pt x="6087914" y="3056319"/>
                  </a:lnTo>
                  <a:lnTo>
                    <a:pt x="6016292" y="3050991"/>
                  </a:lnTo>
                  <a:lnTo>
                    <a:pt x="5944669" y="3045614"/>
                  </a:lnTo>
                  <a:lnTo>
                    <a:pt x="5873047" y="3040189"/>
                  </a:lnTo>
                  <a:lnTo>
                    <a:pt x="5801424" y="3034716"/>
                  </a:lnTo>
                  <a:lnTo>
                    <a:pt x="5729802" y="3029195"/>
                  </a:lnTo>
                  <a:lnTo>
                    <a:pt x="5658179" y="3023623"/>
                  </a:lnTo>
                  <a:lnTo>
                    <a:pt x="5586557" y="3018002"/>
                  </a:lnTo>
                  <a:lnTo>
                    <a:pt x="5514934" y="3012331"/>
                  </a:lnTo>
                  <a:lnTo>
                    <a:pt x="5443311" y="3006609"/>
                  </a:lnTo>
                  <a:lnTo>
                    <a:pt x="5371689" y="3000836"/>
                  </a:lnTo>
                  <a:lnTo>
                    <a:pt x="5300066" y="2995011"/>
                  </a:lnTo>
                  <a:lnTo>
                    <a:pt x="5228444" y="2989134"/>
                  </a:lnTo>
                  <a:lnTo>
                    <a:pt x="5156821" y="2983205"/>
                  </a:lnTo>
                  <a:lnTo>
                    <a:pt x="5085199" y="2977223"/>
                  </a:lnTo>
                  <a:lnTo>
                    <a:pt x="5013576" y="2971187"/>
                  </a:lnTo>
                  <a:lnTo>
                    <a:pt x="4941954" y="2965097"/>
                  </a:lnTo>
                  <a:lnTo>
                    <a:pt x="4870331" y="2958953"/>
                  </a:lnTo>
                  <a:lnTo>
                    <a:pt x="4798709" y="2952754"/>
                  </a:lnTo>
                  <a:lnTo>
                    <a:pt x="4727086" y="2946500"/>
                  </a:lnTo>
                  <a:lnTo>
                    <a:pt x="4655464" y="2940190"/>
                  </a:lnTo>
                  <a:lnTo>
                    <a:pt x="4583841" y="2933823"/>
                  </a:lnTo>
                  <a:lnTo>
                    <a:pt x="4512219" y="2927400"/>
                  </a:lnTo>
                  <a:lnTo>
                    <a:pt x="4440596" y="2920919"/>
                  </a:lnTo>
                  <a:lnTo>
                    <a:pt x="4368974" y="2914380"/>
                  </a:lnTo>
                  <a:lnTo>
                    <a:pt x="4297351" y="2907782"/>
                  </a:lnTo>
                  <a:lnTo>
                    <a:pt x="4225729" y="2901126"/>
                  </a:lnTo>
                  <a:lnTo>
                    <a:pt x="4154106" y="2894411"/>
                  </a:lnTo>
                  <a:lnTo>
                    <a:pt x="4082483" y="2887635"/>
                  </a:lnTo>
                  <a:lnTo>
                    <a:pt x="4010861" y="2880798"/>
                  </a:lnTo>
                  <a:lnTo>
                    <a:pt x="3939238" y="2873901"/>
                  </a:lnTo>
                  <a:lnTo>
                    <a:pt x="3867616" y="2866942"/>
                  </a:lnTo>
                  <a:lnTo>
                    <a:pt x="3795993" y="2859921"/>
                  </a:lnTo>
                  <a:lnTo>
                    <a:pt x="3724371" y="2852837"/>
                  </a:lnTo>
                  <a:lnTo>
                    <a:pt x="3652748" y="2845690"/>
                  </a:lnTo>
                  <a:lnTo>
                    <a:pt x="3581126" y="2838479"/>
                  </a:lnTo>
                  <a:lnTo>
                    <a:pt x="3509503" y="2831203"/>
                  </a:lnTo>
                  <a:lnTo>
                    <a:pt x="3437881" y="2823862"/>
                  </a:lnTo>
                  <a:lnTo>
                    <a:pt x="3366258" y="2816456"/>
                  </a:lnTo>
                  <a:lnTo>
                    <a:pt x="3294636" y="2808984"/>
                  </a:lnTo>
                  <a:lnTo>
                    <a:pt x="3223013" y="2801445"/>
                  </a:lnTo>
                  <a:lnTo>
                    <a:pt x="3151391" y="2793838"/>
                  </a:lnTo>
                  <a:lnTo>
                    <a:pt x="3079768" y="2786164"/>
                  </a:lnTo>
                  <a:lnTo>
                    <a:pt x="3008146" y="2809188"/>
                  </a:lnTo>
                  <a:lnTo>
                    <a:pt x="2936523" y="2852126"/>
                  </a:lnTo>
                  <a:lnTo>
                    <a:pt x="2864901" y="2892877"/>
                  </a:lnTo>
                  <a:lnTo>
                    <a:pt x="2793278" y="2931554"/>
                  </a:lnTo>
                  <a:lnTo>
                    <a:pt x="2721655" y="2968263"/>
                  </a:lnTo>
                  <a:lnTo>
                    <a:pt x="2650033" y="3003102"/>
                  </a:lnTo>
                  <a:lnTo>
                    <a:pt x="2578410" y="3036168"/>
                  </a:lnTo>
                  <a:lnTo>
                    <a:pt x="2506788" y="3067551"/>
                  </a:lnTo>
                  <a:lnTo>
                    <a:pt x="2435165" y="3097336"/>
                  </a:lnTo>
                  <a:lnTo>
                    <a:pt x="2363543" y="3125604"/>
                  </a:lnTo>
                  <a:lnTo>
                    <a:pt x="2291920" y="3152434"/>
                  </a:lnTo>
                  <a:lnTo>
                    <a:pt x="2220298" y="3177898"/>
                  </a:lnTo>
                  <a:lnTo>
                    <a:pt x="2148675" y="3202066"/>
                  </a:lnTo>
                  <a:lnTo>
                    <a:pt x="2077053" y="3225003"/>
                  </a:lnTo>
                  <a:lnTo>
                    <a:pt x="2005430" y="3246773"/>
                  </a:lnTo>
                  <a:lnTo>
                    <a:pt x="1933808" y="3267434"/>
                  </a:lnTo>
                  <a:lnTo>
                    <a:pt x="1862185" y="3287044"/>
                  </a:lnTo>
                  <a:lnTo>
                    <a:pt x="1790563" y="3305655"/>
                  </a:lnTo>
                  <a:lnTo>
                    <a:pt x="1718940" y="3323319"/>
                  </a:lnTo>
                  <a:lnTo>
                    <a:pt x="1647318" y="3340084"/>
                  </a:lnTo>
                  <a:lnTo>
                    <a:pt x="1575695" y="3355995"/>
                  </a:lnTo>
                  <a:lnTo>
                    <a:pt x="1504073" y="3371097"/>
                  </a:lnTo>
                  <a:lnTo>
                    <a:pt x="1432450" y="3385429"/>
                  </a:lnTo>
                  <a:lnTo>
                    <a:pt x="1360827" y="3399032"/>
                  </a:lnTo>
                  <a:lnTo>
                    <a:pt x="1289205" y="3411943"/>
                  </a:lnTo>
                  <a:lnTo>
                    <a:pt x="1217582" y="3424196"/>
                  </a:lnTo>
                  <a:lnTo>
                    <a:pt x="1145960" y="3435825"/>
                  </a:lnTo>
                  <a:lnTo>
                    <a:pt x="1074337" y="3446863"/>
                  </a:lnTo>
                  <a:lnTo>
                    <a:pt x="1002715" y="3457338"/>
                  </a:lnTo>
                  <a:lnTo>
                    <a:pt x="931092" y="3467281"/>
                  </a:lnTo>
                  <a:lnTo>
                    <a:pt x="859470" y="3476717"/>
                  </a:lnTo>
                  <a:lnTo>
                    <a:pt x="787847" y="3485673"/>
                  </a:lnTo>
                  <a:lnTo>
                    <a:pt x="716225" y="3494173"/>
                  </a:lnTo>
                  <a:lnTo>
                    <a:pt x="644602" y="3502240"/>
                  </a:lnTo>
                  <a:lnTo>
                    <a:pt x="572980" y="3509896"/>
                  </a:lnTo>
                  <a:lnTo>
                    <a:pt x="501357" y="3517163"/>
                  </a:lnTo>
                  <a:lnTo>
                    <a:pt x="429735" y="3524060"/>
                  </a:lnTo>
                  <a:lnTo>
                    <a:pt x="358112" y="3530606"/>
                  </a:lnTo>
                  <a:lnTo>
                    <a:pt x="286490" y="3536818"/>
                  </a:lnTo>
                  <a:lnTo>
                    <a:pt x="214867" y="3542714"/>
                  </a:lnTo>
                  <a:lnTo>
                    <a:pt x="143245" y="3548311"/>
                  </a:lnTo>
                  <a:lnTo>
                    <a:pt x="71622" y="3553622"/>
                  </a:lnTo>
                  <a:lnTo>
                    <a:pt x="0" y="35586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017261" cy="2778421"/>
            </a:xfrm>
            <a:custGeom>
              <a:avLst/>
              <a:pathLst>
                <a:path w="5017261" h="2778421">
                  <a:moveTo>
                    <a:pt x="0" y="2382367"/>
                  </a:moveTo>
                  <a:lnTo>
                    <a:pt x="71622" y="2393618"/>
                  </a:lnTo>
                  <a:lnTo>
                    <a:pt x="143245" y="2404769"/>
                  </a:lnTo>
                  <a:lnTo>
                    <a:pt x="214867" y="2415822"/>
                  </a:lnTo>
                  <a:lnTo>
                    <a:pt x="286490" y="2426776"/>
                  </a:lnTo>
                  <a:lnTo>
                    <a:pt x="358112" y="2437634"/>
                  </a:lnTo>
                  <a:lnTo>
                    <a:pt x="429735" y="2448396"/>
                  </a:lnTo>
                  <a:lnTo>
                    <a:pt x="501357" y="2459062"/>
                  </a:lnTo>
                  <a:lnTo>
                    <a:pt x="572980" y="2469633"/>
                  </a:lnTo>
                  <a:lnTo>
                    <a:pt x="644602" y="2480111"/>
                  </a:lnTo>
                  <a:lnTo>
                    <a:pt x="716225" y="2490497"/>
                  </a:lnTo>
                  <a:lnTo>
                    <a:pt x="787847" y="2500790"/>
                  </a:lnTo>
                  <a:lnTo>
                    <a:pt x="859470" y="2510992"/>
                  </a:lnTo>
                  <a:lnTo>
                    <a:pt x="931092" y="2521104"/>
                  </a:lnTo>
                  <a:lnTo>
                    <a:pt x="1002715" y="2531126"/>
                  </a:lnTo>
                  <a:lnTo>
                    <a:pt x="1074337" y="2541059"/>
                  </a:lnTo>
                  <a:lnTo>
                    <a:pt x="1145960" y="2550904"/>
                  </a:lnTo>
                  <a:lnTo>
                    <a:pt x="1217582" y="2560663"/>
                  </a:lnTo>
                  <a:lnTo>
                    <a:pt x="1289205" y="2570334"/>
                  </a:lnTo>
                  <a:lnTo>
                    <a:pt x="1360827" y="2579920"/>
                  </a:lnTo>
                  <a:lnTo>
                    <a:pt x="1432450" y="2589422"/>
                  </a:lnTo>
                  <a:lnTo>
                    <a:pt x="1504073" y="2598839"/>
                  </a:lnTo>
                  <a:lnTo>
                    <a:pt x="1575695" y="2608172"/>
                  </a:lnTo>
                  <a:lnTo>
                    <a:pt x="1647318" y="2617423"/>
                  </a:lnTo>
                  <a:lnTo>
                    <a:pt x="1718940" y="2626592"/>
                  </a:lnTo>
                  <a:lnTo>
                    <a:pt x="1790563" y="2635680"/>
                  </a:lnTo>
                  <a:lnTo>
                    <a:pt x="1862185" y="2644687"/>
                  </a:lnTo>
                  <a:lnTo>
                    <a:pt x="1933808" y="2653615"/>
                  </a:lnTo>
                  <a:lnTo>
                    <a:pt x="2005430" y="2662463"/>
                  </a:lnTo>
                  <a:lnTo>
                    <a:pt x="2077053" y="2671234"/>
                  </a:lnTo>
                  <a:lnTo>
                    <a:pt x="2148675" y="2679926"/>
                  </a:lnTo>
                  <a:lnTo>
                    <a:pt x="2220298" y="2688541"/>
                  </a:lnTo>
                  <a:lnTo>
                    <a:pt x="2291920" y="2697081"/>
                  </a:lnTo>
                  <a:lnTo>
                    <a:pt x="2363543" y="2705544"/>
                  </a:lnTo>
                  <a:lnTo>
                    <a:pt x="2435165" y="2713933"/>
                  </a:lnTo>
                  <a:lnTo>
                    <a:pt x="2506788" y="2722247"/>
                  </a:lnTo>
                  <a:lnTo>
                    <a:pt x="2578410" y="2730487"/>
                  </a:lnTo>
                  <a:lnTo>
                    <a:pt x="2650033" y="2738655"/>
                  </a:lnTo>
                  <a:lnTo>
                    <a:pt x="2721655" y="2746750"/>
                  </a:lnTo>
                  <a:lnTo>
                    <a:pt x="2793278" y="2754774"/>
                  </a:lnTo>
                  <a:lnTo>
                    <a:pt x="2864901" y="2762726"/>
                  </a:lnTo>
                  <a:lnTo>
                    <a:pt x="2936523" y="2770608"/>
                  </a:lnTo>
                  <a:lnTo>
                    <a:pt x="3008146" y="2778421"/>
                  </a:lnTo>
                  <a:lnTo>
                    <a:pt x="3079768" y="2763948"/>
                  </a:lnTo>
                  <a:lnTo>
                    <a:pt x="3151391" y="2716281"/>
                  </a:lnTo>
                  <a:lnTo>
                    <a:pt x="3223013" y="2666057"/>
                  </a:lnTo>
                  <a:lnTo>
                    <a:pt x="3294636" y="2613140"/>
                  </a:lnTo>
                  <a:lnTo>
                    <a:pt x="3366258" y="2557384"/>
                  </a:lnTo>
                  <a:lnTo>
                    <a:pt x="3437881" y="2498637"/>
                  </a:lnTo>
                  <a:lnTo>
                    <a:pt x="3509503" y="2436740"/>
                  </a:lnTo>
                  <a:lnTo>
                    <a:pt x="3581126" y="2371522"/>
                  </a:lnTo>
                  <a:lnTo>
                    <a:pt x="3652748" y="2302807"/>
                  </a:lnTo>
                  <a:lnTo>
                    <a:pt x="3724371" y="2230406"/>
                  </a:lnTo>
                  <a:lnTo>
                    <a:pt x="3795993" y="2154121"/>
                  </a:lnTo>
                  <a:lnTo>
                    <a:pt x="3867616" y="2073745"/>
                  </a:lnTo>
                  <a:lnTo>
                    <a:pt x="3939238" y="1989057"/>
                  </a:lnTo>
                  <a:lnTo>
                    <a:pt x="4010861" y="1899828"/>
                  </a:lnTo>
                  <a:lnTo>
                    <a:pt x="4082483" y="1805812"/>
                  </a:lnTo>
                  <a:lnTo>
                    <a:pt x="4154106" y="1706753"/>
                  </a:lnTo>
                  <a:lnTo>
                    <a:pt x="4225729" y="1602381"/>
                  </a:lnTo>
                  <a:lnTo>
                    <a:pt x="4297351" y="1492411"/>
                  </a:lnTo>
                  <a:lnTo>
                    <a:pt x="4368974" y="1376543"/>
                  </a:lnTo>
                  <a:lnTo>
                    <a:pt x="4440596" y="1254460"/>
                  </a:lnTo>
                  <a:lnTo>
                    <a:pt x="4512219" y="1125828"/>
                  </a:lnTo>
                  <a:lnTo>
                    <a:pt x="4583841" y="990297"/>
                  </a:lnTo>
                  <a:lnTo>
                    <a:pt x="4655464" y="847497"/>
                  </a:lnTo>
                  <a:lnTo>
                    <a:pt x="4727086" y="697037"/>
                  </a:lnTo>
                  <a:lnTo>
                    <a:pt x="4798709" y="538507"/>
                  </a:lnTo>
                  <a:lnTo>
                    <a:pt x="4870331" y="371474"/>
                  </a:lnTo>
                  <a:lnTo>
                    <a:pt x="4941954" y="195482"/>
                  </a:lnTo>
                  <a:lnTo>
                    <a:pt x="5013576" y="10050"/>
                  </a:lnTo>
                  <a:lnTo>
                    <a:pt x="50172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2727"/>
              <a:ext cx="7090630" cy="772498"/>
            </a:xfrm>
            <a:custGeom>
              <a:avLst/>
              <a:pathLst>
                <a:path w="7090630" h="772498">
                  <a:moveTo>
                    <a:pt x="7090630" y="339989"/>
                  </a:moveTo>
                  <a:lnTo>
                    <a:pt x="7019007" y="335284"/>
                  </a:lnTo>
                  <a:lnTo>
                    <a:pt x="6947385" y="330537"/>
                  </a:lnTo>
                  <a:lnTo>
                    <a:pt x="6875762" y="325748"/>
                  </a:lnTo>
                  <a:lnTo>
                    <a:pt x="6804139" y="320916"/>
                  </a:lnTo>
                  <a:lnTo>
                    <a:pt x="6732517" y="316041"/>
                  </a:lnTo>
                  <a:lnTo>
                    <a:pt x="6660894" y="311122"/>
                  </a:lnTo>
                  <a:lnTo>
                    <a:pt x="6589272" y="306159"/>
                  </a:lnTo>
                  <a:lnTo>
                    <a:pt x="6517649" y="301152"/>
                  </a:lnTo>
                  <a:lnTo>
                    <a:pt x="6446027" y="296100"/>
                  </a:lnTo>
                  <a:lnTo>
                    <a:pt x="6374404" y="291003"/>
                  </a:lnTo>
                  <a:lnTo>
                    <a:pt x="6302782" y="285860"/>
                  </a:lnTo>
                  <a:lnTo>
                    <a:pt x="6231159" y="280672"/>
                  </a:lnTo>
                  <a:lnTo>
                    <a:pt x="6159537" y="275437"/>
                  </a:lnTo>
                  <a:lnTo>
                    <a:pt x="6087914" y="270155"/>
                  </a:lnTo>
                  <a:lnTo>
                    <a:pt x="6016292" y="264826"/>
                  </a:lnTo>
                  <a:lnTo>
                    <a:pt x="5944669" y="259450"/>
                  </a:lnTo>
                  <a:lnTo>
                    <a:pt x="5873047" y="254025"/>
                  </a:lnTo>
                  <a:lnTo>
                    <a:pt x="5801424" y="248552"/>
                  </a:lnTo>
                  <a:lnTo>
                    <a:pt x="5729802" y="243030"/>
                  </a:lnTo>
                  <a:lnTo>
                    <a:pt x="5658179" y="237459"/>
                  </a:lnTo>
                  <a:lnTo>
                    <a:pt x="5586557" y="231838"/>
                  </a:lnTo>
                  <a:lnTo>
                    <a:pt x="5514934" y="226167"/>
                  </a:lnTo>
                  <a:lnTo>
                    <a:pt x="5443311" y="220445"/>
                  </a:lnTo>
                  <a:lnTo>
                    <a:pt x="5371689" y="214672"/>
                  </a:lnTo>
                  <a:lnTo>
                    <a:pt x="5300066" y="208847"/>
                  </a:lnTo>
                  <a:lnTo>
                    <a:pt x="5228444" y="202970"/>
                  </a:lnTo>
                  <a:lnTo>
                    <a:pt x="5156821" y="197041"/>
                  </a:lnTo>
                  <a:lnTo>
                    <a:pt x="5085199" y="191059"/>
                  </a:lnTo>
                  <a:lnTo>
                    <a:pt x="5013576" y="185023"/>
                  </a:lnTo>
                  <a:lnTo>
                    <a:pt x="4941954" y="178933"/>
                  </a:lnTo>
                  <a:lnTo>
                    <a:pt x="4870331" y="172789"/>
                  </a:lnTo>
                  <a:lnTo>
                    <a:pt x="4798709" y="166590"/>
                  </a:lnTo>
                  <a:lnTo>
                    <a:pt x="4727086" y="160336"/>
                  </a:lnTo>
                  <a:lnTo>
                    <a:pt x="4655464" y="154026"/>
                  </a:lnTo>
                  <a:lnTo>
                    <a:pt x="4583841" y="147659"/>
                  </a:lnTo>
                  <a:lnTo>
                    <a:pt x="4512219" y="141235"/>
                  </a:lnTo>
                  <a:lnTo>
                    <a:pt x="4440596" y="134754"/>
                  </a:lnTo>
                  <a:lnTo>
                    <a:pt x="4368974" y="128216"/>
                  </a:lnTo>
                  <a:lnTo>
                    <a:pt x="4297351" y="121618"/>
                  </a:lnTo>
                  <a:lnTo>
                    <a:pt x="4225729" y="114962"/>
                  </a:lnTo>
                  <a:lnTo>
                    <a:pt x="4154106" y="108246"/>
                  </a:lnTo>
                  <a:lnTo>
                    <a:pt x="4082483" y="101471"/>
                  </a:lnTo>
                  <a:lnTo>
                    <a:pt x="4010861" y="94634"/>
                  </a:lnTo>
                  <a:lnTo>
                    <a:pt x="3939238" y="87737"/>
                  </a:lnTo>
                  <a:lnTo>
                    <a:pt x="3867616" y="80778"/>
                  </a:lnTo>
                  <a:lnTo>
                    <a:pt x="3795993" y="73757"/>
                  </a:lnTo>
                  <a:lnTo>
                    <a:pt x="3724371" y="66673"/>
                  </a:lnTo>
                  <a:lnTo>
                    <a:pt x="3652748" y="59525"/>
                  </a:lnTo>
                  <a:lnTo>
                    <a:pt x="3581126" y="52314"/>
                  </a:lnTo>
                  <a:lnTo>
                    <a:pt x="3509503" y="45039"/>
                  </a:lnTo>
                  <a:lnTo>
                    <a:pt x="3437881" y="37698"/>
                  </a:lnTo>
                  <a:lnTo>
                    <a:pt x="3366258" y="30292"/>
                  </a:lnTo>
                  <a:lnTo>
                    <a:pt x="3294636" y="22820"/>
                  </a:lnTo>
                  <a:lnTo>
                    <a:pt x="3223013" y="15280"/>
                  </a:lnTo>
                  <a:lnTo>
                    <a:pt x="3151391" y="7674"/>
                  </a:lnTo>
                  <a:lnTo>
                    <a:pt x="3079768" y="0"/>
                  </a:lnTo>
                  <a:lnTo>
                    <a:pt x="3008146" y="23024"/>
                  </a:lnTo>
                  <a:lnTo>
                    <a:pt x="2936523" y="65962"/>
                  </a:lnTo>
                  <a:lnTo>
                    <a:pt x="2864901" y="106713"/>
                  </a:lnTo>
                  <a:lnTo>
                    <a:pt x="2793278" y="145390"/>
                  </a:lnTo>
                  <a:lnTo>
                    <a:pt x="2721655" y="182098"/>
                  </a:lnTo>
                  <a:lnTo>
                    <a:pt x="2650033" y="216938"/>
                  </a:lnTo>
                  <a:lnTo>
                    <a:pt x="2578410" y="250004"/>
                  </a:lnTo>
                  <a:lnTo>
                    <a:pt x="2506788" y="281386"/>
                  </a:lnTo>
                  <a:lnTo>
                    <a:pt x="2435165" y="311171"/>
                  </a:lnTo>
                  <a:lnTo>
                    <a:pt x="2363543" y="339440"/>
                  </a:lnTo>
                  <a:lnTo>
                    <a:pt x="2291920" y="366270"/>
                  </a:lnTo>
                  <a:lnTo>
                    <a:pt x="2220298" y="391734"/>
                  </a:lnTo>
                  <a:lnTo>
                    <a:pt x="2148675" y="415901"/>
                  </a:lnTo>
                  <a:lnTo>
                    <a:pt x="2077053" y="438839"/>
                  </a:lnTo>
                  <a:lnTo>
                    <a:pt x="2005430" y="460609"/>
                  </a:lnTo>
                  <a:lnTo>
                    <a:pt x="1933808" y="481270"/>
                  </a:lnTo>
                  <a:lnTo>
                    <a:pt x="1862185" y="500880"/>
                  </a:lnTo>
                  <a:lnTo>
                    <a:pt x="1790563" y="519491"/>
                  </a:lnTo>
                  <a:lnTo>
                    <a:pt x="1718940" y="537155"/>
                  </a:lnTo>
                  <a:lnTo>
                    <a:pt x="1647318" y="553920"/>
                  </a:lnTo>
                  <a:lnTo>
                    <a:pt x="1575695" y="569831"/>
                  </a:lnTo>
                  <a:lnTo>
                    <a:pt x="1504073" y="584932"/>
                  </a:lnTo>
                  <a:lnTo>
                    <a:pt x="1432450" y="599265"/>
                  </a:lnTo>
                  <a:lnTo>
                    <a:pt x="1360827" y="612868"/>
                  </a:lnTo>
                  <a:lnTo>
                    <a:pt x="1289205" y="625778"/>
                  </a:lnTo>
                  <a:lnTo>
                    <a:pt x="1217582" y="638032"/>
                  </a:lnTo>
                  <a:lnTo>
                    <a:pt x="1145960" y="649661"/>
                  </a:lnTo>
                  <a:lnTo>
                    <a:pt x="1074337" y="660699"/>
                  </a:lnTo>
                  <a:lnTo>
                    <a:pt x="1002715" y="671174"/>
                  </a:lnTo>
                  <a:lnTo>
                    <a:pt x="931092" y="681116"/>
                  </a:lnTo>
                  <a:lnTo>
                    <a:pt x="859470" y="690553"/>
                  </a:lnTo>
                  <a:lnTo>
                    <a:pt x="787847" y="699508"/>
                  </a:lnTo>
                  <a:lnTo>
                    <a:pt x="716225" y="708008"/>
                  </a:lnTo>
                  <a:lnTo>
                    <a:pt x="644602" y="716076"/>
                  </a:lnTo>
                  <a:lnTo>
                    <a:pt x="572980" y="723732"/>
                  </a:lnTo>
                  <a:lnTo>
                    <a:pt x="501357" y="730999"/>
                  </a:lnTo>
                  <a:lnTo>
                    <a:pt x="429735" y="737896"/>
                  </a:lnTo>
                  <a:lnTo>
                    <a:pt x="358112" y="744441"/>
                  </a:lnTo>
                  <a:lnTo>
                    <a:pt x="286490" y="750654"/>
                  </a:lnTo>
                  <a:lnTo>
                    <a:pt x="214867" y="756550"/>
                  </a:lnTo>
                  <a:lnTo>
                    <a:pt x="143245" y="762146"/>
                  </a:lnTo>
                  <a:lnTo>
                    <a:pt x="71622" y="767457"/>
                  </a:lnTo>
                  <a:lnTo>
                    <a:pt x="0" y="772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595140"/>
              <a:ext cx="7090630" cy="2608550"/>
            </a:xfrm>
            <a:custGeom>
              <a:avLst/>
              <a:pathLst>
                <a:path w="7090630" h="2608550">
                  <a:moveTo>
                    <a:pt x="0" y="2608550"/>
                  </a:moveTo>
                  <a:lnTo>
                    <a:pt x="71622" y="2600979"/>
                  </a:lnTo>
                  <a:lnTo>
                    <a:pt x="143245" y="2593242"/>
                  </a:lnTo>
                  <a:lnTo>
                    <a:pt x="214867" y="2585335"/>
                  </a:lnTo>
                  <a:lnTo>
                    <a:pt x="286490" y="2577256"/>
                  </a:lnTo>
                  <a:lnTo>
                    <a:pt x="358112" y="2568999"/>
                  </a:lnTo>
                  <a:lnTo>
                    <a:pt x="429735" y="2560561"/>
                  </a:lnTo>
                  <a:lnTo>
                    <a:pt x="501357" y="2551938"/>
                  </a:lnTo>
                  <a:lnTo>
                    <a:pt x="572980" y="2543127"/>
                  </a:lnTo>
                  <a:lnTo>
                    <a:pt x="644602" y="2534122"/>
                  </a:lnTo>
                  <a:lnTo>
                    <a:pt x="716225" y="2524920"/>
                  </a:lnTo>
                  <a:lnTo>
                    <a:pt x="787847" y="2515517"/>
                  </a:lnTo>
                  <a:lnTo>
                    <a:pt x="859470" y="2505907"/>
                  </a:lnTo>
                  <a:lnTo>
                    <a:pt x="931092" y="2496087"/>
                  </a:lnTo>
                  <a:lnTo>
                    <a:pt x="1002715" y="2486051"/>
                  </a:lnTo>
                  <a:lnTo>
                    <a:pt x="1074337" y="2475796"/>
                  </a:lnTo>
                  <a:lnTo>
                    <a:pt x="1145960" y="2465316"/>
                  </a:lnTo>
                  <a:lnTo>
                    <a:pt x="1217582" y="2454606"/>
                  </a:lnTo>
                  <a:lnTo>
                    <a:pt x="1289205" y="2443662"/>
                  </a:lnTo>
                  <a:lnTo>
                    <a:pt x="1360827" y="2432478"/>
                  </a:lnTo>
                  <a:lnTo>
                    <a:pt x="1432450" y="2421049"/>
                  </a:lnTo>
                  <a:lnTo>
                    <a:pt x="1504073" y="2409369"/>
                  </a:lnTo>
                  <a:lnTo>
                    <a:pt x="1575695" y="2397433"/>
                  </a:lnTo>
                  <a:lnTo>
                    <a:pt x="1647318" y="2385236"/>
                  </a:lnTo>
                  <a:lnTo>
                    <a:pt x="1718940" y="2372772"/>
                  </a:lnTo>
                  <a:lnTo>
                    <a:pt x="1790563" y="2360034"/>
                  </a:lnTo>
                  <a:lnTo>
                    <a:pt x="1862185" y="2347018"/>
                  </a:lnTo>
                  <a:lnTo>
                    <a:pt x="1933808" y="2333716"/>
                  </a:lnTo>
                  <a:lnTo>
                    <a:pt x="2005430" y="2320122"/>
                  </a:lnTo>
                  <a:lnTo>
                    <a:pt x="2077053" y="2306231"/>
                  </a:lnTo>
                  <a:lnTo>
                    <a:pt x="2148675" y="2292036"/>
                  </a:lnTo>
                  <a:lnTo>
                    <a:pt x="2220298" y="2277529"/>
                  </a:lnTo>
                  <a:lnTo>
                    <a:pt x="2291920" y="2262704"/>
                  </a:lnTo>
                  <a:lnTo>
                    <a:pt x="2363543" y="2247555"/>
                  </a:lnTo>
                  <a:lnTo>
                    <a:pt x="2435165" y="2232074"/>
                  </a:lnTo>
                  <a:lnTo>
                    <a:pt x="2506788" y="2216253"/>
                  </a:lnTo>
                  <a:lnTo>
                    <a:pt x="2578410" y="2200086"/>
                  </a:lnTo>
                  <a:lnTo>
                    <a:pt x="2650033" y="2183564"/>
                  </a:lnTo>
                  <a:lnTo>
                    <a:pt x="2721655" y="2166681"/>
                  </a:lnTo>
                  <a:lnTo>
                    <a:pt x="2793278" y="2149427"/>
                  </a:lnTo>
                  <a:lnTo>
                    <a:pt x="2864901" y="2131796"/>
                  </a:lnTo>
                  <a:lnTo>
                    <a:pt x="2936523" y="2113778"/>
                  </a:lnTo>
                  <a:lnTo>
                    <a:pt x="3008146" y="2095365"/>
                  </a:lnTo>
                  <a:lnTo>
                    <a:pt x="3079768" y="2076549"/>
                  </a:lnTo>
                  <a:lnTo>
                    <a:pt x="3151391" y="2057321"/>
                  </a:lnTo>
                  <a:lnTo>
                    <a:pt x="3223013" y="2037671"/>
                  </a:lnTo>
                  <a:lnTo>
                    <a:pt x="3294636" y="2017590"/>
                  </a:lnTo>
                  <a:lnTo>
                    <a:pt x="3366258" y="1997070"/>
                  </a:lnTo>
                  <a:lnTo>
                    <a:pt x="3437881" y="1976100"/>
                  </a:lnTo>
                  <a:lnTo>
                    <a:pt x="3509503" y="1954670"/>
                  </a:lnTo>
                  <a:lnTo>
                    <a:pt x="3581126" y="1932771"/>
                  </a:lnTo>
                  <a:lnTo>
                    <a:pt x="3652748" y="1910392"/>
                  </a:lnTo>
                  <a:lnTo>
                    <a:pt x="3724371" y="1887523"/>
                  </a:lnTo>
                  <a:lnTo>
                    <a:pt x="3795993" y="1864152"/>
                  </a:lnTo>
                  <a:lnTo>
                    <a:pt x="3867616" y="1840270"/>
                  </a:lnTo>
                  <a:lnTo>
                    <a:pt x="3939238" y="1815864"/>
                  </a:lnTo>
                  <a:lnTo>
                    <a:pt x="4010861" y="1790923"/>
                  </a:lnTo>
                  <a:lnTo>
                    <a:pt x="4082483" y="1765436"/>
                  </a:lnTo>
                  <a:lnTo>
                    <a:pt x="4154106" y="1739390"/>
                  </a:lnTo>
                  <a:lnTo>
                    <a:pt x="4225729" y="1712774"/>
                  </a:lnTo>
                  <a:lnTo>
                    <a:pt x="4297351" y="1685574"/>
                  </a:lnTo>
                  <a:lnTo>
                    <a:pt x="4368974" y="1657778"/>
                  </a:lnTo>
                  <a:lnTo>
                    <a:pt x="4440596" y="1629374"/>
                  </a:lnTo>
                  <a:lnTo>
                    <a:pt x="4512219" y="1600347"/>
                  </a:lnTo>
                  <a:lnTo>
                    <a:pt x="4583841" y="1570683"/>
                  </a:lnTo>
                  <a:lnTo>
                    <a:pt x="4655464" y="1540370"/>
                  </a:lnTo>
                  <a:lnTo>
                    <a:pt x="4727086" y="1509393"/>
                  </a:lnTo>
                  <a:lnTo>
                    <a:pt x="4798709" y="1477737"/>
                  </a:lnTo>
                  <a:lnTo>
                    <a:pt x="4870331" y="1445387"/>
                  </a:lnTo>
                  <a:lnTo>
                    <a:pt x="4941954" y="1412328"/>
                  </a:lnTo>
                  <a:lnTo>
                    <a:pt x="5013576" y="1378545"/>
                  </a:lnTo>
                  <a:lnTo>
                    <a:pt x="5085199" y="1344021"/>
                  </a:lnTo>
                  <a:lnTo>
                    <a:pt x="5156821" y="1308742"/>
                  </a:lnTo>
                  <a:lnTo>
                    <a:pt x="5228444" y="1272689"/>
                  </a:lnTo>
                  <a:lnTo>
                    <a:pt x="5300066" y="1235846"/>
                  </a:lnTo>
                  <a:lnTo>
                    <a:pt x="5371689" y="1198195"/>
                  </a:lnTo>
                  <a:lnTo>
                    <a:pt x="5443311" y="1159720"/>
                  </a:lnTo>
                  <a:lnTo>
                    <a:pt x="5514934" y="1120402"/>
                  </a:lnTo>
                  <a:lnTo>
                    <a:pt x="5586557" y="1080222"/>
                  </a:lnTo>
                  <a:lnTo>
                    <a:pt x="5658179" y="1039161"/>
                  </a:lnTo>
                  <a:lnTo>
                    <a:pt x="5729802" y="997201"/>
                  </a:lnTo>
                  <a:lnTo>
                    <a:pt x="5801424" y="954322"/>
                  </a:lnTo>
                  <a:lnTo>
                    <a:pt x="5873047" y="910503"/>
                  </a:lnTo>
                  <a:lnTo>
                    <a:pt x="5944669" y="865723"/>
                  </a:lnTo>
                  <a:lnTo>
                    <a:pt x="6016292" y="819963"/>
                  </a:lnTo>
                  <a:lnTo>
                    <a:pt x="6087914" y="773199"/>
                  </a:lnTo>
                  <a:lnTo>
                    <a:pt x="6159537" y="725412"/>
                  </a:lnTo>
                  <a:lnTo>
                    <a:pt x="6231159" y="676576"/>
                  </a:lnTo>
                  <a:lnTo>
                    <a:pt x="6302782" y="626671"/>
                  </a:lnTo>
                  <a:lnTo>
                    <a:pt x="6374404" y="575672"/>
                  </a:lnTo>
                  <a:lnTo>
                    <a:pt x="6446027" y="523556"/>
                  </a:lnTo>
                  <a:lnTo>
                    <a:pt x="6517649" y="470298"/>
                  </a:lnTo>
                  <a:lnTo>
                    <a:pt x="6589272" y="415873"/>
                  </a:lnTo>
                  <a:lnTo>
                    <a:pt x="6660894" y="360255"/>
                  </a:lnTo>
                  <a:lnTo>
                    <a:pt x="6732517" y="303418"/>
                  </a:lnTo>
                  <a:lnTo>
                    <a:pt x="6804139" y="245336"/>
                  </a:lnTo>
                  <a:lnTo>
                    <a:pt x="6875762" y="185982"/>
                  </a:lnTo>
                  <a:lnTo>
                    <a:pt x="6947385" y="125326"/>
                  </a:lnTo>
                  <a:lnTo>
                    <a:pt x="7019007" y="6334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2026-05-22T13:29:57Z</dcterms:modified>
  <cp:category/>
</cp:coreProperties>
</file>