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37115"/>
            </a:xfrm>
            <a:custGeom>
              <a:avLst/>
              <a:pathLst>
                <a:path w="7090630" h="3537115">
                  <a:moveTo>
                    <a:pt x="0" y="2741512"/>
                  </a:moveTo>
                  <a:lnTo>
                    <a:pt x="71622" y="2742508"/>
                  </a:lnTo>
                  <a:lnTo>
                    <a:pt x="143245" y="2743503"/>
                  </a:lnTo>
                  <a:lnTo>
                    <a:pt x="214867" y="2744496"/>
                  </a:lnTo>
                  <a:lnTo>
                    <a:pt x="286490" y="2745489"/>
                  </a:lnTo>
                  <a:lnTo>
                    <a:pt x="358112" y="2746480"/>
                  </a:lnTo>
                  <a:lnTo>
                    <a:pt x="429735" y="2747470"/>
                  </a:lnTo>
                  <a:lnTo>
                    <a:pt x="501357" y="2748460"/>
                  </a:lnTo>
                  <a:lnTo>
                    <a:pt x="572980" y="2749448"/>
                  </a:lnTo>
                  <a:lnTo>
                    <a:pt x="644602" y="2750435"/>
                  </a:lnTo>
                  <a:lnTo>
                    <a:pt x="716225" y="2751421"/>
                  </a:lnTo>
                  <a:lnTo>
                    <a:pt x="787847" y="2752406"/>
                  </a:lnTo>
                  <a:lnTo>
                    <a:pt x="859470" y="2753389"/>
                  </a:lnTo>
                  <a:lnTo>
                    <a:pt x="931092" y="2754372"/>
                  </a:lnTo>
                  <a:lnTo>
                    <a:pt x="1002715" y="2755354"/>
                  </a:lnTo>
                  <a:lnTo>
                    <a:pt x="1074337" y="2756334"/>
                  </a:lnTo>
                  <a:lnTo>
                    <a:pt x="1145960" y="2757314"/>
                  </a:lnTo>
                  <a:lnTo>
                    <a:pt x="1217582" y="2758292"/>
                  </a:lnTo>
                  <a:lnTo>
                    <a:pt x="1289205" y="2759270"/>
                  </a:lnTo>
                  <a:lnTo>
                    <a:pt x="1360827" y="2760246"/>
                  </a:lnTo>
                  <a:lnTo>
                    <a:pt x="1432450" y="2761221"/>
                  </a:lnTo>
                  <a:lnTo>
                    <a:pt x="1504073" y="2762195"/>
                  </a:lnTo>
                  <a:lnTo>
                    <a:pt x="1575695" y="2763168"/>
                  </a:lnTo>
                  <a:lnTo>
                    <a:pt x="1647318" y="2764141"/>
                  </a:lnTo>
                  <a:lnTo>
                    <a:pt x="1718940" y="2765111"/>
                  </a:lnTo>
                  <a:lnTo>
                    <a:pt x="1790563" y="2766081"/>
                  </a:lnTo>
                  <a:lnTo>
                    <a:pt x="1862185" y="2767050"/>
                  </a:lnTo>
                  <a:lnTo>
                    <a:pt x="1933808" y="2768018"/>
                  </a:lnTo>
                  <a:lnTo>
                    <a:pt x="2005430" y="2768985"/>
                  </a:lnTo>
                  <a:lnTo>
                    <a:pt x="2077053" y="2769951"/>
                  </a:lnTo>
                  <a:lnTo>
                    <a:pt x="2148675" y="2770915"/>
                  </a:lnTo>
                  <a:lnTo>
                    <a:pt x="2220298" y="2771879"/>
                  </a:lnTo>
                  <a:lnTo>
                    <a:pt x="2291920" y="2772841"/>
                  </a:lnTo>
                  <a:lnTo>
                    <a:pt x="2363543" y="2773803"/>
                  </a:lnTo>
                  <a:lnTo>
                    <a:pt x="2435165" y="2774763"/>
                  </a:lnTo>
                  <a:lnTo>
                    <a:pt x="2506788" y="2775723"/>
                  </a:lnTo>
                  <a:lnTo>
                    <a:pt x="2578410" y="2776681"/>
                  </a:lnTo>
                  <a:lnTo>
                    <a:pt x="2650033" y="2777638"/>
                  </a:lnTo>
                  <a:lnTo>
                    <a:pt x="2721655" y="2778594"/>
                  </a:lnTo>
                  <a:lnTo>
                    <a:pt x="2793278" y="2779550"/>
                  </a:lnTo>
                  <a:lnTo>
                    <a:pt x="2864901" y="2780504"/>
                  </a:lnTo>
                  <a:lnTo>
                    <a:pt x="2936523" y="2781457"/>
                  </a:lnTo>
                  <a:lnTo>
                    <a:pt x="3008146" y="2782409"/>
                  </a:lnTo>
                  <a:lnTo>
                    <a:pt x="3079768" y="2765730"/>
                  </a:lnTo>
                  <a:lnTo>
                    <a:pt x="3151391" y="2722677"/>
                  </a:lnTo>
                  <a:lnTo>
                    <a:pt x="3223013" y="2677534"/>
                  </a:lnTo>
                  <a:lnTo>
                    <a:pt x="3294636" y="2630200"/>
                  </a:lnTo>
                  <a:lnTo>
                    <a:pt x="3366258" y="2580569"/>
                  </a:lnTo>
                  <a:lnTo>
                    <a:pt x="3437881" y="2528528"/>
                  </a:lnTo>
                  <a:lnTo>
                    <a:pt x="3509503" y="2473961"/>
                  </a:lnTo>
                  <a:lnTo>
                    <a:pt x="3581126" y="2416745"/>
                  </a:lnTo>
                  <a:lnTo>
                    <a:pt x="3652748" y="2356752"/>
                  </a:lnTo>
                  <a:lnTo>
                    <a:pt x="3724371" y="2293846"/>
                  </a:lnTo>
                  <a:lnTo>
                    <a:pt x="3795993" y="2227887"/>
                  </a:lnTo>
                  <a:lnTo>
                    <a:pt x="3867616" y="2158726"/>
                  </a:lnTo>
                  <a:lnTo>
                    <a:pt x="3939238" y="2086208"/>
                  </a:lnTo>
                  <a:lnTo>
                    <a:pt x="4010861" y="2010170"/>
                  </a:lnTo>
                  <a:lnTo>
                    <a:pt x="4082483" y="1930441"/>
                  </a:lnTo>
                  <a:lnTo>
                    <a:pt x="4154106" y="1846841"/>
                  </a:lnTo>
                  <a:lnTo>
                    <a:pt x="4225729" y="1759183"/>
                  </a:lnTo>
                  <a:lnTo>
                    <a:pt x="4297351" y="1667271"/>
                  </a:lnTo>
                  <a:lnTo>
                    <a:pt x="4368974" y="1570896"/>
                  </a:lnTo>
                  <a:lnTo>
                    <a:pt x="4440596" y="1469844"/>
                  </a:lnTo>
                  <a:lnTo>
                    <a:pt x="4512219" y="1363886"/>
                  </a:lnTo>
                  <a:lnTo>
                    <a:pt x="4583841" y="1252784"/>
                  </a:lnTo>
                  <a:lnTo>
                    <a:pt x="4655464" y="1136290"/>
                  </a:lnTo>
                  <a:lnTo>
                    <a:pt x="4727086" y="1014140"/>
                  </a:lnTo>
                  <a:lnTo>
                    <a:pt x="4798709" y="886062"/>
                  </a:lnTo>
                  <a:lnTo>
                    <a:pt x="4870331" y="751766"/>
                  </a:lnTo>
                  <a:lnTo>
                    <a:pt x="4941954" y="610950"/>
                  </a:lnTo>
                  <a:lnTo>
                    <a:pt x="5013576" y="463300"/>
                  </a:lnTo>
                  <a:lnTo>
                    <a:pt x="5085199" y="308482"/>
                  </a:lnTo>
                  <a:lnTo>
                    <a:pt x="5156821" y="146149"/>
                  </a:lnTo>
                  <a:lnTo>
                    <a:pt x="5218318" y="0"/>
                  </a:lnTo>
                  <a:lnTo>
                    <a:pt x="7090630" y="0"/>
                  </a:lnTo>
                  <a:lnTo>
                    <a:pt x="7090630" y="2834991"/>
                  </a:lnTo>
                  <a:lnTo>
                    <a:pt x="7019007" y="2834096"/>
                  </a:lnTo>
                  <a:lnTo>
                    <a:pt x="6947385" y="2833201"/>
                  </a:lnTo>
                  <a:lnTo>
                    <a:pt x="6875762" y="2832304"/>
                  </a:lnTo>
                  <a:lnTo>
                    <a:pt x="6804139" y="2831407"/>
                  </a:lnTo>
                  <a:lnTo>
                    <a:pt x="6732517" y="2830508"/>
                  </a:lnTo>
                  <a:lnTo>
                    <a:pt x="6660894" y="2829609"/>
                  </a:lnTo>
                  <a:lnTo>
                    <a:pt x="6589272" y="2828708"/>
                  </a:lnTo>
                  <a:lnTo>
                    <a:pt x="6517649" y="2827807"/>
                  </a:lnTo>
                  <a:lnTo>
                    <a:pt x="6446027" y="2826905"/>
                  </a:lnTo>
                  <a:lnTo>
                    <a:pt x="6374404" y="2826001"/>
                  </a:lnTo>
                  <a:lnTo>
                    <a:pt x="6302782" y="2825097"/>
                  </a:lnTo>
                  <a:lnTo>
                    <a:pt x="6231159" y="2824192"/>
                  </a:lnTo>
                  <a:lnTo>
                    <a:pt x="6159537" y="2823285"/>
                  </a:lnTo>
                  <a:lnTo>
                    <a:pt x="6087914" y="2822378"/>
                  </a:lnTo>
                  <a:lnTo>
                    <a:pt x="6016292" y="2821470"/>
                  </a:lnTo>
                  <a:lnTo>
                    <a:pt x="5944669" y="2820560"/>
                  </a:lnTo>
                  <a:lnTo>
                    <a:pt x="5873047" y="2819650"/>
                  </a:lnTo>
                  <a:lnTo>
                    <a:pt x="5801424" y="2818739"/>
                  </a:lnTo>
                  <a:lnTo>
                    <a:pt x="5729802" y="2817826"/>
                  </a:lnTo>
                  <a:lnTo>
                    <a:pt x="5658179" y="2816913"/>
                  </a:lnTo>
                  <a:lnTo>
                    <a:pt x="5586557" y="2815999"/>
                  </a:lnTo>
                  <a:lnTo>
                    <a:pt x="5514934" y="2815083"/>
                  </a:lnTo>
                  <a:lnTo>
                    <a:pt x="5443311" y="2814167"/>
                  </a:lnTo>
                  <a:lnTo>
                    <a:pt x="5371689" y="2813250"/>
                  </a:lnTo>
                  <a:lnTo>
                    <a:pt x="5300066" y="2812331"/>
                  </a:lnTo>
                  <a:lnTo>
                    <a:pt x="5228444" y="2811412"/>
                  </a:lnTo>
                  <a:lnTo>
                    <a:pt x="5156821" y="2810492"/>
                  </a:lnTo>
                  <a:lnTo>
                    <a:pt x="5085199" y="2809570"/>
                  </a:lnTo>
                  <a:lnTo>
                    <a:pt x="5013576" y="2808648"/>
                  </a:lnTo>
                  <a:lnTo>
                    <a:pt x="4941954" y="2807725"/>
                  </a:lnTo>
                  <a:lnTo>
                    <a:pt x="4870331" y="2806800"/>
                  </a:lnTo>
                  <a:lnTo>
                    <a:pt x="4798709" y="2805875"/>
                  </a:lnTo>
                  <a:lnTo>
                    <a:pt x="4727086" y="2804949"/>
                  </a:lnTo>
                  <a:lnTo>
                    <a:pt x="4655464" y="2804021"/>
                  </a:lnTo>
                  <a:lnTo>
                    <a:pt x="4583841" y="2803093"/>
                  </a:lnTo>
                  <a:lnTo>
                    <a:pt x="4512219" y="2802163"/>
                  </a:lnTo>
                  <a:lnTo>
                    <a:pt x="4440596" y="2801233"/>
                  </a:lnTo>
                  <a:lnTo>
                    <a:pt x="4368974" y="2800302"/>
                  </a:lnTo>
                  <a:lnTo>
                    <a:pt x="4297351" y="2799369"/>
                  </a:lnTo>
                  <a:lnTo>
                    <a:pt x="4225729" y="2798436"/>
                  </a:lnTo>
                  <a:lnTo>
                    <a:pt x="4154106" y="2797501"/>
                  </a:lnTo>
                  <a:lnTo>
                    <a:pt x="4082483" y="2796565"/>
                  </a:lnTo>
                  <a:lnTo>
                    <a:pt x="4010861" y="2795629"/>
                  </a:lnTo>
                  <a:lnTo>
                    <a:pt x="3939238" y="2794691"/>
                  </a:lnTo>
                  <a:lnTo>
                    <a:pt x="3867616" y="2793753"/>
                  </a:lnTo>
                  <a:lnTo>
                    <a:pt x="3795993" y="2792813"/>
                  </a:lnTo>
                  <a:lnTo>
                    <a:pt x="3724371" y="2791872"/>
                  </a:lnTo>
                  <a:lnTo>
                    <a:pt x="3652748" y="2790931"/>
                  </a:lnTo>
                  <a:lnTo>
                    <a:pt x="3581126" y="2789988"/>
                  </a:lnTo>
                  <a:lnTo>
                    <a:pt x="3509503" y="2789044"/>
                  </a:lnTo>
                  <a:lnTo>
                    <a:pt x="3437881" y="2788099"/>
                  </a:lnTo>
                  <a:lnTo>
                    <a:pt x="3366258" y="2787154"/>
                  </a:lnTo>
                  <a:lnTo>
                    <a:pt x="3294636" y="2786207"/>
                  </a:lnTo>
                  <a:lnTo>
                    <a:pt x="3223013" y="2785259"/>
                  </a:lnTo>
                  <a:lnTo>
                    <a:pt x="3151391" y="2784310"/>
                  </a:lnTo>
                  <a:lnTo>
                    <a:pt x="3079768" y="2783360"/>
                  </a:lnTo>
                  <a:lnTo>
                    <a:pt x="3008146" y="2806789"/>
                  </a:lnTo>
                  <a:lnTo>
                    <a:pt x="2936523" y="2845948"/>
                  </a:lnTo>
                  <a:lnTo>
                    <a:pt x="2864901" y="2883294"/>
                  </a:lnTo>
                  <a:lnTo>
                    <a:pt x="2793278" y="2918911"/>
                  </a:lnTo>
                  <a:lnTo>
                    <a:pt x="2721655" y="2952879"/>
                  </a:lnTo>
                  <a:lnTo>
                    <a:pt x="2650033" y="2985275"/>
                  </a:lnTo>
                  <a:lnTo>
                    <a:pt x="2578410" y="3016170"/>
                  </a:lnTo>
                  <a:lnTo>
                    <a:pt x="2506788" y="3045636"/>
                  </a:lnTo>
                  <a:lnTo>
                    <a:pt x="2435165" y="3073737"/>
                  </a:lnTo>
                  <a:lnTo>
                    <a:pt x="2363543" y="3100538"/>
                  </a:lnTo>
                  <a:lnTo>
                    <a:pt x="2291920" y="3126097"/>
                  </a:lnTo>
                  <a:lnTo>
                    <a:pt x="2220298" y="3150474"/>
                  </a:lnTo>
                  <a:lnTo>
                    <a:pt x="2148675" y="3173722"/>
                  </a:lnTo>
                  <a:lnTo>
                    <a:pt x="2077053" y="3195893"/>
                  </a:lnTo>
                  <a:lnTo>
                    <a:pt x="2005430" y="3217039"/>
                  </a:lnTo>
                  <a:lnTo>
                    <a:pt x="1933808" y="3237205"/>
                  </a:lnTo>
                  <a:lnTo>
                    <a:pt x="1862185" y="3256438"/>
                  </a:lnTo>
                  <a:lnTo>
                    <a:pt x="1790563" y="3274780"/>
                  </a:lnTo>
                  <a:lnTo>
                    <a:pt x="1718940" y="3292273"/>
                  </a:lnTo>
                  <a:lnTo>
                    <a:pt x="1647318" y="3308957"/>
                  </a:lnTo>
                  <a:lnTo>
                    <a:pt x="1575695" y="3324867"/>
                  </a:lnTo>
                  <a:lnTo>
                    <a:pt x="1504073" y="3340042"/>
                  </a:lnTo>
                  <a:lnTo>
                    <a:pt x="1432450" y="3354514"/>
                  </a:lnTo>
                  <a:lnTo>
                    <a:pt x="1360827" y="3368316"/>
                  </a:lnTo>
                  <a:lnTo>
                    <a:pt x="1289205" y="3381479"/>
                  </a:lnTo>
                  <a:lnTo>
                    <a:pt x="1217582" y="3394032"/>
                  </a:lnTo>
                  <a:lnTo>
                    <a:pt x="1145960" y="3406005"/>
                  </a:lnTo>
                  <a:lnTo>
                    <a:pt x="1074337" y="3417423"/>
                  </a:lnTo>
                  <a:lnTo>
                    <a:pt x="1002715" y="3428312"/>
                  </a:lnTo>
                  <a:lnTo>
                    <a:pt x="931092" y="3438698"/>
                  </a:lnTo>
                  <a:lnTo>
                    <a:pt x="859470" y="3448602"/>
                  </a:lnTo>
                  <a:lnTo>
                    <a:pt x="787847" y="3458048"/>
                  </a:lnTo>
                  <a:lnTo>
                    <a:pt x="716225" y="3467057"/>
                  </a:lnTo>
                  <a:lnTo>
                    <a:pt x="644602" y="3475649"/>
                  </a:lnTo>
                  <a:lnTo>
                    <a:pt x="572980" y="3483843"/>
                  </a:lnTo>
                  <a:lnTo>
                    <a:pt x="501357" y="3491657"/>
                  </a:lnTo>
                  <a:lnTo>
                    <a:pt x="429735" y="3499110"/>
                  </a:lnTo>
                  <a:lnTo>
                    <a:pt x="358112" y="3506218"/>
                  </a:lnTo>
                  <a:lnTo>
                    <a:pt x="286490" y="3512997"/>
                  </a:lnTo>
                  <a:lnTo>
                    <a:pt x="214867" y="3519462"/>
                  </a:lnTo>
                  <a:lnTo>
                    <a:pt x="143245" y="3525627"/>
                  </a:lnTo>
                  <a:lnTo>
                    <a:pt x="71622" y="3531508"/>
                  </a:lnTo>
                  <a:lnTo>
                    <a:pt x="0" y="35371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218318" cy="2782409"/>
            </a:xfrm>
            <a:custGeom>
              <a:avLst/>
              <a:pathLst>
                <a:path w="5218318" h="2782409">
                  <a:moveTo>
                    <a:pt x="0" y="2741512"/>
                  </a:moveTo>
                  <a:lnTo>
                    <a:pt x="71622" y="2742508"/>
                  </a:lnTo>
                  <a:lnTo>
                    <a:pt x="143245" y="2743503"/>
                  </a:lnTo>
                  <a:lnTo>
                    <a:pt x="214867" y="2744496"/>
                  </a:lnTo>
                  <a:lnTo>
                    <a:pt x="286490" y="2745489"/>
                  </a:lnTo>
                  <a:lnTo>
                    <a:pt x="358112" y="2746480"/>
                  </a:lnTo>
                  <a:lnTo>
                    <a:pt x="429735" y="2747470"/>
                  </a:lnTo>
                  <a:lnTo>
                    <a:pt x="501357" y="2748460"/>
                  </a:lnTo>
                  <a:lnTo>
                    <a:pt x="572980" y="2749448"/>
                  </a:lnTo>
                  <a:lnTo>
                    <a:pt x="644602" y="2750435"/>
                  </a:lnTo>
                  <a:lnTo>
                    <a:pt x="716225" y="2751421"/>
                  </a:lnTo>
                  <a:lnTo>
                    <a:pt x="787847" y="2752406"/>
                  </a:lnTo>
                  <a:lnTo>
                    <a:pt x="859470" y="2753389"/>
                  </a:lnTo>
                  <a:lnTo>
                    <a:pt x="931092" y="2754372"/>
                  </a:lnTo>
                  <a:lnTo>
                    <a:pt x="1002715" y="2755354"/>
                  </a:lnTo>
                  <a:lnTo>
                    <a:pt x="1074337" y="2756334"/>
                  </a:lnTo>
                  <a:lnTo>
                    <a:pt x="1145960" y="2757314"/>
                  </a:lnTo>
                  <a:lnTo>
                    <a:pt x="1217582" y="2758292"/>
                  </a:lnTo>
                  <a:lnTo>
                    <a:pt x="1289205" y="2759270"/>
                  </a:lnTo>
                  <a:lnTo>
                    <a:pt x="1360827" y="2760246"/>
                  </a:lnTo>
                  <a:lnTo>
                    <a:pt x="1432450" y="2761221"/>
                  </a:lnTo>
                  <a:lnTo>
                    <a:pt x="1504073" y="2762195"/>
                  </a:lnTo>
                  <a:lnTo>
                    <a:pt x="1575695" y="2763168"/>
                  </a:lnTo>
                  <a:lnTo>
                    <a:pt x="1647318" y="2764141"/>
                  </a:lnTo>
                  <a:lnTo>
                    <a:pt x="1718940" y="2765111"/>
                  </a:lnTo>
                  <a:lnTo>
                    <a:pt x="1790563" y="2766081"/>
                  </a:lnTo>
                  <a:lnTo>
                    <a:pt x="1862185" y="2767050"/>
                  </a:lnTo>
                  <a:lnTo>
                    <a:pt x="1933808" y="2768018"/>
                  </a:lnTo>
                  <a:lnTo>
                    <a:pt x="2005430" y="2768985"/>
                  </a:lnTo>
                  <a:lnTo>
                    <a:pt x="2077053" y="2769951"/>
                  </a:lnTo>
                  <a:lnTo>
                    <a:pt x="2148675" y="2770915"/>
                  </a:lnTo>
                  <a:lnTo>
                    <a:pt x="2220298" y="2771879"/>
                  </a:lnTo>
                  <a:lnTo>
                    <a:pt x="2291920" y="2772841"/>
                  </a:lnTo>
                  <a:lnTo>
                    <a:pt x="2363543" y="2773803"/>
                  </a:lnTo>
                  <a:lnTo>
                    <a:pt x="2435165" y="2774763"/>
                  </a:lnTo>
                  <a:lnTo>
                    <a:pt x="2506788" y="2775723"/>
                  </a:lnTo>
                  <a:lnTo>
                    <a:pt x="2578410" y="2776681"/>
                  </a:lnTo>
                  <a:lnTo>
                    <a:pt x="2650033" y="2777638"/>
                  </a:lnTo>
                  <a:lnTo>
                    <a:pt x="2721655" y="2778594"/>
                  </a:lnTo>
                  <a:lnTo>
                    <a:pt x="2793278" y="2779550"/>
                  </a:lnTo>
                  <a:lnTo>
                    <a:pt x="2864901" y="2780504"/>
                  </a:lnTo>
                  <a:lnTo>
                    <a:pt x="2936523" y="2781457"/>
                  </a:lnTo>
                  <a:lnTo>
                    <a:pt x="3008146" y="2782409"/>
                  </a:lnTo>
                  <a:lnTo>
                    <a:pt x="3079768" y="2765730"/>
                  </a:lnTo>
                  <a:lnTo>
                    <a:pt x="3151391" y="2722677"/>
                  </a:lnTo>
                  <a:lnTo>
                    <a:pt x="3223013" y="2677534"/>
                  </a:lnTo>
                  <a:lnTo>
                    <a:pt x="3294636" y="2630200"/>
                  </a:lnTo>
                  <a:lnTo>
                    <a:pt x="3366258" y="2580569"/>
                  </a:lnTo>
                  <a:lnTo>
                    <a:pt x="3437881" y="2528528"/>
                  </a:lnTo>
                  <a:lnTo>
                    <a:pt x="3509503" y="2473961"/>
                  </a:lnTo>
                  <a:lnTo>
                    <a:pt x="3581126" y="2416745"/>
                  </a:lnTo>
                  <a:lnTo>
                    <a:pt x="3652748" y="2356752"/>
                  </a:lnTo>
                  <a:lnTo>
                    <a:pt x="3724371" y="2293846"/>
                  </a:lnTo>
                  <a:lnTo>
                    <a:pt x="3795993" y="2227887"/>
                  </a:lnTo>
                  <a:lnTo>
                    <a:pt x="3867616" y="2158726"/>
                  </a:lnTo>
                  <a:lnTo>
                    <a:pt x="3939238" y="2086208"/>
                  </a:lnTo>
                  <a:lnTo>
                    <a:pt x="4010861" y="2010170"/>
                  </a:lnTo>
                  <a:lnTo>
                    <a:pt x="4082483" y="1930441"/>
                  </a:lnTo>
                  <a:lnTo>
                    <a:pt x="4154106" y="1846841"/>
                  </a:lnTo>
                  <a:lnTo>
                    <a:pt x="4225729" y="1759183"/>
                  </a:lnTo>
                  <a:lnTo>
                    <a:pt x="4297351" y="1667271"/>
                  </a:lnTo>
                  <a:lnTo>
                    <a:pt x="4368974" y="1570896"/>
                  </a:lnTo>
                  <a:lnTo>
                    <a:pt x="4440596" y="1469844"/>
                  </a:lnTo>
                  <a:lnTo>
                    <a:pt x="4512219" y="1363886"/>
                  </a:lnTo>
                  <a:lnTo>
                    <a:pt x="4583841" y="1252784"/>
                  </a:lnTo>
                  <a:lnTo>
                    <a:pt x="4655464" y="1136290"/>
                  </a:lnTo>
                  <a:lnTo>
                    <a:pt x="4727086" y="1014140"/>
                  </a:lnTo>
                  <a:lnTo>
                    <a:pt x="4798709" y="886062"/>
                  </a:lnTo>
                  <a:lnTo>
                    <a:pt x="4870331" y="751766"/>
                  </a:lnTo>
                  <a:lnTo>
                    <a:pt x="4941954" y="610950"/>
                  </a:lnTo>
                  <a:lnTo>
                    <a:pt x="5013576" y="463300"/>
                  </a:lnTo>
                  <a:lnTo>
                    <a:pt x="5085199" y="308482"/>
                  </a:lnTo>
                  <a:lnTo>
                    <a:pt x="5156821" y="146149"/>
                  </a:lnTo>
                  <a:lnTo>
                    <a:pt x="521831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79923"/>
              <a:ext cx="7090630" cy="753755"/>
            </a:xfrm>
            <a:custGeom>
              <a:avLst/>
              <a:pathLst>
                <a:path w="7090630" h="753755">
                  <a:moveTo>
                    <a:pt x="7090630" y="51630"/>
                  </a:moveTo>
                  <a:lnTo>
                    <a:pt x="7019007" y="50736"/>
                  </a:lnTo>
                  <a:lnTo>
                    <a:pt x="6947385" y="49840"/>
                  </a:lnTo>
                  <a:lnTo>
                    <a:pt x="6875762" y="48944"/>
                  </a:lnTo>
                  <a:lnTo>
                    <a:pt x="6804139" y="48046"/>
                  </a:lnTo>
                  <a:lnTo>
                    <a:pt x="6732517" y="47148"/>
                  </a:lnTo>
                  <a:lnTo>
                    <a:pt x="6660894" y="46249"/>
                  </a:lnTo>
                  <a:lnTo>
                    <a:pt x="6589272" y="45348"/>
                  </a:lnTo>
                  <a:lnTo>
                    <a:pt x="6517649" y="44447"/>
                  </a:lnTo>
                  <a:lnTo>
                    <a:pt x="6446027" y="43544"/>
                  </a:lnTo>
                  <a:lnTo>
                    <a:pt x="6374404" y="42641"/>
                  </a:lnTo>
                  <a:lnTo>
                    <a:pt x="6302782" y="41737"/>
                  </a:lnTo>
                  <a:lnTo>
                    <a:pt x="6231159" y="40831"/>
                  </a:lnTo>
                  <a:lnTo>
                    <a:pt x="6159537" y="39925"/>
                  </a:lnTo>
                  <a:lnTo>
                    <a:pt x="6087914" y="39018"/>
                  </a:lnTo>
                  <a:lnTo>
                    <a:pt x="6016292" y="38109"/>
                  </a:lnTo>
                  <a:lnTo>
                    <a:pt x="5944669" y="37200"/>
                  </a:lnTo>
                  <a:lnTo>
                    <a:pt x="5873047" y="36290"/>
                  </a:lnTo>
                  <a:lnTo>
                    <a:pt x="5801424" y="35378"/>
                  </a:lnTo>
                  <a:lnTo>
                    <a:pt x="5729802" y="34466"/>
                  </a:lnTo>
                  <a:lnTo>
                    <a:pt x="5658179" y="33553"/>
                  </a:lnTo>
                  <a:lnTo>
                    <a:pt x="5586557" y="32638"/>
                  </a:lnTo>
                  <a:lnTo>
                    <a:pt x="5514934" y="31723"/>
                  </a:lnTo>
                  <a:lnTo>
                    <a:pt x="5443311" y="30807"/>
                  </a:lnTo>
                  <a:lnTo>
                    <a:pt x="5371689" y="29889"/>
                  </a:lnTo>
                  <a:lnTo>
                    <a:pt x="5300066" y="28971"/>
                  </a:lnTo>
                  <a:lnTo>
                    <a:pt x="5228444" y="28052"/>
                  </a:lnTo>
                  <a:lnTo>
                    <a:pt x="5156821" y="27131"/>
                  </a:lnTo>
                  <a:lnTo>
                    <a:pt x="5085199" y="26210"/>
                  </a:lnTo>
                  <a:lnTo>
                    <a:pt x="5013576" y="25288"/>
                  </a:lnTo>
                  <a:lnTo>
                    <a:pt x="4941954" y="24364"/>
                  </a:lnTo>
                  <a:lnTo>
                    <a:pt x="4870331" y="23440"/>
                  </a:lnTo>
                  <a:lnTo>
                    <a:pt x="4798709" y="22515"/>
                  </a:lnTo>
                  <a:lnTo>
                    <a:pt x="4727086" y="21588"/>
                  </a:lnTo>
                  <a:lnTo>
                    <a:pt x="4655464" y="20661"/>
                  </a:lnTo>
                  <a:lnTo>
                    <a:pt x="4583841" y="19733"/>
                  </a:lnTo>
                  <a:lnTo>
                    <a:pt x="4512219" y="18803"/>
                  </a:lnTo>
                  <a:lnTo>
                    <a:pt x="4440596" y="17873"/>
                  </a:lnTo>
                  <a:lnTo>
                    <a:pt x="4368974" y="16941"/>
                  </a:lnTo>
                  <a:lnTo>
                    <a:pt x="4297351" y="16009"/>
                  </a:lnTo>
                  <a:lnTo>
                    <a:pt x="4225729" y="15075"/>
                  </a:lnTo>
                  <a:lnTo>
                    <a:pt x="4154106" y="14141"/>
                  </a:lnTo>
                  <a:lnTo>
                    <a:pt x="4082483" y="13205"/>
                  </a:lnTo>
                  <a:lnTo>
                    <a:pt x="4010861" y="12269"/>
                  </a:lnTo>
                  <a:lnTo>
                    <a:pt x="3939238" y="11331"/>
                  </a:lnTo>
                  <a:lnTo>
                    <a:pt x="3867616" y="10392"/>
                  </a:lnTo>
                  <a:lnTo>
                    <a:pt x="3795993" y="9453"/>
                  </a:lnTo>
                  <a:lnTo>
                    <a:pt x="3724371" y="8512"/>
                  </a:lnTo>
                  <a:lnTo>
                    <a:pt x="3652748" y="7570"/>
                  </a:lnTo>
                  <a:lnTo>
                    <a:pt x="3581126" y="6628"/>
                  </a:lnTo>
                  <a:lnTo>
                    <a:pt x="3509503" y="5684"/>
                  </a:lnTo>
                  <a:lnTo>
                    <a:pt x="3437881" y="4739"/>
                  </a:lnTo>
                  <a:lnTo>
                    <a:pt x="3366258" y="3793"/>
                  </a:lnTo>
                  <a:lnTo>
                    <a:pt x="3294636" y="2846"/>
                  </a:lnTo>
                  <a:lnTo>
                    <a:pt x="3223013" y="1898"/>
                  </a:lnTo>
                  <a:lnTo>
                    <a:pt x="3151391" y="949"/>
                  </a:lnTo>
                  <a:lnTo>
                    <a:pt x="3079768" y="0"/>
                  </a:lnTo>
                  <a:lnTo>
                    <a:pt x="3008146" y="23429"/>
                  </a:lnTo>
                  <a:lnTo>
                    <a:pt x="2936523" y="62588"/>
                  </a:lnTo>
                  <a:lnTo>
                    <a:pt x="2864901" y="99934"/>
                  </a:lnTo>
                  <a:lnTo>
                    <a:pt x="2793278" y="135551"/>
                  </a:lnTo>
                  <a:lnTo>
                    <a:pt x="2721655" y="169519"/>
                  </a:lnTo>
                  <a:lnTo>
                    <a:pt x="2650033" y="201914"/>
                  </a:lnTo>
                  <a:lnTo>
                    <a:pt x="2578410" y="232810"/>
                  </a:lnTo>
                  <a:lnTo>
                    <a:pt x="2506788" y="262276"/>
                  </a:lnTo>
                  <a:lnTo>
                    <a:pt x="2435165" y="290377"/>
                  </a:lnTo>
                  <a:lnTo>
                    <a:pt x="2363543" y="317177"/>
                  </a:lnTo>
                  <a:lnTo>
                    <a:pt x="2291920" y="342737"/>
                  </a:lnTo>
                  <a:lnTo>
                    <a:pt x="2220298" y="367114"/>
                  </a:lnTo>
                  <a:lnTo>
                    <a:pt x="2148675" y="390361"/>
                  </a:lnTo>
                  <a:lnTo>
                    <a:pt x="2077053" y="412533"/>
                  </a:lnTo>
                  <a:lnTo>
                    <a:pt x="2005430" y="433678"/>
                  </a:lnTo>
                  <a:lnTo>
                    <a:pt x="1933808" y="453845"/>
                  </a:lnTo>
                  <a:lnTo>
                    <a:pt x="1862185" y="473077"/>
                  </a:lnTo>
                  <a:lnTo>
                    <a:pt x="1790563" y="491420"/>
                  </a:lnTo>
                  <a:lnTo>
                    <a:pt x="1718940" y="508913"/>
                  </a:lnTo>
                  <a:lnTo>
                    <a:pt x="1647318" y="525596"/>
                  </a:lnTo>
                  <a:lnTo>
                    <a:pt x="1575695" y="541507"/>
                  </a:lnTo>
                  <a:lnTo>
                    <a:pt x="1504073" y="556682"/>
                  </a:lnTo>
                  <a:lnTo>
                    <a:pt x="1432450" y="571153"/>
                  </a:lnTo>
                  <a:lnTo>
                    <a:pt x="1360827" y="584955"/>
                  </a:lnTo>
                  <a:lnTo>
                    <a:pt x="1289205" y="598118"/>
                  </a:lnTo>
                  <a:lnTo>
                    <a:pt x="1217582" y="610672"/>
                  </a:lnTo>
                  <a:lnTo>
                    <a:pt x="1145960" y="622644"/>
                  </a:lnTo>
                  <a:lnTo>
                    <a:pt x="1074337" y="634062"/>
                  </a:lnTo>
                  <a:lnTo>
                    <a:pt x="1002715" y="644952"/>
                  </a:lnTo>
                  <a:lnTo>
                    <a:pt x="931092" y="655337"/>
                  </a:lnTo>
                  <a:lnTo>
                    <a:pt x="859470" y="665242"/>
                  </a:lnTo>
                  <a:lnTo>
                    <a:pt x="787847" y="674688"/>
                  </a:lnTo>
                  <a:lnTo>
                    <a:pt x="716225" y="683697"/>
                  </a:lnTo>
                  <a:lnTo>
                    <a:pt x="644602" y="692288"/>
                  </a:lnTo>
                  <a:lnTo>
                    <a:pt x="572980" y="700482"/>
                  </a:lnTo>
                  <a:lnTo>
                    <a:pt x="501357" y="708297"/>
                  </a:lnTo>
                  <a:lnTo>
                    <a:pt x="429735" y="715750"/>
                  </a:lnTo>
                  <a:lnTo>
                    <a:pt x="358112" y="722858"/>
                  </a:lnTo>
                  <a:lnTo>
                    <a:pt x="286490" y="729636"/>
                  </a:lnTo>
                  <a:lnTo>
                    <a:pt x="214867" y="736101"/>
                  </a:lnTo>
                  <a:lnTo>
                    <a:pt x="143245" y="742267"/>
                  </a:lnTo>
                  <a:lnTo>
                    <a:pt x="71622" y="748147"/>
                  </a:lnTo>
                  <a:lnTo>
                    <a:pt x="0" y="753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338276"/>
              <a:ext cx="7090630" cy="2886491"/>
            </a:xfrm>
            <a:custGeom>
              <a:avLst/>
              <a:pathLst>
                <a:path w="7090630" h="2886491">
                  <a:moveTo>
                    <a:pt x="0" y="2886491"/>
                  </a:moveTo>
                  <a:lnTo>
                    <a:pt x="71622" y="2878891"/>
                  </a:lnTo>
                  <a:lnTo>
                    <a:pt x="143245" y="2871113"/>
                  </a:lnTo>
                  <a:lnTo>
                    <a:pt x="214867" y="2863154"/>
                  </a:lnTo>
                  <a:lnTo>
                    <a:pt x="286490" y="2855007"/>
                  </a:lnTo>
                  <a:lnTo>
                    <a:pt x="358112" y="2846670"/>
                  </a:lnTo>
                  <a:lnTo>
                    <a:pt x="429735" y="2838138"/>
                  </a:lnTo>
                  <a:lnTo>
                    <a:pt x="501357" y="2829406"/>
                  </a:lnTo>
                  <a:lnTo>
                    <a:pt x="572980" y="2820469"/>
                  </a:lnTo>
                  <a:lnTo>
                    <a:pt x="644602" y="2811323"/>
                  </a:lnTo>
                  <a:lnTo>
                    <a:pt x="716225" y="2801963"/>
                  </a:lnTo>
                  <a:lnTo>
                    <a:pt x="787847" y="2792383"/>
                  </a:lnTo>
                  <a:lnTo>
                    <a:pt x="859470" y="2782579"/>
                  </a:lnTo>
                  <a:lnTo>
                    <a:pt x="931092" y="2772545"/>
                  </a:lnTo>
                  <a:lnTo>
                    <a:pt x="1002715" y="2762277"/>
                  </a:lnTo>
                  <a:lnTo>
                    <a:pt x="1074337" y="2751767"/>
                  </a:lnTo>
                  <a:lnTo>
                    <a:pt x="1145960" y="2741012"/>
                  </a:lnTo>
                  <a:lnTo>
                    <a:pt x="1217582" y="2730005"/>
                  </a:lnTo>
                  <a:lnTo>
                    <a:pt x="1289205" y="2718740"/>
                  </a:lnTo>
                  <a:lnTo>
                    <a:pt x="1360827" y="2707211"/>
                  </a:lnTo>
                  <a:lnTo>
                    <a:pt x="1432450" y="2695412"/>
                  </a:lnTo>
                  <a:lnTo>
                    <a:pt x="1504073" y="2683336"/>
                  </a:lnTo>
                  <a:lnTo>
                    <a:pt x="1575695" y="2670978"/>
                  </a:lnTo>
                  <a:lnTo>
                    <a:pt x="1647318" y="2658330"/>
                  </a:lnTo>
                  <a:lnTo>
                    <a:pt x="1718940" y="2645386"/>
                  </a:lnTo>
                  <a:lnTo>
                    <a:pt x="1790563" y="2632139"/>
                  </a:lnTo>
                  <a:lnTo>
                    <a:pt x="1862185" y="2618582"/>
                  </a:lnTo>
                  <a:lnTo>
                    <a:pt x="1933808" y="2604706"/>
                  </a:lnTo>
                  <a:lnTo>
                    <a:pt x="2005430" y="2590506"/>
                  </a:lnTo>
                  <a:lnTo>
                    <a:pt x="2077053" y="2575974"/>
                  </a:lnTo>
                  <a:lnTo>
                    <a:pt x="2148675" y="2561101"/>
                  </a:lnTo>
                  <a:lnTo>
                    <a:pt x="2220298" y="2545879"/>
                  </a:lnTo>
                  <a:lnTo>
                    <a:pt x="2291920" y="2530301"/>
                  </a:lnTo>
                  <a:lnTo>
                    <a:pt x="2363543" y="2514358"/>
                  </a:lnTo>
                  <a:lnTo>
                    <a:pt x="2435165" y="2498042"/>
                  </a:lnTo>
                  <a:lnTo>
                    <a:pt x="2506788" y="2481343"/>
                  </a:lnTo>
                  <a:lnTo>
                    <a:pt x="2578410" y="2464253"/>
                  </a:lnTo>
                  <a:lnTo>
                    <a:pt x="2650033" y="2446763"/>
                  </a:lnTo>
                  <a:lnTo>
                    <a:pt x="2721655" y="2428864"/>
                  </a:lnTo>
                  <a:lnTo>
                    <a:pt x="2793278" y="2410545"/>
                  </a:lnTo>
                  <a:lnTo>
                    <a:pt x="2864901" y="2391796"/>
                  </a:lnTo>
                  <a:lnTo>
                    <a:pt x="2936523" y="2372609"/>
                  </a:lnTo>
                  <a:lnTo>
                    <a:pt x="3008146" y="2352973"/>
                  </a:lnTo>
                  <a:lnTo>
                    <a:pt x="3079768" y="2332876"/>
                  </a:lnTo>
                  <a:lnTo>
                    <a:pt x="3151391" y="2312308"/>
                  </a:lnTo>
                  <a:lnTo>
                    <a:pt x="3223013" y="2291259"/>
                  </a:lnTo>
                  <a:lnTo>
                    <a:pt x="3294636" y="2269717"/>
                  </a:lnTo>
                  <a:lnTo>
                    <a:pt x="3366258" y="2247670"/>
                  </a:lnTo>
                  <a:lnTo>
                    <a:pt x="3437881" y="2225107"/>
                  </a:lnTo>
                  <a:lnTo>
                    <a:pt x="3509503" y="2202015"/>
                  </a:lnTo>
                  <a:lnTo>
                    <a:pt x="3581126" y="2178383"/>
                  </a:lnTo>
                  <a:lnTo>
                    <a:pt x="3652748" y="2154196"/>
                  </a:lnTo>
                  <a:lnTo>
                    <a:pt x="3724371" y="2129444"/>
                  </a:lnTo>
                  <a:lnTo>
                    <a:pt x="3795993" y="2104111"/>
                  </a:lnTo>
                  <a:lnTo>
                    <a:pt x="3867616" y="2078185"/>
                  </a:lnTo>
                  <a:lnTo>
                    <a:pt x="3939238" y="2051652"/>
                  </a:lnTo>
                  <a:lnTo>
                    <a:pt x="4010861" y="2024497"/>
                  </a:lnTo>
                  <a:lnTo>
                    <a:pt x="4082483" y="1996706"/>
                  </a:lnTo>
                  <a:lnTo>
                    <a:pt x="4154106" y="1968265"/>
                  </a:lnTo>
                  <a:lnTo>
                    <a:pt x="4225729" y="1939157"/>
                  </a:lnTo>
                  <a:lnTo>
                    <a:pt x="4297351" y="1909367"/>
                  </a:lnTo>
                  <a:lnTo>
                    <a:pt x="4368974" y="1878879"/>
                  </a:lnTo>
                  <a:lnTo>
                    <a:pt x="4440596" y="1847677"/>
                  </a:lnTo>
                  <a:lnTo>
                    <a:pt x="4512219" y="1815745"/>
                  </a:lnTo>
                  <a:lnTo>
                    <a:pt x="4583841" y="1783064"/>
                  </a:lnTo>
                  <a:lnTo>
                    <a:pt x="4655464" y="1749618"/>
                  </a:lnTo>
                  <a:lnTo>
                    <a:pt x="4727086" y="1715389"/>
                  </a:lnTo>
                  <a:lnTo>
                    <a:pt x="4798709" y="1680357"/>
                  </a:lnTo>
                  <a:lnTo>
                    <a:pt x="4870331" y="1644505"/>
                  </a:lnTo>
                  <a:lnTo>
                    <a:pt x="4941954" y="1607814"/>
                  </a:lnTo>
                  <a:lnTo>
                    <a:pt x="5013576" y="1570262"/>
                  </a:lnTo>
                  <a:lnTo>
                    <a:pt x="5085199" y="1531832"/>
                  </a:lnTo>
                  <a:lnTo>
                    <a:pt x="5156821" y="1492501"/>
                  </a:lnTo>
                  <a:lnTo>
                    <a:pt x="5228444" y="1452249"/>
                  </a:lnTo>
                  <a:lnTo>
                    <a:pt x="5300066" y="1411054"/>
                  </a:lnTo>
                  <a:lnTo>
                    <a:pt x="5371689" y="1368894"/>
                  </a:lnTo>
                  <a:lnTo>
                    <a:pt x="5443311" y="1325746"/>
                  </a:lnTo>
                  <a:lnTo>
                    <a:pt x="5514934" y="1281588"/>
                  </a:lnTo>
                  <a:lnTo>
                    <a:pt x="5586557" y="1236395"/>
                  </a:lnTo>
                  <a:lnTo>
                    <a:pt x="5658179" y="1190144"/>
                  </a:lnTo>
                  <a:lnTo>
                    <a:pt x="5729802" y="1142809"/>
                  </a:lnTo>
                  <a:lnTo>
                    <a:pt x="5801424" y="1094366"/>
                  </a:lnTo>
                  <a:lnTo>
                    <a:pt x="5873047" y="1044788"/>
                  </a:lnTo>
                  <a:lnTo>
                    <a:pt x="5944669" y="994049"/>
                  </a:lnTo>
                  <a:lnTo>
                    <a:pt x="6016292" y="942121"/>
                  </a:lnTo>
                  <a:lnTo>
                    <a:pt x="6087914" y="888977"/>
                  </a:lnTo>
                  <a:lnTo>
                    <a:pt x="6159537" y="834587"/>
                  </a:lnTo>
                  <a:lnTo>
                    <a:pt x="6231159" y="778924"/>
                  </a:lnTo>
                  <a:lnTo>
                    <a:pt x="6302782" y="721958"/>
                  </a:lnTo>
                  <a:lnTo>
                    <a:pt x="6374404" y="663656"/>
                  </a:lnTo>
                  <a:lnTo>
                    <a:pt x="6446027" y="603989"/>
                  </a:lnTo>
                  <a:lnTo>
                    <a:pt x="6517649" y="542925"/>
                  </a:lnTo>
                  <a:lnTo>
                    <a:pt x="6589272" y="480430"/>
                  </a:lnTo>
                  <a:lnTo>
                    <a:pt x="6660894" y="416471"/>
                  </a:lnTo>
                  <a:lnTo>
                    <a:pt x="6732517" y="351014"/>
                  </a:lnTo>
                  <a:lnTo>
                    <a:pt x="6804139" y="284024"/>
                  </a:lnTo>
                  <a:lnTo>
                    <a:pt x="6875762" y="215465"/>
                  </a:lnTo>
                  <a:lnTo>
                    <a:pt x="6947385" y="145299"/>
                  </a:lnTo>
                  <a:lnTo>
                    <a:pt x="7019007" y="7349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2026-05-22T10:32:43Z</dcterms:modified>
  <cp:category/>
</cp:coreProperties>
</file>