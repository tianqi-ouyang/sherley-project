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2073503"/>
              <a:ext cx="7090630" cy="3394111"/>
            </a:xfrm>
            <a:custGeom>
              <a:avLst/>
              <a:pathLst>
                <a:path w="7090630" h="3394111">
                  <a:moveTo>
                    <a:pt x="0" y="2272207"/>
                  </a:moveTo>
                  <a:lnTo>
                    <a:pt x="71622" y="2282938"/>
                  </a:lnTo>
                  <a:lnTo>
                    <a:pt x="143245" y="2293574"/>
                  </a:lnTo>
                  <a:lnTo>
                    <a:pt x="214867" y="2304115"/>
                  </a:lnTo>
                  <a:lnTo>
                    <a:pt x="286490" y="2314563"/>
                  </a:lnTo>
                  <a:lnTo>
                    <a:pt x="358112" y="2324919"/>
                  </a:lnTo>
                  <a:lnTo>
                    <a:pt x="429735" y="2335183"/>
                  </a:lnTo>
                  <a:lnTo>
                    <a:pt x="501357" y="2345355"/>
                  </a:lnTo>
                  <a:lnTo>
                    <a:pt x="572980" y="2355438"/>
                  </a:lnTo>
                  <a:lnTo>
                    <a:pt x="644602" y="2365432"/>
                  </a:lnTo>
                  <a:lnTo>
                    <a:pt x="716225" y="2375337"/>
                  </a:lnTo>
                  <a:lnTo>
                    <a:pt x="787847" y="2385154"/>
                  </a:lnTo>
                  <a:lnTo>
                    <a:pt x="859470" y="2394884"/>
                  </a:lnTo>
                  <a:lnTo>
                    <a:pt x="931092" y="2404529"/>
                  </a:lnTo>
                  <a:lnTo>
                    <a:pt x="1002715" y="2414087"/>
                  </a:lnTo>
                  <a:lnTo>
                    <a:pt x="1074337" y="2423561"/>
                  </a:lnTo>
                  <a:lnTo>
                    <a:pt x="1145960" y="2432951"/>
                  </a:lnTo>
                  <a:lnTo>
                    <a:pt x="1217582" y="2442258"/>
                  </a:lnTo>
                  <a:lnTo>
                    <a:pt x="1289205" y="2451483"/>
                  </a:lnTo>
                  <a:lnTo>
                    <a:pt x="1360827" y="2460626"/>
                  </a:lnTo>
                  <a:lnTo>
                    <a:pt x="1432450" y="2469688"/>
                  </a:lnTo>
                  <a:lnTo>
                    <a:pt x="1504073" y="2478669"/>
                  </a:lnTo>
                  <a:lnTo>
                    <a:pt x="1575695" y="2487571"/>
                  </a:lnTo>
                  <a:lnTo>
                    <a:pt x="1647318" y="2496395"/>
                  </a:lnTo>
                  <a:lnTo>
                    <a:pt x="1718940" y="2505140"/>
                  </a:lnTo>
                  <a:lnTo>
                    <a:pt x="1790563" y="2513807"/>
                  </a:lnTo>
                  <a:lnTo>
                    <a:pt x="1862185" y="2522398"/>
                  </a:lnTo>
                  <a:lnTo>
                    <a:pt x="1933808" y="2530913"/>
                  </a:lnTo>
                  <a:lnTo>
                    <a:pt x="2005430" y="2539352"/>
                  </a:lnTo>
                  <a:lnTo>
                    <a:pt x="2077053" y="2547717"/>
                  </a:lnTo>
                  <a:lnTo>
                    <a:pt x="2148675" y="2556007"/>
                  </a:lnTo>
                  <a:lnTo>
                    <a:pt x="2220298" y="2564224"/>
                  </a:lnTo>
                  <a:lnTo>
                    <a:pt x="2291920" y="2572369"/>
                  </a:lnTo>
                  <a:lnTo>
                    <a:pt x="2363543" y="2580441"/>
                  </a:lnTo>
                  <a:lnTo>
                    <a:pt x="2435165" y="2588441"/>
                  </a:lnTo>
                  <a:lnTo>
                    <a:pt x="2506788" y="2596371"/>
                  </a:lnTo>
                  <a:lnTo>
                    <a:pt x="2578410" y="2604231"/>
                  </a:lnTo>
                  <a:lnTo>
                    <a:pt x="2650033" y="2612021"/>
                  </a:lnTo>
                  <a:lnTo>
                    <a:pt x="2721655" y="2619742"/>
                  </a:lnTo>
                  <a:lnTo>
                    <a:pt x="2793278" y="2627394"/>
                  </a:lnTo>
                  <a:lnTo>
                    <a:pt x="2864901" y="2634979"/>
                  </a:lnTo>
                  <a:lnTo>
                    <a:pt x="2936523" y="2642497"/>
                  </a:lnTo>
                  <a:lnTo>
                    <a:pt x="3008146" y="2649948"/>
                  </a:lnTo>
                  <a:lnTo>
                    <a:pt x="3079768" y="2636144"/>
                  </a:lnTo>
                  <a:lnTo>
                    <a:pt x="3151391" y="2590681"/>
                  </a:lnTo>
                  <a:lnTo>
                    <a:pt x="3223013" y="2542780"/>
                  </a:lnTo>
                  <a:lnTo>
                    <a:pt x="3294636" y="2492309"/>
                  </a:lnTo>
                  <a:lnTo>
                    <a:pt x="3366258" y="2439131"/>
                  </a:lnTo>
                  <a:lnTo>
                    <a:pt x="3437881" y="2383101"/>
                  </a:lnTo>
                  <a:lnTo>
                    <a:pt x="3509503" y="2324066"/>
                  </a:lnTo>
                  <a:lnTo>
                    <a:pt x="3581126" y="2261864"/>
                  </a:lnTo>
                  <a:lnTo>
                    <a:pt x="3652748" y="2196326"/>
                  </a:lnTo>
                  <a:lnTo>
                    <a:pt x="3724371" y="2127273"/>
                  </a:lnTo>
                  <a:lnTo>
                    <a:pt x="3795993" y="2054515"/>
                  </a:lnTo>
                  <a:lnTo>
                    <a:pt x="3867616" y="1977856"/>
                  </a:lnTo>
                  <a:lnTo>
                    <a:pt x="3939238" y="1897084"/>
                  </a:lnTo>
                  <a:lnTo>
                    <a:pt x="4010861" y="1811980"/>
                  </a:lnTo>
                  <a:lnTo>
                    <a:pt x="4082483" y="1722312"/>
                  </a:lnTo>
                  <a:lnTo>
                    <a:pt x="4154106" y="1627834"/>
                  </a:lnTo>
                  <a:lnTo>
                    <a:pt x="4225729" y="1528288"/>
                  </a:lnTo>
                  <a:lnTo>
                    <a:pt x="4297351" y="1423403"/>
                  </a:lnTo>
                  <a:lnTo>
                    <a:pt x="4368974" y="1312892"/>
                  </a:lnTo>
                  <a:lnTo>
                    <a:pt x="4440596" y="1196454"/>
                  </a:lnTo>
                  <a:lnTo>
                    <a:pt x="4512219" y="1073771"/>
                  </a:lnTo>
                  <a:lnTo>
                    <a:pt x="4583841" y="944507"/>
                  </a:lnTo>
                  <a:lnTo>
                    <a:pt x="4655464" y="808310"/>
                  </a:lnTo>
                  <a:lnTo>
                    <a:pt x="4727086" y="664807"/>
                  </a:lnTo>
                  <a:lnTo>
                    <a:pt x="4798709" y="513608"/>
                  </a:lnTo>
                  <a:lnTo>
                    <a:pt x="4870331" y="354298"/>
                  </a:lnTo>
                  <a:lnTo>
                    <a:pt x="4941954" y="186444"/>
                  </a:lnTo>
                  <a:lnTo>
                    <a:pt x="5013576" y="9586"/>
                  </a:lnTo>
                  <a:lnTo>
                    <a:pt x="5017261" y="0"/>
                  </a:lnTo>
                  <a:lnTo>
                    <a:pt x="7090630" y="0"/>
                  </a:lnTo>
                  <a:lnTo>
                    <a:pt x="7090630" y="2981601"/>
                  </a:lnTo>
                  <a:lnTo>
                    <a:pt x="7019007" y="2977114"/>
                  </a:lnTo>
                  <a:lnTo>
                    <a:pt x="6947385" y="2972586"/>
                  </a:lnTo>
                  <a:lnTo>
                    <a:pt x="6875762" y="2968019"/>
                  </a:lnTo>
                  <a:lnTo>
                    <a:pt x="6804139" y="2963410"/>
                  </a:lnTo>
                  <a:lnTo>
                    <a:pt x="6732517" y="2958760"/>
                  </a:lnTo>
                  <a:lnTo>
                    <a:pt x="6660894" y="2954069"/>
                  </a:lnTo>
                  <a:lnTo>
                    <a:pt x="6589272" y="2949335"/>
                  </a:lnTo>
                  <a:lnTo>
                    <a:pt x="6517649" y="2944560"/>
                  </a:lnTo>
                  <a:lnTo>
                    <a:pt x="6446027" y="2939741"/>
                  </a:lnTo>
                  <a:lnTo>
                    <a:pt x="6374404" y="2934880"/>
                  </a:lnTo>
                  <a:lnTo>
                    <a:pt x="6302782" y="2929975"/>
                  </a:lnTo>
                  <a:lnTo>
                    <a:pt x="6231159" y="2925027"/>
                  </a:lnTo>
                  <a:lnTo>
                    <a:pt x="6159537" y="2920034"/>
                  </a:lnTo>
                  <a:lnTo>
                    <a:pt x="6087914" y="2914996"/>
                  </a:lnTo>
                  <a:lnTo>
                    <a:pt x="6016292" y="2909914"/>
                  </a:lnTo>
                  <a:lnTo>
                    <a:pt x="5944669" y="2904786"/>
                  </a:lnTo>
                  <a:lnTo>
                    <a:pt x="5873047" y="2899612"/>
                  </a:lnTo>
                  <a:lnTo>
                    <a:pt x="5801424" y="2894392"/>
                  </a:lnTo>
                  <a:lnTo>
                    <a:pt x="5729802" y="2889126"/>
                  </a:lnTo>
                  <a:lnTo>
                    <a:pt x="5658179" y="2883812"/>
                  </a:lnTo>
                  <a:lnTo>
                    <a:pt x="5586557" y="2878451"/>
                  </a:lnTo>
                  <a:lnTo>
                    <a:pt x="5514934" y="2873042"/>
                  </a:lnTo>
                  <a:lnTo>
                    <a:pt x="5443311" y="2867584"/>
                  </a:lnTo>
                  <a:lnTo>
                    <a:pt x="5371689" y="2862078"/>
                  </a:lnTo>
                  <a:lnTo>
                    <a:pt x="5300066" y="2856523"/>
                  </a:lnTo>
                  <a:lnTo>
                    <a:pt x="5228444" y="2850918"/>
                  </a:lnTo>
                  <a:lnTo>
                    <a:pt x="5156821" y="2845263"/>
                  </a:lnTo>
                  <a:lnTo>
                    <a:pt x="5085199" y="2839557"/>
                  </a:lnTo>
                  <a:lnTo>
                    <a:pt x="5013576" y="2833800"/>
                  </a:lnTo>
                  <a:lnTo>
                    <a:pt x="4941954" y="2827992"/>
                  </a:lnTo>
                  <a:lnTo>
                    <a:pt x="4870331" y="2822132"/>
                  </a:lnTo>
                  <a:lnTo>
                    <a:pt x="4798709" y="2816220"/>
                  </a:lnTo>
                  <a:lnTo>
                    <a:pt x="4727086" y="2810255"/>
                  </a:lnTo>
                  <a:lnTo>
                    <a:pt x="4655464" y="2804236"/>
                  </a:lnTo>
                  <a:lnTo>
                    <a:pt x="4583841" y="2798164"/>
                  </a:lnTo>
                  <a:lnTo>
                    <a:pt x="4512219" y="2792038"/>
                  </a:lnTo>
                  <a:lnTo>
                    <a:pt x="4440596" y="2785856"/>
                  </a:lnTo>
                  <a:lnTo>
                    <a:pt x="4368974" y="2779620"/>
                  </a:lnTo>
                  <a:lnTo>
                    <a:pt x="4297351" y="2773328"/>
                  </a:lnTo>
                  <a:lnTo>
                    <a:pt x="4225729" y="2766979"/>
                  </a:lnTo>
                  <a:lnTo>
                    <a:pt x="4154106" y="2760574"/>
                  </a:lnTo>
                  <a:lnTo>
                    <a:pt x="4082483" y="2754112"/>
                  </a:lnTo>
                  <a:lnTo>
                    <a:pt x="4010861" y="2747591"/>
                  </a:lnTo>
                  <a:lnTo>
                    <a:pt x="3939238" y="2741013"/>
                  </a:lnTo>
                  <a:lnTo>
                    <a:pt x="3867616" y="2734376"/>
                  </a:lnTo>
                  <a:lnTo>
                    <a:pt x="3795993" y="2727679"/>
                  </a:lnTo>
                  <a:lnTo>
                    <a:pt x="3724371" y="2720923"/>
                  </a:lnTo>
                  <a:lnTo>
                    <a:pt x="3652748" y="2714106"/>
                  </a:lnTo>
                  <a:lnTo>
                    <a:pt x="3581126" y="2707228"/>
                  </a:lnTo>
                  <a:lnTo>
                    <a:pt x="3509503" y="2700289"/>
                  </a:lnTo>
                  <a:lnTo>
                    <a:pt x="3437881" y="2693288"/>
                  </a:lnTo>
                  <a:lnTo>
                    <a:pt x="3366258" y="2686224"/>
                  </a:lnTo>
                  <a:lnTo>
                    <a:pt x="3294636" y="2679097"/>
                  </a:lnTo>
                  <a:lnTo>
                    <a:pt x="3223013" y="2671907"/>
                  </a:lnTo>
                  <a:lnTo>
                    <a:pt x="3151391" y="2664652"/>
                  </a:lnTo>
                  <a:lnTo>
                    <a:pt x="3079768" y="2657333"/>
                  </a:lnTo>
                  <a:lnTo>
                    <a:pt x="3008146" y="2679293"/>
                  </a:lnTo>
                  <a:lnTo>
                    <a:pt x="2936523" y="2720244"/>
                  </a:lnTo>
                  <a:lnTo>
                    <a:pt x="2864901" y="2759112"/>
                  </a:lnTo>
                  <a:lnTo>
                    <a:pt x="2793278" y="2796000"/>
                  </a:lnTo>
                  <a:lnTo>
                    <a:pt x="2721655" y="2831011"/>
                  </a:lnTo>
                  <a:lnTo>
                    <a:pt x="2650033" y="2864240"/>
                  </a:lnTo>
                  <a:lnTo>
                    <a:pt x="2578410" y="2895777"/>
                  </a:lnTo>
                  <a:lnTo>
                    <a:pt x="2506788" y="2925708"/>
                  </a:lnTo>
                  <a:lnTo>
                    <a:pt x="2435165" y="2954116"/>
                  </a:lnTo>
                  <a:lnTo>
                    <a:pt x="2363543" y="2981078"/>
                  </a:lnTo>
                  <a:lnTo>
                    <a:pt x="2291920" y="3006667"/>
                  </a:lnTo>
                  <a:lnTo>
                    <a:pt x="2220298" y="3030953"/>
                  </a:lnTo>
                  <a:lnTo>
                    <a:pt x="2148675" y="3054003"/>
                  </a:lnTo>
                  <a:lnTo>
                    <a:pt x="2077053" y="3075880"/>
                  </a:lnTo>
                  <a:lnTo>
                    <a:pt x="2005430" y="3096643"/>
                  </a:lnTo>
                  <a:lnTo>
                    <a:pt x="1933808" y="3116349"/>
                  </a:lnTo>
                  <a:lnTo>
                    <a:pt x="1862185" y="3135052"/>
                  </a:lnTo>
                  <a:lnTo>
                    <a:pt x="1790563" y="3152803"/>
                  </a:lnTo>
                  <a:lnTo>
                    <a:pt x="1718940" y="3169650"/>
                  </a:lnTo>
                  <a:lnTo>
                    <a:pt x="1647318" y="3185640"/>
                  </a:lnTo>
                  <a:lnTo>
                    <a:pt x="1575695" y="3200815"/>
                  </a:lnTo>
                  <a:lnTo>
                    <a:pt x="1504073" y="3215218"/>
                  </a:lnTo>
                  <a:lnTo>
                    <a:pt x="1432450" y="3228888"/>
                  </a:lnTo>
                  <a:lnTo>
                    <a:pt x="1360827" y="3241862"/>
                  </a:lnTo>
                  <a:lnTo>
                    <a:pt x="1289205" y="3254176"/>
                  </a:lnTo>
                  <a:lnTo>
                    <a:pt x="1217582" y="3265862"/>
                  </a:lnTo>
                  <a:lnTo>
                    <a:pt x="1145960" y="3276954"/>
                  </a:lnTo>
                  <a:lnTo>
                    <a:pt x="1074337" y="3287481"/>
                  </a:lnTo>
                  <a:lnTo>
                    <a:pt x="1002715" y="3297472"/>
                  </a:lnTo>
                  <a:lnTo>
                    <a:pt x="931092" y="3306955"/>
                  </a:lnTo>
                  <a:lnTo>
                    <a:pt x="859470" y="3315955"/>
                  </a:lnTo>
                  <a:lnTo>
                    <a:pt x="787847" y="3324496"/>
                  </a:lnTo>
                  <a:lnTo>
                    <a:pt x="716225" y="3332603"/>
                  </a:lnTo>
                  <a:lnTo>
                    <a:pt x="644602" y="3340297"/>
                  </a:lnTo>
                  <a:lnTo>
                    <a:pt x="572980" y="3347600"/>
                  </a:lnTo>
                  <a:lnTo>
                    <a:pt x="501357" y="3354531"/>
                  </a:lnTo>
                  <a:lnTo>
                    <a:pt x="429735" y="3361109"/>
                  </a:lnTo>
                  <a:lnTo>
                    <a:pt x="358112" y="3367352"/>
                  </a:lnTo>
                  <a:lnTo>
                    <a:pt x="286490" y="3373277"/>
                  </a:lnTo>
                  <a:lnTo>
                    <a:pt x="214867" y="3378901"/>
                  </a:lnTo>
                  <a:lnTo>
                    <a:pt x="143245" y="3384238"/>
                  </a:lnTo>
                  <a:lnTo>
                    <a:pt x="71622" y="3389304"/>
                  </a:lnTo>
                  <a:lnTo>
                    <a:pt x="0" y="33941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073503"/>
              <a:ext cx="5017261" cy="2649948"/>
            </a:xfrm>
            <a:custGeom>
              <a:avLst/>
              <a:pathLst>
                <a:path w="5017261" h="2649948">
                  <a:moveTo>
                    <a:pt x="0" y="2272207"/>
                  </a:moveTo>
                  <a:lnTo>
                    <a:pt x="71622" y="2282938"/>
                  </a:lnTo>
                  <a:lnTo>
                    <a:pt x="143245" y="2293574"/>
                  </a:lnTo>
                  <a:lnTo>
                    <a:pt x="214867" y="2304115"/>
                  </a:lnTo>
                  <a:lnTo>
                    <a:pt x="286490" y="2314563"/>
                  </a:lnTo>
                  <a:lnTo>
                    <a:pt x="358112" y="2324919"/>
                  </a:lnTo>
                  <a:lnTo>
                    <a:pt x="429735" y="2335183"/>
                  </a:lnTo>
                  <a:lnTo>
                    <a:pt x="501357" y="2345355"/>
                  </a:lnTo>
                  <a:lnTo>
                    <a:pt x="572980" y="2355438"/>
                  </a:lnTo>
                  <a:lnTo>
                    <a:pt x="644602" y="2365432"/>
                  </a:lnTo>
                  <a:lnTo>
                    <a:pt x="716225" y="2375337"/>
                  </a:lnTo>
                  <a:lnTo>
                    <a:pt x="787847" y="2385154"/>
                  </a:lnTo>
                  <a:lnTo>
                    <a:pt x="859470" y="2394884"/>
                  </a:lnTo>
                  <a:lnTo>
                    <a:pt x="931092" y="2404529"/>
                  </a:lnTo>
                  <a:lnTo>
                    <a:pt x="1002715" y="2414087"/>
                  </a:lnTo>
                  <a:lnTo>
                    <a:pt x="1074337" y="2423561"/>
                  </a:lnTo>
                  <a:lnTo>
                    <a:pt x="1145960" y="2432951"/>
                  </a:lnTo>
                  <a:lnTo>
                    <a:pt x="1217582" y="2442258"/>
                  </a:lnTo>
                  <a:lnTo>
                    <a:pt x="1289205" y="2451483"/>
                  </a:lnTo>
                  <a:lnTo>
                    <a:pt x="1360827" y="2460626"/>
                  </a:lnTo>
                  <a:lnTo>
                    <a:pt x="1432450" y="2469688"/>
                  </a:lnTo>
                  <a:lnTo>
                    <a:pt x="1504073" y="2478669"/>
                  </a:lnTo>
                  <a:lnTo>
                    <a:pt x="1575695" y="2487571"/>
                  </a:lnTo>
                  <a:lnTo>
                    <a:pt x="1647318" y="2496395"/>
                  </a:lnTo>
                  <a:lnTo>
                    <a:pt x="1718940" y="2505140"/>
                  </a:lnTo>
                  <a:lnTo>
                    <a:pt x="1790563" y="2513807"/>
                  </a:lnTo>
                  <a:lnTo>
                    <a:pt x="1862185" y="2522398"/>
                  </a:lnTo>
                  <a:lnTo>
                    <a:pt x="1933808" y="2530913"/>
                  </a:lnTo>
                  <a:lnTo>
                    <a:pt x="2005430" y="2539352"/>
                  </a:lnTo>
                  <a:lnTo>
                    <a:pt x="2077053" y="2547717"/>
                  </a:lnTo>
                  <a:lnTo>
                    <a:pt x="2148675" y="2556007"/>
                  </a:lnTo>
                  <a:lnTo>
                    <a:pt x="2220298" y="2564224"/>
                  </a:lnTo>
                  <a:lnTo>
                    <a:pt x="2291920" y="2572369"/>
                  </a:lnTo>
                  <a:lnTo>
                    <a:pt x="2363543" y="2580441"/>
                  </a:lnTo>
                  <a:lnTo>
                    <a:pt x="2435165" y="2588441"/>
                  </a:lnTo>
                  <a:lnTo>
                    <a:pt x="2506788" y="2596371"/>
                  </a:lnTo>
                  <a:lnTo>
                    <a:pt x="2578410" y="2604231"/>
                  </a:lnTo>
                  <a:lnTo>
                    <a:pt x="2650033" y="2612021"/>
                  </a:lnTo>
                  <a:lnTo>
                    <a:pt x="2721655" y="2619742"/>
                  </a:lnTo>
                  <a:lnTo>
                    <a:pt x="2793278" y="2627394"/>
                  </a:lnTo>
                  <a:lnTo>
                    <a:pt x="2864901" y="2634979"/>
                  </a:lnTo>
                  <a:lnTo>
                    <a:pt x="2936523" y="2642497"/>
                  </a:lnTo>
                  <a:lnTo>
                    <a:pt x="3008146" y="2649948"/>
                  </a:lnTo>
                  <a:lnTo>
                    <a:pt x="3079768" y="2636144"/>
                  </a:lnTo>
                  <a:lnTo>
                    <a:pt x="3151391" y="2590681"/>
                  </a:lnTo>
                  <a:lnTo>
                    <a:pt x="3223013" y="2542780"/>
                  </a:lnTo>
                  <a:lnTo>
                    <a:pt x="3294636" y="2492309"/>
                  </a:lnTo>
                  <a:lnTo>
                    <a:pt x="3366258" y="2439131"/>
                  </a:lnTo>
                  <a:lnTo>
                    <a:pt x="3437881" y="2383101"/>
                  </a:lnTo>
                  <a:lnTo>
                    <a:pt x="3509503" y="2324066"/>
                  </a:lnTo>
                  <a:lnTo>
                    <a:pt x="3581126" y="2261864"/>
                  </a:lnTo>
                  <a:lnTo>
                    <a:pt x="3652748" y="2196326"/>
                  </a:lnTo>
                  <a:lnTo>
                    <a:pt x="3724371" y="2127273"/>
                  </a:lnTo>
                  <a:lnTo>
                    <a:pt x="3795993" y="2054515"/>
                  </a:lnTo>
                  <a:lnTo>
                    <a:pt x="3867616" y="1977856"/>
                  </a:lnTo>
                  <a:lnTo>
                    <a:pt x="3939238" y="1897084"/>
                  </a:lnTo>
                  <a:lnTo>
                    <a:pt x="4010861" y="1811980"/>
                  </a:lnTo>
                  <a:lnTo>
                    <a:pt x="4082483" y="1722312"/>
                  </a:lnTo>
                  <a:lnTo>
                    <a:pt x="4154106" y="1627834"/>
                  </a:lnTo>
                  <a:lnTo>
                    <a:pt x="4225729" y="1528288"/>
                  </a:lnTo>
                  <a:lnTo>
                    <a:pt x="4297351" y="1423403"/>
                  </a:lnTo>
                  <a:lnTo>
                    <a:pt x="4368974" y="1312892"/>
                  </a:lnTo>
                  <a:lnTo>
                    <a:pt x="4440596" y="1196454"/>
                  </a:lnTo>
                  <a:lnTo>
                    <a:pt x="4512219" y="1073771"/>
                  </a:lnTo>
                  <a:lnTo>
                    <a:pt x="4583841" y="944507"/>
                  </a:lnTo>
                  <a:lnTo>
                    <a:pt x="4655464" y="808310"/>
                  </a:lnTo>
                  <a:lnTo>
                    <a:pt x="4727086" y="664807"/>
                  </a:lnTo>
                  <a:lnTo>
                    <a:pt x="4798709" y="513608"/>
                  </a:lnTo>
                  <a:lnTo>
                    <a:pt x="4870331" y="354298"/>
                  </a:lnTo>
                  <a:lnTo>
                    <a:pt x="4941954" y="186444"/>
                  </a:lnTo>
                  <a:lnTo>
                    <a:pt x="5013576" y="9586"/>
                  </a:lnTo>
                  <a:lnTo>
                    <a:pt x="50172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730836"/>
              <a:ext cx="7090630" cy="736778"/>
            </a:xfrm>
            <a:custGeom>
              <a:avLst/>
              <a:pathLst>
                <a:path w="7090630" h="736778">
                  <a:moveTo>
                    <a:pt x="7090630" y="324268"/>
                  </a:moveTo>
                  <a:lnTo>
                    <a:pt x="7019007" y="319781"/>
                  </a:lnTo>
                  <a:lnTo>
                    <a:pt x="6947385" y="315253"/>
                  </a:lnTo>
                  <a:lnTo>
                    <a:pt x="6875762" y="310686"/>
                  </a:lnTo>
                  <a:lnTo>
                    <a:pt x="6804139" y="306077"/>
                  </a:lnTo>
                  <a:lnTo>
                    <a:pt x="6732517" y="301427"/>
                  </a:lnTo>
                  <a:lnTo>
                    <a:pt x="6660894" y="296736"/>
                  </a:lnTo>
                  <a:lnTo>
                    <a:pt x="6589272" y="292002"/>
                  </a:lnTo>
                  <a:lnTo>
                    <a:pt x="6517649" y="287227"/>
                  </a:lnTo>
                  <a:lnTo>
                    <a:pt x="6446027" y="282408"/>
                  </a:lnTo>
                  <a:lnTo>
                    <a:pt x="6374404" y="277547"/>
                  </a:lnTo>
                  <a:lnTo>
                    <a:pt x="6302782" y="272642"/>
                  </a:lnTo>
                  <a:lnTo>
                    <a:pt x="6231159" y="267694"/>
                  </a:lnTo>
                  <a:lnTo>
                    <a:pt x="6159537" y="262701"/>
                  </a:lnTo>
                  <a:lnTo>
                    <a:pt x="6087914" y="257663"/>
                  </a:lnTo>
                  <a:lnTo>
                    <a:pt x="6016292" y="252581"/>
                  </a:lnTo>
                  <a:lnTo>
                    <a:pt x="5944669" y="247453"/>
                  </a:lnTo>
                  <a:lnTo>
                    <a:pt x="5873047" y="242279"/>
                  </a:lnTo>
                  <a:lnTo>
                    <a:pt x="5801424" y="237059"/>
                  </a:lnTo>
                  <a:lnTo>
                    <a:pt x="5729802" y="231793"/>
                  </a:lnTo>
                  <a:lnTo>
                    <a:pt x="5658179" y="226479"/>
                  </a:lnTo>
                  <a:lnTo>
                    <a:pt x="5586557" y="221118"/>
                  </a:lnTo>
                  <a:lnTo>
                    <a:pt x="5514934" y="215709"/>
                  </a:lnTo>
                  <a:lnTo>
                    <a:pt x="5443311" y="210251"/>
                  </a:lnTo>
                  <a:lnTo>
                    <a:pt x="5371689" y="204745"/>
                  </a:lnTo>
                  <a:lnTo>
                    <a:pt x="5300066" y="199190"/>
                  </a:lnTo>
                  <a:lnTo>
                    <a:pt x="5228444" y="193585"/>
                  </a:lnTo>
                  <a:lnTo>
                    <a:pt x="5156821" y="187930"/>
                  </a:lnTo>
                  <a:lnTo>
                    <a:pt x="5085199" y="182224"/>
                  </a:lnTo>
                  <a:lnTo>
                    <a:pt x="5013576" y="176467"/>
                  </a:lnTo>
                  <a:lnTo>
                    <a:pt x="4941954" y="170659"/>
                  </a:lnTo>
                  <a:lnTo>
                    <a:pt x="4870331" y="164799"/>
                  </a:lnTo>
                  <a:lnTo>
                    <a:pt x="4798709" y="158887"/>
                  </a:lnTo>
                  <a:lnTo>
                    <a:pt x="4727086" y="152922"/>
                  </a:lnTo>
                  <a:lnTo>
                    <a:pt x="4655464" y="146903"/>
                  </a:lnTo>
                  <a:lnTo>
                    <a:pt x="4583841" y="140831"/>
                  </a:lnTo>
                  <a:lnTo>
                    <a:pt x="4512219" y="134705"/>
                  </a:lnTo>
                  <a:lnTo>
                    <a:pt x="4440596" y="128523"/>
                  </a:lnTo>
                  <a:lnTo>
                    <a:pt x="4368974" y="122287"/>
                  </a:lnTo>
                  <a:lnTo>
                    <a:pt x="4297351" y="115995"/>
                  </a:lnTo>
                  <a:lnTo>
                    <a:pt x="4225729" y="109646"/>
                  </a:lnTo>
                  <a:lnTo>
                    <a:pt x="4154106" y="103241"/>
                  </a:lnTo>
                  <a:lnTo>
                    <a:pt x="4082483" y="96779"/>
                  </a:lnTo>
                  <a:lnTo>
                    <a:pt x="4010861" y="90258"/>
                  </a:lnTo>
                  <a:lnTo>
                    <a:pt x="3939238" y="83680"/>
                  </a:lnTo>
                  <a:lnTo>
                    <a:pt x="3867616" y="77043"/>
                  </a:lnTo>
                  <a:lnTo>
                    <a:pt x="3795993" y="70346"/>
                  </a:lnTo>
                  <a:lnTo>
                    <a:pt x="3724371" y="63590"/>
                  </a:lnTo>
                  <a:lnTo>
                    <a:pt x="3652748" y="56773"/>
                  </a:lnTo>
                  <a:lnTo>
                    <a:pt x="3581126" y="49895"/>
                  </a:lnTo>
                  <a:lnTo>
                    <a:pt x="3509503" y="42956"/>
                  </a:lnTo>
                  <a:lnTo>
                    <a:pt x="3437881" y="35955"/>
                  </a:lnTo>
                  <a:lnTo>
                    <a:pt x="3366258" y="28891"/>
                  </a:lnTo>
                  <a:lnTo>
                    <a:pt x="3294636" y="21764"/>
                  </a:lnTo>
                  <a:lnTo>
                    <a:pt x="3223013" y="14574"/>
                  </a:lnTo>
                  <a:lnTo>
                    <a:pt x="3151391" y="7319"/>
                  </a:lnTo>
                  <a:lnTo>
                    <a:pt x="3079768" y="0"/>
                  </a:lnTo>
                  <a:lnTo>
                    <a:pt x="3008146" y="21959"/>
                  </a:lnTo>
                  <a:lnTo>
                    <a:pt x="2936523" y="62911"/>
                  </a:lnTo>
                  <a:lnTo>
                    <a:pt x="2864901" y="101779"/>
                  </a:lnTo>
                  <a:lnTo>
                    <a:pt x="2793278" y="138667"/>
                  </a:lnTo>
                  <a:lnTo>
                    <a:pt x="2721655" y="173678"/>
                  </a:lnTo>
                  <a:lnTo>
                    <a:pt x="2650033" y="206907"/>
                  </a:lnTo>
                  <a:lnTo>
                    <a:pt x="2578410" y="238444"/>
                  </a:lnTo>
                  <a:lnTo>
                    <a:pt x="2506788" y="268375"/>
                  </a:lnTo>
                  <a:lnTo>
                    <a:pt x="2435165" y="296783"/>
                  </a:lnTo>
                  <a:lnTo>
                    <a:pt x="2363543" y="323745"/>
                  </a:lnTo>
                  <a:lnTo>
                    <a:pt x="2291920" y="349334"/>
                  </a:lnTo>
                  <a:lnTo>
                    <a:pt x="2220298" y="373620"/>
                  </a:lnTo>
                  <a:lnTo>
                    <a:pt x="2148675" y="396670"/>
                  </a:lnTo>
                  <a:lnTo>
                    <a:pt x="2077053" y="418547"/>
                  </a:lnTo>
                  <a:lnTo>
                    <a:pt x="2005430" y="439310"/>
                  </a:lnTo>
                  <a:lnTo>
                    <a:pt x="1933808" y="459016"/>
                  </a:lnTo>
                  <a:lnTo>
                    <a:pt x="1862185" y="477719"/>
                  </a:lnTo>
                  <a:lnTo>
                    <a:pt x="1790563" y="495470"/>
                  </a:lnTo>
                  <a:lnTo>
                    <a:pt x="1718940" y="512317"/>
                  </a:lnTo>
                  <a:lnTo>
                    <a:pt x="1647318" y="528307"/>
                  </a:lnTo>
                  <a:lnTo>
                    <a:pt x="1575695" y="543482"/>
                  </a:lnTo>
                  <a:lnTo>
                    <a:pt x="1504073" y="557885"/>
                  </a:lnTo>
                  <a:lnTo>
                    <a:pt x="1432450" y="571555"/>
                  </a:lnTo>
                  <a:lnTo>
                    <a:pt x="1360827" y="584529"/>
                  </a:lnTo>
                  <a:lnTo>
                    <a:pt x="1289205" y="596843"/>
                  </a:lnTo>
                  <a:lnTo>
                    <a:pt x="1217582" y="608529"/>
                  </a:lnTo>
                  <a:lnTo>
                    <a:pt x="1145960" y="619621"/>
                  </a:lnTo>
                  <a:lnTo>
                    <a:pt x="1074337" y="630148"/>
                  </a:lnTo>
                  <a:lnTo>
                    <a:pt x="1002715" y="640139"/>
                  </a:lnTo>
                  <a:lnTo>
                    <a:pt x="931092" y="649622"/>
                  </a:lnTo>
                  <a:lnTo>
                    <a:pt x="859470" y="658622"/>
                  </a:lnTo>
                  <a:lnTo>
                    <a:pt x="787847" y="667163"/>
                  </a:lnTo>
                  <a:lnTo>
                    <a:pt x="716225" y="675270"/>
                  </a:lnTo>
                  <a:lnTo>
                    <a:pt x="644602" y="682964"/>
                  </a:lnTo>
                  <a:lnTo>
                    <a:pt x="572980" y="690267"/>
                  </a:lnTo>
                  <a:lnTo>
                    <a:pt x="501357" y="697198"/>
                  </a:lnTo>
                  <a:lnTo>
                    <a:pt x="429735" y="703776"/>
                  </a:lnTo>
                  <a:lnTo>
                    <a:pt x="358112" y="710019"/>
                  </a:lnTo>
                  <a:lnTo>
                    <a:pt x="286490" y="715944"/>
                  </a:lnTo>
                  <a:lnTo>
                    <a:pt x="214867" y="721568"/>
                  </a:lnTo>
                  <a:lnTo>
                    <a:pt x="143245" y="726905"/>
                  </a:lnTo>
                  <a:lnTo>
                    <a:pt x="71622" y="731970"/>
                  </a:lnTo>
                  <a:lnTo>
                    <a:pt x="0" y="736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739779"/>
              <a:ext cx="7090630" cy="2487931"/>
            </a:xfrm>
            <a:custGeom>
              <a:avLst/>
              <a:pathLst>
                <a:path w="7090630" h="2487931">
                  <a:moveTo>
                    <a:pt x="0" y="2487931"/>
                  </a:moveTo>
                  <a:lnTo>
                    <a:pt x="71622" y="2480710"/>
                  </a:lnTo>
                  <a:lnTo>
                    <a:pt x="143245" y="2473330"/>
                  </a:lnTo>
                  <a:lnTo>
                    <a:pt x="214867" y="2465790"/>
                  </a:lnTo>
                  <a:lnTo>
                    <a:pt x="286490" y="2458083"/>
                  </a:lnTo>
                  <a:lnTo>
                    <a:pt x="358112" y="2450208"/>
                  </a:lnTo>
                  <a:lnTo>
                    <a:pt x="429735" y="2442161"/>
                  </a:lnTo>
                  <a:lnTo>
                    <a:pt x="501357" y="2433937"/>
                  </a:lnTo>
                  <a:lnTo>
                    <a:pt x="572980" y="2425533"/>
                  </a:lnTo>
                  <a:lnTo>
                    <a:pt x="644602" y="2416944"/>
                  </a:lnTo>
                  <a:lnTo>
                    <a:pt x="716225" y="2408168"/>
                  </a:lnTo>
                  <a:lnTo>
                    <a:pt x="787847" y="2399199"/>
                  </a:lnTo>
                  <a:lnTo>
                    <a:pt x="859470" y="2390034"/>
                  </a:lnTo>
                  <a:lnTo>
                    <a:pt x="931092" y="2380668"/>
                  </a:lnTo>
                  <a:lnTo>
                    <a:pt x="1002715" y="2371096"/>
                  </a:lnTo>
                  <a:lnTo>
                    <a:pt x="1074337" y="2361315"/>
                  </a:lnTo>
                  <a:lnTo>
                    <a:pt x="1145960" y="2351320"/>
                  </a:lnTo>
                  <a:lnTo>
                    <a:pt x="1217582" y="2341105"/>
                  </a:lnTo>
                  <a:lnTo>
                    <a:pt x="1289205" y="2330667"/>
                  </a:lnTo>
                  <a:lnTo>
                    <a:pt x="1360827" y="2320000"/>
                  </a:lnTo>
                  <a:lnTo>
                    <a:pt x="1432450" y="2309099"/>
                  </a:lnTo>
                  <a:lnTo>
                    <a:pt x="1504073" y="2297960"/>
                  </a:lnTo>
                  <a:lnTo>
                    <a:pt x="1575695" y="2286576"/>
                  </a:lnTo>
                  <a:lnTo>
                    <a:pt x="1647318" y="2274943"/>
                  </a:lnTo>
                  <a:lnTo>
                    <a:pt x="1718940" y="2263055"/>
                  </a:lnTo>
                  <a:lnTo>
                    <a:pt x="1790563" y="2250906"/>
                  </a:lnTo>
                  <a:lnTo>
                    <a:pt x="1862185" y="2238491"/>
                  </a:lnTo>
                  <a:lnTo>
                    <a:pt x="1933808" y="2225805"/>
                  </a:lnTo>
                  <a:lnTo>
                    <a:pt x="2005430" y="2212840"/>
                  </a:lnTo>
                  <a:lnTo>
                    <a:pt x="2077053" y="2199591"/>
                  </a:lnTo>
                  <a:lnTo>
                    <a:pt x="2148675" y="2186052"/>
                  </a:lnTo>
                  <a:lnTo>
                    <a:pt x="2220298" y="2172216"/>
                  </a:lnTo>
                  <a:lnTo>
                    <a:pt x="2291920" y="2158077"/>
                  </a:lnTo>
                  <a:lnTo>
                    <a:pt x="2363543" y="2143628"/>
                  </a:lnTo>
                  <a:lnTo>
                    <a:pt x="2435165" y="2128863"/>
                  </a:lnTo>
                  <a:lnTo>
                    <a:pt x="2506788" y="2113774"/>
                  </a:lnTo>
                  <a:lnTo>
                    <a:pt x="2578410" y="2098354"/>
                  </a:lnTo>
                  <a:lnTo>
                    <a:pt x="2650033" y="2082596"/>
                  </a:lnTo>
                  <a:lnTo>
                    <a:pt x="2721655" y="2066493"/>
                  </a:lnTo>
                  <a:lnTo>
                    <a:pt x="2793278" y="2050038"/>
                  </a:lnTo>
                  <a:lnTo>
                    <a:pt x="2864901" y="2033222"/>
                  </a:lnTo>
                  <a:lnTo>
                    <a:pt x="2936523" y="2016037"/>
                  </a:lnTo>
                  <a:lnTo>
                    <a:pt x="3008146" y="1998475"/>
                  </a:lnTo>
                  <a:lnTo>
                    <a:pt x="3079768" y="1980529"/>
                  </a:lnTo>
                  <a:lnTo>
                    <a:pt x="3151391" y="1962190"/>
                  </a:lnTo>
                  <a:lnTo>
                    <a:pt x="3223013" y="1943449"/>
                  </a:lnTo>
                  <a:lnTo>
                    <a:pt x="3294636" y="1924297"/>
                  </a:lnTo>
                  <a:lnTo>
                    <a:pt x="3366258" y="1904725"/>
                  </a:lnTo>
                  <a:lnTo>
                    <a:pt x="3437881" y="1884725"/>
                  </a:lnTo>
                  <a:lnTo>
                    <a:pt x="3509503" y="1864286"/>
                  </a:lnTo>
                  <a:lnTo>
                    <a:pt x="3581126" y="1843400"/>
                  </a:lnTo>
                  <a:lnTo>
                    <a:pt x="3652748" y="1822056"/>
                  </a:lnTo>
                  <a:lnTo>
                    <a:pt x="3724371" y="1800244"/>
                  </a:lnTo>
                  <a:lnTo>
                    <a:pt x="3795993" y="1777954"/>
                  </a:lnTo>
                  <a:lnTo>
                    <a:pt x="3867616" y="1755176"/>
                  </a:lnTo>
                  <a:lnTo>
                    <a:pt x="3939238" y="1731898"/>
                  </a:lnTo>
                  <a:lnTo>
                    <a:pt x="4010861" y="1708111"/>
                  </a:lnTo>
                  <a:lnTo>
                    <a:pt x="4082483" y="1683802"/>
                  </a:lnTo>
                  <a:lnTo>
                    <a:pt x="4154106" y="1658961"/>
                  </a:lnTo>
                  <a:lnTo>
                    <a:pt x="4225729" y="1633575"/>
                  </a:lnTo>
                  <a:lnTo>
                    <a:pt x="4297351" y="1607633"/>
                  </a:lnTo>
                  <a:lnTo>
                    <a:pt x="4368974" y="1581123"/>
                  </a:lnTo>
                  <a:lnTo>
                    <a:pt x="4440596" y="1554031"/>
                  </a:lnTo>
                  <a:lnTo>
                    <a:pt x="4512219" y="1526346"/>
                  </a:lnTo>
                  <a:lnTo>
                    <a:pt x="4583841" y="1498055"/>
                  </a:lnTo>
                  <a:lnTo>
                    <a:pt x="4655464" y="1469143"/>
                  </a:lnTo>
                  <a:lnTo>
                    <a:pt x="4727086" y="1439598"/>
                  </a:lnTo>
                  <a:lnTo>
                    <a:pt x="4798709" y="1409406"/>
                  </a:lnTo>
                  <a:lnTo>
                    <a:pt x="4870331" y="1378552"/>
                  </a:lnTo>
                  <a:lnTo>
                    <a:pt x="4941954" y="1347022"/>
                  </a:lnTo>
                  <a:lnTo>
                    <a:pt x="5013576" y="1314801"/>
                  </a:lnTo>
                  <a:lnTo>
                    <a:pt x="5085199" y="1281874"/>
                  </a:lnTo>
                  <a:lnTo>
                    <a:pt x="5156821" y="1248225"/>
                  </a:lnTo>
                  <a:lnTo>
                    <a:pt x="5228444" y="1213839"/>
                  </a:lnTo>
                  <a:lnTo>
                    <a:pt x="5300066" y="1178700"/>
                  </a:lnTo>
                  <a:lnTo>
                    <a:pt x="5371689" y="1142791"/>
                  </a:lnTo>
                  <a:lnTo>
                    <a:pt x="5443311" y="1106094"/>
                  </a:lnTo>
                  <a:lnTo>
                    <a:pt x="5514934" y="1068594"/>
                  </a:lnTo>
                  <a:lnTo>
                    <a:pt x="5586557" y="1030272"/>
                  </a:lnTo>
                  <a:lnTo>
                    <a:pt x="5658179" y="991110"/>
                  </a:lnTo>
                  <a:lnTo>
                    <a:pt x="5729802" y="951091"/>
                  </a:lnTo>
                  <a:lnTo>
                    <a:pt x="5801424" y="910194"/>
                  </a:lnTo>
                  <a:lnTo>
                    <a:pt x="5873047" y="868401"/>
                  </a:lnTo>
                  <a:lnTo>
                    <a:pt x="5944669" y="825692"/>
                  </a:lnTo>
                  <a:lnTo>
                    <a:pt x="6016292" y="782048"/>
                  </a:lnTo>
                  <a:lnTo>
                    <a:pt x="6087914" y="737447"/>
                  </a:lnTo>
                  <a:lnTo>
                    <a:pt x="6159537" y="691868"/>
                  </a:lnTo>
                  <a:lnTo>
                    <a:pt x="6231159" y="645291"/>
                  </a:lnTo>
                  <a:lnTo>
                    <a:pt x="6302782" y="597694"/>
                  </a:lnTo>
                  <a:lnTo>
                    <a:pt x="6374404" y="549053"/>
                  </a:lnTo>
                  <a:lnTo>
                    <a:pt x="6446027" y="499347"/>
                  </a:lnTo>
                  <a:lnTo>
                    <a:pt x="6517649" y="448551"/>
                  </a:lnTo>
                  <a:lnTo>
                    <a:pt x="6589272" y="396643"/>
                  </a:lnTo>
                  <a:lnTo>
                    <a:pt x="6660894" y="343597"/>
                  </a:lnTo>
                  <a:lnTo>
                    <a:pt x="6732517" y="289388"/>
                  </a:lnTo>
                  <a:lnTo>
                    <a:pt x="6804139" y="233992"/>
                  </a:lnTo>
                  <a:lnTo>
                    <a:pt x="6875762" y="177382"/>
                  </a:lnTo>
                  <a:lnTo>
                    <a:pt x="6947385" y="119531"/>
                  </a:lnTo>
                  <a:lnTo>
                    <a:pt x="7019007" y="6041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896563"/>
              <a:ext cx="44333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1.23 (95% CI 0.92-1.64), p = 0.165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2026-06-02T08:49:32Z</dcterms:modified>
  <cp:category/>
</cp:coreProperties>
</file>