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48147"/>
            </a:xfrm>
            <a:custGeom>
              <a:avLst/>
              <a:pathLst>
                <a:path w="7090630" h="3548147">
                  <a:moveTo>
                    <a:pt x="0" y="2850710"/>
                  </a:moveTo>
                  <a:lnTo>
                    <a:pt x="71622" y="2849181"/>
                  </a:lnTo>
                  <a:lnTo>
                    <a:pt x="143245" y="2847650"/>
                  </a:lnTo>
                  <a:lnTo>
                    <a:pt x="214867" y="2846115"/>
                  </a:lnTo>
                  <a:lnTo>
                    <a:pt x="286490" y="2844578"/>
                  </a:lnTo>
                  <a:lnTo>
                    <a:pt x="358112" y="2843038"/>
                  </a:lnTo>
                  <a:lnTo>
                    <a:pt x="429735" y="2841494"/>
                  </a:lnTo>
                  <a:lnTo>
                    <a:pt x="501357" y="2839948"/>
                  </a:lnTo>
                  <a:lnTo>
                    <a:pt x="572980" y="2838399"/>
                  </a:lnTo>
                  <a:lnTo>
                    <a:pt x="644602" y="2836847"/>
                  </a:lnTo>
                  <a:lnTo>
                    <a:pt x="716225" y="2835292"/>
                  </a:lnTo>
                  <a:lnTo>
                    <a:pt x="787847" y="2833734"/>
                  </a:lnTo>
                  <a:lnTo>
                    <a:pt x="859470" y="2832173"/>
                  </a:lnTo>
                  <a:lnTo>
                    <a:pt x="931092" y="2830609"/>
                  </a:lnTo>
                  <a:lnTo>
                    <a:pt x="1002715" y="2829043"/>
                  </a:lnTo>
                  <a:lnTo>
                    <a:pt x="1074337" y="2827473"/>
                  </a:lnTo>
                  <a:lnTo>
                    <a:pt x="1145960" y="2825900"/>
                  </a:lnTo>
                  <a:lnTo>
                    <a:pt x="1217582" y="2824324"/>
                  </a:lnTo>
                  <a:lnTo>
                    <a:pt x="1289205" y="2822745"/>
                  </a:lnTo>
                  <a:lnTo>
                    <a:pt x="1360827" y="2821163"/>
                  </a:lnTo>
                  <a:lnTo>
                    <a:pt x="1432450" y="2819578"/>
                  </a:lnTo>
                  <a:lnTo>
                    <a:pt x="1504073" y="2817990"/>
                  </a:lnTo>
                  <a:lnTo>
                    <a:pt x="1575695" y="2816399"/>
                  </a:lnTo>
                  <a:lnTo>
                    <a:pt x="1647318" y="2814805"/>
                  </a:lnTo>
                  <a:lnTo>
                    <a:pt x="1718940" y="2813208"/>
                  </a:lnTo>
                  <a:lnTo>
                    <a:pt x="1790563" y="2811608"/>
                  </a:lnTo>
                  <a:lnTo>
                    <a:pt x="1862185" y="2810005"/>
                  </a:lnTo>
                  <a:lnTo>
                    <a:pt x="1933808" y="2808399"/>
                  </a:lnTo>
                  <a:lnTo>
                    <a:pt x="2005430" y="2806790"/>
                  </a:lnTo>
                  <a:lnTo>
                    <a:pt x="2077053" y="2805178"/>
                  </a:lnTo>
                  <a:lnTo>
                    <a:pt x="2148675" y="2803562"/>
                  </a:lnTo>
                  <a:lnTo>
                    <a:pt x="2220298" y="2801944"/>
                  </a:lnTo>
                  <a:lnTo>
                    <a:pt x="2291920" y="2800322"/>
                  </a:lnTo>
                  <a:lnTo>
                    <a:pt x="2363543" y="2798698"/>
                  </a:lnTo>
                  <a:lnTo>
                    <a:pt x="2435165" y="2797070"/>
                  </a:lnTo>
                  <a:lnTo>
                    <a:pt x="2506788" y="2795439"/>
                  </a:lnTo>
                  <a:lnTo>
                    <a:pt x="2578410" y="2793805"/>
                  </a:lnTo>
                  <a:lnTo>
                    <a:pt x="2650033" y="2792168"/>
                  </a:lnTo>
                  <a:lnTo>
                    <a:pt x="2721655" y="2790528"/>
                  </a:lnTo>
                  <a:lnTo>
                    <a:pt x="2793278" y="2788885"/>
                  </a:lnTo>
                  <a:lnTo>
                    <a:pt x="2864901" y="2787238"/>
                  </a:lnTo>
                  <a:lnTo>
                    <a:pt x="2936523" y="2785589"/>
                  </a:lnTo>
                  <a:lnTo>
                    <a:pt x="3008146" y="2783936"/>
                  </a:lnTo>
                  <a:lnTo>
                    <a:pt x="3079768" y="2764864"/>
                  </a:lnTo>
                  <a:lnTo>
                    <a:pt x="3151391" y="2719573"/>
                  </a:lnTo>
                  <a:lnTo>
                    <a:pt x="3223013" y="2671971"/>
                  </a:lnTo>
                  <a:lnTo>
                    <a:pt x="3294636" y="2621941"/>
                  </a:lnTo>
                  <a:lnTo>
                    <a:pt x="3366258" y="2569358"/>
                  </a:lnTo>
                  <a:lnTo>
                    <a:pt x="3437881" y="2514093"/>
                  </a:lnTo>
                  <a:lnTo>
                    <a:pt x="3509503" y="2456008"/>
                  </a:lnTo>
                  <a:lnTo>
                    <a:pt x="3581126" y="2394960"/>
                  </a:lnTo>
                  <a:lnTo>
                    <a:pt x="3652748" y="2330798"/>
                  </a:lnTo>
                  <a:lnTo>
                    <a:pt x="3724371" y="2263362"/>
                  </a:lnTo>
                  <a:lnTo>
                    <a:pt x="3795993" y="2192486"/>
                  </a:lnTo>
                  <a:lnTo>
                    <a:pt x="3867616" y="2117995"/>
                  </a:lnTo>
                  <a:lnTo>
                    <a:pt x="3939238" y="2039703"/>
                  </a:lnTo>
                  <a:lnTo>
                    <a:pt x="4010861" y="1957416"/>
                  </a:lnTo>
                  <a:lnTo>
                    <a:pt x="4082483" y="1870932"/>
                  </a:lnTo>
                  <a:lnTo>
                    <a:pt x="4154106" y="1780036"/>
                  </a:lnTo>
                  <a:lnTo>
                    <a:pt x="4225729" y="1684502"/>
                  </a:lnTo>
                  <a:lnTo>
                    <a:pt x="4297351" y="1584095"/>
                  </a:lnTo>
                  <a:lnTo>
                    <a:pt x="4368974" y="1478566"/>
                  </a:lnTo>
                  <a:lnTo>
                    <a:pt x="4440596" y="1367652"/>
                  </a:lnTo>
                  <a:lnTo>
                    <a:pt x="4512219" y="1251081"/>
                  </a:lnTo>
                  <a:lnTo>
                    <a:pt x="4583841" y="1128562"/>
                  </a:lnTo>
                  <a:lnTo>
                    <a:pt x="4655464" y="999793"/>
                  </a:lnTo>
                  <a:lnTo>
                    <a:pt x="4727086" y="864454"/>
                  </a:lnTo>
                  <a:lnTo>
                    <a:pt x="4798709" y="722211"/>
                  </a:lnTo>
                  <a:lnTo>
                    <a:pt x="4870331" y="572711"/>
                  </a:lnTo>
                  <a:lnTo>
                    <a:pt x="4941954" y="415584"/>
                  </a:lnTo>
                  <a:lnTo>
                    <a:pt x="5013576" y="250442"/>
                  </a:lnTo>
                  <a:lnTo>
                    <a:pt x="5085199" y="76874"/>
                  </a:lnTo>
                  <a:lnTo>
                    <a:pt x="5115381" y="0"/>
                  </a:lnTo>
                  <a:lnTo>
                    <a:pt x="7090630" y="0"/>
                  </a:lnTo>
                  <a:lnTo>
                    <a:pt x="7090630" y="2684335"/>
                  </a:lnTo>
                  <a:lnTo>
                    <a:pt x="7019007" y="2686177"/>
                  </a:lnTo>
                  <a:lnTo>
                    <a:pt x="6947385" y="2688015"/>
                  </a:lnTo>
                  <a:lnTo>
                    <a:pt x="6875762" y="2689851"/>
                  </a:lnTo>
                  <a:lnTo>
                    <a:pt x="6804139" y="2691682"/>
                  </a:lnTo>
                  <a:lnTo>
                    <a:pt x="6732517" y="2693511"/>
                  </a:lnTo>
                  <a:lnTo>
                    <a:pt x="6660894" y="2695335"/>
                  </a:lnTo>
                  <a:lnTo>
                    <a:pt x="6589272" y="2697157"/>
                  </a:lnTo>
                  <a:lnTo>
                    <a:pt x="6517649" y="2698974"/>
                  </a:lnTo>
                  <a:lnTo>
                    <a:pt x="6446027" y="2700789"/>
                  </a:lnTo>
                  <a:lnTo>
                    <a:pt x="6374404" y="2702600"/>
                  </a:lnTo>
                  <a:lnTo>
                    <a:pt x="6302782" y="2704407"/>
                  </a:lnTo>
                  <a:lnTo>
                    <a:pt x="6231159" y="2706211"/>
                  </a:lnTo>
                  <a:lnTo>
                    <a:pt x="6159537" y="2708012"/>
                  </a:lnTo>
                  <a:lnTo>
                    <a:pt x="6087914" y="2709809"/>
                  </a:lnTo>
                  <a:lnTo>
                    <a:pt x="6016292" y="2711602"/>
                  </a:lnTo>
                  <a:lnTo>
                    <a:pt x="5944669" y="2713393"/>
                  </a:lnTo>
                  <a:lnTo>
                    <a:pt x="5873047" y="2715180"/>
                  </a:lnTo>
                  <a:lnTo>
                    <a:pt x="5801424" y="2716963"/>
                  </a:lnTo>
                  <a:lnTo>
                    <a:pt x="5729802" y="2718743"/>
                  </a:lnTo>
                  <a:lnTo>
                    <a:pt x="5658179" y="2720520"/>
                  </a:lnTo>
                  <a:lnTo>
                    <a:pt x="5586557" y="2722293"/>
                  </a:lnTo>
                  <a:lnTo>
                    <a:pt x="5514934" y="2724063"/>
                  </a:lnTo>
                  <a:lnTo>
                    <a:pt x="5443311" y="2725830"/>
                  </a:lnTo>
                  <a:lnTo>
                    <a:pt x="5371689" y="2727593"/>
                  </a:lnTo>
                  <a:lnTo>
                    <a:pt x="5300066" y="2729353"/>
                  </a:lnTo>
                  <a:lnTo>
                    <a:pt x="5228444" y="2731110"/>
                  </a:lnTo>
                  <a:lnTo>
                    <a:pt x="5156821" y="2732863"/>
                  </a:lnTo>
                  <a:lnTo>
                    <a:pt x="5085199" y="2734613"/>
                  </a:lnTo>
                  <a:lnTo>
                    <a:pt x="5013576" y="2736359"/>
                  </a:lnTo>
                  <a:lnTo>
                    <a:pt x="4941954" y="2738102"/>
                  </a:lnTo>
                  <a:lnTo>
                    <a:pt x="4870331" y="2739842"/>
                  </a:lnTo>
                  <a:lnTo>
                    <a:pt x="4798709" y="2741579"/>
                  </a:lnTo>
                  <a:lnTo>
                    <a:pt x="4727086" y="2743312"/>
                  </a:lnTo>
                  <a:lnTo>
                    <a:pt x="4655464" y="2745042"/>
                  </a:lnTo>
                  <a:lnTo>
                    <a:pt x="4583841" y="2746769"/>
                  </a:lnTo>
                  <a:lnTo>
                    <a:pt x="4512219" y="2748492"/>
                  </a:lnTo>
                  <a:lnTo>
                    <a:pt x="4440596" y="2750212"/>
                  </a:lnTo>
                  <a:lnTo>
                    <a:pt x="4368974" y="2751929"/>
                  </a:lnTo>
                  <a:lnTo>
                    <a:pt x="4297351" y="2753643"/>
                  </a:lnTo>
                  <a:lnTo>
                    <a:pt x="4225729" y="2755353"/>
                  </a:lnTo>
                  <a:lnTo>
                    <a:pt x="4154106" y="2757060"/>
                  </a:lnTo>
                  <a:lnTo>
                    <a:pt x="4082483" y="2758764"/>
                  </a:lnTo>
                  <a:lnTo>
                    <a:pt x="4010861" y="2760465"/>
                  </a:lnTo>
                  <a:lnTo>
                    <a:pt x="3939238" y="2762162"/>
                  </a:lnTo>
                  <a:lnTo>
                    <a:pt x="3867616" y="2763856"/>
                  </a:lnTo>
                  <a:lnTo>
                    <a:pt x="3795993" y="2765547"/>
                  </a:lnTo>
                  <a:lnTo>
                    <a:pt x="3724371" y="2767235"/>
                  </a:lnTo>
                  <a:lnTo>
                    <a:pt x="3652748" y="2768919"/>
                  </a:lnTo>
                  <a:lnTo>
                    <a:pt x="3581126" y="2770601"/>
                  </a:lnTo>
                  <a:lnTo>
                    <a:pt x="3509503" y="2772279"/>
                  </a:lnTo>
                  <a:lnTo>
                    <a:pt x="3437881" y="2773954"/>
                  </a:lnTo>
                  <a:lnTo>
                    <a:pt x="3366258" y="2775625"/>
                  </a:lnTo>
                  <a:lnTo>
                    <a:pt x="3294636" y="2777294"/>
                  </a:lnTo>
                  <a:lnTo>
                    <a:pt x="3223013" y="2778959"/>
                  </a:lnTo>
                  <a:lnTo>
                    <a:pt x="3151391" y="2780621"/>
                  </a:lnTo>
                  <a:lnTo>
                    <a:pt x="3079768" y="2782280"/>
                  </a:lnTo>
                  <a:lnTo>
                    <a:pt x="3008146" y="2807957"/>
                  </a:lnTo>
                  <a:lnTo>
                    <a:pt x="2936523" y="2848958"/>
                  </a:lnTo>
                  <a:lnTo>
                    <a:pt x="2864901" y="2887969"/>
                  </a:lnTo>
                  <a:lnTo>
                    <a:pt x="2793278" y="2925086"/>
                  </a:lnTo>
                  <a:lnTo>
                    <a:pt x="2721655" y="2960401"/>
                  </a:lnTo>
                  <a:lnTo>
                    <a:pt x="2650033" y="2994003"/>
                  </a:lnTo>
                  <a:lnTo>
                    <a:pt x="2578410" y="3025973"/>
                  </a:lnTo>
                  <a:lnTo>
                    <a:pt x="2506788" y="3056392"/>
                  </a:lnTo>
                  <a:lnTo>
                    <a:pt x="2435165" y="3085334"/>
                  </a:lnTo>
                  <a:lnTo>
                    <a:pt x="2363543" y="3112871"/>
                  </a:lnTo>
                  <a:lnTo>
                    <a:pt x="2291920" y="3139071"/>
                  </a:lnTo>
                  <a:lnTo>
                    <a:pt x="2220298" y="3164000"/>
                  </a:lnTo>
                  <a:lnTo>
                    <a:pt x="2148675" y="3187719"/>
                  </a:lnTo>
                  <a:lnTo>
                    <a:pt x="2077053" y="3210286"/>
                  </a:lnTo>
                  <a:lnTo>
                    <a:pt x="2005430" y="3231758"/>
                  </a:lnTo>
                  <a:lnTo>
                    <a:pt x="1933808" y="3252188"/>
                  </a:lnTo>
                  <a:lnTo>
                    <a:pt x="1862185" y="3271626"/>
                  </a:lnTo>
                  <a:lnTo>
                    <a:pt x="1790563" y="3290121"/>
                  </a:lnTo>
                  <a:lnTo>
                    <a:pt x="1718940" y="3307717"/>
                  </a:lnTo>
                  <a:lnTo>
                    <a:pt x="1647318" y="3324460"/>
                  </a:lnTo>
                  <a:lnTo>
                    <a:pt x="1575695" y="3340390"/>
                  </a:lnTo>
                  <a:lnTo>
                    <a:pt x="1504073" y="3355547"/>
                  </a:lnTo>
                  <a:lnTo>
                    <a:pt x="1432450" y="3369968"/>
                  </a:lnTo>
                  <a:lnTo>
                    <a:pt x="1360827" y="3383689"/>
                  </a:lnTo>
                  <a:lnTo>
                    <a:pt x="1289205" y="3396744"/>
                  </a:lnTo>
                  <a:lnTo>
                    <a:pt x="1217582" y="3409165"/>
                  </a:lnTo>
                  <a:lnTo>
                    <a:pt x="1145960" y="3420984"/>
                  </a:lnTo>
                  <a:lnTo>
                    <a:pt x="1074337" y="3432229"/>
                  </a:lnTo>
                  <a:lnTo>
                    <a:pt x="1002715" y="3442927"/>
                  </a:lnTo>
                  <a:lnTo>
                    <a:pt x="931092" y="3453107"/>
                  </a:lnTo>
                  <a:lnTo>
                    <a:pt x="859470" y="3462793"/>
                  </a:lnTo>
                  <a:lnTo>
                    <a:pt x="787847" y="3472008"/>
                  </a:lnTo>
                  <a:lnTo>
                    <a:pt x="716225" y="3480776"/>
                  </a:lnTo>
                  <a:lnTo>
                    <a:pt x="644602" y="3489118"/>
                  </a:lnTo>
                  <a:lnTo>
                    <a:pt x="572980" y="3497056"/>
                  </a:lnTo>
                  <a:lnTo>
                    <a:pt x="501357" y="3504608"/>
                  </a:lnTo>
                  <a:lnTo>
                    <a:pt x="429735" y="3511794"/>
                  </a:lnTo>
                  <a:lnTo>
                    <a:pt x="358112" y="3518630"/>
                  </a:lnTo>
                  <a:lnTo>
                    <a:pt x="286490" y="3525135"/>
                  </a:lnTo>
                  <a:lnTo>
                    <a:pt x="214867" y="3531325"/>
                  </a:lnTo>
                  <a:lnTo>
                    <a:pt x="143245" y="3537213"/>
                  </a:lnTo>
                  <a:lnTo>
                    <a:pt x="71622" y="3542816"/>
                  </a:lnTo>
                  <a:lnTo>
                    <a:pt x="0" y="3548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115381" cy="2850710"/>
            </a:xfrm>
            <a:custGeom>
              <a:avLst/>
              <a:pathLst>
                <a:path w="5115381" h="2850710">
                  <a:moveTo>
                    <a:pt x="0" y="2850710"/>
                  </a:moveTo>
                  <a:lnTo>
                    <a:pt x="71622" y="2849181"/>
                  </a:lnTo>
                  <a:lnTo>
                    <a:pt x="143245" y="2847650"/>
                  </a:lnTo>
                  <a:lnTo>
                    <a:pt x="214867" y="2846115"/>
                  </a:lnTo>
                  <a:lnTo>
                    <a:pt x="286490" y="2844578"/>
                  </a:lnTo>
                  <a:lnTo>
                    <a:pt x="358112" y="2843038"/>
                  </a:lnTo>
                  <a:lnTo>
                    <a:pt x="429735" y="2841494"/>
                  </a:lnTo>
                  <a:lnTo>
                    <a:pt x="501357" y="2839948"/>
                  </a:lnTo>
                  <a:lnTo>
                    <a:pt x="572980" y="2838399"/>
                  </a:lnTo>
                  <a:lnTo>
                    <a:pt x="644602" y="2836847"/>
                  </a:lnTo>
                  <a:lnTo>
                    <a:pt x="716225" y="2835292"/>
                  </a:lnTo>
                  <a:lnTo>
                    <a:pt x="787847" y="2833734"/>
                  </a:lnTo>
                  <a:lnTo>
                    <a:pt x="859470" y="2832173"/>
                  </a:lnTo>
                  <a:lnTo>
                    <a:pt x="931092" y="2830609"/>
                  </a:lnTo>
                  <a:lnTo>
                    <a:pt x="1002715" y="2829043"/>
                  </a:lnTo>
                  <a:lnTo>
                    <a:pt x="1074337" y="2827473"/>
                  </a:lnTo>
                  <a:lnTo>
                    <a:pt x="1145960" y="2825900"/>
                  </a:lnTo>
                  <a:lnTo>
                    <a:pt x="1217582" y="2824324"/>
                  </a:lnTo>
                  <a:lnTo>
                    <a:pt x="1289205" y="2822745"/>
                  </a:lnTo>
                  <a:lnTo>
                    <a:pt x="1360827" y="2821163"/>
                  </a:lnTo>
                  <a:lnTo>
                    <a:pt x="1432450" y="2819578"/>
                  </a:lnTo>
                  <a:lnTo>
                    <a:pt x="1504073" y="2817990"/>
                  </a:lnTo>
                  <a:lnTo>
                    <a:pt x="1575695" y="2816399"/>
                  </a:lnTo>
                  <a:lnTo>
                    <a:pt x="1647318" y="2814805"/>
                  </a:lnTo>
                  <a:lnTo>
                    <a:pt x="1718940" y="2813208"/>
                  </a:lnTo>
                  <a:lnTo>
                    <a:pt x="1790563" y="2811608"/>
                  </a:lnTo>
                  <a:lnTo>
                    <a:pt x="1862185" y="2810005"/>
                  </a:lnTo>
                  <a:lnTo>
                    <a:pt x="1933808" y="2808399"/>
                  </a:lnTo>
                  <a:lnTo>
                    <a:pt x="2005430" y="2806790"/>
                  </a:lnTo>
                  <a:lnTo>
                    <a:pt x="2077053" y="2805178"/>
                  </a:lnTo>
                  <a:lnTo>
                    <a:pt x="2148675" y="2803562"/>
                  </a:lnTo>
                  <a:lnTo>
                    <a:pt x="2220298" y="2801944"/>
                  </a:lnTo>
                  <a:lnTo>
                    <a:pt x="2291920" y="2800322"/>
                  </a:lnTo>
                  <a:lnTo>
                    <a:pt x="2363543" y="2798698"/>
                  </a:lnTo>
                  <a:lnTo>
                    <a:pt x="2435165" y="2797070"/>
                  </a:lnTo>
                  <a:lnTo>
                    <a:pt x="2506788" y="2795439"/>
                  </a:lnTo>
                  <a:lnTo>
                    <a:pt x="2578410" y="2793805"/>
                  </a:lnTo>
                  <a:lnTo>
                    <a:pt x="2650033" y="2792168"/>
                  </a:lnTo>
                  <a:lnTo>
                    <a:pt x="2721655" y="2790528"/>
                  </a:lnTo>
                  <a:lnTo>
                    <a:pt x="2793278" y="2788885"/>
                  </a:lnTo>
                  <a:lnTo>
                    <a:pt x="2864901" y="2787238"/>
                  </a:lnTo>
                  <a:lnTo>
                    <a:pt x="2936523" y="2785589"/>
                  </a:lnTo>
                  <a:lnTo>
                    <a:pt x="3008146" y="2783936"/>
                  </a:lnTo>
                  <a:lnTo>
                    <a:pt x="3079768" y="2764864"/>
                  </a:lnTo>
                  <a:lnTo>
                    <a:pt x="3151391" y="2719573"/>
                  </a:lnTo>
                  <a:lnTo>
                    <a:pt x="3223013" y="2671971"/>
                  </a:lnTo>
                  <a:lnTo>
                    <a:pt x="3294636" y="2621941"/>
                  </a:lnTo>
                  <a:lnTo>
                    <a:pt x="3366258" y="2569358"/>
                  </a:lnTo>
                  <a:lnTo>
                    <a:pt x="3437881" y="2514093"/>
                  </a:lnTo>
                  <a:lnTo>
                    <a:pt x="3509503" y="2456008"/>
                  </a:lnTo>
                  <a:lnTo>
                    <a:pt x="3581126" y="2394960"/>
                  </a:lnTo>
                  <a:lnTo>
                    <a:pt x="3652748" y="2330798"/>
                  </a:lnTo>
                  <a:lnTo>
                    <a:pt x="3724371" y="2263362"/>
                  </a:lnTo>
                  <a:lnTo>
                    <a:pt x="3795993" y="2192486"/>
                  </a:lnTo>
                  <a:lnTo>
                    <a:pt x="3867616" y="2117995"/>
                  </a:lnTo>
                  <a:lnTo>
                    <a:pt x="3939238" y="2039703"/>
                  </a:lnTo>
                  <a:lnTo>
                    <a:pt x="4010861" y="1957416"/>
                  </a:lnTo>
                  <a:lnTo>
                    <a:pt x="4082483" y="1870932"/>
                  </a:lnTo>
                  <a:lnTo>
                    <a:pt x="4154106" y="1780036"/>
                  </a:lnTo>
                  <a:lnTo>
                    <a:pt x="4225729" y="1684502"/>
                  </a:lnTo>
                  <a:lnTo>
                    <a:pt x="4297351" y="1584095"/>
                  </a:lnTo>
                  <a:lnTo>
                    <a:pt x="4368974" y="1478566"/>
                  </a:lnTo>
                  <a:lnTo>
                    <a:pt x="4440596" y="1367652"/>
                  </a:lnTo>
                  <a:lnTo>
                    <a:pt x="4512219" y="1251081"/>
                  </a:lnTo>
                  <a:lnTo>
                    <a:pt x="4583841" y="1128562"/>
                  </a:lnTo>
                  <a:lnTo>
                    <a:pt x="4655464" y="999793"/>
                  </a:lnTo>
                  <a:lnTo>
                    <a:pt x="4727086" y="864454"/>
                  </a:lnTo>
                  <a:lnTo>
                    <a:pt x="4798709" y="722211"/>
                  </a:lnTo>
                  <a:lnTo>
                    <a:pt x="4870331" y="572711"/>
                  </a:lnTo>
                  <a:lnTo>
                    <a:pt x="4941954" y="415584"/>
                  </a:lnTo>
                  <a:lnTo>
                    <a:pt x="5013576" y="250442"/>
                  </a:lnTo>
                  <a:lnTo>
                    <a:pt x="5085199" y="76874"/>
                  </a:lnTo>
                  <a:lnTo>
                    <a:pt x="51153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580898"/>
              <a:ext cx="7090630" cy="863812"/>
            </a:xfrm>
            <a:custGeom>
              <a:avLst/>
              <a:pathLst>
                <a:path w="7090630" h="863812">
                  <a:moveTo>
                    <a:pt x="7090630" y="0"/>
                  </a:moveTo>
                  <a:lnTo>
                    <a:pt x="7019007" y="1842"/>
                  </a:lnTo>
                  <a:lnTo>
                    <a:pt x="6947385" y="3680"/>
                  </a:lnTo>
                  <a:lnTo>
                    <a:pt x="6875762" y="5516"/>
                  </a:lnTo>
                  <a:lnTo>
                    <a:pt x="6804139" y="7347"/>
                  </a:lnTo>
                  <a:lnTo>
                    <a:pt x="6732517" y="9175"/>
                  </a:lnTo>
                  <a:lnTo>
                    <a:pt x="6660894" y="11000"/>
                  </a:lnTo>
                  <a:lnTo>
                    <a:pt x="6589272" y="12821"/>
                  </a:lnTo>
                  <a:lnTo>
                    <a:pt x="6517649" y="14639"/>
                  </a:lnTo>
                  <a:lnTo>
                    <a:pt x="6446027" y="16454"/>
                  </a:lnTo>
                  <a:lnTo>
                    <a:pt x="6374404" y="18264"/>
                  </a:lnTo>
                  <a:lnTo>
                    <a:pt x="6302782" y="20072"/>
                  </a:lnTo>
                  <a:lnTo>
                    <a:pt x="6231159" y="21876"/>
                  </a:lnTo>
                  <a:lnTo>
                    <a:pt x="6159537" y="23677"/>
                  </a:lnTo>
                  <a:lnTo>
                    <a:pt x="6087914" y="25474"/>
                  </a:lnTo>
                  <a:lnTo>
                    <a:pt x="6016292" y="27267"/>
                  </a:lnTo>
                  <a:lnTo>
                    <a:pt x="5944669" y="29058"/>
                  </a:lnTo>
                  <a:lnTo>
                    <a:pt x="5873047" y="30845"/>
                  </a:lnTo>
                  <a:lnTo>
                    <a:pt x="5801424" y="32628"/>
                  </a:lnTo>
                  <a:lnTo>
                    <a:pt x="5729802" y="34408"/>
                  </a:lnTo>
                  <a:lnTo>
                    <a:pt x="5658179" y="36185"/>
                  </a:lnTo>
                  <a:lnTo>
                    <a:pt x="5586557" y="37958"/>
                  </a:lnTo>
                  <a:lnTo>
                    <a:pt x="5514934" y="39728"/>
                  </a:lnTo>
                  <a:lnTo>
                    <a:pt x="5443311" y="41495"/>
                  </a:lnTo>
                  <a:lnTo>
                    <a:pt x="5371689" y="43258"/>
                  </a:lnTo>
                  <a:lnTo>
                    <a:pt x="5300066" y="45018"/>
                  </a:lnTo>
                  <a:lnTo>
                    <a:pt x="5228444" y="46775"/>
                  </a:lnTo>
                  <a:lnTo>
                    <a:pt x="5156821" y="48528"/>
                  </a:lnTo>
                  <a:lnTo>
                    <a:pt x="5085199" y="50278"/>
                  </a:lnTo>
                  <a:lnTo>
                    <a:pt x="5013576" y="52024"/>
                  </a:lnTo>
                  <a:lnTo>
                    <a:pt x="4941954" y="53767"/>
                  </a:lnTo>
                  <a:lnTo>
                    <a:pt x="4870331" y="55507"/>
                  </a:lnTo>
                  <a:lnTo>
                    <a:pt x="4798709" y="57244"/>
                  </a:lnTo>
                  <a:lnTo>
                    <a:pt x="4727086" y="58977"/>
                  </a:lnTo>
                  <a:lnTo>
                    <a:pt x="4655464" y="60707"/>
                  </a:lnTo>
                  <a:lnTo>
                    <a:pt x="4583841" y="62434"/>
                  </a:lnTo>
                  <a:lnTo>
                    <a:pt x="4512219" y="64157"/>
                  </a:lnTo>
                  <a:lnTo>
                    <a:pt x="4440596" y="65877"/>
                  </a:lnTo>
                  <a:lnTo>
                    <a:pt x="4368974" y="67594"/>
                  </a:lnTo>
                  <a:lnTo>
                    <a:pt x="4297351" y="69308"/>
                  </a:lnTo>
                  <a:lnTo>
                    <a:pt x="4225729" y="71018"/>
                  </a:lnTo>
                  <a:lnTo>
                    <a:pt x="4154106" y="72725"/>
                  </a:lnTo>
                  <a:lnTo>
                    <a:pt x="4082483" y="74429"/>
                  </a:lnTo>
                  <a:lnTo>
                    <a:pt x="4010861" y="76130"/>
                  </a:lnTo>
                  <a:lnTo>
                    <a:pt x="3939238" y="77827"/>
                  </a:lnTo>
                  <a:lnTo>
                    <a:pt x="3867616" y="79521"/>
                  </a:lnTo>
                  <a:lnTo>
                    <a:pt x="3795993" y="81212"/>
                  </a:lnTo>
                  <a:lnTo>
                    <a:pt x="3724371" y="82900"/>
                  </a:lnTo>
                  <a:lnTo>
                    <a:pt x="3652748" y="84584"/>
                  </a:lnTo>
                  <a:lnTo>
                    <a:pt x="3581126" y="86265"/>
                  </a:lnTo>
                  <a:lnTo>
                    <a:pt x="3509503" y="87944"/>
                  </a:lnTo>
                  <a:lnTo>
                    <a:pt x="3437881" y="89618"/>
                  </a:lnTo>
                  <a:lnTo>
                    <a:pt x="3366258" y="91290"/>
                  </a:lnTo>
                  <a:lnTo>
                    <a:pt x="3294636" y="92959"/>
                  </a:lnTo>
                  <a:lnTo>
                    <a:pt x="3223013" y="94624"/>
                  </a:lnTo>
                  <a:lnTo>
                    <a:pt x="3151391" y="96286"/>
                  </a:lnTo>
                  <a:lnTo>
                    <a:pt x="3079768" y="97945"/>
                  </a:lnTo>
                  <a:lnTo>
                    <a:pt x="3008146" y="123622"/>
                  </a:lnTo>
                  <a:lnTo>
                    <a:pt x="2936523" y="164623"/>
                  </a:lnTo>
                  <a:lnTo>
                    <a:pt x="2864901" y="203633"/>
                  </a:lnTo>
                  <a:lnTo>
                    <a:pt x="2793278" y="240751"/>
                  </a:lnTo>
                  <a:lnTo>
                    <a:pt x="2721655" y="276066"/>
                  </a:lnTo>
                  <a:lnTo>
                    <a:pt x="2650033" y="309668"/>
                  </a:lnTo>
                  <a:lnTo>
                    <a:pt x="2578410" y="341638"/>
                  </a:lnTo>
                  <a:lnTo>
                    <a:pt x="2506788" y="372057"/>
                  </a:lnTo>
                  <a:lnTo>
                    <a:pt x="2435165" y="400999"/>
                  </a:lnTo>
                  <a:lnTo>
                    <a:pt x="2363543" y="428536"/>
                  </a:lnTo>
                  <a:lnTo>
                    <a:pt x="2291920" y="454736"/>
                  </a:lnTo>
                  <a:lnTo>
                    <a:pt x="2220298" y="479665"/>
                  </a:lnTo>
                  <a:lnTo>
                    <a:pt x="2148675" y="503384"/>
                  </a:lnTo>
                  <a:lnTo>
                    <a:pt x="2077053" y="525951"/>
                  </a:lnTo>
                  <a:lnTo>
                    <a:pt x="2005430" y="547423"/>
                  </a:lnTo>
                  <a:lnTo>
                    <a:pt x="1933808" y="567853"/>
                  </a:lnTo>
                  <a:lnTo>
                    <a:pt x="1862185" y="587291"/>
                  </a:lnTo>
                  <a:lnTo>
                    <a:pt x="1790563" y="605786"/>
                  </a:lnTo>
                  <a:lnTo>
                    <a:pt x="1718940" y="623382"/>
                  </a:lnTo>
                  <a:lnTo>
                    <a:pt x="1647318" y="640125"/>
                  </a:lnTo>
                  <a:lnTo>
                    <a:pt x="1575695" y="656055"/>
                  </a:lnTo>
                  <a:lnTo>
                    <a:pt x="1504073" y="671212"/>
                  </a:lnTo>
                  <a:lnTo>
                    <a:pt x="1432450" y="685633"/>
                  </a:lnTo>
                  <a:lnTo>
                    <a:pt x="1360827" y="699354"/>
                  </a:lnTo>
                  <a:lnTo>
                    <a:pt x="1289205" y="712409"/>
                  </a:lnTo>
                  <a:lnTo>
                    <a:pt x="1217582" y="724830"/>
                  </a:lnTo>
                  <a:lnTo>
                    <a:pt x="1145960" y="736649"/>
                  </a:lnTo>
                  <a:lnTo>
                    <a:pt x="1074337" y="747893"/>
                  </a:lnTo>
                  <a:lnTo>
                    <a:pt x="1002715" y="758592"/>
                  </a:lnTo>
                  <a:lnTo>
                    <a:pt x="931092" y="768772"/>
                  </a:lnTo>
                  <a:lnTo>
                    <a:pt x="859470" y="778457"/>
                  </a:lnTo>
                  <a:lnTo>
                    <a:pt x="787847" y="787673"/>
                  </a:lnTo>
                  <a:lnTo>
                    <a:pt x="716225" y="796441"/>
                  </a:lnTo>
                  <a:lnTo>
                    <a:pt x="644602" y="804783"/>
                  </a:lnTo>
                  <a:lnTo>
                    <a:pt x="572980" y="812721"/>
                  </a:lnTo>
                  <a:lnTo>
                    <a:pt x="501357" y="820273"/>
                  </a:lnTo>
                  <a:lnTo>
                    <a:pt x="429735" y="827459"/>
                  </a:lnTo>
                  <a:lnTo>
                    <a:pt x="358112" y="834295"/>
                  </a:lnTo>
                  <a:lnTo>
                    <a:pt x="286490" y="840800"/>
                  </a:lnTo>
                  <a:lnTo>
                    <a:pt x="214867" y="846990"/>
                  </a:lnTo>
                  <a:lnTo>
                    <a:pt x="143245" y="852878"/>
                  </a:lnTo>
                  <a:lnTo>
                    <a:pt x="71622" y="858481"/>
                  </a:lnTo>
                  <a:lnTo>
                    <a:pt x="0" y="863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7029120" cy="3363163"/>
            </a:xfrm>
            <a:custGeom>
              <a:avLst/>
              <a:pathLst>
                <a:path w="7029120" h="3363163">
                  <a:moveTo>
                    <a:pt x="0" y="3363163"/>
                  </a:moveTo>
                  <a:lnTo>
                    <a:pt x="71622" y="3355588"/>
                  </a:lnTo>
                  <a:lnTo>
                    <a:pt x="143245" y="3347815"/>
                  </a:lnTo>
                  <a:lnTo>
                    <a:pt x="214867" y="3339838"/>
                  </a:lnTo>
                  <a:lnTo>
                    <a:pt x="286490" y="3331653"/>
                  </a:lnTo>
                  <a:lnTo>
                    <a:pt x="358112" y="3323254"/>
                  </a:lnTo>
                  <a:lnTo>
                    <a:pt x="429735" y="3314634"/>
                  </a:lnTo>
                  <a:lnTo>
                    <a:pt x="501357" y="3305790"/>
                  </a:lnTo>
                  <a:lnTo>
                    <a:pt x="572980" y="3296713"/>
                  </a:lnTo>
                  <a:lnTo>
                    <a:pt x="644602" y="3287400"/>
                  </a:lnTo>
                  <a:lnTo>
                    <a:pt x="716225" y="3277842"/>
                  </a:lnTo>
                  <a:lnTo>
                    <a:pt x="787847" y="3268034"/>
                  </a:lnTo>
                  <a:lnTo>
                    <a:pt x="859470" y="3257970"/>
                  </a:lnTo>
                  <a:lnTo>
                    <a:pt x="931092" y="3247643"/>
                  </a:lnTo>
                  <a:lnTo>
                    <a:pt x="1002715" y="3237045"/>
                  </a:lnTo>
                  <a:lnTo>
                    <a:pt x="1074337" y="3226170"/>
                  </a:lnTo>
                  <a:lnTo>
                    <a:pt x="1145960" y="3215010"/>
                  </a:lnTo>
                  <a:lnTo>
                    <a:pt x="1217582" y="3203558"/>
                  </a:lnTo>
                  <a:lnTo>
                    <a:pt x="1289205" y="3191807"/>
                  </a:lnTo>
                  <a:lnTo>
                    <a:pt x="1360827" y="3179748"/>
                  </a:lnTo>
                  <a:lnTo>
                    <a:pt x="1432450" y="3167373"/>
                  </a:lnTo>
                  <a:lnTo>
                    <a:pt x="1504073" y="3154675"/>
                  </a:lnTo>
                  <a:lnTo>
                    <a:pt x="1575695" y="3141645"/>
                  </a:lnTo>
                  <a:lnTo>
                    <a:pt x="1647318" y="3128273"/>
                  </a:lnTo>
                  <a:lnTo>
                    <a:pt x="1718940" y="3114552"/>
                  </a:lnTo>
                  <a:lnTo>
                    <a:pt x="1790563" y="3100471"/>
                  </a:lnTo>
                  <a:lnTo>
                    <a:pt x="1862185" y="3086022"/>
                  </a:lnTo>
                  <a:lnTo>
                    <a:pt x="1933808" y="3071195"/>
                  </a:lnTo>
                  <a:lnTo>
                    <a:pt x="2005430" y="3055980"/>
                  </a:lnTo>
                  <a:lnTo>
                    <a:pt x="2077053" y="3040367"/>
                  </a:lnTo>
                  <a:lnTo>
                    <a:pt x="2148675" y="3024345"/>
                  </a:lnTo>
                  <a:lnTo>
                    <a:pt x="2220298" y="3007904"/>
                  </a:lnTo>
                  <a:lnTo>
                    <a:pt x="2291920" y="2991033"/>
                  </a:lnTo>
                  <a:lnTo>
                    <a:pt x="2363543" y="2973720"/>
                  </a:lnTo>
                  <a:lnTo>
                    <a:pt x="2435165" y="2955955"/>
                  </a:lnTo>
                  <a:lnTo>
                    <a:pt x="2506788" y="2937724"/>
                  </a:lnTo>
                  <a:lnTo>
                    <a:pt x="2578410" y="2919017"/>
                  </a:lnTo>
                  <a:lnTo>
                    <a:pt x="2650033" y="2899819"/>
                  </a:lnTo>
                  <a:lnTo>
                    <a:pt x="2721655" y="2880120"/>
                  </a:lnTo>
                  <a:lnTo>
                    <a:pt x="2793278" y="2859905"/>
                  </a:lnTo>
                  <a:lnTo>
                    <a:pt x="2864901" y="2839161"/>
                  </a:lnTo>
                  <a:lnTo>
                    <a:pt x="2936523" y="2817874"/>
                  </a:lnTo>
                  <a:lnTo>
                    <a:pt x="3008146" y="2796031"/>
                  </a:lnTo>
                  <a:lnTo>
                    <a:pt x="3079768" y="2773615"/>
                  </a:lnTo>
                  <a:lnTo>
                    <a:pt x="3151391" y="2750613"/>
                  </a:lnTo>
                  <a:lnTo>
                    <a:pt x="3223013" y="2727009"/>
                  </a:lnTo>
                  <a:lnTo>
                    <a:pt x="3294636" y="2702788"/>
                  </a:lnTo>
                  <a:lnTo>
                    <a:pt x="3366258" y="2677933"/>
                  </a:lnTo>
                  <a:lnTo>
                    <a:pt x="3437881" y="2652427"/>
                  </a:lnTo>
                  <a:lnTo>
                    <a:pt x="3509503" y="2626254"/>
                  </a:lnTo>
                  <a:lnTo>
                    <a:pt x="3581126" y="2599396"/>
                  </a:lnTo>
                  <a:lnTo>
                    <a:pt x="3652748" y="2571835"/>
                  </a:lnTo>
                  <a:lnTo>
                    <a:pt x="3724371" y="2543553"/>
                  </a:lnTo>
                  <a:lnTo>
                    <a:pt x="3795993" y="2514531"/>
                  </a:lnTo>
                  <a:lnTo>
                    <a:pt x="3867616" y="2484750"/>
                  </a:lnTo>
                  <a:lnTo>
                    <a:pt x="3939238" y="2454189"/>
                  </a:lnTo>
                  <a:lnTo>
                    <a:pt x="4010861" y="2422828"/>
                  </a:lnTo>
                  <a:lnTo>
                    <a:pt x="4082483" y="2390647"/>
                  </a:lnTo>
                  <a:lnTo>
                    <a:pt x="4154106" y="2357624"/>
                  </a:lnTo>
                  <a:lnTo>
                    <a:pt x="4225729" y="2323737"/>
                  </a:lnTo>
                  <a:lnTo>
                    <a:pt x="4297351" y="2288962"/>
                  </a:lnTo>
                  <a:lnTo>
                    <a:pt x="4368974" y="2253278"/>
                  </a:lnTo>
                  <a:lnTo>
                    <a:pt x="4440596" y="2216661"/>
                  </a:lnTo>
                  <a:lnTo>
                    <a:pt x="4512219" y="2179085"/>
                  </a:lnTo>
                  <a:lnTo>
                    <a:pt x="4583841" y="2140525"/>
                  </a:lnTo>
                  <a:lnTo>
                    <a:pt x="4655464" y="2100957"/>
                  </a:lnTo>
                  <a:lnTo>
                    <a:pt x="4727086" y="2060353"/>
                  </a:lnTo>
                  <a:lnTo>
                    <a:pt x="4798709" y="2018687"/>
                  </a:lnTo>
                  <a:lnTo>
                    <a:pt x="4870331" y="1975931"/>
                  </a:lnTo>
                  <a:lnTo>
                    <a:pt x="4941954" y="1932055"/>
                  </a:lnTo>
                  <a:lnTo>
                    <a:pt x="5013576" y="1887032"/>
                  </a:lnTo>
                  <a:lnTo>
                    <a:pt x="5085199" y="1840831"/>
                  </a:lnTo>
                  <a:lnTo>
                    <a:pt x="5156821" y="1793420"/>
                  </a:lnTo>
                  <a:lnTo>
                    <a:pt x="5228444" y="1744769"/>
                  </a:lnTo>
                  <a:lnTo>
                    <a:pt x="5300066" y="1694845"/>
                  </a:lnTo>
                  <a:lnTo>
                    <a:pt x="5371689" y="1643614"/>
                  </a:lnTo>
                  <a:lnTo>
                    <a:pt x="5443311" y="1591043"/>
                  </a:lnTo>
                  <a:lnTo>
                    <a:pt x="5514934" y="1537096"/>
                  </a:lnTo>
                  <a:lnTo>
                    <a:pt x="5586557" y="1481738"/>
                  </a:lnTo>
                  <a:lnTo>
                    <a:pt x="5658179" y="1424931"/>
                  </a:lnTo>
                  <a:lnTo>
                    <a:pt x="5729802" y="1366637"/>
                  </a:lnTo>
                  <a:lnTo>
                    <a:pt x="5801424" y="1306818"/>
                  </a:lnTo>
                  <a:lnTo>
                    <a:pt x="5873047" y="1245434"/>
                  </a:lnTo>
                  <a:lnTo>
                    <a:pt x="5944669" y="1182443"/>
                  </a:lnTo>
                  <a:lnTo>
                    <a:pt x="6016292" y="1117805"/>
                  </a:lnTo>
                  <a:lnTo>
                    <a:pt x="6087914" y="1051474"/>
                  </a:lnTo>
                  <a:lnTo>
                    <a:pt x="6159537" y="983408"/>
                  </a:lnTo>
                  <a:lnTo>
                    <a:pt x="6231159" y="913561"/>
                  </a:lnTo>
                  <a:lnTo>
                    <a:pt x="6302782" y="841886"/>
                  </a:lnTo>
                  <a:lnTo>
                    <a:pt x="6374404" y="768336"/>
                  </a:lnTo>
                  <a:lnTo>
                    <a:pt x="6446027" y="692861"/>
                  </a:lnTo>
                  <a:lnTo>
                    <a:pt x="6517649" y="615411"/>
                  </a:lnTo>
                  <a:lnTo>
                    <a:pt x="6589272" y="535935"/>
                  </a:lnTo>
                  <a:lnTo>
                    <a:pt x="6660894" y="454378"/>
                  </a:lnTo>
                  <a:lnTo>
                    <a:pt x="6732517" y="370688"/>
                  </a:lnTo>
                  <a:lnTo>
                    <a:pt x="6804139" y="284807"/>
                  </a:lnTo>
                  <a:lnTo>
                    <a:pt x="6875762" y="196680"/>
                  </a:lnTo>
                  <a:lnTo>
                    <a:pt x="6947385" y="106246"/>
                  </a:lnTo>
                  <a:lnTo>
                    <a:pt x="7019007" y="13446"/>
                  </a:lnTo>
                  <a:lnTo>
                    <a:pt x="702912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2026-05-22T09:54:33Z</dcterms:modified>
  <cp:category/>
</cp:coreProperties>
</file>