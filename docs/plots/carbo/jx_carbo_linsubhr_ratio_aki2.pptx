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16051"/>
            </a:xfrm>
            <a:custGeom>
              <a:avLst/>
              <a:pathLst>
                <a:path w="7370972" h="3416051">
                  <a:moveTo>
                    <a:pt x="1104374" y="0"/>
                  </a:moveTo>
                  <a:lnTo>
                    <a:pt x="1160249" y="121079"/>
                  </a:lnTo>
                  <a:lnTo>
                    <a:pt x="1237883" y="281296"/>
                  </a:lnTo>
                  <a:lnTo>
                    <a:pt x="1315517" y="433880"/>
                  </a:lnTo>
                  <a:lnTo>
                    <a:pt x="1393151" y="579194"/>
                  </a:lnTo>
                  <a:lnTo>
                    <a:pt x="1470785" y="717584"/>
                  </a:lnTo>
                  <a:lnTo>
                    <a:pt x="1548419" y="849381"/>
                  </a:lnTo>
                  <a:lnTo>
                    <a:pt x="1626053" y="974897"/>
                  </a:lnTo>
                  <a:lnTo>
                    <a:pt x="1703687" y="1094434"/>
                  </a:lnTo>
                  <a:lnTo>
                    <a:pt x="1781321" y="1208275"/>
                  </a:lnTo>
                  <a:lnTo>
                    <a:pt x="1858955" y="1316692"/>
                  </a:lnTo>
                  <a:lnTo>
                    <a:pt x="1936589" y="1419943"/>
                  </a:lnTo>
                  <a:lnTo>
                    <a:pt x="2014223" y="1518275"/>
                  </a:lnTo>
                  <a:lnTo>
                    <a:pt x="2091857" y="1611922"/>
                  </a:lnTo>
                  <a:lnTo>
                    <a:pt x="2169491" y="1701107"/>
                  </a:lnTo>
                  <a:lnTo>
                    <a:pt x="2247125" y="1786042"/>
                  </a:lnTo>
                  <a:lnTo>
                    <a:pt x="2324759" y="1866931"/>
                  </a:lnTo>
                  <a:lnTo>
                    <a:pt x="2402393" y="1943966"/>
                  </a:lnTo>
                  <a:lnTo>
                    <a:pt x="2480027" y="2017330"/>
                  </a:lnTo>
                  <a:lnTo>
                    <a:pt x="2557661" y="2087199"/>
                  </a:lnTo>
                  <a:lnTo>
                    <a:pt x="2635295" y="2153739"/>
                  </a:lnTo>
                  <a:lnTo>
                    <a:pt x="2712930" y="2217108"/>
                  </a:lnTo>
                  <a:lnTo>
                    <a:pt x="2790564" y="2277458"/>
                  </a:lnTo>
                  <a:lnTo>
                    <a:pt x="2868198" y="2334933"/>
                  </a:lnTo>
                  <a:lnTo>
                    <a:pt x="2945832" y="2389669"/>
                  </a:lnTo>
                  <a:lnTo>
                    <a:pt x="3023466" y="2441798"/>
                  </a:lnTo>
                  <a:lnTo>
                    <a:pt x="3101100" y="2491442"/>
                  </a:lnTo>
                  <a:lnTo>
                    <a:pt x="3178734" y="2538722"/>
                  </a:lnTo>
                  <a:lnTo>
                    <a:pt x="3256368" y="2583748"/>
                  </a:lnTo>
                  <a:lnTo>
                    <a:pt x="3334002" y="2626629"/>
                  </a:lnTo>
                  <a:lnTo>
                    <a:pt x="3411636" y="2648772"/>
                  </a:lnTo>
                  <a:lnTo>
                    <a:pt x="3489270" y="2631756"/>
                  </a:lnTo>
                  <a:lnTo>
                    <a:pt x="3566904" y="2614393"/>
                  </a:lnTo>
                  <a:lnTo>
                    <a:pt x="3644538" y="2596676"/>
                  </a:lnTo>
                  <a:lnTo>
                    <a:pt x="3722172" y="2578598"/>
                  </a:lnTo>
                  <a:lnTo>
                    <a:pt x="3799806" y="2560152"/>
                  </a:lnTo>
                  <a:lnTo>
                    <a:pt x="3877440" y="2541329"/>
                  </a:lnTo>
                  <a:lnTo>
                    <a:pt x="3955074" y="2522123"/>
                  </a:lnTo>
                  <a:lnTo>
                    <a:pt x="4032708" y="2502526"/>
                  </a:lnTo>
                  <a:lnTo>
                    <a:pt x="4110342" y="2482529"/>
                  </a:lnTo>
                  <a:lnTo>
                    <a:pt x="4187976" y="2462125"/>
                  </a:lnTo>
                  <a:lnTo>
                    <a:pt x="4265610" y="2441305"/>
                  </a:lnTo>
                  <a:lnTo>
                    <a:pt x="4343244" y="2420061"/>
                  </a:lnTo>
                  <a:lnTo>
                    <a:pt x="4420879" y="2398384"/>
                  </a:lnTo>
                  <a:lnTo>
                    <a:pt x="4498513" y="2376265"/>
                  </a:lnTo>
                  <a:lnTo>
                    <a:pt x="4576147" y="2353695"/>
                  </a:lnTo>
                  <a:lnTo>
                    <a:pt x="4653781" y="2330665"/>
                  </a:lnTo>
                  <a:lnTo>
                    <a:pt x="4731415" y="2307166"/>
                  </a:lnTo>
                  <a:lnTo>
                    <a:pt x="4809049" y="2283188"/>
                  </a:lnTo>
                  <a:lnTo>
                    <a:pt x="4886683" y="2258721"/>
                  </a:lnTo>
                  <a:lnTo>
                    <a:pt x="4964317" y="2233756"/>
                  </a:lnTo>
                  <a:lnTo>
                    <a:pt x="5041951" y="2208282"/>
                  </a:lnTo>
                  <a:lnTo>
                    <a:pt x="5119585" y="2182289"/>
                  </a:lnTo>
                  <a:lnTo>
                    <a:pt x="5197219" y="2155766"/>
                  </a:lnTo>
                  <a:lnTo>
                    <a:pt x="5274853" y="2128703"/>
                  </a:lnTo>
                  <a:lnTo>
                    <a:pt x="5352487" y="2101088"/>
                  </a:lnTo>
                  <a:lnTo>
                    <a:pt x="5430121" y="2072910"/>
                  </a:lnTo>
                  <a:lnTo>
                    <a:pt x="5507755" y="2044158"/>
                  </a:lnTo>
                  <a:lnTo>
                    <a:pt x="5585389" y="2014820"/>
                  </a:lnTo>
                  <a:lnTo>
                    <a:pt x="5663023" y="1984884"/>
                  </a:lnTo>
                  <a:lnTo>
                    <a:pt x="5740657" y="1954338"/>
                  </a:lnTo>
                  <a:lnTo>
                    <a:pt x="5818291" y="1923170"/>
                  </a:lnTo>
                  <a:lnTo>
                    <a:pt x="5895925" y="1891366"/>
                  </a:lnTo>
                  <a:lnTo>
                    <a:pt x="5973559" y="1858914"/>
                  </a:lnTo>
                  <a:lnTo>
                    <a:pt x="6051193" y="1825801"/>
                  </a:lnTo>
                  <a:lnTo>
                    <a:pt x="6128827" y="1792013"/>
                  </a:lnTo>
                  <a:lnTo>
                    <a:pt x="6206462" y="1757537"/>
                  </a:lnTo>
                  <a:lnTo>
                    <a:pt x="6284096" y="1722358"/>
                  </a:lnTo>
                  <a:lnTo>
                    <a:pt x="6361730" y="1686462"/>
                  </a:lnTo>
                  <a:lnTo>
                    <a:pt x="6439364" y="1649834"/>
                  </a:lnTo>
                  <a:lnTo>
                    <a:pt x="6516998" y="1612460"/>
                  </a:lnTo>
                  <a:lnTo>
                    <a:pt x="6594632" y="1574325"/>
                  </a:lnTo>
                  <a:lnTo>
                    <a:pt x="6672266" y="1535412"/>
                  </a:lnTo>
                  <a:lnTo>
                    <a:pt x="6749900" y="1495706"/>
                  </a:lnTo>
                  <a:lnTo>
                    <a:pt x="6827534" y="1455191"/>
                  </a:lnTo>
                  <a:lnTo>
                    <a:pt x="6905168" y="1413850"/>
                  </a:lnTo>
                  <a:lnTo>
                    <a:pt x="6982802" y="1371667"/>
                  </a:lnTo>
                  <a:lnTo>
                    <a:pt x="7060436" y="1328624"/>
                  </a:lnTo>
                  <a:lnTo>
                    <a:pt x="7138070" y="1284704"/>
                  </a:lnTo>
                  <a:lnTo>
                    <a:pt x="7215704" y="1239889"/>
                  </a:lnTo>
                  <a:lnTo>
                    <a:pt x="7293338" y="1194160"/>
                  </a:lnTo>
                  <a:lnTo>
                    <a:pt x="7370972" y="1147500"/>
                  </a:lnTo>
                  <a:lnTo>
                    <a:pt x="7370972" y="3416051"/>
                  </a:lnTo>
                  <a:lnTo>
                    <a:pt x="7293338" y="3412664"/>
                  </a:lnTo>
                  <a:lnTo>
                    <a:pt x="7215704" y="3409108"/>
                  </a:lnTo>
                  <a:lnTo>
                    <a:pt x="7138070" y="3405374"/>
                  </a:lnTo>
                  <a:lnTo>
                    <a:pt x="7060436" y="3401453"/>
                  </a:lnTo>
                  <a:lnTo>
                    <a:pt x="6982802" y="3397336"/>
                  </a:lnTo>
                  <a:lnTo>
                    <a:pt x="6905168" y="3393013"/>
                  </a:lnTo>
                  <a:lnTo>
                    <a:pt x="6827534" y="3388473"/>
                  </a:lnTo>
                  <a:lnTo>
                    <a:pt x="6749900" y="3383707"/>
                  </a:lnTo>
                  <a:lnTo>
                    <a:pt x="6672266" y="3378702"/>
                  </a:lnTo>
                  <a:lnTo>
                    <a:pt x="6594632" y="3373447"/>
                  </a:lnTo>
                  <a:lnTo>
                    <a:pt x="6516998" y="3367928"/>
                  </a:lnTo>
                  <a:lnTo>
                    <a:pt x="6439364" y="3362134"/>
                  </a:lnTo>
                  <a:lnTo>
                    <a:pt x="6361730" y="3356050"/>
                  </a:lnTo>
                  <a:lnTo>
                    <a:pt x="6284096" y="3349661"/>
                  </a:lnTo>
                  <a:lnTo>
                    <a:pt x="6206462" y="3342953"/>
                  </a:lnTo>
                  <a:lnTo>
                    <a:pt x="6128827" y="3335909"/>
                  </a:lnTo>
                  <a:lnTo>
                    <a:pt x="6051193" y="3328513"/>
                  </a:lnTo>
                  <a:lnTo>
                    <a:pt x="5973559" y="3320747"/>
                  </a:lnTo>
                  <a:lnTo>
                    <a:pt x="5895925" y="3312592"/>
                  </a:lnTo>
                  <a:lnTo>
                    <a:pt x="5818291" y="3304029"/>
                  </a:lnTo>
                  <a:lnTo>
                    <a:pt x="5740657" y="3295038"/>
                  </a:lnTo>
                  <a:lnTo>
                    <a:pt x="5663023" y="3285597"/>
                  </a:lnTo>
                  <a:lnTo>
                    <a:pt x="5585389" y="3275683"/>
                  </a:lnTo>
                  <a:lnTo>
                    <a:pt x="5507755" y="3265274"/>
                  </a:lnTo>
                  <a:lnTo>
                    <a:pt x="5430121" y="3254344"/>
                  </a:lnTo>
                  <a:lnTo>
                    <a:pt x="5352487" y="3242867"/>
                  </a:lnTo>
                  <a:lnTo>
                    <a:pt x="5274853" y="3230816"/>
                  </a:lnTo>
                  <a:lnTo>
                    <a:pt x="5197219" y="3218162"/>
                  </a:lnTo>
                  <a:lnTo>
                    <a:pt x="5119585" y="3204875"/>
                  </a:lnTo>
                  <a:lnTo>
                    <a:pt x="5041951" y="3190923"/>
                  </a:lnTo>
                  <a:lnTo>
                    <a:pt x="4964317" y="3176273"/>
                  </a:lnTo>
                  <a:lnTo>
                    <a:pt x="4886683" y="3160890"/>
                  </a:lnTo>
                  <a:lnTo>
                    <a:pt x="4809049" y="3144738"/>
                  </a:lnTo>
                  <a:lnTo>
                    <a:pt x="4731415" y="3127778"/>
                  </a:lnTo>
                  <a:lnTo>
                    <a:pt x="4653781" y="3109969"/>
                  </a:lnTo>
                  <a:lnTo>
                    <a:pt x="4576147" y="3091269"/>
                  </a:lnTo>
                  <a:lnTo>
                    <a:pt x="4498513" y="3071633"/>
                  </a:lnTo>
                  <a:lnTo>
                    <a:pt x="4420879" y="3051015"/>
                  </a:lnTo>
                  <a:lnTo>
                    <a:pt x="4343244" y="3029366"/>
                  </a:lnTo>
                  <a:lnTo>
                    <a:pt x="4265610" y="3006633"/>
                  </a:lnTo>
                  <a:lnTo>
                    <a:pt x="4187976" y="2982764"/>
                  </a:lnTo>
                  <a:lnTo>
                    <a:pt x="4110342" y="2957700"/>
                  </a:lnTo>
                  <a:lnTo>
                    <a:pt x="4032708" y="2931382"/>
                  </a:lnTo>
                  <a:lnTo>
                    <a:pt x="3955074" y="2903747"/>
                  </a:lnTo>
                  <a:lnTo>
                    <a:pt x="3877440" y="2874730"/>
                  </a:lnTo>
                  <a:lnTo>
                    <a:pt x="3799806" y="2844261"/>
                  </a:lnTo>
                  <a:lnTo>
                    <a:pt x="3722172" y="2812268"/>
                  </a:lnTo>
                  <a:lnTo>
                    <a:pt x="3644538" y="2778674"/>
                  </a:lnTo>
                  <a:lnTo>
                    <a:pt x="3566904" y="2743399"/>
                  </a:lnTo>
                  <a:lnTo>
                    <a:pt x="3489270" y="2706360"/>
                  </a:lnTo>
                  <a:lnTo>
                    <a:pt x="3411636" y="2667468"/>
                  </a:lnTo>
                  <a:lnTo>
                    <a:pt x="3334002" y="2665449"/>
                  </a:lnTo>
                  <a:lnTo>
                    <a:pt x="3256368" y="2681792"/>
                  </a:lnTo>
                  <a:lnTo>
                    <a:pt x="3178734" y="2697809"/>
                  </a:lnTo>
                  <a:lnTo>
                    <a:pt x="3101100" y="2713506"/>
                  </a:lnTo>
                  <a:lnTo>
                    <a:pt x="3023466" y="2728889"/>
                  </a:lnTo>
                  <a:lnTo>
                    <a:pt x="2945832" y="2743966"/>
                  </a:lnTo>
                  <a:lnTo>
                    <a:pt x="2868198" y="2758741"/>
                  </a:lnTo>
                  <a:lnTo>
                    <a:pt x="2790564" y="2773221"/>
                  </a:lnTo>
                  <a:lnTo>
                    <a:pt x="2712930" y="2787412"/>
                  </a:lnTo>
                  <a:lnTo>
                    <a:pt x="2635295" y="2801319"/>
                  </a:lnTo>
                  <a:lnTo>
                    <a:pt x="2557661" y="2814949"/>
                  </a:lnTo>
                  <a:lnTo>
                    <a:pt x="2480027" y="2828306"/>
                  </a:lnTo>
                  <a:lnTo>
                    <a:pt x="2402393" y="2841397"/>
                  </a:lnTo>
                  <a:lnTo>
                    <a:pt x="2324759" y="2854226"/>
                  </a:lnTo>
                  <a:lnTo>
                    <a:pt x="2247125" y="2866799"/>
                  </a:lnTo>
                  <a:lnTo>
                    <a:pt x="2169491" y="2879121"/>
                  </a:lnTo>
                  <a:lnTo>
                    <a:pt x="2091857" y="2891197"/>
                  </a:lnTo>
                  <a:lnTo>
                    <a:pt x="2014223" y="2903032"/>
                  </a:lnTo>
                  <a:lnTo>
                    <a:pt x="1936589" y="2914630"/>
                  </a:lnTo>
                  <a:lnTo>
                    <a:pt x="1858955" y="2925997"/>
                  </a:lnTo>
                  <a:lnTo>
                    <a:pt x="1781321" y="2937136"/>
                  </a:lnTo>
                  <a:lnTo>
                    <a:pt x="1703687" y="2948053"/>
                  </a:lnTo>
                  <a:lnTo>
                    <a:pt x="1626053" y="2958752"/>
                  </a:lnTo>
                  <a:lnTo>
                    <a:pt x="1548419" y="2969238"/>
                  </a:lnTo>
                  <a:lnTo>
                    <a:pt x="1470785" y="2979514"/>
                  </a:lnTo>
                  <a:lnTo>
                    <a:pt x="1393151" y="2989584"/>
                  </a:lnTo>
                  <a:lnTo>
                    <a:pt x="1315517" y="2999454"/>
                  </a:lnTo>
                  <a:lnTo>
                    <a:pt x="1237883" y="3009126"/>
                  </a:lnTo>
                  <a:lnTo>
                    <a:pt x="1160249" y="3018606"/>
                  </a:lnTo>
                  <a:lnTo>
                    <a:pt x="1082615" y="3027896"/>
                  </a:lnTo>
                  <a:lnTo>
                    <a:pt x="1004981" y="3037000"/>
                  </a:lnTo>
                  <a:lnTo>
                    <a:pt x="927346" y="3045923"/>
                  </a:lnTo>
                  <a:lnTo>
                    <a:pt x="849712" y="3054667"/>
                  </a:lnTo>
                  <a:lnTo>
                    <a:pt x="772078" y="3063237"/>
                  </a:lnTo>
                  <a:lnTo>
                    <a:pt x="694444" y="3071635"/>
                  </a:lnTo>
                  <a:lnTo>
                    <a:pt x="616810" y="3079866"/>
                  </a:lnTo>
                  <a:lnTo>
                    <a:pt x="539176" y="3087933"/>
                  </a:lnTo>
                  <a:lnTo>
                    <a:pt x="461542" y="3095838"/>
                  </a:lnTo>
                  <a:lnTo>
                    <a:pt x="383908" y="3103585"/>
                  </a:lnTo>
                  <a:lnTo>
                    <a:pt x="306274" y="3111178"/>
                  </a:lnTo>
                  <a:lnTo>
                    <a:pt x="228640" y="3118619"/>
                  </a:lnTo>
                  <a:lnTo>
                    <a:pt x="151006" y="3125912"/>
                  </a:lnTo>
                  <a:lnTo>
                    <a:pt x="73372" y="3133058"/>
                  </a:lnTo>
                  <a:lnTo>
                    <a:pt x="0" y="31396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1892" y="2073503"/>
              <a:ext cx="6266597" cy="2648772"/>
            </a:xfrm>
            <a:custGeom>
              <a:avLst/>
              <a:pathLst>
                <a:path w="6266597" h="2648772">
                  <a:moveTo>
                    <a:pt x="0" y="0"/>
                  </a:moveTo>
                  <a:lnTo>
                    <a:pt x="55874" y="121079"/>
                  </a:lnTo>
                  <a:lnTo>
                    <a:pt x="133508" y="281296"/>
                  </a:lnTo>
                  <a:lnTo>
                    <a:pt x="211142" y="433880"/>
                  </a:lnTo>
                  <a:lnTo>
                    <a:pt x="288776" y="579194"/>
                  </a:lnTo>
                  <a:lnTo>
                    <a:pt x="366410" y="717584"/>
                  </a:lnTo>
                  <a:lnTo>
                    <a:pt x="444044" y="849381"/>
                  </a:lnTo>
                  <a:lnTo>
                    <a:pt x="521678" y="974897"/>
                  </a:lnTo>
                  <a:lnTo>
                    <a:pt x="599312" y="1094434"/>
                  </a:lnTo>
                  <a:lnTo>
                    <a:pt x="676946" y="1208275"/>
                  </a:lnTo>
                  <a:lnTo>
                    <a:pt x="754580" y="1316692"/>
                  </a:lnTo>
                  <a:lnTo>
                    <a:pt x="832214" y="1419943"/>
                  </a:lnTo>
                  <a:lnTo>
                    <a:pt x="909848" y="1518275"/>
                  </a:lnTo>
                  <a:lnTo>
                    <a:pt x="987482" y="1611922"/>
                  </a:lnTo>
                  <a:lnTo>
                    <a:pt x="1065116" y="1701107"/>
                  </a:lnTo>
                  <a:lnTo>
                    <a:pt x="1142750" y="1786042"/>
                  </a:lnTo>
                  <a:lnTo>
                    <a:pt x="1220384" y="1866931"/>
                  </a:lnTo>
                  <a:lnTo>
                    <a:pt x="1298018" y="1943966"/>
                  </a:lnTo>
                  <a:lnTo>
                    <a:pt x="1375652" y="2017330"/>
                  </a:lnTo>
                  <a:lnTo>
                    <a:pt x="1453287" y="2087199"/>
                  </a:lnTo>
                  <a:lnTo>
                    <a:pt x="1530921" y="2153739"/>
                  </a:lnTo>
                  <a:lnTo>
                    <a:pt x="1608555" y="2217108"/>
                  </a:lnTo>
                  <a:lnTo>
                    <a:pt x="1686189" y="2277458"/>
                  </a:lnTo>
                  <a:lnTo>
                    <a:pt x="1763823" y="2334933"/>
                  </a:lnTo>
                  <a:lnTo>
                    <a:pt x="1841457" y="2389669"/>
                  </a:lnTo>
                  <a:lnTo>
                    <a:pt x="1919091" y="2441798"/>
                  </a:lnTo>
                  <a:lnTo>
                    <a:pt x="1996725" y="2491442"/>
                  </a:lnTo>
                  <a:lnTo>
                    <a:pt x="2074359" y="2538722"/>
                  </a:lnTo>
                  <a:lnTo>
                    <a:pt x="2151993" y="2583748"/>
                  </a:lnTo>
                  <a:lnTo>
                    <a:pt x="2229627" y="2626629"/>
                  </a:lnTo>
                  <a:lnTo>
                    <a:pt x="2307261" y="2648772"/>
                  </a:lnTo>
                  <a:lnTo>
                    <a:pt x="2384895" y="2631756"/>
                  </a:lnTo>
                  <a:lnTo>
                    <a:pt x="2462529" y="2614393"/>
                  </a:lnTo>
                  <a:lnTo>
                    <a:pt x="2540163" y="2596676"/>
                  </a:lnTo>
                  <a:lnTo>
                    <a:pt x="2617797" y="2578598"/>
                  </a:lnTo>
                  <a:lnTo>
                    <a:pt x="2695431" y="2560152"/>
                  </a:lnTo>
                  <a:lnTo>
                    <a:pt x="2773065" y="2541329"/>
                  </a:lnTo>
                  <a:lnTo>
                    <a:pt x="2850699" y="2522123"/>
                  </a:lnTo>
                  <a:lnTo>
                    <a:pt x="2928333" y="2502526"/>
                  </a:lnTo>
                  <a:lnTo>
                    <a:pt x="3005967" y="2482529"/>
                  </a:lnTo>
                  <a:lnTo>
                    <a:pt x="3083601" y="2462125"/>
                  </a:lnTo>
                  <a:lnTo>
                    <a:pt x="3161236" y="2441305"/>
                  </a:lnTo>
                  <a:lnTo>
                    <a:pt x="3238870" y="2420061"/>
                  </a:lnTo>
                  <a:lnTo>
                    <a:pt x="3316504" y="2398384"/>
                  </a:lnTo>
                  <a:lnTo>
                    <a:pt x="3394138" y="2376265"/>
                  </a:lnTo>
                  <a:lnTo>
                    <a:pt x="3471772" y="2353695"/>
                  </a:lnTo>
                  <a:lnTo>
                    <a:pt x="3549406" y="2330665"/>
                  </a:lnTo>
                  <a:lnTo>
                    <a:pt x="3627040" y="2307166"/>
                  </a:lnTo>
                  <a:lnTo>
                    <a:pt x="3704674" y="2283188"/>
                  </a:lnTo>
                  <a:lnTo>
                    <a:pt x="3782308" y="2258721"/>
                  </a:lnTo>
                  <a:lnTo>
                    <a:pt x="3859942" y="2233756"/>
                  </a:lnTo>
                  <a:lnTo>
                    <a:pt x="3937576" y="2208282"/>
                  </a:lnTo>
                  <a:lnTo>
                    <a:pt x="4015210" y="2182289"/>
                  </a:lnTo>
                  <a:lnTo>
                    <a:pt x="4092844" y="2155766"/>
                  </a:lnTo>
                  <a:lnTo>
                    <a:pt x="4170478" y="2128703"/>
                  </a:lnTo>
                  <a:lnTo>
                    <a:pt x="4248112" y="2101088"/>
                  </a:lnTo>
                  <a:lnTo>
                    <a:pt x="4325746" y="2072910"/>
                  </a:lnTo>
                  <a:lnTo>
                    <a:pt x="4403380" y="2044158"/>
                  </a:lnTo>
                  <a:lnTo>
                    <a:pt x="4481014" y="2014820"/>
                  </a:lnTo>
                  <a:lnTo>
                    <a:pt x="4558648" y="1984884"/>
                  </a:lnTo>
                  <a:lnTo>
                    <a:pt x="4636282" y="1954338"/>
                  </a:lnTo>
                  <a:lnTo>
                    <a:pt x="4713916" y="1923170"/>
                  </a:lnTo>
                  <a:lnTo>
                    <a:pt x="4791550" y="1891366"/>
                  </a:lnTo>
                  <a:lnTo>
                    <a:pt x="4869185" y="1858914"/>
                  </a:lnTo>
                  <a:lnTo>
                    <a:pt x="4946819" y="1825801"/>
                  </a:lnTo>
                  <a:lnTo>
                    <a:pt x="5024453" y="1792013"/>
                  </a:lnTo>
                  <a:lnTo>
                    <a:pt x="5102087" y="1757537"/>
                  </a:lnTo>
                  <a:lnTo>
                    <a:pt x="5179721" y="1722358"/>
                  </a:lnTo>
                  <a:lnTo>
                    <a:pt x="5257355" y="1686462"/>
                  </a:lnTo>
                  <a:lnTo>
                    <a:pt x="5334989" y="1649834"/>
                  </a:lnTo>
                  <a:lnTo>
                    <a:pt x="5412623" y="1612460"/>
                  </a:lnTo>
                  <a:lnTo>
                    <a:pt x="5490257" y="1574325"/>
                  </a:lnTo>
                  <a:lnTo>
                    <a:pt x="5567891" y="1535412"/>
                  </a:lnTo>
                  <a:lnTo>
                    <a:pt x="5645525" y="1495706"/>
                  </a:lnTo>
                  <a:lnTo>
                    <a:pt x="5723159" y="1455191"/>
                  </a:lnTo>
                  <a:lnTo>
                    <a:pt x="5800793" y="1413850"/>
                  </a:lnTo>
                  <a:lnTo>
                    <a:pt x="5878427" y="1371667"/>
                  </a:lnTo>
                  <a:lnTo>
                    <a:pt x="5956061" y="1328624"/>
                  </a:lnTo>
                  <a:lnTo>
                    <a:pt x="6033695" y="1284704"/>
                  </a:lnTo>
                  <a:lnTo>
                    <a:pt x="6111329" y="1239889"/>
                  </a:lnTo>
                  <a:lnTo>
                    <a:pt x="6188963" y="1194160"/>
                  </a:lnTo>
                  <a:lnTo>
                    <a:pt x="6266597" y="1147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8952"/>
              <a:ext cx="7370972" cy="750602"/>
            </a:xfrm>
            <a:custGeom>
              <a:avLst/>
              <a:pathLst>
                <a:path w="7370972" h="750602">
                  <a:moveTo>
                    <a:pt x="7370972" y="750602"/>
                  </a:moveTo>
                  <a:lnTo>
                    <a:pt x="7293338" y="747215"/>
                  </a:lnTo>
                  <a:lnTo>
                    <a:pt x="7215704" y="743659"/>
                  </a:lnTo>
                  <a:lnTo>
                    <a:pt x="7138070" y="739925"/>
                  </a:lnTo>
                  <a:lnTo>
                    <a:pt x="7060436" y="736004"/>
                  </a:lnTo>
                  <a:lnTo>
                    <a:pt x="6982802" y="731887"/>
                  </a:lnTo>
                  <a:lnTo>
                    <a:pt x="6905168" y="727564"/>
                  </a:lnTo>
                  <a:lnTo>
                    <a:pt x="6827534" y="723024"/>
                  </a:lnTo>
                  <a:lnTo>
                    <a:pt x="6749900" y="718258"/>
                  </a:lnTo>
                  <a:lnTo>
                    <a:pt x="6672266" y="713253"/>
                  </a:lnTo>
                  <a:lnTo>
                    <a:pt x="6594632" y="707998"/>
                  </a:lnTo>
                  <a:lnTo>
                    <a:pt x="6516998" y="702479"/>
                  </a:lnTo>
                  <a:lnTo>
                    <a:pt x="6439364" y="696685"/>
                  </a:lnTo>
                  <a:lnTo>
                    <a:pt x="6361730" y="690601"/>
                  </a:lnTo>
                  <a:lnTo>
                    <a:pt x="6284096" y="684212"/>
                  </a:lnTo>
                  <a:lnTo>
                    <a:pt x="6206462" y="677504"/>
                  </a:lnTo>
                  <a:lnTo>
                    <a:pt x="6128827" y="670460"/>
                  </a:lnTo>
                  <a:lnTo>
                    <a:pt x="6051193" y="663064"/>
                  </a:lnTo>
                  <a:lnTo>
                    <a:pt x="5973559" y="655298"/>
                  </a:lnTo>
                  <a:lnTo>
                    <a:pt x="5895925" y="647143"/>
                  </a:lnTo>
                  <a:lnTo>
                    <a:pt x="5818291" y="638580"/>
                  </a:lnTo>
                  <a:lnTo>
                    <a:pt x="5740657" y="629589"/>
                  </a:lnTo>
                  <a:lnTo>
                    <a:pt x="5663023" y="620148"/>
                  </a:lnTo>
                  <a:lnTo>
                    <a:pt x="5585389" y="610234"/>
                  </a:lnTo>
                  <a:lnTo>
                    <a:pt x="5507755" y="599825"/>
                  </a:lnTo>
                  <a:lnTo>
                    <a:pt x="5430121" y="588895"/>
                  </a:lnTo>
                  <a:lnTo>
                    <a:pt x="5352487" y="577418"/>
                  </a:lnTo>
                  <a:lnTo>
                    <a:pt x="5274853" y="565367"/>
                  </a:lnTo>
                  <a:lnTo>
                    <a:pt x="5197219" y="552713"/>
                  </a:lnTo>
                  <a:lnTo>
                    <a:pt x="5119585" y="539426"/>
                  </a:lnTo>
                  <a:lnTo>
                    <a:pt x="5041951" y="525474"/>
                  </a:lnTo>
                  <a:lnTo>
                    <a:pt x="4964317" y="510824"/>
                  </a:lnTo>
                  <a:lnTo>
                    <a:pt x="4886683" y="495441"/>
                  </a:lnTo>
                  <a:lnTo>
                    <a:pt x="4809049" y="479289"/>
                  </a:lnTo>
                  <a:lnTo>
                    <a:pt x="4731415" y="462329"/>
                  </a:lnTo>
                  <a:lnTo>
                    <a:pt x="4653781" y="444520"/>
                  </a:lnTo>
                  <a:lnTo>
                    <a:pt x="4576147" y="425820"/>
                  </a:lnTo>
                  <a:lnTo>
                    <a:pt x="4498513" y="406184"/>
                  </a:lnTo>
                  <a:lnTo>
                    <a:pt x="4420879" y="385566"/>
                  </a:lnTo>
                  <a:lnTo>
                    <a:pt x="4343244" y="363917"/>
                  </a:lnTo>
                  <a:lnTo>
                    <a:pt x="4265610" y="341184"/>
                  </a:lnTo>
                  <a:lnTo>
                    <a:pt x="4187976" y="317314"/>
                  </a:lnTo>
                  <a:lnTo>
                    <a:pt x="4110342" y="292250"/>
                  </a:lnTo>
                  <a:lnTo>
                    <a:pt x="4032708" y="265933"/>
                  </a:lnTo>
                  <a:lnTo>
                    <a:pt x="3955074" y="238298"/>
                  </a:lnTo>
                  <a:lnTo>
                    <a:pt x="3877440" y="209281"/>
                  </a:lnTo>
                  <a:lnTo>
                    <a:pt x="3799806" y="178812"/>
                  </a:lnTo>
                  <a:lnTo>
                    <a:pt x="3722172" y="146819"/>
                  </a:lnTo>
                  <a:lnTo>
                    <a:pt x="3644538" y="113225"/>
                  </a:lnTo>
                  <a:lnTo>
                    <a:pt x="3566904" y="77950"/>
                  </a:lnTo>
                  <a:lnTo>
                    <a:pt x="3489270" y="40911"/>
                  </a:lnTo>
                  <a:lnTo>
                    <a:pt x="3411636" y="2019"/>
                  </a:lnTo>
                  <a:lnTo>
                    <a:pt x="3334002" y="0"/>
                  </a:lnTo>
                  <a:lnTo>
                    <a:pt x="3256368" y="16343"/>
                  </a:lnTo>
                  <a:lnTo>
                    <a:pt x="3178734" y="32360"/>
                  </a:lnTo>
                  <a:lnTo>
                    <a:pt x="3101100" y="48057"/>
                  </a:lnTo>
                  <a:lnTo>
                    <a:pt x="3023466" y="63440"/>
                  </a:lnTo>
                  <a:lnTo>
                    <a:pt x="2945832" y="78517"/>
                  </a:lnTo>
                  <a:lnTo>
                    <a:pt x="2868198" y="93292"/>
                  </a:lnTo>
                  <a:lnTo>
                    <a:pt x="2790564" y="107772"/>
                  </a:lnTo>
                  <a:lnTo>
                    <a:pt x="2712930" y="121963"/>
                  </a:lnTo>
                  <a:lnTo>
                    <a:pt x="2635295" y="135870"/>
                  </a:lnTo>
                  <a:lnTo>
                    <a:pt x="2557661" y="149500"/>
                  </a:lnTo>
                  <a:lnTo>
                    <a:pt x="2480027" y="162857"/>
                  </a:lnTo>
                  <a:lnTo>
                    <a:pt x="2402393" y="175948"/>
                  </a:lnTo>
                  <a:lnTo>
                    <a:pt x="2324759" y="188777"/>
                  </a:lnTo>
                  <a:lnTo>
                    <a:pt x="2247125" y="201350"/>
                  </a:lnTo>
                  <a:lnTo>
                    <a:pt x="2169491" y="213672"/>
                  </a:lnTo>
                  <a:lnTo>
                    <a:pt x="2091857" y="225748"/>
                  </a:lnTo>
                  <a:lnTo>
                    <a:pt x="2014223" y="237583"/>
                  </a:lnTo>
                  <a:lnTo>
                    <a:pt x="1936589" y="249181"/>
                  </a:lnTo>
                  <a:lnTo>
                    <a:pt x="1858955" y="260547"/>
                  </a:lnTo>
                  <a:lnTo>
                    <a:pt x="1781321" y="271687"/>
                  </a:lnTo>
                  <a:lnTo>
                    <a:pt x="1703687" y="282604"/>
                  </a:lnTo>
                  <a:lnTo>
                    <a:pt x="1626053" y="293303"/>
                  </a:lnTo>
                  <a:lnTo>
                    <a:pt x="1548419" y="303789"/>
                  </a:lnTo>
                  <a:lnTo>
                    <a:pt x="1470785" y="314065"/>
                  </a:lnTo>
                  <a:lnTo>
                    <a:pt x="1393151" y="324135"/>
                  </a:lnTo>
                  <a:lnTo>
                    <a:pt x="1315517" y="334005"/>
                  </a:lnTo>
                  <a:lnTo>
                    <a:pt x="1237883" y="343677"/>
                  </a:lnTo>
                  <a:lnTo>
                    <a:pt x="1160249" y="353157"/>
                  </a:lnTo>
                  <a:lnTo>
                    <a:pt x="1082615" y="362447"/>
                  </a:lnTo>
                  <a:lnTo>
                    <a:pt x="1004981" y="371551"/>
                  </a:lnTo>
                  <a:lnTo>
                    <a:pt x="927346" y="380474"/>
                  </a:lnTo>
                  <a:lnTo>
                    <a:pt x="849712" y="389218"/>
                  </a:lnTo>
                  <a:lnTo>
                    <a:pt x="772078" y="397788"/>
                  </a:lnTo>
                  <a:lnTo>
                    <a:pt x="694444" y="406186"/>
                  </a:lnTo>
                  <a:lnTo>
                    <a:pt x="616810" y="414417"/>
                  </a:lnTo>
                  <a:lnTo>
                    <a:pt x="539176" y="422483"/>
                  </a:lnTo>
                  <a:lnTo>
                    <a:pt x="461542" y="430389"/>
                  </a:lnTo>
                  <a:lnTo>
                    <a:pt x="383908" y="438136"/>
                  </a:lnTo>
                  <a:lnTo>
                    <a:pt x="306274" y="445729"/>
                  </a:lnTo>
                  <a:lnTo>
                    <a:pt x="228640" y="453170"/>
                  </a:lnTo>
                  <a:lnTo>
                    <a:pt x="151006" y="460463"/>
                  </a:lnTo>
                  <a:lnTo>
                    <a:pt x="73372" y="467609"/>
                  </a:lnTo>
                  <a:lnTo>
                    <a:pt x="0" y="474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8097"/>
              <a:ext cx="7370972" cy="1151468"/>
            </a:xfrm>
            <a:custGeom>
              <a:avLst/>
              <a:pathLst>
                <a:path w="7370972" h="1151468">
                  <a:moveTo>
                    <a:pt x="0" y="0"/>
                  </a:moveTo>
                  <a:lnTo>
                    <a:pt x="73372" y="20835"/>
                  </a:lnTo>
                  <a:lnTo>
                    <a:pt x="151006" y="42568"/>
                  </a:lnTo>
                  <a:lnTo>
                    <a:pt x="228640" y="63991"/>
                  </a:lnTo>
                  <a:lnTo>
                    <a:pt x="306274" y="85110"/>
                  </a:lnTo>
                  <a:lnTo>
                    <a:pt x="383908" y="105929"/>
                  </a:lnTo>
                  <a:lnTo>
                    <a:pt x="461542" y="126451"/>
                  </a:lnTo>
                  <a:lnTo>
                    <a:pt x="539176" y="146682"/>
                  </a:lnTo>
                  <a:lnTo>
                    <a:pt x="616810" y="166625"/>
                  </a:lnTo>
                  <a:lnTo>
                    <a:pt x="694444" y="186284"/>
                  </a:lnTo>
                  <a:lnTo>
                    <a:pt x="772078" y="205664"/>
                  </a:lnTo>
                  <a:lnTo>
                    <a:pt x="849712" y="224768"/>
                  </a:lnTo>
                  <a:lnTo>
                    <a:pt x="927346" y="243601"/>
                  </a:lnTo>
                  <a:lnTo>
                    <a:pt x="1004981" y="262165"/>
                  </a:lnTo>
                  <a:lnTo>
                    <a:pt x="1082615" y="280466"/>
                  </a:lnTo>
                  <a:lnTo>
                    <a:pt x="1160249" y="298507"/>
                  </a:lnTo>
                  <a:lnTo>
                    <a:pt x="1237883" y="316291"/>
                  </a:lnTo>
                  <a:lnTo>
                    <a:pt x="1315517" y="333822"/>
                  </a:lnTo>
                  <a:lnTo>
                    <a:pt x="1393151" y="351104"/>
                  </a:lnTo>
                  <a:lnTo>
                    <a:pt x="1470785" y="368140"/>
                  </a:lnTo>
                  <a:lnTo>
                    <a:pt x="1548419" y="384934"/>
                  </a:lnTo>
                  <a:lnTo>
                    <a:pt x="1626053" y="401489"/>
                  </a:lnTo>
                  <a:lnTo>
                    <a:pt x="1703687" y="417808"/>
                  </a:lnTo>
                  <a:lnTo>
                    <a:pt x="1781321" y="433896"/>
                  </a:lnTo>
                  <a:lnTo>
                    <a:pt x="1858955" y="449755"/>
                  </a:lnTo>
                  <a:lnTo>
                    <a:pt x="1936589" y="465388"/>
                  </a:lnTo>
                  <a:lnTo>
                    <a:pt x="2014223" y="480799"/>
                  </a:lnTo>
                  <a:lnTo>
                    <a:pt x="2091857" y="495991"/>
                  </a:lnTo>
                  <a:lnTo>
                    <a:pt x="2169491" y="510967"/>
                  </a:lnTo>
                  <a:lnTo>
                    <a:pt x="2247125" y="525730"/>
                  </a:lnTo>
                  <a:lnTo>
                    <a:pt x="2324759" y="540282"/>
                  </a:lnTo>
                  <a:lnTo>
                    <a:pt x="2402393" y="554628"/>
                  </a:lnTo>
                  <a:lnTo>
                    <a:pt x="2480027" y="568770"/>
                  </a:lnTo>
                  <a:lnTo>
                    <a:pt x="2557661" y="582711"/>
                  </a:lnTo>
                  <a:lnTo>
                    <a:pt x="2635295" y="596454"/>
                  </a:lnTo>
                  <a:lnTo>
                    <a:pt x="2712930" y="610001"/>
                  </a:lnTo>
                  <a:lnTo>
                    <a:pt x="2790564" y="623356"/>
                  </a:lnTo>
                  <a:lnTo>
                    <a:pt x="2868198" y="636521"/>
                  </a:lnTo>
                  <a:lnTo>
                    <a:pt x="2945832" y="649498"/>
                  </a:lnTo>
                  <a:lnTo>
                    <a:pt x="3023466" y="662291"/>
                  </a:lnTo>
                  <a:lnTo>
                    <a:pt x="3101100" y="674902"/>
                  </a:lnTo>
                  <a:lnTo>
                    <a:pt x="3178734" y="687334"/>
                  </a:lnTo>
                  <a:lnTo>
                    <a:pt x="3256368" y="699589"/>
                  </a:lnTo>
                  <a:lnTo>
                    <a:pt x="3334002" y="711670"/>
                  </a:lnTo>
                  <a:lnTo>
                    <a:pt x="3411636" y="723578"/>
                  </a:lnTo>
                  <a:lnTo>
                    <a:pt x="3489270" y="735318"/>
                  </a:lnTo>
                  <a:lnTo>
                    <a:pt x="3566904" y="746891"/>
                  </a:lnTo>
                  <a:lnTo>
                    <a:pt x="3644538" y="758299"/>
                  </a:lnTo>
                  <a:lnTo>
                    <a:pt x="3722172" y="769544"/>
                  </a:lnTo>
                  <a:lnTo>
                    <a:pt x="3799806" y="780630"/>
                  </a:lnTo>
                  <a:lnTo>
                    <a:pt x="3877440" y="791559"/>
                  </a:lnTo>
                  <a:lnTo>
                    <a:pt x="3955074" y="802332"/>
                  </a:lnTo>
                  <a:lnTo>
                    <a:pt x="4032708" y="812951"/>
                  </a:lnTo>
                  <a:lnTo>
                    <a:pt x="4110342" y="823420"/>
                  </a:lnTo>
                  <a:lnTo>
                    <a:pt x="4187976" y="833740"/>
                  </a:lnTo>
                  <a:lnTo>
                    <a:pt x="4265610" y="843913"/>
                  </a:lnTo>
                  <a:lnTo>
                    <a:pt x="4343244" y="853941"/>
                  </a:lnTo>
                  <a:lnTo>
                    <a:pt x="4420879" y="863827"/>
                  </a:lnTo>
                  <a:lnTo>
                    <a:pt x="4498513" y="873572"/>
                  </a:lnTo>
                  <a:lnTo>
                    <a:pt x="4576147" y="883179"/>
                  </a:lnTo>
                  <a:lnTo>
                    <a:pt x="4653781" y="892649"/>
                  </a:lnTo>
                  <a:lnTo>
                    <a:pt x="4731415" y="901984"/>
                  </a:lnTo>
                  <a:lnTo>
                    <a:pt x="4809049" y="911187"/>
                  </a:lnTo>
                  <a:lnTo>
                    <a:pt x="4886683" y="920259"/>
                  </a:lnTo>
                  <a:lnTo>
                    <a:pt x="4964317" y="929202"/>
                  </a:lnTo>
                  <a:lnTo>
                    <a:pt x="5041951" y="938017"/>
                  </a:lnTo>
                  <a:lnTo>
                    <a:pt x="5119585" y="946708"/>
                  </a:lnTo>
                  <a:lnTo>
                    <a:pt x="5197219" y="955274"/>
                  </a:lnTo>
                  <a:lnTo>
                    <a:pt x="5274853" y="963719"/>
                  </a:lnTo>
                  <a:lnTo>
                    <a:pt x="5352487" y="972044"/>
                  </a:lnTo>
                  <a:lnTo>
                    <a:pt x="5430121" y="980250"/>
                  </a:lnTo>
                  <a:lnTo>
                    <a:pt x="5507755" y="988340"/>
                  </a:lnTo>
                  <a:lnTo>
                    <a:pt x="5585389" y="996315"/>
                  </a:lnTo>
                  <a:lnTo>
                    <a:pt x="5663023" y="1004176"/>
                  </a:lnTo>
                  <a:lnTo>
                    <a:pt x="5740657" y="1011925"/>
                  </a:lnTo>
                  <a:lnTo>
                    <a:pt x="5818291" y="1019565"/>
                  </a:lnTo>
                  <a:lnTo>
                    <a:pt x="5895925" y="1027095"/>
                  </a:lnTo>
                  <a:lnTo>
                    <a:pt x="5973559" y="1034519"/>
                  </a:lnTo>
                  <a:lnTo>
                    <a:pt x="6051193" y="1041837"/>
                  </a:lnTo>
                  <a:lnTo>
                    <a:pt x="6128827" y="1049051"/>
                  </a:lnTo>
                  <a:lnTo>
                    <a:pt x="6206462" y="1056162"/>
                  </a:lnTo>
                  <a:lnTo>
                    <a:pt x="6284096" y="1063173"/>
                  </a:lnTo>
                  <a:lnTo>
                    <a:pt x="6361730" y="1070083"/>
                  </a:lnTo>
                  <a:lnTo>
                    <a:pt x="6439364" y="1076895"/>
                  </a:lnTo>
                  <a:lnTo>
                    <a:pt x="6516998" y="1083611"/>
                  </a:lnTo>
                  <a:lnTo>
                    <a:pt x="6594632" y="1090231"/>
                  </a:lnTo>
                  <a:lnTo>
                    <a:pt x="6672266" y="1096757"/>
                  </a:lnTo>
                  <a:lnTo>
                    <a:pt x="6749900" y="1103190"/>
                  </a:lnTo>
                  <a:lnTo>
                    <a:pt x="6827534" y="1109531"/>
                  </a:lnTo>
                  <a:lnTo>
                    <a:pt x="6905168" y="1115783"/>
                  </a:lnTo>
                  <a:lnTo>
                    <a:pt x="6982802" y="1121945"/>
                  </a:lnTo>
                  <a:lnTo>
                    <a:pt x="7060436" y="1128020"/>
                  </a:lnTo>
                  <a:lnTo>
                    <a:pt x="7138070" y="1134008"/>
                  </a:lnTo>
                  <a:lnTo>
                    <a:pt x="7215704" y="1139912"/>
                  </a:lnTo>
                  <a:lnTo>
                    <a:pt x="7293338" y="1145731"/>
                  </a:lnTo>
                  <a:lnTo>
                    <a:pt x="7370972" y="11514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2026-06-02T08:49:26Z</dcterms:modified>
  <cp:category/>
</cp:coreProperties>
</file>