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4893"/>
            </a:xfrm>
            <a:custGeom>
              <a:avLst/>
              <a:pathLst>
                <a:path w="7370972" h="3604893">
                  <a:moveTo>
                    <a:pt x="1416149" y="0"/>
                  </a:moveTo>
                  <a:lnTo>
                    <a:pt x="1470785" y="143649"/>
                  </a:lnTo>
                  <a:lnTo>
                    <a:pt x="1548419" y="336546"/>
                  </a:lnTo>
                  <a:lnTo>
                    <a:pt x="1626053" y="518838"/>
                  </a:lnTo>
                  <a:lnTo>
                    <a:pt x="1703687" y="691110"/>
                  </a:lnTo>
                  <a:lnTo>
                    <a:pt x="1781321" y="853912"/>
                  </a:lnTo>
                  <a:lnTo>
                    <a:pt x="1858955" y="1007764"/>
                  </a:lnTo>
                  <a:lnTo>
                    <a:pt x="1936589" y="1153159"/>
                  </a:lnTo>
                  <a:lnTo>
                    <a:pt x="2014223" y="1290561"/>
                  </a:lnTo>
                  <a:lnTo>
                    <a:pt x="2091857" y="1420409"/>
                  </a:lnTo>
                  <a:lnTo>
                    <a:pt x="2169491" y="1543120"/>
                  </a:lnTo>
                  <a:lnTo>
                    <a:pt x="2247125" y="1659085"/>
                  </a:lnTo>
                  <a:lnTo>
                    <a:pt x="2324759" y="1768675"/>
                  </a:lnTo>
                  <a:lnTo>
                    <a:pt x="2402393" y="1872241"/>
                  </a:lnTo>
                  <a:lnTo>
                    <a:pt x="2480027" y="1970113"/>
                  </a:lnTo>
                  <a:lnTo>
                    <a:pt x="2557661" y="2062605"/>
                  </a:lnTo>
                  <a:lnTo>
                    <a:pt x="2635295" y="2150013"/>
                  </a:lnTo>
                  <a:lnTo>
                    <a:pt x="2712930" y="2232616"/>
                  </a:lnTo>
                  <a:lnTo>
                    <a:pt x="2790564" y="2310678"/>
                  </a:lnTo>
                  <a:lnTo>
                    <a:pt x="2868198" y="2384448"/>
                  </a:lnTo>
                  <a:lnTo>
                    <a:pt x="2945832" y="2454164"/>
                  </a:lnTo>
                  <a:lnTo>
                    <a:pt x="3023466" y="2520047"/>
                  </a:lnTo>
                  <a:lnTo>
                    <a:pt x="3101100" y="2582308"/>
                  </a:lnTo>
                  <a:lnTo>
                    <a:pt x="3178734" y="2641146"/>
                  </a:lnTo>
                  <a:lnTo>
                    <a:pt x="3256368" y="2696751"/>
                  </a:lnTo>
                  <a:lnTo>
                    <a:pt x="3334002" y="2749298"/>
                  </a:lnTo>
                  <a:lnTo>
                    <a:pt x="3411636" y="2782209"/>
                  </a:lnTo>
                  <a:lnTo>
                    <a:pt x="3489270" y="2779897"/>
                  </a:lnTo>
                  <a:lnTo>
                    <a:pt x="3566904" y="2777578"/>
                  </a:lnTo>
                  <a:lnTo>
                    <a:pt x="3644538" y="2775254"/>
                  </a:lnTo>
                  <a:lnTo>
                    <a:pt x="3722172" y="2772924"/>
                  </a:lnTo>
                  <a:lnTo>
                    <a:pt x="3799806" y="2770587"/>
                  </a:lnTo>
                  <a:lnTo>
                    <a:pt x="3877440" y="2768244"/>
                  </a:lnTo>
                  <a:lnTo>
                    <a:pt x="3955074" y="2765895"/>
                  </a:lnTo>
                  <a:lnTo>
                    <a:pt x="4032708" y="2763539"/>
                  </a:lnTo>
                  <a:lnTo>
                    <a:pt x="4110342" y="2761178"/>
                  </a:lnTo>
                  <a:lnTo>
                    <a:pt x="4187976" y="2758810"/>
                  </a:lnTo>
                  <a:lnTo>
                    <a:pt x="4265610" y="2756436"/>
                  </a:lnTo>
                  <a:lnTo>
                    <a:pt x="4343244" y="2754055"/>
                  </a:lnTo>
                  <a:lnTo>
                    <a:pt x="4420879" y="2751668"/>
                  </a:lnTo>
                  <a:lnTo>
                    <a:pt x="4498513" y="2749275"/>
                  </a:lnTo>
                  <a:lnTo>
                    <a:pt x="4576147" y="2746875"/>
                  </a:lnTo>
                  <a:lnTo>
                    <a:pt x="4653781" y="2744470"/>
                  </a:lnTo>
                  <a:lnTo>
                    <a:pt x="4731415" y="2742057"/>
                  </a:lnTo>
                  <a:lnTo>
                    <a:pt x="4809049" y="2739639"/>
                  </a:lnTo>
                  <a:lnTo>
                    <a:pt x="4886683" y="2737213"/>
                  </a:lnTo>
                  <a:lnTo>
                    <a:pt x="4964317" y="2734782"/>
                  </a:lnTo>
                  <a:lnTo>
                    <a:pt x="5041951" y="2732344"/>
                  </a:lnTo>
                  <a:lnTo>
                    <a:pt x="5119585" y="2729899"/>
                  </a:lnTo>
                  <a:lnTo>
                    <a:pt x="5197219" y="2727448"/>
                  </a:lnTo>
                  <a:lnTo>
                    <a:pt x="5274853" y="2724991"/>
                  </a:lnTo>
                  <a:lnTo>
                    <a:pt x="5352487" y="2722527"/>
                  </a:lnTo>
                  <a:lnTo>
                    <a:pt x="5430121" y="2720056"/>
                  </a:lnTo>
                  <a:lnTo>
                    <a:pt x="5507755" y="2717579"/>
                  </a:lnTo>
                  <a:lnTo>
                    <a:pt x="5585389" y="2715095"/>
                  </a:lnTo>
                  <a:lnTo>
                    <a:pt x="5663023" y="2712605"/>
                  </a:lnTo>
                  <a:lnTo>
                    <a:pt x="5740657" y="2710108"/>
                  </a:lnTo>
                  <a:lnTo>
                    <a:pt x="5818291" y="2707604"/>
                  </a:lnTo>
                  <a:lnTo>
                    <a:pt x="5895925" y="2705094"/>
                  </a:lnTo>
                  <a:lnTo>
                    <a:pt x="5973559" y="2702577"/>
                  </a:lnTo>
                  <a:lnTo>
                    <a:pt x="6051193" y="2700054"/>
                  </a:lnTo>
                  <a:lnTo>
                    <a:pt x="6128827" y="2697523"/>
                  </a:lnTo>
                  <a:lnTo>
                    <a:pt x="6206462" y="2694986"/>
                  </a:lnTo>
                  <a:lnTo>
                    <a:pt x="6284096" y="2692443"/>
                  </a:lnTo>
                  <a:lnTo>
                    <a:pt x="6361730" y="2689892"/>
                  </a:lnTo>
                  <a:lnTo>
                    <a:pt x="6439364" y="2687335"/>
                  </a:lnTo>
                  <a:lnTo>
                    <a:pt x="6516998" y="2684771"/>
                  </a:lnTo>
                  <a:lnTo>
                    <a:pt x="6594632" y="2682200"/>
                  </a:lnTo>
                  <a:lnTo>
                    <a:pt x="6672266" y="2679622"/>
                  </a:lnTo>
                  <a:lnTo>
                    <a:pt x="6749900" y="2677038"/>
                  </a:lnTo>
                  <a:lnTo>
                    <a:pt x="6827534" y="2674446"/>
                  </a:lnTo>
                  <a:lnTo>
                    <a:pt x="6905168" y="2671848"/>
                  </a:lnTo>
                  <a:lnTo>
                    <a:pt x="6982802" y="2669243"/>
                  </a:lnTo>
                  <a:lnTo>
                    <a:pt x="7060436" y="2666631"/>
                  </a:lnTo>
                  <a:lnTo>
                    <a:pt x="7138070" y="2664012"/>
                  </a:lnTo>
                  <a:lnTo>
                    <a:pt x="7215704" y="2661386"/>
                  </a:lnTo>
                  <a:lnTo>
                    <a:pt x="7293338" y="2658753"/>
                  </a:lnTo>
                  <a:lnTo>
                    <a:pt x="7370972" y="2656113"/>
                  </a:lnTo>
                  <a:lnTo>
                    <a:pt x="7370972" y="3604893"/>
                  </a:lnTo>
                  <a:lnTo>
                    <a:pt x="7293338" y="3602116"/>
                  </a:lnTo>
                  <a:lnTo>
                    <a:pt x="7215704" y="3599176"/>
                  </a:lnTo>
                  <a:lnTo>
                    <a:pt x="7138070" y="3596066"/>
                  </a:lnTo>
                  <a:lnTo>
                    <a:pt x="7060436" y="3592775"/>
                  </a:lnTo>
                  <a:lnTo>
                    <a:pt x="6982802" y="3589293"/>
                  </a:lnTo>
                  <a:lnTo>
                    <a:pt x="6905168" y="3585607"/>
                  </a:lnTo>
                  <a:lnTo>
                    <a:pt x="6827534" y="3581708"/>
                  </a:lnTo>
                  <a:lnTo>
                    <a:pt x="6749900" y="3577582"/>
                  </a:lnTo>
                  <a:lnTo>
                    <a:pt x="6672266" y="3573215"/>
                  </a:lnTo>
                  <a:lnTo>
                    <a:pt x="6594632" y="3568595"/>
                  </a:lnTo>
                  <a:lnTo>
                    <a:pt x="6516998" y="3563706"/>
                  </a:lnTo>
                  <a:lnTo>
                    <a:pt x="6439364" y="3558533"/>
                  </a:lnTo>
                  <a:lnTo>
                    <a:pt x="6361730" y="3553058"/>
                  </a:lnTo>
                  <a:lnTo>
                    <a:pt x="6284096" y="3547265"/>
                  </a:lnTo>
                  <a:lnTo>
                    <a:pt x="6206462" y="3541136"/>
                  </a:lnTo>
                  <a:lnTo>
                    <a:pt x="6128827" y="3534649"/>
                  </a:lnTo>
                  <a:lnTo>
                    <a:pt x="6051193" y="3527785"/>
                  </a:lnTo>
                  <a:lnTo>
                    <a:pt x="5973559" y="3520522"/>
                  </a:lnTo>
                  <a:lnTo>
                    <a:pt x="5895925" y="3512837"/>
                  </a:lnTo>
                  <a:lnTo>
                    <a:pt x="5818291" y="3504705"/>
                  </a:lnTo>
                  <a:lnTo>
                    <a:pt x="5740657" y="3496099"/>
                  </a:lnTo>
                  <a:lnTo>
                    <a:pt x="5663023" y="3486993"/>
                  </a:lnTo>
                  <a:lnTo>
                    <a:pt x="5585389" y="3477357"/>
                  </a:lnTo>
                  <a:lnTo>
                    <a:pt x="5507755" y="3467161"/>
                  </a:lnTo>
                  <a:lnTo>
                    <a:pt x="5430121" y="3456371"/>
                  </a:lnTo>
                  <a:lnTo>
                    <a:pt x="5352487" y="3444954"/>
                  </a:lnTo>
                  <a:lnTo>
                    <a:pt x="5274853" y="3432873"/>
                  </a:lnTo>
                  <a:lnTo>
                    <a:pt x="5197219" y="3420089"/>
                  </a:lnTo>
                  <a:lnTo>
                    <a:pt x="5119585" y="3406561"/>
                  </a:lnTo>
                  <a:lnTo>
                    <a:pt x="5041951" y="3392246"/>
                  </a:lnTo>
                  <a:lnTo>
                    <a:pt x="4964317" y="3377099"/>
                  </a:lnTo>
                  <a:lnTo>
                    <a:pt x="4886683" y="3361071"/>
                  </a:lnTo>
                  <a:lnTo>
                    <a:pt x="4809049" y="3344110"/>
                  </a:lnTo>
                  <a:lnTo>
                    <a:pt x="4731415" y="3326163"/>
                  </a:lnTo>
                  <a:lnTo>
                    <a:pt x="4653781" y="3307172"/>
                  </a:lnTo>
                  <a:lnTo>
                    <a:pt x="4576147" y="3287076"/>
                  </a:lnTo>
                  <a:lnTo>
                    <a:pt x="4498513" y="3265811"/>
                  </a:lnTo>
                  <a:lnTo>
                    <a:pt x="4420879" y="3243309"/>
                  </a:lnTo>
                  <a:lnTo>
                    <a:pt x="4343244" y="3219498"/>
                  </a:lnTo>
                  <a:lnTo>
                    <a:pt x="4265610" y="3194302"/>
                  </a:lnTo>
                  <a:lnTo>
                    <a:pt x="4187976" y="3167640"/>
                  </a:lnTo>
                  <a:lnTo>
                    <a:pt x="4110342" y="3139427"/>
                  </a:lnTo>
                  <a:lnTo>
                    <a:pt x="4032708" y="3109574"/>
                  </a:lnTo>
                  <a:lnTo>
                    <a:pt x="3955074" y="3077983"/>
                  </a:lnTo>
                  <a:lnTo>
                    <a:pt x="3877440" y="3044556"/>
                  </a:lnTo>
                  <a:lnTo>
                    <a:pt x="3799806" y="3009183"/>
                  </a:lnTo>
                  <a:lnTo>
                    <a:pt x="3722172" y="2971753"/>
                  </a:lnTo>
                  <a:lnTo>
                    <a:pt x="3644538" y="2932146"/>
                  </a:lnTo>
                  <a:lnTo>
                    <a:pt x="3566904" y="2890235"/>
                  </a:lnTo>
                  <a:lnTo>
                    <a:pt x="3489270" y="2845886"/>
                  </a:lnTo>
                  <a:lnTo>
                    <a:pt x="3411636" y="2798957"/>
                  </a:lnTo>
                  <a:lnTo>
                    <a:pt x="3334002" y="2784515"/>
                  </a:lnTo>
                  <a:lnTo>
                    <a:pt x="3256368" y="2786814"/>
                  </a:lnTo>
                  <a:lnTo>
                    <a:pt x="3178734" y="2789108"/>
                  </a:lnTo>
                  <a:lnTo>
                    <a:pt x="3101100" y="2791396"/>
                  </a:lnTo>
                  <a:lnTo>
                    <a:pt x="3023466" y="2793677"/>
                  </a:lnTo>
                  <a:lnTo>
                    <a:pt x="2945832" y="2795953"/>
                  </a:lnTo>
                  <a:lnTo>
                    <a:pt x="2868198" y="2798223"/>
                  </a:lnTo>
                  <a:lnTo>
                    <a:pt x="2790564" y="2800486"/>
                  </a:lnTo>
                  <a:lnTo>
                    <a:pt x="2712930" y="2802744"/>
                  </a:lnTo>
                  <a:lnTo>
                    <a:pt x="2635295" y="2804995"/>
                  </a:lnTo>
                  <a:lnTo>
                    <a:pt x="2557661" y="2807241"/>
                  </a:lnTo>
                  <a:lnTo>
                    <a:pt x="2480027" y="2809480"/>
                  </a:lnTo>
                  <a:lnTo>
                    <a:pt x="2402393" y="2811714"/>
                  </a:lnTo>
                  <a:lnTo>
                    <a:pt x="2324759" y="2813942"/>
                  </a:lnTo>
                  <a:lnTo>
                    <a:pt x="2247125" y="2816164"/>
                  </a:lnTo>
                  <a:lnTo>
                    <a:pt x="2169491" y="2818380"/>
                  </a:lnTo>
                  <a:lnTo>
                    <a:pt x="2091857" y="2820590"/>
                  </a:lnTo>
                  <a:lnTo>
                    <a:pt x="2014223" y="2822794"/>
                  </a:lnTo>
                  <a:lnTo>
                    <a:pt x="1936589" y="2824992"/>
                  </a:lnTo>
                  <a:lnTo>
                    <a:pt x="1858955" y="2827185"/>
                  </a:lnTo>
                  <a:lnTo>
                    <a:pt x="1781321" y="2829372"/>
                  </a:lnTo>
                  <a:lnTo>
                    <a:pt x="1703687" y="2831553"/>
                  </a:lnTo>
                  <a:lnTo>
                    <a:pt x="1626053" y="2833728"/>
                  </a:lnTo>
                  <a:lnTo>
                    <a:pt x="1548419" y="2835897"/>
                  </a:lnTo>
                  <a:lnTo>
                    <a:pt x="1470785" y="2838061"/>
                  </a:lnTo>
                  <a:lnTo>
                    <a:pt x="1393151" y="2840219"/>
                  </a:lnTo>
                  <a:lnTo>
                    <a:pt x="1315517" y="2842371"/>
                  </a:lnTo>
                  <a:lnTo>
                    <a:pt x="1237883" y="2844518"/>
                  </a:lnTo>
                  <a:lnTo>
                    <a:pt x="1160249" y="2846659"/>
                  </a:lnTo>
                  <a:lnTo>
                    <a:pt x="1082615" y="2848794"/>
                  </a:lnTo>
                  <a:lnTo>
                    <a:pt x="1004981" y="2850923"/>
                  </a:lnTo>
                  <a:lnTo>
                    <a:pt x="927346" y="2853047"/>
                  </a:lnTo>
                  <a:lnTo>
                    <a:pt x="849712" y="2855166"/>
                  </a:lnTo>
                  <a:lnTo>
                    <a:pt x="772078" y="2857278"/>
                  </a:lnTo>
                  <a:lnTo>
                    <a:pt x="694444" y="2859385"/>
                  </a:lnTo>
                  <a:lnTo>
                    <a:pt x="616810" y="2861487"/>
                  </a:lnTo>
                  <a:lnTo>
                    <a:pt x="539176" y="2863583"/>
                  </a:lnTo>
                  <a:lnTo>
                    <a:pt x="461542" y="2865673"/>
                  </a:lnTo>
                  <a:lnTo>
                    <a:pt x="383908" y="2867758"/>
                  </a:lnTo>
                  <a:lnTo>
                    <a:pt x="306274" y="2869837"/>
                  </a:lnTo>
                  <a:lnTo>
                    <a:pt x="228640" y="2871911"/>
                  </a:lnTo>
                  <a:lnTo>
                    <a:pt x="151006" y="2873979"/>
                  </a:lnTo>
                  <a:lnTo>
                    <a:pt x="73372" y="2876042"/>
                  </a:lnTo>
                  <a:lnTo>
                    <a:pt x="0" y="2877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33667" y="1896563"/>
              <a:ext cx="5954822" cy="2782209"/>
            </a:xfrm>
            <a:custGeom>
              <a:avLst/>
              <a:pathLst>
                <a:path w="5954822" h="2782209">
                  <a:moveTo>
                    <a:pt x="0" y="0"/>
                  </a:moveTo>
                  <a:lnTo>
                    <a:pt x="54635" y="143649"/>
                  </a:lnTo>
                  <a:lnTo>
                    <a:pt x="132269" y="336546"/>
                  </a:lnTo>
                  <a:lnTo>
                    <a:pt x="209903" y="518838"/>
                  </a:lnTo>
                  <a:lnTo>
                    <a:pt x="287537" y="691110"/>
                  </a:lnTo>
                  <a:lnTo>
                    <a:pt x="365171" y="853912"/>
                  </a:lnTo>
                  <a:lnTo>
                    <a:pt x="442805" y="1007764"/>
                  </a:lnTo>
                  <a:lnTo>
                    <a:pt x="520439" y="1153159"/>
                  </a:lnTo>
                  <a:lnTo>
                    <a:pt x="598073" y="1290561"/>
                  </a:lnTo>
                  <a:lnTo>
                    <a:pt x="675707" y="1420409"/>
                  </a:lnTo>
                  <a:lnTo>
                    <a:pt x="753341" y="1543120"/>
                  </a:lnTo>
                  <a:lnTo>
                    <a:pt x="830975" y="1659085"/>
                  </a:lnTo>
                  <a:lnTo>
                    <a:pt x="908610" y="1768675"/>
                  </a:lnTo>
                  <a:lnTo>
                    <a:pt x="986244" y="1872241"/>
                  </a:lnTo>
                  <a:lnTo>
                    <a:pt x="1063878" y="1970113"/>
                  </a:lnTo>
                  <a:lnTo>
                    <a:pt x="1141512" y="2062605"/>
                  </a:lnTo>
                  <a:lnTo>
                    <a:pt x="1219146" y="2150013"/>
                  </a:lnTo>
                  <a:lnTo>
                    <a:pt x="1296780" y="2232616"/>
                  </a:lnTo>
                  <a:lnTo>
                    <a:pt x="1374414" y="2310678"/>
                  </a:lnTo>
                  <a:lnTo>
                    <a:pt x="1452048" y="2384448"/>
                  </a:lnTo>
                  <a:lnTo>
                    <a:pt x="1529682" y="2454164"/>
                  </a:lnTo>
                  <a:lnTo>
                    <a:pt x="1607316" y="2520047"/>
                  </a:lnTo>
                  <a:lnTo>
                    <a:pt x="1684950" y="2582308"/>
                  </a:lnTo>
                  <a:lnTo>
                    <a:pt x="1762584" y="2641146"/>
                  </a:lnTo>
                  <a:lnTo>
                    <a:pt x="1840218" y="2696751"/>
                  </a:lnTo>
                  <a:lnTo>
                    <a:pt x="1917852" y="2749298"/>
                  </a:lnTo>
                  <a:lnTo>
                    <a:pt x="1995486" y="2782209"/>
                  </a:lnTo>
                  <a:lnTo>
                    <a:pt x="2073120" y="2779897"/>
                  </a:lnTo>
                  <a:lnTo>
                    <a:pt x="2150754" y="2777578"/>
                  </a:lnTo>
                  <a:lnTo>
                    <a:pt x="2228388" y="2775254"/>
                  </a:lnTo>
                  <a:lnTo>
                    <a:pt x="2306022" y="2772924"/>
                  </a:lnTo>
                  <a:lnTo>
                    <a:pt x="2383656" y="2770587"/>
                  </a:lnTo>
                  <a:lnTo>
                    <a:pt x="2461290" y="2768244"/>
                  </a:lnTo>
                  <a:lnTo>
                    <a:pt x="2538924" y="2765895"/>
                  </a:lnTo>
                  <a:lnTo>
                    <a:pt x="2616559" y="2763539"/>
                  </a:lnTo>
                  <a:lnTo>
                    <a:pt x="2694193" y="2761178"/>
                  </a:lnTo>
                  <a:lnTo>
                    <a:pt x="2771827" y="2758810"/>
                  </a:lnTo>
                  <a:lnTo>
                    <a:pt x="2849461" y="2756436"/>
                  </a:lnTo>
                  <a:lnTo>
                    <a:pt x="2927095" y="2754055"/>
                  </a:lnTo>
                  <a:lnTo>
                    <a:pt x="3004729" y="2751668"/>
                  </a:lnTo>
                  <a:lnTo>
                    <a:pt x="3082363" y="2749275"/>
                  </a:lnTo>
                  <a:lnTo>
                    <a:pt x="3159997" y="2746875"/>
                  </a:lnTo>
                  <a:lnTo>
                    <a:pt x="3237631" y="2744470"/>
                  </a:lnTo>
                  <a:lnTo>
                    <a:pt x="3315265" y="2742057"/>
                  </a:lnTo>
                  <a:lnTo>
                    <a:pt x="3392899" y="2739639"/>
                  </a:lnTo>
                  <a:lnTo>
                    <a:pt x="3470533" y="2737213"/>
                  </a:lnTo>
                  <a:lnTo>
                    <a:pt x="3548167" y="2734782"/>
                  </a:lnTo>
                  <a:lnTo>
                    <a:pt x="3625801" y="2732344"/>
                  </a:lnTo>
                  <a:lnTo>
                    <a:pt x="3703435" y="2729899"/>
                  </a:lnTo>
                  <a:lnTo>
                    <a:pt x="3781069" y="2727448"/>
                  </a:lnTo>
                  <a:lnTo>
                    <a:pt x="3858703" y="2724991"/>
                  </a:lnTo>
                  <a:lnTo>
                    <a:pt x="3936337" y="2722527"/>
                  </a:lnTo>
                  <a:lnTo>
                    <a:pt x="4013971" y="2720056"/>
                  </a:lnTo>
                  <a:lnTo>
                    <a:pt x="4091605" y="2717579"/>
                  </a:lnTo>
                  <a:lnTo>
                    <a:pt x="4169239" y="2715095"/>
                  </a:lnTo>
                  <a:lnTo>
                    <a:pt x="4246873" y="2712605"/>
                  </a:lnTo>
                  <a:lnTo>
                    <a:pt x="4324508" y="2710108"/>
                  </a:lnTo>
                  <a:lnTo>
                    <a:pt x="4402142" y="2707604"/>
                  </a:lnTo>
                  <a:lnTo>
                    <a:pt x="4479776" y="2705094"/>
                  </a:lnTo>
                  <a:lnTo>
                    <a:pt x="4557410" y="2702577"/>
                  </a:lnTo>
                  <a:lnTo>
                    <a:pt x="4635044" y="2700054"/>
                  </a:lnTo>
                  <a:lnTo>
                    <a:pt x="4712678" y="2697523"/>
                  </a:lnTo>
                  <a:lnTo>
                    <a:pt x="4790312" y="2694986"/>
                  </a:lnTo>
                  <a:lnTo>
                    <a:pt x="4867946" y="2692443"/>
                  </a:lnTo>
                  <a:lnTo>
                    <a:pt x="4945580" y="2689892"/>
                  </a:lnTo>
                  <a:lnTo>
                    <a:pt x="5023214" y="2687335"/>
                  </a:lnTo>
                  <a:lnTo>
                    <a:pt x="5100848" y="2684771"/>
                  </a:lnTo>
                  <a:lnTo>
                    <a:pt x="5178482" y="2682200"/>
                  </a:lnTo>
                  <a:lnTo>
                    <a:pt x="5256116" y="2679622"/>
                  </a:lnTo>
                  <a:lnTo>
                    <a:pt x="5333750" y="2677038"/>
                  </a:lnTo>
                  <a:lnTo>
                    <a:pt x="5411384" y="2674446"/>
                  </a:lnTo>
                  <a:lnTo>
                    <a:pt x="5489018" y="2671848"/>
                  </a:lnTo>
                  <a:lnTo>
                    <a:pt x="5566652" y="2669243"/>
                  </a:lnTo>
                  <a:lnTo>
                    <a:pt x="5644286" y="2666631"/>
                  </a:lnTo>
                  <a:lnTo>
                    <a:pt x="5721920" y="2664012"/>
                  </a:lnTo>
                  <a:lnTo>
                    <a:pt x="5799554" y="2661386"/>
                  </a:lnTo>
                  <a:lnTo>
                    <a:pt x="5877188" y="2658753"/>
                  </a:lnTo>
                  <a:lnTo>
                    <a:pt x="5954822" y="2656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078"/>
              <a:ext cx="7370972" cy="820378"/>
            </a:xfrm>
            <a:custGeom>
              <a:avLst/>
              <a:pathLst>
                <a:path w="7370972" h="820378">
                  <a:moveTo>
                    <a:pt x="7370972" y="820378"/>
                  </a:moveTo>
                  <a:lnTo>
                    <a:pt x="7293338" y="817600"/>
                  </a:lnTo>
                  <a:lnTo>
                    <a:pt x="7215704" y="814661"/>
                  </a:lnTo>
                  <a:lnTo>
                    <a:pt x="7138070" y="811551"/>
                  </a:lnTo>
                  <a:lnTo>
                    <a:pt x="7060436" y="808260"/>
                  </a:lnTo>
                  <a:lnTo>
                    <a:pt x="6982802" y="804777"/>
                  </a:lnTo>
                  <a:lnTo>
                    <a:pt x="6905168" y="801092"/>
                  </a:lnTo>
                  <a:lnTo>
                    <a:pt x="6827534" y="797193"/>
                  </a:lnTo>
                  <a:lnTo>
                    <a:pt x="6749900" y="793067"/>
                  </a:lnTo>
                  <a:lnTo>
                    <a:pt x="6672266" y="788700"/>
                  </a:lnTo>
                  <a:lnTo>
                    <a:pt x="6594632" y="784080"/>
                  </a:lnTo>
                  <a:lnTo>
                    <a:pt x="6516998" y="779191"/>
                  </a:lnTo>
                  <a:lnTo>
                    <a:pt x="6439364" y="774017"/>
                  </a:lnTo>
                  <a:lnTo>
                    <a:pt x="6361730" y="768543"/>
                  </a:lnTo>
                  <a:lnTo>
                    <a:pt x="6284096" y="762750"/>
                  </a:lnTo>
                  <a:lnTo>
                    <a:pt x="6206462" y="756620"/>
                  </a:lnTo>
                  <a:lnTo>
                    <a:pt x="6128827" y="750134"/>
                  </a:lnTo>
                  <a:lnTo>
                    <a:pt x="6051193" y="743270"/>
                  </a:lnTo>
                  <a:lnTo>
                    <a:pt x="5973559" y="736007"/>
                  </a:lnTo>
                  <a:lnTo>
                    <a:pt x="5895925" y="728322"/>
                  </a:lnTo>
                  <a:lnTo>
                    <a:pt x="5818291" y="720189"/>
                  </a:lnTo>
                  <a:lnTo>
                    <a:pt x="5740657" y="711584"/>
                  </a:lnTo>
                  <a:lnTo>
                    <a:pt x="5663023" y="702478"/>
                  </a:lnTo>
                  <a:lnTo>
                    <a:pt x="5585389" y="692842"/>
                  </a:lnTo>
                  <a:lnTo>
                    <a:pt x="5507755" y="682645"/>
                  </a:lnTo>
                  <a:lnTo>
                    <a:pt x="5430121" y="671856"/>
                  </a:lnTo>
                  <a:lnTo>
                    <a:pt x="5352487" y="660439"/>
                  </a:lnTo>
                  <a:lnTo>
                    <a:pt x="5274853" y="648358"/>
                  </a:lnTo>
                  <a:lnTo>
                    <a:pt x="5197219" y="635574"/>
                  </a:lnTo>
                  <a:lnTo>
                    <a:pt x="5119585" y="622046"/>
                  </a:lnTo>
                  <a:lnTo>
                    <a:pt x="5041951" y="607731"/>
                  </a:lnTo>
                  <a:lnTo>
                    <a:pt x="4964317" y="592584"/>
                  </a:lnTo>
                  <a:lnTo>
                    <a:pt x="4886683" y="576556"/>
                  </a:lnTo>
                  <a:lnTo>
                    <a:pt x="4809049" y="559595"/>
                  </a:lnTo>
                  <a:lnTo>
                    <a:pt x="4731415" y="541648"/>
                  </a:lnTo>
                  <a:lnTo>
                    <a:pt x="4653781" y="522656"/>
                  </a:lnTo>
                  <a:lnTo>
                    <a:pt x="4576147" y="502560"/>
                  </a:lnTo>
                  <a:lnTo>
                    <a:pt x="4498513" y="481295"/>
                  </a:lnTo>
                  <a:lnTo>
                    <a:pt x="4420879" y="458793"/>
                  </a:lnTo>
                  <a:lnTo>
                    <a:pt x="4343244" y="434982"/>
                  </a:lnTo>
                  <a:lnTo>
                    <a:pt x="4265610" y="409786"/>
                  </a:lnTo>
                  <a:lnTo>
                    <a:pt x="4187976" y="383125"/>
                  </a:lnTo>
                  <a:lnTo>
                    <a:pt x="4110342" y="354912"/>
                  </a:lnTo>
                  <a:lnTo>
                    <a:pt x="4032708" y="325059"/>
                  </a:lnTo>
                  <a:lnTo>
                    <a:pt x="3955074" y="293468"/>
                  </a:lnTo>
                  <a:lnTo>
                    <a:pt x="3877440" y="260040"/>
                  </a:lnTo>
                  <a:lnTo>
                    <a:pt x="3799806" y="224668"/>
                  </a:lnTo>
                  <a:lnTo>
                    <a:pt x="3722172" y="187238"/>
                  </a:lnTo>
                  <a:lnTo>
                    <a:pt x="3644538" y="147631"/>
                  </a:lnTo>
                  <a:lnTo>
                    <a:pt x="3566904" y="105720"/>
                  </a:lnTo>
                  <a:lnTo>
                    <a:pt x="3489270" y="61371"/>
                  </a:lnTo>
                  <a:lnTo>
                    <a:pt x="3411636" y="14442"/>
                  </a:lnTo>
                  <a:lnTo>
                    <a:pt x="3334002" y="0"/>
                  </a:lnTo>
                  <a:lnTo>
                    <a:pt x="3256368" y="2299"/>
                  </a:lnTo>
                  <a:lnTo>
                    <a:pt x="3178734" y="4593"/>
                  </a:lnTo>
                  <a:lnTo>
                    <a:pt x="3101100" y="6881"/>
                  </a:lnTo>
                  <a:lnTo>
                    <a:pt x="3023466" y="9162"/>
                  </a:lnTo>
                  <a:lnTo>
                    <a:pt x="2945832" y="11438"/>
                  </a:lnTo>
                  <a:lnTo>
                    <a:pt x="2868198" y="13707"/>
                  </a:lnTo>
                  <a:lnTo>
                    <a:pt x="2790564" y="15971"/>
                  </a:lnTo>
                  <a:lnTo>
                    <a:pt x="2712930" y="18228"/>
                  </a:lnTo>
                  <a:lnTo>
                    <a:pt x="2635295" y="20480"/>
                  </a:lnTo>
                  <a:lnTo>
                    <a:pt x="2557661" y="22726"/>
                  </a:lnTo>
                  <a:lnTo>
                    <a:pt x="2480027" y="24965"/>
                  </a:lnTo>
                  <a:lnTo>
                    <a:pt x="2402393" y="27199"/>
                  </a:lnTo>
                  <a:lnTo>
                    <a:pt x="2324759" y="29427"/>
                  </a:lnTo>
                  <a:lnTo>
                    <a:pt x="2247125" y="31648"/>
                  </a:lnTo>
                  <a:lnTo>
                    <a:pt x="2169491" y="33864"/>
                  </a:lnTo>
                  <a:lnTo>
                    <a:pt x="2091857" y="36075"/>
                  </a:lnTo>
                  <a:lnTo>
                    <a:pt x="2014223" y="38279"/>
                  </a:lnTo>
                  <a:lnTo>
                    <a:pt x="1936589" y="40477"/>
                  </a:lnTo>
                  <a:lnTo>
                    <a:pt x="1858955" y="42670"/>
                  </a:lnTo>
                  <a:lnTo>
                    <a:pt x="1781321" y="44857"/>
                  </a:lnTo>
                  <a:lnTo>
                    <a:pt x="1703687" y="47038"/>
                  </a:lnTo>
                  <a:lnTo>
                    <a:pt x="1626053" y="49213"/>
                  </a:lnTo>
                  <a:lnTo>
                    <a:pt x="1548419" y="51382"/>
                  </a:lnTo>
                  <a:lnTo>
                    <a:pt x="1470785" y="53546"/>
                  </a:lnTo>
                  <a:lnTo>
                    <a:pt x="1393151" y="55704"/>
                  </a:lnTo>
                  <a:lnTo>
                    <a:pt x="1315517" y="57856"/>
                  </a:lnTo>
                  <a:lnTo>
                    <a:pt x="1237883" y="60003"/>
                  </a:lnTo>
                  <a:lnTo>
                    <a:pt x="1160249" y="62144"/>
                  </a:lnTo>
                  <a:lnTo>
                    <a:pt x="1082615" y="64279"/>
                  </a:lnTo>
                  <a:lnTo>
                    <a:pt x="1004981" y="66408"/>
                  </a:lnTo>
                  <a:lnTo>
                    <a:pt x="927346" y="68532"/>
                  </a:lnTo>
                  <a:lnTo>
                    <a:pt x="849712" y="70651"/>
                  </a:lnTo>
                  <a:lnTo>
                    <a:pt x="772078" y="72763"/>
                  </a:lnTo>
                  <a:lnTo>
                    <a:pt x="694444" y="74870"/>
                  </a:lnTo>
                  <a:lnTo>
                    <a:pt x="616810" y="76972"/>
                  </a:lnTo>
                  <a:lnTo>
                    <a:pt x="539176" y="79068"/>
                  </a:lnTo>
                  <a:lnTo>
                    <a:pt x="461542" y="81158"/>
                  </a:lnTo>
                  <a:lnTo>
                    <a:pt x="383908" y="83243"/>
                  </a:lnTo>
                  <a:lnTo>
                    <a:pt x="306274" y="85322"/>
                  </a:lnTo>
                  <a:lnTo>
                    <a:pt x="228640" y="87396"/>
                  </a:lnTo>
                  <a:lnTo>
                    <a:pt x="151006" y="89464"/>
                  </a:lnTo>
                  <a:lnTo>
                    <a:pt x="73372" y="91527"/>
                  </a:lnTo>
                  <a:lnTo>
                    <a:pt x="0" y="93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32406"/>
              <a:ext cx="7370972" cy="2598662"/>
            </a:xfrm>
            <a:custGeom>
              <a:avLst/>
              <a:pathLst>
                <a:path w="7370972" h="2598662">
                  <a:moveTo>
                    <a:pt x="0" y="0"/>
                  </a:moveTo>
                  <a:lnTo>
                    <a:pt x="73372" y="70875"/>
                  </a:lnTo>
                  <a:lnTo>
                    <a:pt x="151006" y="143874"/>
                  </a:lnTo>
                  <a:lnTo>
                    <a:pt x="228640" y="214932"/>
                  </a:lnTo>
                  <a:lnTo>
                    <a:pt x="306274" y="284100"/>
                  </a:lnTo>
                  <a:lnTo>
                    <a:pt x="383908" y="351431"/>
                  </a:lnTo>
                  <a:lnTo>
                    <a:pt x="461542" y="416971"/>
                  </a:lnTo>
                  <a:lnTo>
                    <a:pt x="539176" y="480769"/>
                  </a:lnTo>
                  <a:lnTo>
                    <a:pt x="616810" y="542870"/>
                  </a:lnTo>
                  <a:lnTo>
                    <a:pt x="694444" y="603321"/>
                  </a:lnTo>
                  <a:lnTo>
                    <a:pt x="772078" y="662165"/>
                  </a:lnTo>
                  <a:lnTo>
                    <a:pt x="849712" y="719445"/>
                  </a:lnTo>
                  <a:lnTo>
                    <a:pt x="927346" y="775201"/>
                  </a:lnTo>
                  <a:lnTo>
                    <a:pt x="1004981" y="829476"/>
                  </a:lnTo>
                  <a:lnTo>
                    <a:pt x="1082615" y="882307"/>
                  </a:lnTo>
                  <a:lnTo>
                    <a:pt x="1160249" y="933735"/>
                  </a:lnTo>
                  <a:lnTo>
                    <a:pt x="1237883" y="983795"/>
                  </a:lnTo>
                  <a:lnTo>
                    <a:pt x="1315517" y="1032524"/>
                  </a:lnTo>
                  <a:lnTo>
                    <a:pt x="1393151" y="1079958"/>
                  </a:lnTo>
                  <a:lnTo>
                    <a:pt x="1470785" y="1126130"/>
                  </a:lnTo>
                  <a:lnTo>
                    <a:pt x="1548419" y="1171076"/>
                  </a:lnTo>
                  <a:lnTo>
                    <a:pt x="1626053" y="1214826"/>
                  </a:lnTo>
                  <a:lnTo>
                    <a:pt x="1703687" y="1257414"/>
                  </a:lnTo>
                  <a:lnTo>
                    <a:pt x="1781321" y="1298869"/>
                  </a:lnTo>
                  <a:lnTo>
                    <a:pt x="1858955" y="1339222"/>
                  </a:lnTo>
                  <a:lnTo>
                    <a:pt x="1936589" y="1378502"/>
                  </a:lnTo>
                  <a:lnTo>
                    <a:pt x="2014223" y="1416738"/>
                  </a:lnTo>
                  <a:lnTo>
                    <a:pt x="2091857" y="1453958"/>
                  </a:lnTo>
                  <a:lnTo>
                    <a:pt x="2169491" y="1490188"/>
                  </a:lnTo>
                  <a:lnTo>
                    <a:pt x="2247125" y="1525455"/>
                  </a:lnTo>
                  <a:lnTo>
                    <a:pt x="2324759" y="1559785"/>
                  </a:lnTo>
                  <a:lnTo>
                    <a:pt x="2402393" y="1593202"/>
                  </a:lnTo>
                  <a:lnTo>
                    <a:pt x="2480027" y="1625730"/>
                  </a:lnTo>
                  <a:lnTo>
                    <a:pt x="2557661" y="1657394"/>
                  </a:lnTo>
                  <a:lnTo>
                    <a:pt x="2635295" y="1688216"/>
                  </a:lnTo>
                  <a:lnTo>
                    <a:pt x="2712930" y="1718219"/>
                  </a:lnTo>
                  <a:lnTo>
                    <a:pt x="2790564" y="1747424"/>
                  </a:lnTo>
                  <a:lnTo>
                    <a:pt x="2868198" y="1775852"/>
                  </a:lnTo>
                  <a:lnTo>
                    <a:pt x="2945832" y="1803525"/>
                  </a:lnTo>
                  <a:lnTo>
                    <a:pt x="3023466" y="1830463"/>
                  </a:lnTo>
                  <a:lnTo>
                    <a:pt x="3101100" y="1856684"/>
                  </a:lnTo>
                  <a:lnTo>
                    <a:pt x="3178734" y="1882208"/>
                  </a:lnTo>
                  <a:lnTo>
                    <a:pt x="3256368" y="1907053"/>
                  </a:lnTo>
                  <a:lnTo>
                    <a:pt x="3334002" y="1931238"/>
                  </a:lnTo>
                  <a:lnTo>
                    <a:pt x="3411636" y="1954780"/>
                  </a:lnTo>
                  <a:lnTo>
                    <a:pt x="3489270" y="1977696"/>
                  </a:lnTo>
                  <a:lnTo>
                    <a:pt x="3566904" y="2000003"/>
                  </a:lnTo>
                  <a:lnTo>
                    <a:pt x="3644538" y="2021717"/>
                  </a:lnTo>
                  <a:lnTo>
                    <a:pt x="3722172" y="2042854"/>
                  </a:lnTo>
                  <a:lnTo>
                    <a:pt x="3799806" y="2063429"/>
                  </a:lnTo>
                  <a:lnTo>
                    <a:pt x="3877440" y="2083457"/>
                  </a:lnTo>
                  <a:lnTo>
                    <a:pt x="3955074" y="2102952"/>
                  </a:lnTo>
                  <a:lnTo>
                    <a:pt x="4032708" y="2121929"/>
                  </a:lnTo>
                  <a:lnTo>
                    <a:pt x="4110342" y="2140402"/>
                  </a:lnTo>
                  <a:lnTo>
                    <a:pt x="4187976" y="2158384"/>
                  </a:lnTo>
                  <a:lnTo>
                    <a:pt x="4265610" y="2175887"/>
                  </a:lnTo>
                  <a:lnTo>
                    <a:pt x="4343244" y="2192925"/>
                  </a:lnTo>
                  <a:lnTo>
                    <a:pt x="4420879" y="2209511"/>
                  </a:lnTo>
                  <a:lnTo>
                    <a:pt x="4498513" y="2225655"/>
                  </a:lnTo>
                  <a:lnTo>
                    <a:pt x="4576147" y="2241370"/>
                  </a:lnTo>
                  <a:lnTo>
                    <a:pt x="4653781" y="2256668"/>
                  </a:lnTo>
                  <a:lnTo>
                    <a:pt x="4731415" y="2271558"/>
                  </a:lnTo>
                  <a:lnTo>
                    <a:pt x="4809049" y="2286053"/>
                  </a:lnTo>
                  <a:lnTo>
                    <a:pt x="4886683" y="2300163"/>
                  </a:lnTo>
                  <a:lnTo>
                    <a:pt x="4964317" y="2313897"/>
                  </a:lnTo>
                  <a:lnTo>
                    <a:pt x="5041951" y="2327267"/>
                  </a:lnTo>
                  <a:lnTo>
                    <a:pt x="5119585" y="2340281"/>
                  </a:lnTo>
                  <a:lnTo>
                    <a:pt x="5197219" y="2352949"/>
                  </a:lnTo>
                  <a:lnTo>
                    <a:pt x="5274853" y="2365280"/>
                  </a:lnTo>
                  <a:lnTo>
                    <a:pt x="5352487" y="2377283"/>
                  </a:lnTo>
                  <a:lnTo>
                    <a:pt x="5430121" y="2388967"/>
                  </a:lnTo>
                  <a:lnTo>
                    <a:pt x="5507755" y="2400341"/>
                  </a:lnTo>
                  <a:lnTo>
                    <a:pt x="5585389" y="2411412"/>
                  </a:lnTo>
                  <a:lnTo>
                    <a:pt x="5663023" y="2422189"/>
                  </a:lnTo>
                  <a:lnTo>
                    <a:pt x="5740657" y="2432680"/>
                  </a:lnTo>
                  <a:lnTo>
                    <a:pt x="5818291" y="2442891"/>
                  </a:lnTo>
                  <a:lnTo>
                    <a:pt x="5895925" y="2452831"/>
                  </a:lnTo>
                  <a:lnTo>
                    <a:pt x="5973559" y="2462507"/>
                  </a:lnTo>
                  <a:lnTo>
                    <a:pt x="6051193" y="2471926"/>
                  </a:lnTo>
                  <a:lnTo>
                    <a:pt x="6128827" y="2481094"/>
                  </a:lnTo>
                  <a:lnTo>
                    <a:pt x="6206462" y="2490019"/>
                  </a:lnTo>
                  <a:lnTo>
                    <a:pt x="6284096" y="2498706"/>
                  </a:lnTo>
                  <a:lnTo>
                    <a:pt x="6361730" y="2507162"/>
                  </a:lnTo>
                  <a:lnTo>
                    <a:pt x="6439364" y="2515394"/>
                  </a:lnTo>
                  <a:lnTo>
                    <a:pt x="6516998" y="2523406"/>
                  </a:lnTo>
                  <a:lnTo>
                    <a:pt x="6594632" y="2531206"/>
                  </a:lnTo>
                  <a:lnTo>
                    <a:pt x="6672266" y="2538798"/>
                  </a:lnTo>
                  <a:lnTo>
                    <a:pt x="6749900" y="2546189"/>
                  </a:lnTo>
                  <a:lnTo>
                    <a:pt x="6827534" y="2553383"/>
                  </a:lnTo>
                  <a:lnTo>
                    <a:pt x="6905168" y="2560386"/>
                  </a:lnTo>
                  <a:lnTo>
                    <a:pt x="6982802" y="2567202"/>
                  </a:lnTo>
                  <a:lnTo>
                    <a:pt x="7060436" y="2573838"/>
                  </a:lnTo>
                  <a:lnTo>
                    <a:pt x="7138070" y="2580297"/>
                  </a:lnTo>
                  <a:lnTo>
                    <a:pt x="7215704" y="2586584"/>
                  </a:lnTo>
                  <a:lnTo>
                    <a:pt x="7293338" y="2592704"/>
                  </a:lnTo>
                  <a:lnTo>
                    <a:pt x="7370972" y="2598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2026-05-22T09:54:28Z</dcterms:modified>
  <cp:category/>
</cp:coreProperties>
</file>