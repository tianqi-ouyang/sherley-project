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81666"/>
            </a:xfrm>
            <a:custGeom>
              <a:avLst/>
              <a:pathLst>
                <a:path w="7370972" h="3581666">
                  <a:moveTo>
                    <a:pt x="1104374" y="0"/>
                  </a:moveTo>
                  <a:lnTo>
                    <a:pt x="1160249" y="126949"/>
                  </a:lnTo>
                  <a:lnTo>
                    <a:pt x="1237883" y="294934"/>
                  </a:lnTo>
                  <a:lnTo>
                    <a:pt x="1315517" y="454915"/>
                  </a:lnTo>
                  <a:lnTo>
                    <a:pt x="1393151" y="607274"/>
                  </a:lnTo>
                  <a:lnTo>
                    <a:pt x="1470785" y="752374"/>
                  </a:lnTo>
                  <a:lnTo>
                    <a:pt x="1548419" y="890560"/>
                  </a:lnTo>
                  <a:lnTo>
                    <a:pt x="1626053" y="1022162"/>
                  </a:lnTo>
                  <a:lnTo>
                    <a:pt x="1703687" y="1147494"/>
                  </a:lnTo>
                  <a:lnTo>
                    <a:pt x="1781321" y="1266854"/>
                  </a:lnTo>
                  <a:lnTo>
                    <a:pt x="1858955" y="1380527"/>
                  </a:lnTo>
                  <a:lnTo>
                    <a:pt x="1936589" y="1488784"/>
                  </a:lnTo>
                  <a:lnTo>
                    <a:pt x="2014223" y="1591883"/>
                  </a:lnTo>
                  <a:lnTo>
                    <a:pt x="2091857" y="1690070"/>
                  </a:lnTo>
                  <a:lnTo>
                    <a:pt x="2169491" y="1783579"/>
                  </a:lnTo>
                  <a:lnTo>
                    <a:pt x="2247125" y="1872632"/>
                  </a:lnTo>
                  <a:lnTo>
                    <a:pt x="2324759" y="1957442"/>
                  </a:lnTo>
                  <a:lnTo>
                    <a:pt x="2402393" y="2038212"/>
                  </a:lnTo>
                  <a:lnTo>
                    <a:pt x="2480027" y="2115133"/>
                  </a:lnTo>
                  <a:lnTo>
                    <a:pt x="2557661" y="2188389"/>
                  </a:lnTo>
                  <a:lnTo>
                    <a:pt x="2635295" y="2258155"/>
                  </a:lnTo>
                  <a:lnTo>
                    <a:pt x="2712930" y="2324597"/>
                  </a:lnTo>
                  <a:lnTo>
                    <a:pt x="2790564" y="2387873"/>
                  </a:lnTo>
                  <a:lnTo>
                    <a:pt x="2868198" y="2448134"/>
                  </a:lnTo>
                  <a:lnTo>
                    <a:pt x="2945832" y="2505524"/>
                  </a:lnTo>
                  <a:lnTo>
                    <a:pt x="3023466" y="2560179"/>
                  </a:lnTo>
                  <a:lnTo>
                    <a:pt x="3101100" y="2612231"/>
                  </a:lnTo>
                  <a:lnTo>
                    <a:pt x="3178734" y="2661802"/>
                  </a:lnTo>
                  <a:lnTo>
                    <a:pt x="3256368" y="2709012"/>
                  </a:lnTo>
                  <a:lnTo>
                    <a:pt x="3334002" y="2753972"/>
                  </a:lnTo>
                  <a:lnTo>
                    <a:pt x="3411636" y="2777188"/>
                  </a:lnTo>
                  <a:lnTo>
                    <a:pt x="3489270" y="2759347"/>
                  </a:lnTo>
                  <a:lnTo>
                    <a:pt x="3566904" y="2741142"/>
                  </a:lnTo>
                  <a:lnTo>
                    <a:pt x="3644538" y="2722566"/>
                  </a:lnTo>
                  <a:lnTo>
                    <a:pt x="3722172" y="2703612"/>
                  </a:lnTo>
                  <a:lnTo>
                    <a:pt x="3799806" y="2684271"/>
                  </a:lnTo>
                  <a:lnTo>
                    <a:pt x="3877440" y="2664537"/>
                  </a:lnTo>
                  <a:lnTo>
                    <a:pt x="3955074" y="2644400"/>
                  </a:lnTo>
                  <a:lnTo>
                    <a:pt x="4032708" y="2623852"/>
                  </a:lnTo>
                  <a:lnTo>
                    <a:pt x="4110342" y="2602886"/>
                  </a:lnTo>
                  <a:lnTo>
                    <a:pt x="4187976" y="2581493"/>
                  </a:lnTo>
                  <a:lnTo>
                    <a:pt x="4265610" y="2559663"/>
                  </a:lnTo>
                  <a:lnTo>
                    <a:pt x="4343244" y="2537389"/>
                  </a:lnTo>
                  <a:lnTo>
                    <a:pt x="4420879" y="2514661"/>
                  </a:lnTo>
                  <a:lnTo>
                    <a:pt x="4498513" y="2491469"/>
                  </a:lnTo>
                  <a:lnTo>
                    <a:pt x="4576147" y="2467805"/>
                  </a:lnTo>
                  <a:lnTo>
                    <a:pt x="4653781" y="2443659"/>
                  </a:lnTo>
                  <a:lnTo>
                    <a:pt x="4731415" y="2419021"/>
                  </a:lnTo>
                  <a:lnTo>
                    <a:pt x="4809049" y="2393880"/>
                  </a:lnTo>
                  <a:lnTo>
                    <a:pt x="4886683" y="2368227"/>
                  </a:lnTo>
                  <a:lnTo>
                    <a:pt x="4964317" y="2342052"/>
                  </a:lnTo>
                  <a:lnTo>
                    <a:pt x="5041951" y="2315343"/>
                  </a:lnTo>
                  <a:lnTo>
                    <a:pt x="5119585" y="2288089"/>
                  </a:lnTo>
                  <a:lnTo>
                    <a:pt x="5197219" y="2260281"/>
                  </a:lnTo>
                  <a:lnTo>
                    <a:pt x="5274853" y="2231905"/>
                  </a:lnTo>
                  <a:lnTo>
                    <a:pt x="5352487" y="2202951"/>
                  </a:lnTo>
                  <a:lnTo>
                    <a:pt x="5430121" y="2173408"/>
                  </a:lnTo>
                  <a:lnTo>
                    <a:pt x="5507755" y="2143262"/>
                  </a:lnTo>
                  <a:lnTo>
                    <a:pt x="5585389" y="2112501"/>
                  </a:lnTo>
                  <a:lnTo>
                    <a:pt x="5663023" y="2081114"/>
                  </a:lnTo>
                  <a:lnTo>
                    <a:pt x="5740657" y="2049087"/>
                  </a:lnTo>
                  <a:lnTo>
                    <a:pt x="5818291" y="2016408"/>
                  </a:lnTo>
                  <a:lnTo>
                    <a:pt x="5895925" y="1983062"/>
                  </a:lnTo>
                  <a:lnTo>
                    <a:pt x="5973559" y="1949037"/>
                  </a:lnTo>
                  <a:lnTo>
                    <a:pt x="6051193" y="1914319"/>
                  </a:lnTo>
                  <a:lnTo>
                    <a:pt x="6128827" y="1878893"/>
                  </a:lnTo>
                  <a:lnTo>
                    <a:pt x="6206462" y="1842745"/>
                  </a:lnTo>
                  <a:lnTo>
                    <a:pt x="6284096" y="1805860"/>
                  </a:lnTo>
                  <a:lnTo>
                    <a:pt x="6361730" y="1768224"/>
                  </a:lnTo>
                  <a:lnTo>
                    <a:pt x="6439364" y="1729821"/>
                  </a:lnTo>
                  <a:lnTo>
                    <a:pt x="6516998" y="1690635"/>
                  </a:lnTo>
                  <a:lnTo>
                    <a:pt x="6594632" y="1650650"/>
                  </a:lnTo>
                  <a:lnTo>
                    <a:pt x="6672266" y="1609851"/>
                  </a:lnTo>
                  <a:lnTo>
                    <a:pt x="6749900" y="1568220"/>
                  </a:lnTo>
                  <a:lnTo>
                    <a:pt x="6827534" y="1525741"/>
                  </a:lnTo>
                  <a:lnTo>
                    <a:pt x="6905168" y="1482396"/>
                  </a:lnTo>
                  <a:lnTo>
                    <a:pt x="6982802" y="1438167"/>
                  </a:lnTo>
                  <a:lnTo>
                    <a:pt x="7060436" y="1393038"/>
                  </a:lnTo>
                  <a:lnTo>
                    <a:pt x="7138070" y="1346988"/>
                  </a:lnTo>
                  <a:lnTo>
                    <a:pt x="7215704" y="1300001"/>
                  </a:lnTo>
                  <a:lnTo>
                    <a:pt x="7293338" y="1252055"/>
                  </a:lnTo>
                  <a:lnTo>
                    <a:pt x="7370972" y="1203133"/>
                  </a:lnTo>
                  <a:lnTo>
                    <a:pt x="7370972" y="3581666"/>
                  </a:lnTo>
                  <a:lnTo>
                    <a:pt x="7293338" y="3578115"/>
                  </a:lnTo>
                  <a:lnTo>
                    <a:pt x="7215704" y="3574386"/>
                  </a:lnTo>
                  <a:lnTo>
                    <a:pt x="7138070" y="3570471"/>
                  </a:lnTo>
                  <a:lnTo>
                    <a:pt x="7060436" y="3566360"/>
                  </a:lnTo>
                  <a:lnTo>
                    <a:pt x="6982802" y="3562044"/>
                  </a:lnTo>
                  <a:lnTo>
                    <a:pt x="6905168" y="3557511"/>
                  </a:lnTo>
                  <a:lnTo>
                    <a:pt x="6827534" y="3552751"/>
                  </a:lnTo>
                  <a:lnTo>
                    <a:pt x="6749900" y="3547754"/>
                  </a:lnTo>
                  <a:lnTo>
                    <a:pt x="6672266" y="3542506"/>
                  </a:lnTo>
                  <a:lnTo>
                    <a:pt x="6594632" y="3536996"/>
                  </a:lnTo>
                  <a:lnTo>
                    <a:pt x="6516998" y="3531210"/>
                  </a:lnTo>
                  <a:lnTo>
                    <a:pt x="6439364" y="3525135"/>
                  </a:lnTo>
                  <a:lnTo>
                    <a:pt x="6361730" y="3518756"/>
                  </a:lnTo>
                  <a:lnTo>
                    <a:pt x="6284096" y="3512058"/>
                  </a:lnTo>
                  <a:lnTo>
                    <a:pt x="6206462" y="3505024"/>
                  </a:lnTo>
                  <a:lnTo>
                    <a:pt x="6128827" y="3497639"/>
                  </a:lnTo>
                  <a:lnTo>
                    <a:pt x="6051193" y="3489884"/>
                  </a:lnTo>
                  <a:lnTo>
                    <a:pt x="5973559" y="3481741"/>
                  </a:lnTo>
                  <a:lnTo>
                    <a:pt x="5895925" y="3473191"/>
                  </a:lnTo>
                  <a:lnTo>
                    <a:pt x="5818291" y="3464213"/>
                  </a:lnTo>
                  <a:lnTo>
                    <a:pt x="5740657" y="3454786"/>
                  </a:lnTo>
                  <a:lnTo>
                    <a:pt x="5663023" y="3444887"/>
                  </a:lnTo>
                  <a:lnTo>
                    <a:pt x="5585389" y="3434493"/>
                  </a:lnTo>
                  <a:lnTo>
                    <a:pt x="5507755" y="3423579"/>
                  </a:lnTo>
                  <a:lnTo>
                    <a:pt x="5430121" y="3412119"/>
                  </a:lnTo>
                  <a:lnTo>
                    <a:pt x="5352487" y="3400086"/>
                  </a:lnTo>
                  <a:lnTo>
                    <a:pt x="5274853" y="3387451"/>
                  </a:lnTo>
                  <a:lnTo>
                    <a:pt x="5197219" y="3374183"/>
                  </a:lnTo>
                  <a:lnTo>
                    <a:pt x="5119585" y="3360252"/>
                  </a:lnTo>
                  <a:lnTo>
                    <a:pt x="5041951" y="3345624"/>
                  </a:lnTo>
                  <a:lnTo>
                    <a:pt x="4964317" y="3330263"/>
                  </a:lnTo>
                  <a:lnTo>
                    <a:pt x="4886683" y="3314135"/>
                  </a:lnTo>
                  <a:lnTo>
                    <a:pt x="4809049" y="3297199"/>
                  </a:lnTo>
                  <a:lnTo>
                    <a:pt x="4731415" y="3279417"/>
                  </a:lnTo>
                  <a:lnTo>
                    <a:pt x="4653781" y="3260744"/>
                  </a:lnTo>
                  <a:lnTo>
                    <a:pt x="4576147" y="3241138"/>
                  </a:lnTo>
                  <a:lnTo>
                    <a:pt x="4498513" y="3220550"/>
                  </a:lnTo>
                  <a:lnTo>
                    <a:pt x="4420879" y="3198933"/>
                  </a:lnTo>
                  <a:lnTo>
                    <a:pt x="4343244" y="3176234"/>
                  </a:lnTo>
                  <a:lnTo>
                    <a:pt x="4265610" y="3152399"/>
                  </a:lnTo>
                  <a:lnTo>
                    <a:pt x="4187976" y="3127372"/>
                  </a:lnTo>
                  <a:lnTo>
                    <a:pt x="4110342" y="3101093"/>
                  </a:lnTo>
                  <a:lnTo>
                    <a:pt x="4032708" y="3073499"/>
                  </a:lnTo>
                  <a:lnTo>
                    <a:pt x="3955074" y="3044525"/>
                  </a:lnTo>
                  <a:lnTo>
                    <a:pt x="3877440" y="3014101"/>
                  </a:lnTo>
                  <a:lnTo>
                    <a:pt x="3799806" y="2982155"/>
                  </a:lnTo>
                  <a:lnTo>
                    <a:pt x="3722172" y="2948610"/>
                  </a:lnTo>
                  <a:lnTo>
                    <a:pt x="3644538" y="2913388"/>
                  </a:lnTo>
                  <a:lnTo>
                    <a:pt x="3566904" y="2876403"/>
                  </a:lnTo>
                  <a:lnTo>
                    <a:pt x="3489270" y="2837568"/>
                  </a:lnTo>
                  <a:lnTo>
                    <a:pt x="3411636" y="2796790"/>
                  </a:lnTo>
                  <a:lnTo>
                    <a:pt x="3334002" y="2794673"/>
                  </a:lnTo>
                  <a:lnTo>
                    <a:pt x="3256368" y="2811809"/>
                  </a:lnTo>
                  <a:lnTo>
                    <a:pt x="3178734" y="2828602"/>
                  </a:lnTo>
                  <a:lnTo>
                    <a:pt x="3101100" y="2845060"/>
                  </a:lnTo>
                  <a:lnTo>
                    <a:pt x="3023466" y="2861190"/>
                  </a:lnTo>
                  <a:lnTo>
                    <a:pt x="2945832" y="2876997"/>
                  </a:lnTo>
                  <a:lnTo>
                    <a:pt x="2868198" y="2892488"/>
                  </a:lnTo>
                  <a:lnTo>
                    <a:pt x="2790564" y="2907671"/>
                  </a:lnTo>
                  <a:lnTo>
                    <a:pt x="2712930" y="2922549"/>
                  </a:lnTo>
                  <a:lnTo>
                    <a:pt x="2635295" y="2937131"/>
                  </a:lnTo>
                  <a:lnTo>
                    <a:pt x="2557661" y="2951422"/>
                  </a:lnTo>
                  <a:lnTo>
                    <a:pt x="2480027" y="2965427"/>
                  </a:lnTo>
                  <a:lnTo>
                    <a:pt x="2402393" y="2979152"/>
                  </a:lnTo>
                  <a:lnTo>
                    <a:pt x="2324759" y="2992603"/>
                  </a:lnTo>
                  <a:lnTo>
                    <a:pt x="2247125" y="3005786"/>
                  </a:lnTo>
                  <a:lnTo>
                    <a:pt x="2169491" y="3018705"/>
                  </a:lnTo>
                  <a:lnTo>
                    <a:pt x="2091857" y="3031366"/>
                  </a:lnTo>
                  <a:lnTo>
                    <a:pt x="2014223" y="3043775"/>
                  </a:lnTo>
                  <a:lnTo>
                    <a:pt x="1936589" y="3055935"/>
                  </a:lnTo>
                  <a:lnTo>
                    <a:pt x="1858955" y="3067853"/>
                  </a:lnTo>
                  <a:lnTo>
                    <a:pt x="1781321" y="3079533"/>
                  </a:lnTo>
                  <a:lnTo>
                    <a:pt x="1703687" y="3090979"/>
                  </a:lnTo>
                  <a:lnTo>
                    <a:pt x="1626053" y="3102197"/>
                  </a:lnTo>
                  <a:lnTo>
                    <a:pt x="1548419" y="3113190"/>
                  </a:lnTo>
                  <a:lnTo>
                    <a:pt x="1470785" y="3123965"/>
                  </a:lnTo>
                  <a:lnTo>
                    <a:pt x="1393151" y="3134524"/>
                  </a:lnTo>
                  <a:lnTo>
                    <a:pt x="1315517" y="3144872"/>
                  </a:lnTo>
                  <a:lnTo>
                    <a:pt x="1237883" y="3155013"/>
                  </a:lnTo>
                  <a:lnTo>
                    <a:pt x="1160249" y="3164952"/>
                  </a:lnTo>
                  <a:lnTo>
                    <a:pt x="1082615" y="3174692"/>
                  </a:lnTo>
                  <a:lnTo>
                    <a:pt x="1004981" y="3184238"/>
                  </a:lnTo>
                  <a:lnTo>
                    <a:pt x="927346" y="3193593"/>
                  </a:lnTo>
                  <a:lnTo>
                    <a:pt x="849712" y="3202761"/>
                  </a:lnTo>
                  <a:lnTo>
                    <a:pt x="772078" y="3211747"/>
                  </a:lnTo>
                  <a:lnTo>
                    <a:pt x="694444" y="3220552"/>
                  </a:lnTo>
                  <a:lnTo>
                    <a:pt x="616810" y="3229182"/>
                  </a:lnTo>
                  <a:lnTo>
                    <a:pt x="539176" y="3237640"/>
                  </a:lnTo>
                  <a:lnTo>
                    <a:pt x="461542" y="3245928"/>
                  </a:lnTo>
                  <a:lnTo>
                    <a:pt x="383908" y="3254051"/>
                  </a:lnTo>
                  <a:lnTo>
                    <a:pt x="306274" y="3262012"/>
                  </a:lnTo>
                  <a:lnTo>
                    <a:pt x="228640" y="3269814"/>
                  </a:lnTo>
                  <a:lnTo>
                    <a:pt x="151006" y="3277460"/>
                  </a:lnTo>
                  <a:lnTo>
                    <a:pt x="73372" y="3284953"/>
                  </a:lnTo>
                  <a:lnTo>
                    <a:pt x="0" y="3291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1892" y="1896563"/>
              <a:ext cx="6266597" cy="2777188"/>
            </a:xfrm>
            <a:custGeom>
              <a:avLst/>
              <a:pathLst>
                <a:path w="6266597" h="2777188">
                  <a:moveTo>
                    <a:pt x="0" y="0"/>
                  </a:moveTo>
                  <a:lnTo>
                    <a:pt x="55874" y="126949"/>
                  </a:lnTo>
                  <a:lnTo>
                    <a:pt x="133508" y="294934"/>
                  </a:lnTo>
                  <a:lnTo>
                    <a:pt x="211142" y="454915"/>
                  </a:lnTo>
                  <a:lnTo>
                    <a:pt x="288776" y="607274"/>
                  </a:lnTo>
                  <a:lnTo>
                    <a:pt x="366410" y="752374"/>
                  </a:lnTo>
                  <a:lnTo>
                    <a:pt x="444044" y="890560"/>
                  </a:lnTo>
                  <a:lnTo>
                    <a:pt x="521678" y="1022162"/>
                  </a:lnTo>
                  <a:lnTo>
                    <a:pt x="599312" y="1147494"/>
                  </a:lnTo>
                  <a:lnTo>
                    <a:pt x="676946" y="1266854"/>
                  </a:lnTo>
                  <a:lnTo>
                    <a:pt x="754580" y="1380527"/>
                  </a:lnTo>
                  <a:lnTo>
                    <a:pt x="832214" y="1488784"/>
                  </a:lnTo>
                  <a:lnTo>
                    <a:pt x="909848" y="1591883"/>
                  </a:lnTo>
                  <a:lnTo>
                    <a:pt x="987482" y="1690070"/>
                  </a:lnTo>
                  <a:lnTo>
                    <a:pt x="1065116" y="1783579"/>
                  </a:lnTo>
                  <a:lnTo>
                    <a:pt x="1142750" y="1872632"/>
                  </a:lnTo>
                  <a:lnTo>
                    <a:pt x="1220384" y="1957442"/>
                  </a:lnTo>
                  <a:lnTo>
                    <a:pt x="1298018" y="2038212"/>
                  </a:lnTo>
                  <a:lnTo>
                    <a:pt x="1375653" y="2115133"/>
                  </a:lnTo>
                  <a:lnTo>
                    <a:pt x="1453287" y="2188389"/>
                  </a:lnTo>
                  <a:lnTo>
                    <a:pt x="1530921" y="2258155"/>
                  </a:lnTo>
                  <a:lnTo>
                    <a:pt x="1608555" y="2324597"/>
                  </a:lnTo>
                  <a:lnTo>
                    <a:pt x="1686189" y="2387873"/>
                  </a:lnTo>
                  <a:lnTo>
                    <a:pt x="1763823" y="2448134"/>
                  </a:lnTo>
                  <a:lnTo>
                    <a:pt x="1841457" y="2505524"/>
                  </a:lnTo>
                  <a:lnTo>
                    <a:pt x="1919091" y="2560179"/>
                  </a:lnTo>
                  <a:lnTo>
                    <a:pt x="1996725" y="2612231"/>
                  </a:lnTo>
                  <a:lnTo>
                    <a:pt x="2074359" y="2661802"/>
                  </a:lnTo>
                  <a:lnTo>
                    <a:pt x="2151993" y="2709012"/>
                  </a:lnTo>
                  <a:lnTo>
                    <a:pt x="2229627" y="2753972"/>
                  </a:lnTo>
                  <a:lnTo>
                    <a:pt x="2307261" y="2777188"/>
                  </a:lnTo>
                  <a:lnTo>
                    <a:pt x="2384895" y="2759347"/>
                  </a:lnTo>
                  <a:lnTo>
                    <a:pt x="2462529" y="2741142"/>
                  </a:lnTo>
                  <a:lnTo>
                    <a:pt x="2540163" y="2722566"/>
                  </a:lnTo>
                  <a:lnTo>
                    <a:pt x="2617797" y="2703612"/>
                  </a:lnTo>
                  <a:lnTo>
                    <a:pt x="2695431" y="2684271"/>
                  </a:lnTo>
                  <a:lnTo>
                    <a:pt x="2773065" y="2664537"/>
                  </a:lnTo>
                  <a:lnTo>
                    <a:pt x="2850699" y="2644400"/>
                  </a:lnTo>
                  <a:lnTo>
                    <a:pt x="2928333" y="2623852"/>
                  </a:lnTo>
                  <a:lnTo>
                    <a:pt x="3005967" y="2602886"/>
                  </a:lnTo>
                  <a:lnTo>
                    <a:pt x="3083602" y="2581493"/>
                  </a:lnTo>
                  <a:lnTo>
                    <a:pt x="3161236" y="2559663"/>
                  </a:lnTo>
                  <a:lnTo>
                    <a:pt x="3238870" y="2537389"/>
                  </a:lnTo>
                  <a:lnTo>
                    <a:pt x="3316504" y="2514661"/>
                  </a:lnTo>
                  <a:lnTo>
                    <a:pt x="3394138" y="2491469"/>
                  </a:lnTo>
                  <a:lnTo>
                    <a:pt x="3471772" y="2467805"/>
                  </a:lnTo>
                  <a:lnTo>
                    <a:pt x="3549406" y="2443659"/>
                  </a:lnTo>
                  <a:lnTo>
                    <a:pt x="3627040" y="2419021"/>
                  </a:lnTo>
                  <a:lnTo>
                    <a:pt x="3704674" y="2393880"/>
                  </a:lnTo>
                  <a:lnTo>
                    <a:pt x="3782308" y="2368227"/>
                  </a:lnTo>
                  <a:lnTo>
                    <a:pt x="3859942" y="2342052"/>
                  </a:lnTo>
                  <a:lnTo>
                    <a:pt x="3937576" y="2315343"/>
                  </a:lnTo>
                  <a:lnTo>
                    <a:pt x="4015210" y="2288089"/>
                  </a:lnTo>
                  <a:lnTo>
                    <a:pt x="4092844" y="2260281"/>
                  </a:lnTo>
                  <a:lnTo>
                    <a:pt x="4170478" y="2231905"/>
                  </a:lnTo>
                  <a:lnTo>
                    <a:pt x="4248112" y="2202951"/>
                  </a:lnTo>
                  <a:lnTo>
                    <a:pt x="4325746" y="2173408"/>
                  </a:lnTo>
                  <a:lnTo>
                    <a:pt x="4403380" y="2143262"/>
                  </a:lnTo>
                  <a:lnTo>
                    <a:pt x="4481014" y="2112501"/>
                  </a:lnTo>
                  <a:lnTo>
                    <a:pt x="4558648" y="2081114"/>
                  </a:lnTo>
                  <a:lnTo>
                    <a:pt x="4636282" y="2049087"/>
                  </a:lnTo>
                  <a:lnTo>
                    <a:pt x="4713916" y="2016408"/>
                  </a:lnTo>
                  <a:lnTo>
                    <a:pt x="4791551" y="1983062"/>
                  </a:lnTo>
                  <a:lnTo>
                    <a:pt x="4869185" y="1949037"/>
                  </a:lnTo>
                  <a:lnTo>
                    <a:pt x="4946819" y="1914319"/>
                  </a:lnTo>
                  <a:lnTo>
                    <a:pt x="5024453" y="1878893"/>
                  </a:lnTo>
                  <a:lnTo>
                    <a:pt x="5102087" y="1842745"/>
                  </a:lnTo>
                  <a:lnTo>
                    <a:pt x="5179721" y="1805860"/>
                  </a:lnTo>
                  <a:lnTo>
                    <a:pt x="5257355" y="1768224"/>
                  </a:lnTo>
                  <a:lnTo>
                    <a:pt x="5334989" y="1729821"/>
                  </a:lnTo>
                  <a:lnTo>
                    <a:pt x="5412623" y="1690635"/>
                  </a:lnTo>
                  <a:lnTo>
                    <a:pt x="5490257" y="1650650"/>
                  </a:lnTo>
                  <a:lnTo>
                    <a:pt x="5567891" y="1609851"/>
                  </a:lnTo>
                  <a:lnTo>
                    <a:pt x="5645525" y="1568220"/>
                  </a:lnTo>
                  <a:lnTo>
                    <a:pt x="5723159" y="1525741"/>
                  </a:lnTo>
                  <a:lnTo>
                    <a:pt x="5800793" y="1482396"/>
                  </a:lnTo>
                  <a:lnTo>
                    <a:pt x="5878427" y="1438167"/>
                  </a:lnTo>
                  <a:lnTo>
                    <a:pt x="5956061" y="1393038"/>
                  </a:lnTo>
                  <a:lnTo>
                    <a:pt x="6033695" y="1346988"/>
                  </a:lnTo>
                  <a:lnTo>
                    <a:pt x="6111329" y="1300001"/>
                  </a:lnTo>
                  <a:lnTo>
                    <a:pt x="6188963" y="1252055"/>
                  </a:lnTo>
                  <a:lnTo>
                    <a:pt x="6266597" y="12031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37"/>
              <a:ext cx="7370972" cy="786992"/>
            </a:xfrm>
            <a:custGeom>
              <a:avLst/>
              <a:pathLst>
                <a:path w="7370972" h="786992">
                  <a:moveTo>
                    <a:pt x="7370972" y="786992"/>
                  </a:moveTo>
                  <a:lnTo>
                    <a:pt x="7293338" y="783441"/>
                  </a:lnTo>
                  <a:lnTo>
                    <a:pt x="7215704" y="779713"/>
                  </a:lnTo>
                  <a:lnTo>
                    <a:pt x="7138070" y="775797"/>
                  </a:lnTo>
                  <a:lnTo>
                    <a:pt x="7060436" y="771686"/>
                  </a:lnTo>
                  <a:lnTo>
                    <a:pt x="6982802" y="767370"/>
                  </a:lnTo>
                  <a:lnTo>
                    <a:pt x="6905168" y="762837"/>
                  </a:lnTo>
                  <a:lnTo>
                    <a:pt x="6827534" y="758078"/>
                  </a:lnTo>
                  <a:lnTo>
                    <a:pt x="6749900" y="753080"/>
                  </a:lnTo>
                  <a:lnTo>
                    <a:pt x="6672266" y="747832"/>
                  </a:lnTo>
                  <a:lnTo>
                    <a:pt x="6594632" y="742322"/>
                  </a:lnTo>
                  <a:lnTo>
                    <a:pt x="6516998" y="736537"/>
                  </a:lnTo>
                  <a:lnTo>
                    <a:pt x="6439364" y="730461"/>
                  </a:lnTo>
                  <a:lnTo>
                    <a:pt x="6361730" y="724082"/>
                  </a:lnTo>
                  <a:lnTo>
                    <a:pt x="6284096" y="717384"/>
                  </a:lnTo>
                  <a:lnTo>
                    <a:pt x="6206462" y="710350"/>
                  </a:lnTo>
                  <a:lnTo>
                    <a:pt x="6128827" y="702965"/>
                  </a:lnTo>
                  <a:lnTo>
                    <a:pt x="6051193" y="695210"/>
                  </a:lnTo>
                  <a:lnTo>
                    <a:pt x="5973559" y="687067"/>
                  </a:lnTo>
                  <a:lnTo>
                    <a:pt x="5895925" y="678517"/>
                  </a:lnTo>
                  <a:lnTo>
                    <a:pt x="5818291" y="669539"/>
                  </a:lnTo>
                  <a:lnTo>
                    <a:pt x="5740657" y="660112"/>
                  </a:lnTo>
                  <a:lnTo>
                    <a:pt x="5663023" y="650213"/>
                  </a:lnTo>
                  <a:lnTo>
                    <a:pt x="5585389" y="639819"/>
                  </a:lnTo>
                  <a:lnTo>
                    <a:pt x="5507755" y="628905"/>
                  </a:lnTo>
                  <a:lnTo>
                    <a:pt x="5430121" y="617445"/>
                  </a:lnTo>
                  <a:lnTo>
                    <a:pt x="5352487" y="605412"/>
                  </a:lnTo>
                  <a:lnTo>
                    <a:pt x="5274853" y="592777"/>
                  </a:lnTo>
                  <a:lnTo>
                    <a:pt x="5197219" y="579509"/>
                  </a:lnTo>
                  <a:lnTo>
                    <a:pt x="5119585" y="565578"/>
                  </a:lnTo>
                  <a:lnTo>
                    <a:pt x="5041951" y="550950"/>
                  </a:lnTo>
                  <a:lnTo>
                    <a:pt x="4964317" y="535590"/>
                  </a:lnTo>
                  <a:lnTo>
                    <a:pt x="4886683" y="519461"/>
                  </a:lnTo>
                  <a:lnTo>
                    <a:pt x="4809049" y="502526"/>
                  </a:lnTo>
                  <a:lnTo>
                    <a:pt x="4731415" y="484743"/>
                  </a:lnTo>
                  <a:lnTo>
                    <a:pt x="4653781" y="466071"/>
                  </a:lnTo>
                  <a:lnTo>
                    <a:pt x="4576147" y="446464"/>
                  </a:lnTo>
                  <a:lnTo>
                    <a:pt x="4498513" y="425876"/>
                  </a:lnTo>
                  <a:lnTo>
                    <a:pt x="4420879" y="404259"/>
                  </a:lnTo>
                  <a:lnTo>
                    <a:pt x="4343244" y="381560"/>
                  </a:lnTo>
                  <a:lnTo>
                    <a:pt x="4265610" y="357725"/>
                  </a:lnTo>
                  <a:lnTo>
                    <a:pt x="4187976" y="332698"/>
                  </a:lnTo>
                  <a:lnTo>
                    <a:pt x="4110342" y="306419"/>
                  </a:lnTo>
                  <a:lnTo>
                    <a:pt x="4032708" y="278825"/>
                  </a:lnTo>
                  <a:lnTo>
                    <a:pt x="3955074" y="249851"/>
                  </a:lnTo>
                  <a:lnTo>
                    <a:pt x="3877440" y="219427"/>
                  </a:lnTo>
                  <a:lnTo>
                    <a:pt x="3799806" y="187481"/>
                  </a:lnTo>
                  <a:lnTo>
                    <a:pt x="3722172" y="153937"/>
                  </a:lnTo>
                  <a:lnTo>
                    <a:pt x="3644538" y="118714"/>
                  </a:lnTo>
                  <a:lnTo>
                    <a:pt x="3566904" y="81729"/>
                  </a:lnTo>
                  <a:lnTo>
                    <a:pt x="3489270" y="42894"/>
                  </a:lnTo>
                  <a:lnTo>
                    <a:pt x="3411636" y="2116"/>
                  </a:lnTo>
                  <a:lnTo>
                    <a:pt x="3334002" y="0"/>
                  </a:lnTo>
                  <a:lnTo>
                    <a:pt x="3256368" y="17135"/>
                  </a:lnTo>
                  <a:lnTo>
                    <a:pt x="3178734" y="33929"/>
                  </a:lnTo>
                  <a:lnTo>
                    <a:pt x="3101100" y="50387"/>
                  </a:lnTo>
                  <a:lnTo>
                    <a:pt x="3023466" y="66516"/>
                  </a:lnTo>
                  <a:lnTo>
                    <a:pt x="2945832" y="82323"/>
                  </a:lnTo>
                  <a:lnTo>
                    <a:pt x="2868198" y="97815"/>
                  </a:lnTo>
                  <a:lnTo>
                    <a:pt x="2790564" y="112997"/>
                  </a:lnTo>
                  <a:lnTo>
                    <a:pt x="2712930" y="127876"/>
                  </a:lnTo>
                  <a:lnTo>
                    <a:pt x="2635295" y="142457"/>
                  </a:lnTo>
                  <a:lnTo>
                    <a:pt x="2557661" y="156748"/>
                  </a:lnTo>
                  <a:lnTo>
                    <a:pt x="2480027" y="170753"/>
                  </a:lnTo>
                  <a:lnTo>
                    <a:pt x="2402393" y="184478"/>
                  </a:lnTo>
                  <a:lnTo>
                    <a:pt x="2324759" y="197929"/>
                  </a:lnTo>
                  <a:lnTo>
                    <a:pt x="2247125" y="211112"/>
                  </a:lnTo>
                  <a:lnTo>
                    <a:pt x="2169491" y="224031"/>
                  </a:lnTo>
                  <a:lnTo>
                    <a:pt x="2091857" y="236693"/>
                  </a:lnTo>
                  <a:lnTo>
                    <a:pt x="2014223" y="249101"/>
                  </a:lnTo>
                  <a:lnTo>
                    <a:pt x="1936589" y="261261"/>
                  </a:lnTo>
                  <a:lnTo>
                    <a:pt x="1858955" y="273179"/>
                  </a:lnTo>
                  <a:lnTo>
                    <a:pt x="1781321" y="284859"/>
                  </a:lnTo>
                  <a:lnTo>
                    <a:pt x="1703687" y="296305"/>
                  </a:lnTo>
                  <a:lnTo>
                    <a:pt x="1626053" y="307523"/>
                  </a:lnTo>
                  <a:lnTo>
                    <a:pt x="1548419" y="318517"/>
                  </a:lnTo>
                  <a:lnTo>
                    <a:pt x="1470785" y="329291"/>
                  </a:lnTo>
                  <a:lnTo>
                    <a:pt x="1393151" y="339850"/>
                  </a:lnTo>
                  <a:lnTo>
                    <a:pt x="1315517" y="350198"/>
                  </a:lnTo>
                  <a:lnTo>
                    <a:pt x="1237883" y="360339"/>
                  </a:lnTo>
                  <a:lnTo>
                    <a:pt x="1160249" y="370278"/>
                  </a:lnTo>
                  <a:lnTo>
                    <a:pt x="1082615" y="380018"/>
                  </a:lnTo>
                  <a:lnTo>
                    <a:pt x="1004981" y="389564"/>
                  </a:lnTo>
                  <a:lnTo>
                    <a:pt x="927346" y="398919"/>
                  </a:lnTo>
                  <a:lnTo>
                    <a:pt x="849712" y="408088"/>
                  </a:lnTo>
                  <a:lnTo>
                    <a:pt x="772078" y="417073"/>
                  </a:lnTo>
                  <a:lnTo>
                    <a:pt x="694444" y="425879"/>
                  </a:lnTo>
                  <a:lnTo>
                    <a:pt x="616810" y="434509"/>
                  </a:lnTo>
                  <a:lnTo>
                    <a:pt x="539176" y="442966"/>
                  </a:lnTo>
                  <a:lnTo>
                    <a:pt x="461542" y="451255"/>
                  </a:lnTo>
                  <a:lnTo>
                    <a:pt x="383908" y="459378"/>
                  </a:lnTo>
                  <a:lnTo>
                    <a:pt x="306274" y="467339"/>
                  </a:lnTo>
                  <a:lnTo>
                    <a:pt x="228640" y="475140"/>
                  </a:lnTo>
                  <a:lnTo>
                    <a:pt x="151006" y="482786"/>
                  </a:lnTo>
                  <a:lnTo>
                    <a:pt x="73372" y="490280"/>
                  </a:lnTo>
                  <a:lnTo>
                    <a:pt x="0" y="49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4949"/>
              <a:ext cx="7370972" cy="1207292"/>
            </a:xfrm>
            <a:custGeom>
              <a:avLst/>
              <a:pathLst>
                <a:path w="7370972" h="1207292">
                  <a:moveTo>
                    <a:pt x="0" y="0"/>
                  </a:moveTo>
                  <a:lnTo>
                    <a:pt x="73372" y="21845"/>
                  </a:lnTo>
                  <a:lnTo>
                    <a:pt x="151006" y="44632"/>
                  </a:lnTo>
                  <a:lnTo>
                    <a:pt x="228640" y="67094"/>
                  </a:lnTo>
                  <a:lnTo>
                    <a:pt x="306274" y="89236"/>
                  </a:lnTo>
                  <a:lnTo>
                    <a:pt x="383908" y="111064"/>
                  </a:lnTo>
                  <a:lnTo>
                    <a:pt x="461542" y="132582"/>
                  </a:lnTo>
                  <a:lnTo>
                    <a:pt x="539176" y="153793"/>
                  </a:lnTo>
                  <a:lnTo>
                    <a:pt x="616810" y="174703"/>
                  </a:lnTo>
                  <a:lnTo>
                    <a:pt x="694444" y="195315"/>
                  </a:lnTo>
                  <a:lnTo>
                    <a:pt x="772078" y="215635"/>
                  </a:lnTo>
                  <a:lnTo>
                    <a:pt x="849712" y="235665"/>
                  </a:lnTo>
                  <a:lnTo>
                    <a:pt x="927346" y="255411"/>
                  </a:lnTo>
                  <a:lnTo>
                    <a:pt x="1004981" y="274876"/>
                  </a:lnTo>
                  <a:lnTo>
                    <a:pt x="1082615" y="294064"/>
                  </a:lnTo>
                  <a:lnTo>
                    <a:pt x="1160249" y="312979"/>
                  </a:lnTo>
                  <a:lnTo>
                    <a:pt x="1237883" y="331625"/>
                  </a:lnTo>
                  <a:lnTo>
                    <a:pt x="1315517" y="350006"/>
                  </a:lnTo>
                  <a:lnTo>
                    <a:pt x="1393151" y="368126"/>
                  </a:lnTo>
                  <a:lnTo>
                    <a:pt x="1470785" y="385988"/>
                  </a:lnTo>
                  <a:lnTo>
                    <a:pt x="1548419" y="403596"/>
                  </a:lnTo>
                  <a:lnTo>
                    <a:pt x="1626053" y="420954"/>
                  </a:lnTo>
                  <a:lnTo>
                    <a:pt x="1703687" y="438064"/>
                  </a:lnTo>
                  <a:lnTo>
                    <a:pt x="1781321" y="454932"/>
                  </a:lnTo>
                  <a:lnTo>
                    <a:pt x="1858955" y="471560"/>
                  </a:lnTo>
                  <a:lnTo>
                    <a:pt x="1936589" y="487951"/>
                  </a:lnTo>
                  <a:lnTo>
                    <a:pt x="2014223" y="504109"/>
                  </a:lnTo>
                  <a:lnTo>
                    <a:pt x="2091857" y="520037"/>
                  </a:lnTo>
                  <a:lnTo>
                    <a:pt x="2169491" y="535739"/>
                  </a:lnTo>
                  <a:lnTo>
                    <a:pt x="2247125" y="551218"/>
                  </a:lnTo>
                  <a:lnTo>
                    <a:pt x="2324759" y="566476"/>
                  </a:lnTo>
                  <a:lnTo>
                    <a:pt x="2402393" y="581518"/>
                  </a:lnTo>
                  <a:lnTo>
                    <a:pt x="2480027" y="596345"/>
                  </a:lnTo>
                  <a:lnTo>
                    <a:pt x="2557661" y="610962"/>
                  </a:lnTo>
                  <a:lnTo>
                    <a:pt x="2635295" y="625371"/>
                  </a:lnTo>
                  <a:lnTo>
                    <a:pt x="2712930" y="639575"/>
                  </a:lnTo>
                  <a:lnTo>
                    <a:pt x="2790564" y="653577"/>
                  </a:lnTo>
                  <a:lnTo>
                    <a:pt x="2868198" y="667380"/>
                  </a:lnTo>
                  <a:lnTo>
                    <a:pt x="2945832" y="680987"/>
                  </a:lnTo>
                  <a:lnTo>
                    <a:pt x="3023466" y="694400"/>
                  </a:lnTo>
                  <a:lnTo>
                    <a:pt x="3101100" y="707622"/>
                  </a:lnTo>
                  <a:lnTo>
                    <a:pt x="3178734" y="720657"/>
                  </a:lnTo>
                  <a:lnTo>
                    <a:pt x="3256368" y="733506"/>
                  </a:lnTo>
                  <a:lnTo>
                    <a:pt x="3334002" y="746172"/>
                  </a:lnTo>
                  <a:lnTo>
                    <a:pt x="3411636" y="758659"/>
                  </a:lnTo>
                  <a:lnTo>
                    <a:pt x="3489270" y="770967"/>
                  </a:lnTo>
                  <a:lnTo>
                    <a:pt x="3566904" y="783101"/>
                  </a:lnTo>
                  <a:lnTo>
                    <a:pt x="3644538" y="795062"/>
                  </a:lnTo>
                  <a:lnTo>
                    <a:pt x="3722172" y="806853"/>
                  </a:lnTo>
                  <a:lnTo>
                    <a:pt x="3799806" y="818477"/>
                  </a:lnTo>
                  <a:lnTo>
                    <a:pt x="3877440" y="829935"/>
                  </a:lnTo>
                  <a:lnTo>
                    <a:pt x="3955074" y="841230"/>
                  </a:lnTo>
                  <a:lnTo>
                    <a:pt x="4032708" y="852364"/>
                  </a:lnTo>
                  <a:lnTo>
                    <a:pt x="4110342" y="863341"/>
                  </a:lnTo>
                  <a:lnTo>
                    <a:pt x="4187976" y="874161"/>
                  </a:lnTo>
                  <a:lnTo>
                    <a:pt x="4265610" y="884827"/>
                  </a:lnTo>
                  <a:lnTo>
                    <a:pt x="4343244" y="895342"/>
                  </a:lnTo>
                  <a:lnTo>
                    <a:pt x="4420879" y="905707"/>
                  </a:lnTo>
                  <a:lnTo>
                    <a:pt x="4498513" y="915924"/>
                  </a:lnTo>
                  <a:lnTo>
                    <a:pt x="4576147" y="925997"/>
                  </a:lnTo>
                  <a:lnTo>
                    <a:pt x="4653781" y="935926"/>
                  </a:lnTo>
                  <a:lnTo>
                    <a:pt x="4731415" y="945714"/>
                  </a:lnTo>
                  <a:lnTo>
                    <a:pt x="4809049" y="955363"/>
                  </a:lnTo>
                  <a:lnTo>
                    <a:pt x="4886683" y="964874"/>
                  </a:lnTo>
                  <a:lnTo>
                    <a:pt x="4964317" y="974251"/>
                  </a:lnTo>
                  <a:lnTo>
                    <a:pt x="5041951" y="983494"/>
                  </a:lnTo>
                  <a:lnTo>
                    <a:pt x="5119585" y="992605"/>
                  </a:lnTo>
                  <a:lnTo>
                    <a:pt x="5197219" y="1001587"/>
                  </a:lnTo>
                  <a:lnTo>
                    <a:pt x="5274853" y="1010442"/>
                  </a:lnTo>
                  <a:lnTo>
                    <a:pt x="5352487" y="1019170"/>
                  </a:lnTo>
                  <a:lnTo>
                    <a:pt x="5430121" y="1027774"/>
                  </a:lnTo>
                  <a:lnTo>
                    <a:pt x="5507755" y="1036256"/>
                  </a:lnTo>
                  <a:lnTo>
                    <a:pt x="5585389" y="1044618"/>
                  </a:lnTo>
                  <a:lnTo>
                    <a:pt x="5663023" y="1052860"/>
                  </a:lnTo>
                  <a:lnTo>
                    <a:pt x="5740657" y="1060985"/>
                  </a:lnTo>
                  <a:lnTo>
                    <a:pt x="5818291" y="1068995"/>
                  </a:lnTo>
                  <a:lnTo>
                    <a:pt x="5895925" y="1076891"/>
                  </a:lnTo>
                  <a:lnTo>
                    <a:pt x="5973559" y="1084674"/>
                  </a:lnTo>
                  <a:lnTo>
                    <a:pt x="6051193" y="1092347"/>
                  </a:lnTo>
                  <a:lnTo>
                    <a:pt x="6128827" y="1099911"/>
                  </a:lnTo>
                  <a:lnTo>
                    <a:pt x="6206462" y="1107367"/>
                  </a:lnTo>
                  <a:lnTo>
                    <a:pt x="6284096" y="1114717"/>
                  </a:lnTo>
                  <a:lnTo>
                    <a:pt x="6361730" y="1121962"/>
                  </a:lnTo>
                  <a:lnTo>
                    <a:pt x="6439364" y="1129105"/>
                  </a:lnTo>
                  <a:lnTo>
                    <a:pt x="6516998" y="1136146"/>
                  </a:lnTo>
                  <a:lnTo>
                    <a:pt x="6594632" y="1143087"/>
                  </a:lnTo>
                  <a:lnTo>
                    <a:pt x="6672266" y="1149929"/>
                  </a:lnTo>
                  <a:lnTo>
                    <a:pt x="6749900" y="1156674"/>
                  </a:lnTo>
                  <a:lnTo>
                    <a:pt x="6827534" y="1163323"/>
                  </a:lnTo>
                  <a:lnTo>
                    <a:pt x="6905168" y="1169877"/>
                  </a:lnTo>
                  <a:lnTo>
                    <a:pt x="6982802" y="1176339"/>
                  </a:lnTo>
                  <a:lnTo>
                    <a:pt x="7060436" y="1182708"/>
                  </a:lnTo>
                  <a:lnTo>
                    <a:pt x="7138070" y="1188987"/>
                  </a:lnTo>
                  <a:lnTo>
                    <a:pt x="7215704" y="1195176"/>
                  </a:lnTo>
                  <a:lnTo>
                    <a:pt x="7293338" y="1201278"/>
                  </a:lnTo>
                  <a:lnTo>
                    <a:pt x="7370972" y="1207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2026-05-22T10:43:05Z</dcterms:modified>
  <cp:category/>
</cp:coreProperties>
</file>