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7845"/>
            </a:xfrm>
            <a:custGeom>
              <a:avLst/>
              <a:pathLst>
                <a:path w="7370972" h="3597845">
                  <a:moveTo>
                    <a:pt x="1317614" y="0"/>
                  </a:moveTo>
                  <a:lnTo>
                    <a:pt x="1393151" y="186612"/>
                  </a:lnTo>
                  <a:lnTo>
                    <a:pt x="1470785" y="368349"/>
                  </a:lnTo>
                  <a:lnTo>
                    <a:pt x="1548419" y="540557"/>
                  </a:lnTo>
                  <a:lnTo>
                    <a:pt x="1626053" y="703736"/>
                  </a:lnTo>
                  <a:lnTo>
                    <a:pt x="1703687" y="858358"/>
                  </a:lnTo>
                  <a:lnTo>
                    <a:pt x="1781321" y="1004873"/>
                  </a:lnTo>
                  <a:lnTo>
                    <a:pt x="1858955" y="1143706"/>
                  </a:lnTo>
                  <a:lnTo>
                    <a:pt x="1936589" y="1275259"/>
                  </a:lnTo>
                  <a:lnTo>
                    <a:pt x="2014223" y="1399915"/>
                  </a:lnTo>
                  <a:lnTo>
                    <a:pt x="2091857" y="1518034"/>
                  </a:lnTo>
                  <a:lnTo>
                    <a:pt x="2169491" y="1629959"/>
                  </a:lnTo>
                  <a:lnTo>
                    <a:pt x="2247125" y="1736017"/>
                  </a:lnTo>
                  <a:lnTo>
                    <a:pt x="2324759" y="1836513"/>
                  </a:lnTo>
                  <a:lnTo>
                    <a:pt x="2402393" y="1931739"/>
                  </a:lnTo>
                  <a:lnTo>
                    <a:pt x="2480027" y="2021973"/>
                  </a:lnTo>
                  <a:lnTo>
                    <a:pt x="2557661" y="2107475"/>
                  </a:lnTo>
                  <a:lnTo>
                    <a:pt x="2635295" y="2188494"/>
                  </a:lnTo>
                  <a:lnTo>
                    <a:pt x="2712930" y="2265265"/>
                  </a:lnTo>
                  <a:lnTo>
                    <a:pt x="2790564" y="2338011"/>
                  </a:lnTo>
                  <a:lnTo>
                    <a:pt x="2868198" y="2406942"/>
                  </a:lnTo>
                  <a:lnTo>
                    <a:pt x="2945832" y="2472259"/>
                  </a:lnTo>
                  <a:lnTo>
                    <a:pt x="3023466" y="2534151"/>
                  </a:lnTo>
                  <a:lnTo>
                    <a:pt x="3101100" y="2592798"/>
                  </a:lnTo>
                  <a:lnTo>
                    <a:pt x="3178734" y="2648369"/>
                  </a:lnTo>
                  <a:lnTo>
                    <a:pt x="3256368" y="2701027"/>
                  </a:lnTo>
                  <a:lnTo>
                    <a:pt x="3334002" y="2750924"/>
                  </a:lnTo>
                  <a:lnTo>
                    <a:pt x="3411636" y="2779516"/>
                  </a:lnTo>
                  <a:lnTo>
                    <a:pt x="3489270" y="2768921"/>
                  </a:lnTo>
                  <a:lnTo>
                    <a:pt x="3566904" y="2758197"/>
                  </a:lnTo>
                  <a:lnTo>
                    <a:pt x="3644538" y="2747343"/>
                  </a:lnTo>
                  <a:lnTo>
                    <a:pt x="3722172" y="2736357"/>
                  </a:lnTo>
                  <a:lnTo>
                    <a:pt x="3799806" y="2725237"/>
                  </a:lnTo>
                  <a:lnTo>
                    <a:pt x="3877440" y="2713983"/>
                  </a:lnTo>
                  <a:lnTo>
                    <a:pt x="3955074" y="2702592"/>
                  </a:lnTo>
                  <a:lnTo>
                    <a:pt x="4032708" y="2691063"/>
                  </a:lnTo>
                  <a:lnTo>
                    <a:pt x="4110342" y="2679395"/>
                  </a:lnTo>
                  <a:lnTo>
                    <a:pt x="4187976" y="2667584"/>
                  </a:lnTo>
                  <a:lnTo>
                    <a:pt x="4265610" y="2655630"/>
                  </a:lnTo>
                  <a:lnTo>
                    <a:pt x="4343244" y="2643531"/>
                  </a:lnTo>
                  <a:lnTo>
                    <a:pt x="4420879" y="2631286"/>
                  </a:lnTo>
                  <a:lnTo>
                    <a:pt x="4498513" y="2618891"/>
                  </a:lnTo>
                  <a:lnTo>
                    <a:pt x="4576147" y="2606347"/>
                  </a:lnTo>
                  <a:lnTo>
                    <a:pt x="4653781" y="2593650"/>
                  </a:lnTo>
                  <a:lnTo>
                    <a:pt x="4731415" y="2580799"/>
                  </a:lnTo>
                  <a:lnTo>
                    <a:pt x="4809049" y="2567792"/>
                  </a:lnTo>
                  <a:lnTo>
                    <a:pt x="4886683" y="2554627"/>
                  </a:lnTo>
                  <a:lnTo>
                    <a:pt x="4964317" y="2541302"/>
                  </a:lnTo>
                  <a:lnTo>
                    <a:pt x="5041951" y="2527816"/>
                  </a:lnTo>
                  <a:lnTo>
                    <a:pt x="5119585" y="2514166"/>
                  </a:lnTo>
                  <a:lnTo>
                    <a:pt x="5197219" y="2500351"/>
                  </a:lnTo>
                  <a:lnTo>
                    <a:pt x="5274853" y="2486368"/>
                  </a:lnTo>
                  <a:lnTo>
                    <a:pt x="5352487" y="2472215"/>
                  </a:lnTo>
                  <a:lnTo>
                    <a:pt x="5430121" y="2457890"/>
                  </a:lnTo>
                  <a:lnTo>
                    <a:pt x="5507755" y="2443392"/>
                  </a:lnTo>
                  <a:lnTo>
                    <a:pt x="5585389" y="2428717"/>
                  </a:lnTo>
                  <a:lnTo>
                    <a:pt x="5663023" y="2413865"/>
                  </a:lnTo>
                  <a:lnTo>
                    <a:pt x="5740657" y="2398832"/>
                  </a:lnTo>
                  <a:lnTo>
                    <a:pt x="5818291" y="2383617"/>
                  </a:lnTo>
                  <a:lnTo>
                    <a:pt x="5895925" y="2368217"/>
                  </a:lnTo>
                  <a:lnTo>
                    <a:pt x="5973559" y="2352630"/>
                  </a:lnTo>
                  <a:lnTo>
                    <a:pt x="6051193" y="2336855"/>
                  </a:lnTo>
                  <a:lnTo>
                    <a:pt x="6128827" y="2320887"/>
                  </a:lnTo>
                  <a:lnTo>
                    <a:pt x="6206462" y="2304726"/>
                  </a:lnTo>
                  <a:lnTo>
                    <a:pt x="6284096" y="2288369"/>
                  </a:lnTo>
                  <a:lnTo>
                    <a:pt x="6361730" y="2271814"/>
                  </a:lnTo>
                  <a:lnTo>
                    <a:pt x="6439364" y="2255057"/>
                  </a:lnTo>
                  <a:lnTo>
                    <a:pt x="6516998" y="2238097"/>
                  </a:lnTo>
                  <a:lnTo>
                    <a:pt x="6594632" y="2220932"/>
                  </a:lnTo>
                  <a:lnTo>
                    <a:pt x="6672266" y="2203558"/>
                  </a:lnTo>
                  <a:lnTo>
                    <a:pt x="6749900" y="2185973"/>
                  </a:lnTo>
                  <a:lnTo>
                    <a:pt x="6827534" y="2168174"/>
                  </a:lnTo>
                  <a:lnTo>
                    <a:pt x="6905168" y="2150160"/>
                  </a:lnTo>
                  <a:lnTo>
                    <a:pt x="6982802" y="2131927"/>
                  </a:lnTo>
                  <a:lnTo>
                    <a:pt x="7060436" y="2113473"/>
                  </a:lnTo>
                  <a:lnTo>
                    <a:pt x="7138070" y="2094795"/>
                  </a:lnTo>
                  <a:lnTo>
                    <a:pt x="7215704" y="2075891"/>
                  </a:lnTo>
                  <a:lnTo>
                    <a:pt x="7293338" y="2056757"/>
                  </a:lnTo>
                  <a:lnTo>
                    <a:pt x="7370972" y="2037390"/>
                  </a:lnTo>
                  <a:lnTo>
                    <a:pt x="7370972" y="3597845"/>
                  </a:lnTo>
                  <a:lnTo>
                    <a:pt x="7293338" y="3594813"/>
                  </a:lnTo>
                  <a:lnTo>
                    <a:pt x="7215704" y="3591613"/>
                  </a:lnTo>
                  <a:lnTo>
                    <a:pt x="7138070" y="3588235"/>
                  </a:lnTo>
                  <a:lnTo>
                    <a:pt x="7060436" y="3584671"/>
                  </a:lnTo>
                  <a:lnTo>
                    <a:pt x="6982802" y="3580910"/>
                  </a:lnTo>
                  <a:lnTo>
                    <a:pt x="6905168" y="3576941"/>
                  </a:lnTo>
                  <a:lnTo>
                    <a:pt x="6827534" y="3572752"/>
                  </a:lnTo>
                  <a:lnTo>
                    <a:pt x="6749900" y="3568331"/>
                  </a:lnTo>
                  <a:lnTo>
                    <a:pt x="6672266" y="3563665"/>
                  </a:lnTo>
                  <a:lnTo>
                    <a:pt x="6594632" y="3558742"/>
                  </a:lnTo>
                  <a:lnTo>
                    <a:pt x="6516998" y="3553546"/>
                  </a:lnTo>
                  <a:lnTo>
                    <a:pt x="6439364" y="3548062"/>
                  </a:lnTo>
                  <a:lnTo>
                    <a:pt x="6361730" y="3542275"/>
                  </a:lnTo>
                  <a:lnTo>
                    <a:pt x="6284096" y="3536168"/>
                  </a:lnTo>
                  <a:lnTo>
                    <a:pt x="6206462" y="3529723"/>
                  </a:lnTo>
                  <a:lnTo>
                    <a:pt x="6128827" y="3522921"/>
                  </a:lnTo>
                  <a:lnTo>
                    <a:pt x="6051193" y="3515743"/>
                  </a:lnTo>
                  <a:lnTo>
                    <a:pt x="5973559" y="3508167"/>
                  </a:lnTo>
                  <a:lnTo>
                    <a:pt x="5895925" y="3500173"/>
                  </a:lnTo>
                  <a:lnTo>
                    <a:pt x="5818291" y="3491736"/>
                  </a:lnTo>
                  <a:lnTo>
                    <a:pt x="5740657" y="3482832"/>
                  </a:lnTo>
                  <a:lnTo>
                    <a:pt x="5663023" y="3473435"/>
                  </a:lnTo>
                  <a:lnTo>
                    <a:pt x="5585389" y="3463519"/>
                  </a:lnTo>
                  <a:lnTo>
                    <a:pt x="5507755" y="3453053"/>
                  </a:lnTo>
                  <a:lnTo>
                    <a:pt x="5430121" y="3442009"/>
                  </a:lnTo>
                  <a:lnTo>
                    <a:pt x="5352487" y="3430353"/>
                  </a:lnTo>
                  <a:lnTo>
                    <a:pt x="5274853" y="3418053"/>
                  </a:lnTo>
                  <a:lnTo>
                    <a:pt x="5197219" y="3405072"/>
                  </a:lnTo>
                  <a:lnTo>
                    <a:pt x="5119585" y="3391372"/>
                  </a:lnTo>
                  <a:lnTo>
                    <a:pt x="5041951" y="3376915"/>
                  </a:lnTo>
                  <a:lnTo>
                    <a:pt x="4964317" y="3361658"/>
                  </a:lnTo>
                  <a:lnTo>
                    <a:pt x="4886683" y="3345556"/>
                  </a:lnTo>
                  <a:lnTo>
                    <a:pt x="4809049" y="3328563"/>
                  </a:lnTo>
                  <a:lnTo>
                    <a:pt x="4731415" y="3310630"/>
                  </a:lnTo>
                  <a:lnTo>
                    <a:pt x="4653781" y="3291704"/>
                  </a:lnTo>
                  <a:lnTo>
                    <a:pt x="4576147" y="3271732"/>
                  </a:lnTo>
                  <a:lnTo>
                    <a:pt x="4498513" y="3250654"/>
                  </a:lnTo>
                  <a:lnTo>
                    <a:pt x="4420879" y="3228410"/>
                  </a:lnTo>
                  <a:lnTo>
                    <a:pt x="4343244" y="3204935"/>
                  </a:lnTo>
                  <a:lnTo>
                    <a:pt x="4265610" y="3180161"/>
                  </a:lnTo>
                  <a:lnTo>
                    <a:pt x="4187976" y="3154016"/>
                  </a:lnTo>
                  <a:lnTo>
                    <a:pt x="4110342" y="3126424"/>
                  </a:lnTo>
                  <a:lnTo>
                    <a:pt x="4032708" y="3097306"/>
                  </a:lnTo>
                  <a:lnTo>
                    <a:pt x="3955074" y="3066576"/>
                  </a:lnTo>
                  <a:lnTo>
                    <a:pt x="3877440" y="3034146"/>
                  </a:lnTo>
                  <a:lnTo>
                    <a:pt x="3799806" y="2999921"/>
                  </a:lnTo>
                  <a:lnTo>
                    <a:pt x="3722172" y="2963802"/>
                  </a:lnTo>
                  <a:lnTo>
                    <a:pt x="3644538" y="2925685"/>
                  </a:lnTo>
                  <a:lnTo>
                    <a:pt x="3566904" y="2885459"/>
                  </a:lnTo>
                  <a:lnTo>
                    <a:pt x="3489270" y="2843006"/>
                  </a:lnTo>
                  <a:lnTo>
                    <a:pt x="3411636" y="2798205"/>
                  </a:lnTo>
                  <a:lnTo>
                    <a:pt x="3334002" y="2789985"/>
                  </a:lnTo>
                  <a:lnTo>
                    <a:pt x="3256368" y="2800328"/>
                  </a:lnTo>
                  <a:lnTo>
                    <a:pt x="3178734" y="2810547"/>
                  </a:lnTo>
                  <a:lnTo>
                    <a:pt x="3101100" y="2820643"/>
                  </a:lnTo>
                  <a:lnTo>
                    <a:pt x="3023466" y="2830618"/>
                  </a:lnTo>
                  <a:lnTo>
                    <a:pt x="2945832" y="2840474"/>
                  </a:lnTo>
                  <a:lnTo>
                    <a:pt x="2868198" y="2850212"/>
                  </a:lnTo>
                  <a:lnTo>
                    <a:pt x="2790564" y="2859833"/>
                  </a:lnTo>
                  <a:lnTo>
                    <a:pt x="2712930" y="2869338"/>
                  </a:lnTo>
                  <a:lnTo>
                    <a:pt x="2635295" y="2878730"/>
                  </a:lnTo>
                  <a:lnTo>
                    <a:pt x="2557661" y="2888009"/>
                  </a:lnTo>
                  <a:lnTo>
                    <a:pt x="2480027" y="2897176"/>
                  </a:lnTo>
                  <a:lnTo>
                    <a:pt x="2402393" y="2906234"/>
                  </a:lnTo>
                  <a:lnTo>
                    <a:pt x="2324759" y="2915183"/>
                  </a:lnTo>
                  <a:lnTo>
                    <a:pt x="2247125" y="2924025"/>
                  </a:lnTo>
                  <a:lnTo>
                    <a:pt x="2169491" y="2932761"/>
                  </a:lnTo>
                  <a:lnTo>
                    <a:pt x="2091857" y="2941392"/>
                  </a:lnTo>
                  <a:lnTo>
                    <a:pt x="2014223" y="2949920"/>
                  </a:lnTo>
                  <a:lnTo>
                    <a:pt x="1936589" y="2958345"/>
                  </a:lnTo>
                  <a:lnTo>
                    <a:pt x="1858955" y="2966669"/>
                  </a:lnTo>
                  <a:lnTo>
                    <a:pt x="1781321" y="2974894"/>
                  </a:lnTo>
                  <a:lnTo>
                    <a:pt x="1703687" y="2983020"/>
                  </a:lnTo>
                  <a:lnTo>
                    <a:pt x="1626053" y="2991048"/>
                  </a:lnTo>
                  <a:lnTo>
                    <a:pt x="1548419" y="2998981"/>
                  </a:lnTo>
                  <a:lnTo>
                    <a:pt x="1470785" y="3006818"/>
                  </a:lnTo>
                  <a:lnTo>
                    <a:pt x="1393151" y="3014561"/>
                  </a:lnTo>
                  <a:lnTo>
                    <a:pt x="1315517" y="3022211"/>
                  </a:lnTo>
                  <a:lnTo>
                    <a:pt x="1237883" y="3029770"/>
                  </a:lnTo>
                  <a:lnTo>
                    <a:pt x="1160249" y="3037238"/>
                  </a:lnTo>
                  <a:lnTo>
                    <a:pt x="1082615" y="3044617"/>
                  </a:lnTo>
                  <a:lnTo>
                    <a:pt x="1004981" y="3051907"/>
                  </a:lnTo>
                  <a:lnTo>
                    <a:pt x="927346" y="3059109"/>
                  </a:lnTo>
                  <a:lnTo>
                    <a:pt x="849712" y="3066225"/>
                  </a:lnTo>
                  <a:lnTo>
                    <a:pt x="772078" y="3073256"/>
                  </a:lnTo>
                  <a:lnTo>
                    <a:pt x="694444" y="3080203"/>
                  </a:lnTo>
                  <a:lnTo>
                    <a:pt x="616810" y="3087066"/>
                  </a:lnTo>
                  <a:lnTo>
                    <a:pt x="539176" y="3093847"/>
                  </a:lnTo>
                  <a:lnTo>
                    <a:pt x="461542" y="3100547"/>
                  </a:lnTo>
                  <a:lnTo>
                    <a:pt x="383908" y="3107167"/>
                  </a:lnTo>
                  <a:lnTo>
                    <a:pt x="306274" y="3113707"/>
                  </a:lnTo>
                  <a:lnTo>
                    <a:pt x="228640" y="3120168"/>
                  </a:lnTo>
                  <a:lnTo>
                    <a:pt x="151006" y="3126552"/>
                  </a:lnTo>
                  <a:lnTo>
                    <a:pt x="73372" y="3132860"/>
                  </a:lnTo>
                  <a:lnTo>
                    <a:pt x="0" y="31387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35132" y="1896563"/>
              <a:ext cx="6053358" cy="2779516"/>
            </a:xfrm>
            <a:custGeom>
              <a:avLst/>
              <a:pathLst>
                <a:path w="6053358" h="2779516">
                  <a:moveTo>
                    <a:pt x="0" y="0"/>
                  </a:moveTo>
                  <a:lnTo>
                    <a:pt x="75536" y="186612"/>
                  </a:lnTo>
                  <a:lnTo>
                    <a:pt x="153170" y="368349"/>
                  </a:lnTo>
                  <a:lnTo>
                    <a:pt x="230804" y="540557"/>
                  </a:lnTo>
                  <a:lnTo>
                    <a:pt x="308438" y="703736"/>
                  </a:lnTo>
                  <a:lnTo>
                    <a:pt x="386072" y="858358"/>
                  </a:lnTo>
                  <a:lnTo>
                    <a:pt x="463706" y="1004873"/>
                  </a:lnTo>
                  <a:lnTo>
                    <a:pt x="541340" y="1143706"/>
                  </a:lnTo>
                  <a:lnTo>
                    <a:pt x="618974" y="1275259"/>
                  </a:lnTo>
                  <a:lnTo>
                    <a:pt x="696609" y="1399915"/>
                  </a:lnTo>
                  <a:lnTo>
                    <a:pt x="774243" y="1518034"/>
                  </a:lnTo>
                  <a:lnTo>
                    <a:pt x="851877" y="1629959"/>
                  </a:lnTo>
                  <a:lnTo>
                    <a:pt x="929511" y="1736017"/>
                  </a:lnTo>
                  <a:lnTo>
                    <a:pt x="1007145" y="1836513"/>
                  </a:lnTo>
                  <a:lnTo>
                    <a:pt x="1084779" y="1931739"/>
                  </a:lnTo>
                  <a:lnTo>
                    <a:pt x="1162413" y="2021973"/>
                  </a:lnTo>
                  <a:lnTo>
                    <a:pt x="1240047" y="2107475"/>
                  </a:lnTo>
                  <a:lnTo>
                    <a:pt x="1317681" y="2188494"/>
                  </a:lnTo>
                  <a:lnTo>
                    <a:pt x="1395315" y="2265265"/>
                  </a:lnTo>
                  <a:lnTo>
                    <a:pt x="1472949" y="2338011"/>
                  </a:lnTo>
                  <a:lnTo>
                    <a:pt x="1550583" y="2406942"/>
                  </a:lnTo>
                  <a:lnTo>
                    <a:pt x="1628217" y="2472259"/>
                  </a:lnTo>
                  <a:lnTo>
                    <a:pt x="1705851" y="2534151"/>
                  </a:lnTo>
                  <a:lnTo>
                    <a:pt x="1783485" y="2592798"/>
                  </a:lnTo>
                  <a:lnTo>
                    <a:pt x="1861119" y="2648369"/>
                  </a:lnTo>
                  <a:lnTo>
                    <a:pt x="1938753" y="2701027"/>
                  </a:lnTo>
                  <a:lnTo>
                    <a:pt x="2016387" y="2750924"/>
                  </a:lnTo>
                  <a:lnTo>
                    <a:pt x="2094021" y="2779516"/>
                  </a:lnTo>
                  <a:lnTo>
                    <a:pt x="2171655" y="2768921"/>
                  </a:lnTo>
                  <a:lnTo>
                    <a:pt x="2249289" y="2758197"/>
                  </a:lnTo>
                  <a:lnTo>
                    <a:pt x="2326923" y="2747343"/>
                  </a:lnTo>
                  <a:lnTo>
                    <a:pt x="2404558" y="2736357"/>
                  </a:lnTo>
                  <a:lnTo>
                    <a:pt x="2482192" y="2725237"/>
                  </a:lnTo>
                  <a:lnTo>
                    <a:pt x="2559826" y="2713983"/>
                  </a:lnTo>
                  <a:lnTo>
                    <a:pt x="2637460" y="2702592"/>
                  </a:lnTo>
                  <a:lnTo>
                    <a:pt x="2715094" y="2691063"/>
                  </a:lnTo>
                  <a:lnTo>
                    <a:pt x="2792728" y="2679395"/>
                  </a:lnTo>
                  <a:lnTo>
                    <a:pt x="2870362" y="2667584"/>
                  </a:lnTo>
                  <a:lnTo>
                    <a:pt x="2947996" y="2655630"/>
                  </a:lnTo>
                  <a:lnTo>
                    <a:pt x="3025630" y="2643531"/>
                  </a:lnTo>
                  <a:lnTo>
                    <a:pt x="3103264" y="2631286"/>
                  </a:lnTo>
                  <a:lnTo>
                    <a:pt x="3180898" y="2618891"/>
                  </a:lnTo>
                  <a:lnTo>
                    <a:pt x="3258532" y="2606347"/>
                  </a:lnTo>
                  <a:lnTo>
                    <a:pt x="3336166" y="2593650"/>
                  </a:lnTo>
                  <a:lnTo>
                    <a:pt x="3413800" y="2580799"/>
                  </a:lnTo>
                  <a:lnTo>
                    <a:pt x="3491434" y="2567792"/>
                  </a:lnTo>
                  <a:lnTo>
                    <a:pt x="3569068" y="2554627"/>
                  </a:lnTo>
                  <a:lnTo>
                    <a:pt x="3646702" y="2541302"/>
                  </a:lnTo>
                  <a:lnTo>
                    <a:pt x="3724336" y="2527816"/>
                  </a:lnTo>
                  <a:lnTo>
                    <a:pt x="3801970" y="2514166"/>
                  </a:lnTo>
                  <a:lnTo>
                    <a:pt x="3879604" y="2500351"/>
                  </a:lnTo>
                  <a:lnTo>
                    <a:pt x="3957238" y="2486368"/>
                  </a:lnTo>
                  <a:lnTo>
                    <a:pt x="4034872" y="2472215"/>
                  </a:lnTo>
                  <a:lnTo>
                    <a:pt x="4112507" y="2457890"/>
                  </a:lnTo>
                  <a:lnTo>
                    <a:pt x="4190141" y="2443392"/>
                  </a:lnTo>
                  <a:lnTo>
                    <a:pt x="4267775" y="2428717"/>
                  </a:lnTo>
                  <a:lnTo>
                    <a:pt x="4345409" y="2413865"/>
                  </a:lnTo>
                  <a:lnTo>
                    <a:pt x="4423043" y="2398832"/>
                  </a:lnTo>
                  <a:lnTo>
                    <a:pt x="4500677" y="2383617"/>
                  </a:lnTo>
                  <a:lnTo>
                    <a:pt x="4578311" y="2368217"/>
                  </a:lnTo>
                  <a:lnTo>
                    <a:pt x="4655945" y="2352630"/>
                  </a:lnTo>
                  <a:lnTo>
                    <a:pt x="4733579" y="2336855"/>
                  </a:lnTo>
                  <a:lnTo>
                    <a:pt x="4811213" y="2320887"/>
                  </a:lnTo>
                  <a:lnTo>
                    <a:pt x="4888847" y="2304726"/>
                  </a:lnTo>
                  <a:lnTo>
                    <a:pt x="4966481" y="2288369"/>
                  </a:lnTo>
                  <a:lnTo>
                    <a:pt x="5044115" y="2271814"/>
                  </a:lnTo>
                  <a:lnTo>
                    <a:pt x="5121749" y="2255057"/>
                  </a:lnTo>
                  <a:lnTo>
                    <a:pt x="5199383" y="2238097"/>
                  </a:lnTo>
                  <a:lnTo>
                    <a:pt x="5277017" y="2220932"/>
                  </a:lnTo>
                  <a:lnTo>
                    <a:pt x="5354651" y="2203558"/>
                  </a:lnTo>
                  <a:lnTo>
                    <a:pt x="5432285" y="2185973"/>
                  </a:lnTo>
                  <a:lnTo>
                    <a:pt x="5509919" y="2168174"/>
                  </a:lnTo>
                  <a:lnTo>
                    <a:pt x="5587553" y="2150160"/>
                  </a:lnTo>
                  <a:lnTo>
                    <a:pt x="5665187" y="2131927"/>
                  </a:lnTo>
                  <a:lnTo>
                    <a:pt x="5742821" y="2113473"/>
                  </a:lnTo>
                  <a:lnTo>
                    <a:pt x="5820456" y="2094795"/>
                  </a:lnTo>
                  <a:lnTo>
                    <a:pt x="5898090" y="2075891"/>
                  </a:lnTo>
                  <a:lnTo>
                    <a:pt x="5975724" y="2056757"/>
                  </a:lnTo>
                  <a:lnTo>
                    <a:pt x="6053358" y="2037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6548"/>
              <a:ext cx="7370972" cy="807860"/>
            </a:xfrm>
            <a:custGeom>
              <a:avLst/>
              <a:pathLst>
                <a:path w="7370972" h="807860">
                  <a:moveTo>
                    <a:pt x="7370972" y="807860"/>
                  </a:moveTo>
                  <a:lnTo>
                    <a:pt x="7293338" y="804827"/>
                  </a:lnTo>
                  <a:lnTo>
                    <a:pt x="7215704" y="801627"/>
                  </a:lnTo>
                  <a:lnTo>
                    <a:pt x="7138070" y="798250"/>
                  </a:lnTo>
                  <a:lnTo>
                    <a:pt x="7060436" y="794686"/>
                  </a:lnTo>
                  <a:lnTo>
                    <a:pt x="6982802" y="790925"/>
                  </a:lnTo>
                  <a:lnTo>
                    <a:pt x="6905168" y="786955"/>
                  </a:lnTo>
                  <a:lnTo>
                    <a:pt x="6827534" y="782766"/>
                  </a:lnTo>
                  <a:lnTo>
                    <a:pt x="6749900" y="778346"/>
                  </a:lnTo>
                  <a:lnTo>
                    <a:pt x="6672266" y="773680"/>
                  </a:lnTo>
                  <a:lnTo>
                    <a:pt x="6594632" y="768757"/>
                  </a:lnTo>
                  <a:lnTo>
                    <a:pt x="6516998" y="763561"/>
                  </a:lnTo>
                  <a:lnTo>
                    <a:pt x="6439364" y="758077"/>
                  </a:lnTo>
                  <a:lnTo>
                    <a:pt x="6361730" y="752290"/>
                  </a:lnTo>
                  <a:lnTo>
                    <a:pt x="6284096" y="746183"/>
                  </a:lnTo>
                  <a:lnTo>
                    <a:pt x="6206462" y="739737"/>
                  </a:lnTo>
                  <a:lnTo>
                    <a:pt x="6128827" y="732936"/>
                  </a:lnTo>
                  <a:lnTo>
                    <a:pt x="6051193" y="725757"/>
                  </a:lnTo>
                  <a:lnTo>
                    <a:pt x="5973559" y="718182"/>
                  </a:lnTo>
                  <a:lnTo>
                    <a:pt x="5895925" y="710187"/>
                  </a:lnTo>
                  <a:lnTo>
                    <a:pt x="5818291" y="701750"/>
                  </a:lnTo>
                  <a:lnTo>
                    <a:pt x="5740657" y="692846"/>
                  </a:lnTo>
                  <a:lnTo>
                    <a:pt x="5663023" y="683450"/>
                  </a:lnTo>
                  <a:lnTo>
                    <a:pt x="5585389" y="673533"/>
                  </a:lnTo>
                  <a:lnTo>
                    <a:pt x="5507755" y="663068"/>
                  </a:lnTo>
                  <a:lnTo>
                    <a:pt x="5430121" y="652024"/>
                  </a:lnTo>
                  <a:lnTo>
                    <a:pt x="5352487" y="640368"/>
                  </a:lnTo>
                  <a:lnTo>
                    <a:pt x="5274853" y="628068"/>
                  </a:lnTo>
                  <a:lnTo>
                    <a:pt x="5197219" y="615087"/>
                  </a:lnTo>
                  <a:lnTo>
                    <a:pt x="5119585" y="601387"/>
                  </a:lnTo>
                  <a:lnTo>
                    <a:pt x="5041951" y="586930"/>
                  </a:lnTo>
                  <a:lnTo>
                    <a:pt x="4964317" y="571672"/>
                  </a:lnTo>
                  <a:lnTo>
                    <a:pt x="4886683" y="555570"/>
                  </a:lnTo>
                  <a:lnTo>
                    <a:pt x="4809049" y="538578"/>
                  </a:lnTo>
                  <a:lnTo>
                    <a:pt x="4731415" y="520645"/>
                  </a:lnTo>
                  <a:lnTo>
                    <a:pt x="4653781" y="501719"/>
                  </a:lnTo>
                  <a:lnTo>
                    <a:pt x="4576147" y="481747"/>
                  </a:lnTo>
                  <a:lnTo>
                    <a:pt x="4498513" y="460669"/>
                  </a:lnTo>
                  <a:lnTo>
                    <a:pt x="4420879" y="438425"/>
                  </a:lnTo>
                  <a:lnTo>
                    <a:pt x="4343244" y="414949"/>
                  </a:lnTo>
                  <a:lnTo>
                    <a:pt x="4265610" y="390175"/>
                  </a:lnTo>
                  <a:lnTo>
                    <a:pt x="4187976" y="364030"/>
                  </a:lnTo>
                  <a:lnTo>
                    <a:pt x="4110342" y="336439"/>
                  </a:lnTo>
                  <a:lnTo>
                    <a:pt x="4032708" y="307320"/>
                  </a:lnTo>
                  <a:lnTo>
                    <a:pt x="3955074" y="276591"/>
                  </a:lnTo>
                  <a:lnTo>
                    <a:pt x="3877440" y="244160"/>
                  </a:lnTo>
                  <a:lnTo>
                    <a:pt x="3799806" y="209936"/>
                  </a:lnTo>
                  <a:lnTo>
                    <a:pt x="3722172" y="173817"/>
                  </a:lnTo>
                  <a:lnTo>
                    <a:pt x="3644538" y="135700"/>
                  </a:lnTo>
                  <a:lnTo>
                    <a:pt x="3566904" y="95473"/>
                  </a:lnTo>
                  <a:lnTo>
                    <a:pt x="3489270" y="53021"/>
                  </a:lnTo>
                  <a:lnTo>
                    <a:pt x="3411636" y="8220"/>
                  </a:lnTo>
                  <a:lnTo>
                    <a:pt x="3334002" y="0"/>
                  </a:lnTo>
                  <a:lnTo>
                    <a:pt x="3256368" y="10342"/>
                  </a:lnTo>
                  <a:lnTo>
                    <a:pt x="3178734" y="20561"/>
                  </a:lnTo>
                  <a:lnTo>
                    <a:pt x="3101100" y="30658"/>
                  </a:lnTo>
                  <a:lnTo>
                    <a:pt x="3023466" y="40633"/>
                  </a:lnTo>
                  <a:lnTo>
                    <a:pt x="2945832" y="50489"/>
                  </a:lnTo>
                  <a:lnTo>
                    <a:pt x="2868198" y="60227"/>
                  </a:lnTo>
                  <a:lnTo>
                    <a:pt x="2790564" y="69847"/>
                  </a:lnTo>
                  <a:lnTo>
                    <a:pt x="2712930" y="79353"/>
                  </a:lnTo>
                  <a:lnTo>
                    <a:pt x="2635295" y="88744"/>
                  </a:lnTo>
                  <a:lnTo>
                    <a:pt x="2557661" y="98023"/>
                  </a:lnTo>
                  <a:lnTo>
                    <a:pt x="2480027" y="107191"/>
                  </a:lnTo>
                  <a:lnTo>
                    <a:pt x="2402393" y="116249"/>
                  </a:lnTo>
                  <a:lnTo>
                    <a:pt x="2324759" y="125198"/>
                  </a:lnTo>
                  <a:lnTo>
                    <a:pt x="2247125" y="134040"/>
                  </a:lnTo>
                  <a:lnTo>
                    <a:pt x="2169491" y="142776"/>
                  </a:lnTo>
                  <a:lnTo>
                    <a:pt x="2091857" y="151407"/>
                  </a:lnTo>
                  <a:lnTo>
                    <a:pt x="2014223" y="159934"/>
                  </a:lnTo>
                  <a:lnTo>
                    <a:pt x="1936589" y="168360"/>
                  </a:lnTo>
                  <a:lnTo>
                    <a:pt x="1858955" y="176684"/>
                  </a:lnTo>
                  <a:lnTo>
                    <a:pt x="1781321" y="184909"/>
                  </a:lnTo>
                  <a:lnTo>
                    <a:pt x="1703687" y="193035"/>
                  </a:lnTo>
                  <a:lnTo>
                    <a:pt x="1626053" y="201063"/>
                  </a:lnTo>
                  <a:lnTo>
                    <a:pt x="1548419" y="208995"/>
                  </a:lnTo>
                  <a:lnTo>
                    <a:pt x="1470785" y="216833"/>
                  </a:lnTo>
                  <a:lnTo>
                    <a:pt x="1393151" y="224576"/>
                  </a:lnTo>
                  <a:lnTo>
                    <a:pt x="1315517" y="232226"/>
                  </a:lnTo>
                  <a:lnTo>
                    <a:pt x="1237883" y="239785"/>
                  </a:lnTo>
                  <a:lnTo>
                    <a:pt x="1160249" y="247253"/>
                  </a:lnTo>
                  <a:lnTo>
                    <a:pt x="1082615" y="254631"/>
                  </a:lnTo>
                  <a:lnTo>
                    <a:pt x="1004981" y="261921"/>
                  </a:lnTo>
                  <a:lnTo>
                    <a:pt x="927346" y="269124"/>
                  </a:lnTo>
                  <a:lnTo>
                    <a:pt x="849712" y="276240"/>
                  </a:lnTo>
                  <a:lnTo>
                    <a:pt x="772078" y="283271"/>
                  </a:lnTo>
                  <a:lnTo>
                    <a:pt x="694444" y="290218"/>
                  </a:lnTo>
                  <a:lnTo>
                    <a:pt x="616810" y="297081"/>
                  </a:lnTo>
                  <a:lnTo>
                    <a:pt x="539176" y="303862"/>
                  </a:lnTo>
                  <a:lnTo>
                    <a:pt x="461542" y="310562"/>
                  </a:lnTo>
                  <a:lnTo>
                    <a:pt x="383908" y="317181"/>
                  </a:lnTo>
                  <a:lnTo>
                    <a:pt x="306274" y="323721"/>
                  </a:lnTo>
                  <a:lnTo>
                    <a:pt x="228640" y="330183"/>
                  </a:lnTo>
                  <a:lnTo>
                    <a:pt x="151006" y="336567"/>
                  </a:lnTo>
                  <a:lnTo>
                    <a:pt x="73372" y="342875"/>
                  </a:lnTo>
                  <a:lnTo>
                    <a:pt x="0" y="3487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85348"/>
              <a:ext cx="7370972" cy="1866346"/>
            </a:xfrm>
            <a:custGeom>
              <a:avLst/>
              <a:pathLst>
                <a:path w="7370972" h="1866346">
                  <a:moveTo>
                    <a:pt x="0" y="0"/>
                  </a:moveTo>
                  <a:lnTo>
                    <a:pt x="73372" y="42343"/>
                  </a:lnTo>
                  <a:lnTo>
                    <a:pt x="151006" y="86218"/>
                  </a:lnTo>
                  <a:lnTo>
                    <a:pt x="228640" y="129187"/>
                  </a:lnTo>
                  <a:lnTo>
                    <a:pt x="306274" y="171267"/>
                  </a:lnTo>
                  <a:lnTo>
                    <a:pt x="383908" y="212476"/>
                  </a:lnTo>
                  <a:lnTo>
                    <a:pt x="461542" y="252833"/>
                  </a:lnTo>
                  <a:lnTo>
                    <a:pt x="539176" y="292356"/>
                  </a:lnTo>
                  <a:lnTo>
                    <a:pt x="616810" y="331061"/>
                  </a:lnTo>
                  <a:lnTo>
                    <a:pt x="694444" y="368966"/>
                  </a:lnTo>
                  <a:lnTo>
                    <a:pt x="772078" y="406087"/>
                  </a:lnTo>
                  <a:lnTo>
                    <a:pt x="849712" y="442440"/>
                  </a:lnTo>
                  <a:lnTo>
                    <a:pt x="927346" y="478041"/>
                  </a:lnTo>
                  <a:lnTo>
                    <a:pt x="1004981" y="512906"/>
                  </a:lnTo>
                  <a:lnTo>
                    <a:pt x="1082615" y="547050"/>
                  </a:lnTo>
                  <a:lnTo>
                    <a:pt x="1160249" y="580488"/>
                  </a:lnTo>
                  <a:lnTo>
                    <a:pt x="1237883" y="613234"/>
                  </a:lnTo>
                  <a:lnTo>
                    <a:pt x="1315517" y="645303"/>
                  </a:lnTo>
                  <a:lnTo>
                    <a:pt x="1393151" y="676709"/>
                  </a:lnTo>
                  <a:lnTo>
                    <a:pt x="1470785" y="707465"/>
                  </a:lnTo>
                  <a:lnTo>
                    <a:pt x="1548419" y="737585"/>
                  </a:lnTo>
                  <a:lnTo>
                    <a:pt x="1626053" y="767083"/>
                  </a:lnTo>
                  <a:lnTo>
                    <a:pt x="1703687" y="795970"/>
                  </a:lnTo>
                  <a:lnTo>
                    <a:pt x="1781321" y="824260"/>
                  </a:lnTo>
                  <a:lnTo>
                    <a:pt x="1858955" y="851964"/>
                  </a:lnTo>
                  <a:lnTo>
                    <a:pt x="1936589" y="879096"/>
                  </a:lnTo>
                  <a:lnTo>
                    <a:pt x="2014223" y="905667"/>
                  </a:lnTo>
                  <a:lnTo>
                    <a:pt x="2091857" y="931688"/>
                  </a:lnTo>
                  <a:lnTo>
                    <a:pt x="2169491" y="957171"/>
                  </a:lnTo>
                  <a:lnTo>
                    <a:pt x="2247125" y="982127"/>
                  </a:lnTo>
                  <a:lnTo>
                    <a:pt x="2324759" y="1006566"/>
                  </a:lnTo>
                  <a:lnTo>
                    <a:pt x="2402393" y="1030501"/>
                  </a:lnTo>
                  <a:lnTo>
                    <a:pt x="2480027" y="1053940"/>
                  </a:lnTo>
                  <a:lnTo>
                    <a:pt x="2557661" y="1076895"/>
                  </a:lnTo>
                  <a:lnTo>
                    <a:pt x="2635295" y="1099375"/>
                  </a:lnTo>
                  <a:lnTo>
                    <a:pt x="2712930" y="1121390"/>
                  </a:lnTo>
                  <a:lnTo>
                    <a:pt x="2790564" y="1142949"/>
                  </a:lnTo>
                  <a:lnTo>
                    <a:pt x="2868198" y="1164063"/>
                  </a:lnTo>
                  <a:lnTo>
                    <a:pt x="2945832" y="1184740"/>
                  </a:lnTo>
                  <a:lnTo>
                    <a:pt x="3023466" y="1204990"/>
                  </a:lnTo>
                  <a:lnTo>
                    <a:pt x="3101100" y="1224820"/>
                  </a:lnTo>
                  <a:lnTo>
                    <a:pt x="3178734" y="1244241"/>
                  </a:lnTo>
                  <a:lnTo>
                    <a:pt x="3256368" y="1263260"/>
                  </a:lnTo>
                  <a:lnTo>
                    <a:pt x="3334002" y="1281885"/>
                  </a:lnTo>
                  <a:lnTo>
                    <a:pt x="3411636" y="1300126"/>
                  </a:lnTo>
                  <a:lnTo>
                    <a:pt x="3489270" y="1317989"/>
                  </a:lnTo>
                  <a:lnTo>
                    <a:pt x="3566904" y="1335483"/>
                  </a:lnTo>
                  <a:lnTo>
                    <a:pt x="3644538" y="1352615"/>
                  </a:lnTo>
                  <a:lnTo>
                    <a:pt x="3722172" y="1369392"/>
                  </a:lnTo>
                  <a:lnTo>
                    <a:pt x="3799806" y="1385823"/>
                  </a:lnTo>
                  <a:lnTo>
                    <a:pt x="3877440" y="1401914"/>
                  </a:lnTo>
                  <a:lnTo>
                    <a:pt x="3955074" y="1417672"/>
                  </a:lnTo>
                  <a:lnTo>
                    <a:pt x="4032708" y="1433104"/>
                  </a:lnTo>
                  <a:lnTo>
                    <a:pt x="4110342" y="1448217"/>
                  </a:lnTo>
                  <a:lnTo>
                    <a:pt x="4187976" y="1463017"/>
                  </a:lnTo>
                  <a:lnTo>
                    <a:pt x="4265610" y="1477512"/>
                  </a:lnTo>
                  <a:lnTo>
                    <a:pt x="4343244" y="1491706"/>
                  </a:lnTo>
                  <a:lnTo>
                    <a:pt x="4420879" y="1505607"/>
                  </a:lnTo>
                  <a:lnTo>
                    <a:pt x="4498513" y="1519221"/>
                  </a:lnTo>
                  <a:lnTo>
                    <a:pt x="4576147" y="1532553"/>
                  </a:lnTo>
                  <a:lnTo>
                    <a:pt x="4653781" y="1545609"/>
                  </a:lnTo>
                  <a:lnTo>
                    <a:pt x="4731415" y="1558395"/>
                  </a:lnTo>
                  <a:lnTo>
                    <a:pt x="4809049" y="1570917"/>
                  </a:lnTo>
                  <a:lnTo>
                    <a:pt x="4886683" y="1583180"/>
                  </a:lnTo>
                  <a:lnTo>
                    <a:pt x="4964317" y="1595189"/>
                  </a:lnTo>
                  <a:lnTo>
                    <a:pt x="5041951" y="1606950"/>
                  </a:lnTo>
                  <a:lnTo>
                    <a:pt x="5119585" y="1618468"/>
                  </a:lnTo>
                  <a:lnTo>
                    <a:pt x="5197219" y="1629747"/>
                  </a:lnTo>
                  <a:lnTo>
                    <a:pt x="5274853" y="1640793"/>
                  </a:lnTo>
                  <a:lnTo>
                    <a:pt x="5352487" y="1651611"/>
                  </a:lnTo>
                  <a:lnTo>
                    <a:pt x="5430121" y="1662205"/>
                  </a:lnTo>
                  <a:lnTo>
                    <a:pt x="5507755" y="1672580"/>
                  </a:lnTo>
                  <a:lnTo>
                    <a:pt x="5585389" y="1682740"/>
                  </a:lnTo>
                  <a:lnTo>
                    <a:pt x="5663023" y="1692690"/>
                  </a:lnTo>
                  <a:lnTo>
                    <a:pt x="5740657" y="1702435"/>
                  </a:lnTo>
                  <a:lnTo>
                    <a:pt x="5818291" y="1711977"/>
                  </a:lnTo>
                  <a:lnTo>
                    <a:pt x="5895925" y="1721323"/>
                  </a:lnTo>
                  <a:lnTo>
                    <a:pt x="5973559" y="1730475"/>
                  </a:lnTo>
                  <a:lnTo>
                    <a:pt x="6051193" y="1739438"/>
                  </a:lnTo>
                  <a:lnTo>
                    <a:pt x="6128827" y="1748216"/>
                  </a:lnTo>
                  <a:lnTo>
                    <a:pt x="6206462" y="1756812"/>
                  </a:lnTo>
                  <a:lnTo>
                    <a:pt x="6284096" y="1765230"/>
                  </a:lnTo>
                  <a:lnTo>
                    <a:pt x="6361730" y="1773474"/>
                  </a:lnTo>
                  <a:lnTo>
                    <a:pt x="6439364" y="1781548"/>
                  </a:lnTo>
                  <a:lnTo>
                    <a:pt x="6516998" y="1789455"/>
                  </a:lnTo>
                  <a:lnTo>
                    <a:pt x="6594632" y="1797198"/>
                  </a:lnTo>
                  <a:lnTo>
                    <a:pt x="6672266" y="1804781"/>
                  </a:lnTo>
                  <a:lnTo>
                    <a:pt x="6749900" y="1812207"/>
                  </a:lnTo>
                  <a:lnTo>
                    <a:pt x="6827534" y="1819480"/>
                  </a:lnTo>
                  <a:lnTo>
                    <a:pt x="6905168" y="1826602"/>
                  </a:lnTo>
                  <a:lnTo>
                    <a:pt x="6982802" y="1833577"/>
                  </a:lnTo>
                  <a:lnTo>
                    <a:pt x="7060436" y="1840407"/>
                  </a:lnTo>
                  <a:lnTo>
                    <a:pt x="7138070" y="1847097"/>
                  </a:lnTo>
                  <a:lnTo>
                    <a:pt x="7215704" y="1853648"/>
                  </a:lnTo>
                  <a:lnTo>
                    <a:pt x="7293338" y="1860063"/>
                  </a:lnTo>
                  <a:lnTo>
                    <a:pt x="7370972" y="18663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2026-05-22T10:32:37Z</dcterms:modified>
  <cp:category/>
</cp:coreProperties>
</file>