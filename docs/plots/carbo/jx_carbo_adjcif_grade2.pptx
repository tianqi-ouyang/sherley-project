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841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69157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0990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5064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91387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878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3952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8027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2101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6175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546274"/>
              <a:ext cx="7005923" cy="1995917"/>
            </a:xfrm>
            <a:custGeom>
              <a:avLst/>
              <a:pathLst>
                <a:path w="7005923" h="1995917">
                  <a:moveTo>
                    <a:pt x="0" y="1995917"/>
                  </a:moveTo>
                  <a:lnTo>
                    <a:pt x="166807" y="1995917"/>
                  </a:lnTo>
                  <a:lnTo>
                    <a:pt x="166807" y="1957335"/>
                  </a:lnTo>
                  <a:lnTo>
                    <a:pt x="250211" y="1957335"/>
                  </a:lnTo>
                  <a:lnTo>
                    <a:pt x="250211" y="1734059"/>
                  </a:lnTo>
                  <a:lnTo>
                    <a:pt x="333615" y="1734059"/>
                  </a:lnTo>
                  <a:lnTo>
                    <a:pt x="333615" y="1694089"/>
                  </a:lnTo>
                  <a:lnTo>
                    <a:pt x="417019" y="1694089"/>
                  </a:lnTo>
                  <a:lnTo>
                    <a:pt x="417019" y="1654590"/>
                  </a:lnTo>
                  <a:lnTo>
                    <a:pt x="583826" y="1654590"/>
                  </a:lnTo>
                  <a:lnTo>
                    <a:pt x="583826" y="1460554"/>
                  </a:lnTo>
                  <a:lnTo>
                    <a:pt x="667230" y="1460554"/>
                  </a:lnTo>
                  <a:lnTo>
                    <a:pt x="667230" y="1416535"/>
                  </a:lnTo>
                  <a:lnTo>
                    <a:pt x="750634" y="1416535"/>
                  </a:lnTo>
                  <a:lnTo>
                    <a:pt x="750634" y="1326937"/>
                  </a:lnTo>
                  <a:lnTo>
                    <a:pt x="1084250" y="1326937"/>
                  </a:lnTo>
                  <a:lnTo>
                    <a:pt x="1084250" y="1280356"/>
                  </a:lnTo>
                  <a:lnTo>
                    <a:pt x="1167653" y="1280356"/>
                  </a:lnTo>
                  <a:lnTo>
                    <a:pt x="1167653" y="1234513"/>
                  </a:lnTo>
                  <a:lnTo>
                    <a:pt x="1417865" y="1234513"/>
                  </a:lnTo>
                  <a:lnTo>
                    <a:pt x="1417865" y="1189129"/>
                  </a:lnTo>
                  <a:lnTo>
                    <a:pt x="1501269" y="1189129"/>
                  </a:lnTo>
                  <a:lnTo>
                    <a:pt x="1501269" y="1143356"/>
                  </a:lnTo>
                  <a:lnTo>
                    <a:pt x="2001692" y="1143356"/>
                  </a:lnTo>
                  <a:lnTo>
                    <a:pt x="2001692" y="1095159"/>
                  </a:lnTo>
                  <a:lnTo>
                    <a:pt x="2168500" y="1095159"/>
                  </a:lnTo>
                  <a:lnTo>
                    <a:pt x="2168500" y="999981"/>
                  </a:lnTo>
                  <a:lnTo>
                    <a:pt x="2502115" y="999981"/>
                  </a:lnTo>
                  <a:lnTo>
                    <a:pt x="2502115" y="953102"/>
                  </a:lnTo>
                  <a:lnTo>
                    <a:pt x="2585519" y="953102"/>
                  </a:lnTo>
                  <a:lnTo>
                    <a:pt x="2585519" y="905948"/>
                  </a:lnTo>
                  <a:lnTo>
                    <a:pt x="3085942" y="905948"/>
                  </a:lnTo>
                  <a:lnTo>
                    <a:pt x="3085942" y="812837"/>
                  </a:lnTo>
                  <a:lnTo>
                    <a:pt x="3169346" y="812837"/>
                  </a:lnTo>
                  <a:lnTo>
                    <a:pt x="3169346" y="675142"/>
                  </a:lnTo>
                  <a:lnTo>
                    <a:pt x="3336154" y="675142"/>
                  </a:lnTo>
                  <a:lnTo>
                    <a:pt x="3336154" y="628097"/>
                  </a:lnTo>
                  <a:lnTo>
                    <a:pt x="3419557" y="628097"/>
                  </a:lnTo>
                  <a:lnTo>
                    <a:pt x="3419557" y="581547"/>
                  </a:lnTo>
                  <a:lnTo>
                    <a:pt x="4253596" y="581547"/>
                  </a:lnTo>
                  <a:lnTo>
                    <a:pt x="4253596" y="535463"/>
                  </a:lnTo>
                  <a:lnTo>
                    <a:pt x="4587211" y="535463"/>
                  </a:lnTo>
                  <a:lnTo>
                    <a:pt x="4587211" y="489991"/>
                  </a:lnTo>
                  <a:lnTo>
                    <a:pt x="4670615" y="489991"/>
                  </a:lnTo>
                  <a:lnTo>
                    <a:pt x="4670615" y="445087"/>
                  </a:lnTo>
                  <a:lnTo>
                    <a:pt x="4920827" y="445087"/>
                  </a:lnTo>
                  <a:lnTo>
                    <a:pt x="4920827" y="314365"/>
                  </a:lnTo>
                  <a:lnTo>
                    <a:pt x="5004231" y="314365"/>
                  </a:lnTo>
                  <a:lnTo>
                    <a:pt x="5004231" y="268937"/>
                  </a:lnTo>
                  <a:lnTo>
                    <a:pt x="5671461" y="268937"/>
                  </a:lnTo>
                  <a:lnTo>
                    <a:pt x="5671461" y="223962"/>
                  </a:lnTo>
                  <a:lnTo>
                    <a:pt x="6338692" y="223962"/>
                  </a:lnTo>
                  <a:lnTo>
                    <a:pt x="6338692" y="179163"/>
                  </a:lnTo>
                  <a:lnTo>
                    <a:pt x="6672308" y="179163"/>
                  </a:lnTo>
                  <a:lnTo>
                    <a:pt x="6672308" y="44493"/>
                  </a:lnTo>
                  <a:lnTo>
                    <a:pt x="7005923" y="4449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657363"/>
            </a:xfrm>
            <a:custGeom>
              <a:avLst/>
              <a:pathLst>
                <a:path w="7005923" h="2657363">
                  <a:moveTo>
                    <a:pt x="0" y="2657363"/>
                  </a:moveTo>
                  <a:lnTo>
                    <a:pt x="166807" y="2657363"/>
                  </a:lnTo>
                  <a:lnTo>
                    <a:pt x="166807" y="2596185"/>
                  </a:lnTo>
                  <a:lnTo>
                    <a:pt x="250211" y="2596185"/>
                  </a:lnTo>
                  <a:lnTo>
                    <a:pt x="250211" y="2251746"/>
                  </a:lnTo>
                  <a:lnTo>
                    <a:pt x="333615" y="2251746"/>
                  </a:lnTo>
                  <a:lnTo>
                    <a:pt x="333615" y="2191744"/>
                  </a:lnTo>
                  <a:lnTo>
                    <a:pt x="417019" y="2191744"/>
                  </a:lnTo>
                  <a:lnTo>
                    <a:pt x="417019" y="2132925"/>
                  </a:lnTo>
                  <a:lnTo>
                    <a:pt x="583826" y="2132925"/>
                  </a:lnTo>
                  <a:lnTo>
                    <a:pt x="583826" y="1850566"/>
                  </a:lnTo>
                  <a:lnTo>
                    <a:pt x="667230" y="1850566"/>
                  </a:lnTo>
                  <a:lnTo>
                    <a:pt x="667230" y="1787975"/>
                  </a:lnTo>
                  <a:lnTo>
                    <a:pt x="750634" y="1787975"/>
                  </a:lnTo>
                  <a:lnTo>
                    <a:pt x="750634" y="1662161"/>
                  </a:lnTo>
                  <a:lnTo>
                    <a:pt x="1084250" y="1662161"/>
                  </a:lnTo>
                  <a:lnTo>
                    <a:pt x="1084250" y="1597571"/>
                  </a:lnTo>
                  <a:lnTo>
                    <a:pt x="1167653" y="1597571"/>
                  </a:lnTo>
                  <a:lnTo>
                    <a:pt x="1167653" y="1534539"/>
                  </a:lnTo>
                  <a:lnTo>
                    <a:pt x="1417865" y="1534539"/>
                  </a:lnTo>
                  <a:lnTo>
                    <a:pt x="1417865" y="1472645"/>
                  </a:lnTo>
                  <a:lnTo>
                    <a:pt x="1501269" y="1472645"/>
                  </a:lnTo>
                  <a:lnTo>
                    <a:pt x="1501269" y="1410724"/>
                  </a:lnTo>
                  <a:lnTo>
                    <a:pt x="2001692" y="1410724"/>
                  </a:lnTo>
                  <a:lnTo>
                    <a:pt x="2001692" y="1346056"/>
                  </a:lnTo>
                  <a:lnTo>
                    <a:pt x="2168500" y="1346056"/>
                  </a:lnTo>
                  <a:lnTo>
                    <a:pt x="2168500" y="1219910"/>
                  </a:lnTo>
                  <a:lnTo>
                    <a:pt x="2502115" y="1219910"/>
                  </a:lnTo>
                  <a:lnTo>
                    <a:pt x="2502115" y="1158516"/>
                  </a:lnTo>
                  <a:lnTo>
                    <a:pt x="2585519" y="1158516"/>
                  </a:lnTo>
                  <a:lnTo>
                    <a:pt x="2585519" y="1097238"/>
                  </a:lnTo>
                  <a:lnTo>
                    <a:pt x="3085942" y="1097238"/>
                  </a:lnTo>
                  <a:lnTo>
                    <a:pt x="3085942" y="977600"/>
                  </a:lnTo>
                  <a:lnTo>
                    <a:pt x="3169346" y="977600"/>
                  </a:lnTo>
                  <a:lnTo>
                    <a:pt x="3169346" y="803848"/>
                  </a:lnTo>
                  <a:lnTo>
                    <a:pt x="3336154" y="803848"/>
                  </a:lnTo>
                  <a:lnTo>
                    <a:pt x="3336154" y="745316"/>
                  </a:lnTo>
                  <a:lnTo>
                    <a:pt x="3419557" y="745316"/>
                  </a:lnTo>
                  <a:lnTo>
                    <a:pt x="3419557" y="687801"/>
                  </a:lnTo>
                  <a:lnTo>
                    <a:pt x="4253596" y="687801"/>
                  </a:lnTo>
                  <a:lnTo>
                    <a:pt x="4253596" y="631246"/>
                  </a:lnTo>
                  <a:lnTo>
                    <a:pt x="4587211" y="631246"/>
                  </a:lnTo>
                  <a:lnTo>
                    <a:pt x="4587211" y="575812"/>
                  </a:lnTo>
                  <a:lnTo>
                    <a:pt x="4670615" y="575812"/>
                  </a:lnTo>
                  <a:lnTo>
                    <a:pt x="4670615" y="521423"/>
                  </a:lnTo>
                  <a:lnTo>
                    <a:pt x="4920827" y="521423"/>
                  </a:lnTo>
                  <a:lnTo>
                    <a:pt x="4920827" y="365021"/>
                  </a:lnTo>
                  <a:lnTo>
                    <a:pt x="5004231" y="365021"/>
                  </a:lnTo>
                  <a:lnTo>
                    <a:pt x="5004231" y="311324"/>
                  </a:lnTo>
                  <a:lnTo>
                    <a:pt x="5671461" y="311324"/>
                  </a:lnTo>
                  <a:lnTo>
                    <a:pt x="5671461" y="258486"/>
                  </a:lnTo>
                  <a:lnTo>
                    <a:pt x="6338692" y="258486"/>
                  </a:lnTo>
                  <a:lnTo>
                    <a:pt x="6338692" y="206171"/>
                  </a:lnTo>
                  <a:lnTo>
                    <a:pt x="6672308" y="206171"/>
                  </a:lnTo>
                  <a:lnTo>
                    <a:pt x="6672308" y="50753"/>
                  </a:lnTo>
                  <a:lnTo>
                    <a:pt x="7005923" y="5075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4780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5523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26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7010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5775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1.61 (95% CI 0.78-3.29), p = 0.197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2026-05-26T13:56:46Z</dcterms:modified>
  <cp:category/>
</cp:coreProperties>
</file>