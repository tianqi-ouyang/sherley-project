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09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819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83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814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824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5835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4122576"/>
              <a:ext cx="7005923" cy="1430222"/>
            </a:xfrm>
            <a:custGeom>
              <a:avLst/>
              <a:pathLst>
                <a:path w="7005923" h="1430222">
                  <a:moveTo>
                    <a:pt x="0" y="1430222"/>
                  </a:moveTo>
                  <a:lnTo>
                    <a:pt x="166807" y="1430222"/>
                  </a:lnTo>
                  <a:lnTo>
                    <a:pt x="166807" y="1402578"/>
                  </a:lnTo>
                  <a:lnTo>
                    <a:pt x="250211" y="1402578"/>
                  </a:lnTo>
                  <a:lnTo>
                    <a:pt x="250211" y="1236992"/>
                  </a:lnTo>
                  <a:lnTo>
                    <a:pt x="333615" y="1236992"/>
                  </a:lnTo>
                  <a:lnTo>
                    <a:pt x="333615" y="1208453"/>
                  </a:lnTo>
                  <a:lnTo>
                    <a:pt x="417019" y="1208453"/>
                  </a:lnTo>
                  <a:lnTo>
                    <a:pt x="417019" y="1179943"/>
                  </a:lnTo>
                  <a:lnTo>
                    <a:pt x="583826" y="1179943"/>
                  </a:lnTo>
                  <a:lnTo>
                    <a:pt x="583826" y="1037673"/>
                  </a:lnTo>
                  <a:lnTo>
                    <a:pt x="667230" y="1037673"/>
                  </a:lnTo>
                  <a:lnTo>
                    <a:pt x="667230" y="1008296"/>
                  </a:lnTo>
                  <a:lnTo>
                    <a:pt x="750634" y="1008296"/>
                  </a:lnTo>
                  <a:lnTo>
                    <a:pt x="750634" y="948698"/>
                  </a:lnTo>
                  <a:lnTo>
                    <a:pt x="1084250" y="948698"/>
                  </a:lnTo>
                  <a:lnTo>
                    <a:pt x="1084250" y="918101"/>
                  </a:lnTo>
                  <a:lnTo>
                    <a:pt x="1167653" y="918101"/>
                  </a:lnTo>
                  <a:lnTo>
                    <a:pt x="1167653" y="887561"/>
                  </a:lnTo>
                  <a:lnTo>
                    <a:pt x="1417865" y="887561"/>
                  </a:lnTo>
                  <a:lnTo>
                    <a:pt x="1417865" y="857073"/>
                  </a:lnTo>
                  <a:lnTo>
                    <a:pt x="1501269" y="857073"/>
                  </a:lnTo>
                  <a:lnTo>
                    <a:pt x="1501269" y="826408"/>
                  </a:lnTo>
                  <a:lnTo>
                    <a:pt x="2001692" y="826408"/>
                  </a:lnTo>
                  <a:lnTo>
                    <a:pt x="2001692" y="795464"/>
                  </a:lnTo>
                  <a:lnTo>
                    <a:pt x="2168500" y="795464"/>
                  </a:lnTo>
                  <a:lnTo>
                    <a:pt x="2168500" y="733822"/>
                  </a:lnTo>
                  <a:lnTo>
                    <a:pt x="2502115" y="733822"/>
                  </a:lnTo>
                  <a:lnTo>
                    <a:pt x="2502115" y="702465"/>
                  </a:lnTo>
                  <a:lnTo>
                    <a:pt x="2585519" y="702465"/>
                  </a:lnTo>
                  <a:lnTo>
                    <a:pt x="2585519" y="670769"/>
                  </a:lnTo>
                  <a:lnTo>
                    <a:pt x="3085942" y="670769"/>
                  </a:lnTo>
                  <a:lnTo>
                    <a:pt x="3085942" y="607023"/>
                  </a:lnTo>
                  <a:lnTo>
                    <a:pt x="3169346" y="607023"/>
                  </a:lnTo>
                  <a:lnTo>
                    <a:pt x="3169346" y="511503"/>
                  </a:lnTo>
                  <a:lnTo>
                    <a:pt x="3336154" y="511503"/>
                  </a:lnTo>
                  <a:lnTo>
                    <a:pt x="3336154" y="478972"/>
                  </a:lnTo>
                  <a:lnTo>
                    <a:pt x="3419557" y="478972"/>
                  </a:lnTo>
                  <a:lnTo>
                    <a:pt x="3419557" y="446439"/>
                  </a:lnTo>
                  <a:lnTo>
                    <a:pt x="4253596" y="446439"/>
                  </a:lnTo>
                  <a:lnTo>
                    <a:pt x="4253596" y="413981"/>
                  </a:lnTo>
                  <a:lnTo>
                    <a:pt x="4587211" y="413981"/>
                  </a:lnTo>
                  <a:lnTo>
                    <a:pt x="4587211" y="381005"/>
                  </a:lnTo>
                  <a:lnTo>
                    <a:pt x="4670615" y="381005"/>
                  </a:lnTo>
                  <a:lnTo>
                    <a:pt x="4670615" y="347983"/>
                  </a:lnTo>
                  <a:lnTo>
                    <a:pt x="4920827" y="347983"/>
                  </a:lnTo>
                  <a:lnTo>
                    <a:pt x="4920827" y="248107"/>
                  </a:lnTo>
                  <a:lnTo>
                    <a:pt x="5004231" y="248107"/>
                  </a:lnTo>
                  <a:lnTo>
                    <a:pt x="5004231" y="213347"/>
                  </a:lnTo>
                  <a:lnTo>
                    <a:pt x="5671461" y="213347"/>
                  </a:lnTo>
                  <a:lnTo>
                    <a:pt x="5671461" y="178291"/>
                  </a:lnTo>
                  <a:lnTo>
                    <a:pt x="6338692" y="178291"/>
                  </a:lnTo>
                  <a:lnTo>
                    <a:pt x="6338692" y="142704"/>
                  </a:lnTo>
                  <a:lnTo>
                    <a:pt x="6672308" y="142704"/>
                  </a:lnTo>
                  <a:lnTo>
                    <a:pt x="6672308" y="35957"/>
                  </a:lnTo>
                  <a:lnTo>
                    <a:pt x="7005923" y="3595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55257"/>
            </a:xfrm>
            <a:custGeom>
              <a:avLst/>
              <a:pathLst>
                <a:path w="7005923" h="2655257">
                  <a:moveTo>
                    <a:pt x="0" y="2655257"/>
                  </a:moveTo>
                  <a:lnTo>
                    <a:pt x="166807" y="2655257"/>
                  </a:lnTo>
                  <a:lnTo>
                    <a:pt x="166807" y="2592458"/>
                  </a:lnTo>
                  <a:lnTo>
                    <a:pt x="250211" y="2592458"/>
                  </a:lnTo>
                  <a:lnTo>
                    <a:pt x="250211" y="2226173"/>
                  </a:lnTo>
                  <a:lnTo>
                    <a:pt x="333615" y="2226173"/>
                  </a:lnTo>
                  <a:lnTo>
                    <a:pt x="333615" y="2164740"/>
                  </a:lnTo>
                  <a:lnTo>
                    <a:pt x="417019" y="2164740"/>
                  </a:lnTo>
                  <a:lnTo>
                    <a:pt x="417019" y="2103865"/>
                  </a:lnTo>
                  <a:lnTo>
                    <a:pt x="583826" y="2103865"/>
                  </a:lnTo>
                  <a:lnTo>
                    <a:pt x="583826" y="1807424"/>
                  </a:lnTo>
                  <a:lnTo>
                    <a:pt x="667230" y="1807424"/>
                  </a:lnTo>
                  <a:lnTo>
                    <a:pt x="667230" y="1747724"/>
                  </a:lnTo>
                  <a:lnTo>
                    <a:pt x="750634" y="1747724"/>
                  </a:lnTo>
                  <a:lnTo>
                    <a:pt x="750634" y="1628189"/>
                  </a:lnTo>
                  <a:lnTo>
                    <a:pt x="1084250" y="1628189"/>
                  </a:lnTo>
                  <a:lnTo>
                    <a:pt x="1084250" y="1567641"/>
                  </a:lnTo>
                  <a:lnTo>
                    <a:pt x="1167653" y="1567641"/>
                  </a:lnTo>
                  <a:lnTo>
                    <a:pt x="1167653" y="1507754"/>
                  </a:lnTo>
                  <a:lnTo>
                    <a:pt x="1417865" y="1507754"/>
                  </a:lnTo>
                  <a:lnTo>
                    <a:pt x="1417865" y="1448517"/>
                  </a:lnTo>
                  <a:lnTo>
                    <a:pt x="1501269" y="1448517"/>
                  </a:lnTo>
                  <a:lnTo>
                    <a:pt x="1501269" y="1389488"/>
                  </a:lnTo>
                  <a:lnTo>
                    <a:pt x="2001692" y="1389488"/>
                  </a:lnTo>
                  <a:lnTo>
                    <a:pt x="2001692" y="1330477"/>
                  </a:lnTo>
                  <a:lnTo>
                    <a:pt x="2168500" y="1330477"/>
                  </a:lnTo>
                  <a:lnTo>
                    <a:pt x="2168500" y="1214587"/>
                  </a:lnTo>
                  <a:lnTo>
                    <a:pt x="2502115" y="1214587"/>
                  </a:lnTo>
                  <a:lnTo>
                    <a:pt x="2502115" y="1156478"/>
                  </a:lnTo>
                  <a:lnTo>
                    <a:pt x="2585519" y="1156478"/>
                  </a:lnTo>
                  <a:lnTo>
                    <a:pt x="2585519" y="1098320"/>
                  </a:lnTo>
                  <a:lnTo>
                    <a:pt x="3085942" y="1098320"/>
                  </a:lnTo>
                  <a:lnTo>
                    <a:pt x="3085942" y="983099"/>
                  </a:lnTo>
                  <a:lnTo>
                    <a:pt x="3169346" y="983099"/>
                  </a:lnTo>
                  <a:lnTo>
                    <a:pt x="3169346" y="814789"/>
                  </a:lnTo>
                  <a:lnTo>
                    <a:pt x="3336154" y="814789"/>
                  </a:lnTo>
                  <a:lnTo>
                    <a:pt x="3336154" y="758649"/>
                  </a:lnTo>
                  <a:lnTo>
                    <a:pt x="3419557" y="758649"/>
                  </a:lnTo>
                  <a:lnTo>
                    <a:pt x="3419557" y="703102"/>
                  </a:lnTo>
                  <a:lnTo>
                    <a:pt x="4253596" y="703102"/>
                  </a:lnTo>
                  <a:lnTo>
                    <a:pt x="4253596" y="648274"/>
                  </a:lnTo>
                  <a:lnTo>
                    <a:pt x="4587211" y="648274"/>
                  </a:lnTo>
                  <a:lnTo>
                    <a:pt x="4587211" y="593177"/>
                  </a:lnTo>
                  <a:lnTo>
                    <a:pt x="4670615" y="593177"/>
                  </a:lnTo>
                  <a:lnTo>
                    <a:pt x="4670615" y="538609"/>
                  </a:lnTo>
                  <a:lnTo>
                    <a:pt x="4920827" y="538609"/>
                  </a:lnTo>
                  <a:lnTo>
                    <a:pt x="4920827" y="377248"/>
                  </a:lnTo>
                  <a:lnTo>
                    <a:pt x="5004231" y="377248"/>
                  </a:lnTo>
                  <a:lnTo>
                    <a:pt x="5004231" y="322378"/>
                  </a:lnTo>
                  <a:lnTo>
                    <a:pt x="5671461" y="322378"/>
                  </a:lnTo>
                  <a:lnTo>
                    <a:pt x="5671461" y="267711"/>
                  </a:lnTo>
                  <a:lnTo>
                    <a:pt x="6338692" y="267711"/>
                  </a:lnTo>
                  <a:lnTo>
                    <a:pt x="6338692" y="212902"/>
                  </a:lnTo>
                  <a:lnTo>
                    <a:pt x="6672308" y="212902"/>
                  </a:lnTo>
                  <a:lnTo>
                    <a:pt x="6672308" y="52612"/>
                  </a:lnTo>
                  <a:lnTo>
                    <a:pt x="7005923" y="5261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4140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4244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5434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1.19-4.45), p = 0.014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2026-05-22T13:30:03Z</dcterms:modified>
  <cp:category/>
</cp:coreProperties>
</file>