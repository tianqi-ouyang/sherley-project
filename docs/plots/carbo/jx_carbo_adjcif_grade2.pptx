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915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1390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3623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02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250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47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85587"/>
              <a:ext cx="7005923" cy="1368363"/>
            </a:xfrm>
            <a:custGeom>
              <a:avLst/>
              <a:pathLst>
                <a:path w="7005923" h="1368363">
                  <a:moveTo>
                    <a:pt x="0" y="1368363"/>
                  </a:moveTo>
                  <a:lnTo>
                    <a:pt x="166807" y="1368363"/>
                  </a:lnTo>
                  <a:lnTo>
                    <a:pt x="166807" y="1341848"/>
                  </a:lnTo>
                  <a:lnTo>
                    <a:pt x="250211" y="1341848"/>
                  </a:lnTo>
                  <a:lnTo>
                    <a:pt x="250211" y="1182325"/>
                  </a:lnTo>
                  <a:lnTo>
                    <a:pt x="333615" y="1182325"/>
                  </a:lnTo>
                  <a:lnTo>
                    <a:pt x="333615" y="1154700"/>
                  </a:lnTo>
                  <a:lnTo>
                    <a:pt x="417019" y="1154700"/>
                  </a:lnTo>
                  <a:lnTo>
                    <a:pt x="417019" y="1127116"/>
                  </a:lnTo>
                  <a:lnTo>
                    <a:pt x="583826" y="1127116"/>
                  </a:lnTo>
                  <a:lnTo>
                    <a:pt x="583826" y="990215"/>
                  </a:lnTo>
                  <a:lnTo>
                    <a:pt x="667230" y="990215"/>
                  </a:lnTo>
                  <a:lnTo>
                    <a:pt x="667230" y="961991"/>
                  </a:lnTo>
                  <a:lnTo>
                    <a:pt x="750634" y="961991"/>
                  </a:lnTo>
                  <a:lnTo>
                    <a:pt x="750634" y="904713"/>
                  </a:lnTo>
                  <a:lnTo>
                    <a:pt x="1084250" y="904713"/>
                  </a:lnTo>
                  <a:lnTo>
                    <a:pt x="1084250" y="875642"/>
                  </a:lnTo>
                  <a:lnTo>
                    <a:pt x="1167653" y="875642"/>
                  </a:lnTo>
                  <a:lnTo>
                    <a:pt x="1167653" y="846542"/>
                  </a:lnTo>
                  <a:lnTo>
                    <a:pt x="1417865" y="846542"/>
                  </a:lnTo>
                  <a:lnTo>
                    <a:pt x="1417865" y="817472"/>
                  </a:lnTo>
                  <a:lnTo>
                    <a:pt x="1501269" y="817472"/>
                  </a:lnTo>
                  <a:lnTo>
                    <a:pt x="1501269" y="788236"/>
                  </a:lnTo>
                  <a:lnTo>
                    <a:pt x="2001692" y="788236"/>
                  </a:lnTo>
                  <a:lnTo>
                    <a:pt x="2001692" y="758738"/>
                  </a:lnTo>
                  <a:lnTo>
                    <a:pt x="2168500" y="758738"/>
                  </a:lnTo>
                  <a:lnTo>
                    <a:pt x="2168500" y="699881"/>
                  </a:lnTo>
                  <a:lnTo>
                    <a:pt x="2502115" y="699881"/>
                  </a:lnTo>
                  <a:lnTo>
                    <a:pt x="2502115" y="670029"/>
                  </a:lnTo>
                  <a:lnTo>
                    <a:pt x="2585519" y="670029"/>
                  </a:lnTo>
                  <a:lnTo>
                    <a:pt x="2585519" y="639765"/>
                  </a:lnTo>
                  <a:lnTo>
                    <a:pt x="3085942" y="639765"/>
                  </a:lnTo>
                  <a:lnTo>
                    <a:pt x="3085942" y="578968"/>
                  </a:lnTo>
                  <a:lnTo>
                    <a:pt x="3169346" y="578968"/>
                  </a:lnTo>
                  <a:lnTo>
                    <a:pt x="3169346" y="488148"/>
                  </a:lnTo>
                  <a:lnTo>
                    <a:pt x="3336154" y="488148"/>
                  </a:lnTo>
                  <a:lnTo>
                    <a:pt x="3336154" y="457100"/>
                  </a:lnTo>
                  <a:lnTo>
                    <a:pt x="3419557" y="457100"/>
                  </a:lnTo>
                  <a:lnTo>
                    <a:pt x="3419557" y="426060"/>
                  </a:lnTo>
                  <a:lnTo>
                    <a:pt x="4253596" y="426060"/>
                  </a:lnTo>
                  <a:lnTo>
                    <a:pt x="4253596" y="395059"/>
                  </a:lnTo>
                  <a:lnTo>
                    <a:pt x="4587211" y="395059"/>
                  </a:lnTo>
                  <a:lnTo>
                    <a:pt x="4587211" y="363760"/>
                  </a:lnTo>
                  <a:lnTo>
                    <a:pt x="4670615" y="363760"/>
                  </a:lnTo>
                  <a:lnTo>
                    <a:pt x="4670615" y="332435"/>
                  </a:lnTo>
                  <a:lnTo>
                    <a:pt x="4920827" y="332435"/>
                  </a:lnTo>
                  <a:lnTo>
                    <a:pt x="4920827" y="237876"/>
                  </a:lnTo>
                  <a:lnTo>
                    <a:pt x="5004231" y="237876"/>
                  </a:lnTo>
                  <a:lnTo>
                    <a:pt x="5004231" y="204880"/>
                  </a:lnTo>
                  <a:lnTo>
                    <a:pt x="5671461" y="204880"/>
                  </a:lnTo>
                  <a:lnTo>
                    <a:pt x="5671461" y="171594"/>
                  </a:lnTo>
                  <a:lnTo>
                    <a:pt x="6338692" y="171594"/>
                  </a:lnTo>
                  <a:lnTo>
                    <a:pt x="6338692" y="137725"/>
                  </a:lnTo>
                  <a:lnTo>
                    <a:pt x="6672308" y="137725"/>
                  </a:lnTo>
                  <a:lnTo>
                    <a:pt x="6672308" y="34858"/>
                  </a:lnTo>
                  <a:lnTo>
                    <a:pt x="7005923" y="348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54116"/>
            </a:xfrm>
            <a:custGeom>
              <a:avLst/>
              <a:pathLst>
                <a:path w="7005923" h="2654116">
                  <a:moveTo>
                    <a:pt x="0" y="2654116"/>
                  </a:moveTo>
                  <a:lnTo>
                    <a:pt x="166807" y="2654116"/>
                  </a:lnTo>
                  <a:lnTo>
                    <a:pt x="166807" y="2590168"/>
                  </a:lnTo>
                  <a:lnTo>
                    <a:pt x="250211" y="2590168"/>
                  </a:lnTo>
                  <a:lnTo>
                    <a:pt x="250211" y="2216434"/>
                  </a:lnTo>
                  <a:lnTo>
                    <a:pt x="333615" y="2216434"/>
                  </a:lnTo>
                  <a:lnTo>
                    <a:pt x="333615" y="2153614"/>
                  </a:lnTo>
                  <a:lnTo>
                    <a:pt x="417019" y="2153614"/>
                  </a:lnTo>
                  <a:lnTo>
                    <a:pt x="417019" y="2091439"/>
                  </a:lnTo>
                  <a:lnTo>
                    <a:pt x="583826" y="2091439"/>
                  </a:lnTo>
                  <a:lnTo>
                    <a:pt x="583826" y="1790990"/>
                  </a:lnTo>
                  <a:lnTo>
                    <a:pt x="667230" y="1790990"/>
                  </a:lnTo>
                  <a:lnTo>
                    <a:pt x="667230" y="1730715"/>
                  </a:lnTo>
                  <a:lnTo>
                    <a:pt x="750634" y="1730715"/>
                  </a:lnTo>
                  <a:lnTo>
                    <a:pt x="750634" y="1610129"/>
                  </a:lnTo>
                  <a:lnTo>
                    <a:pt x="1084250" y="1610129"/>
                  </a:lnTo>
                  <a:lnTo>
                    <a:pt x="1084250" y="1549812"/>
                  </a:lnTo>
                  <a:lnTo>
                    <a:pt x="1167653" y="1549812"/>
                  </a:lnTo>
                  <a:lnTo>
                    <a:pt x="1167653" y="1490026"/>
                  </a:lnTo>
                  <a:lnTo>
                    <a:pt x="1417865" y="1490026"/>
                  </a:lnTo>
                  <a:lnTo>
                    <a:pt x="1417865" y="1430893"/>
                  </a:lnTo>
                  <a:lnTo>
                    <a:pt x="1501269" y="1430893"/>
                  </a:lnTo>
                  <a:lnTo>
                    <a:pt x="1501269" y="1372015"/>
                  </a:lnTo>
                  <a:lnTo>
                    <a:pt x="2001692" y="1372015"/>
                  </a:lnTo>
                  <a:lnTo>
                    <a:pt x="2001692" y="1313210"/>
                  </a:lnTo>
                  <a:lnTo>
                    <a:pt x="2168500" y="1313210"/>
                  </a:lnTo>
                  <a:lnTo>
                    <a:pt x="2168500" y="1197668"/>
                  </a:lnTo>
                  <a:lnTo>
                    <a:pt x="2502115" y="1197668"/>
                  </a:lnTo>
                  <a:lnTo>
                    <a:pt x="2502115" y="1139975"/>
                  </a:lnTo>
                  <a:lnTo>
                    <a:pt x="2585519" y="1139975"/>
                  </a:lnTo>
                  <a:lnTo>
                    <a:pt x="2585519" y="1082104"/>
                  </a:lnTo>
                  <a:lnTo>
                    <a:pt x="3085942" y="1082104"/>
                  </a:lnTo>
                  <a:lnTo>
                    <a:pt x="3085942" y="967722"/>
                  </a:lnTo>
                  <a:lnTo>
                    <a:pt x="3169346" y="967722"/>
                  </a:lnTo>
                  <a:lnTo>
                    <a:pt x="3169346" y="801483"/>
                  </a:lnTo>
                  <a:lnTo>
                    <a:pt x="3336154" y="801483"/>
                  </a:lnTo>
                  <a:lnTo>
                    <a:pt x="3336154" y="745913"/>
                  </a:lnTo>
                  <a:lnTo>
                    <a:pt x="3419557" y="745913"/>
                  </a:lnTo>
                  <a:lnTo>
                    <a:pt x="3419557" y="690993"/>
                  </a:lnTo>
                  <a:lnTo>
                    <a:pt x="4253596" y="690993"/>
                  </a:lnTo>
                  <a:lnTo>
                    <a:pt x="4253596" y="636775"/>
                  </a:lnTo>
                  <a:lnTo>
                    <a:pt x="4587211" y="636775"/>
                  </a:lnTo>
                  <a:lnTo>
                    <a:pt x="4587211" y="582674"/>
                  </a:lnTo>
                  <a:lnTo>
                    <a:pt x="4670615" y="582674"/>
                  </a:lnTo>
                  <a:lnTo>
                    <a:pt x="4670615" y="529169"/>
                  </a:lnTo>
                  <a:lnTo>
                    <a:pt x="4920827" y="529169"/>
                  </a:lnTo>
                  <a:lnTo>
                    <a:pt x="4920827" y="371505"/>
                  </a:lnTo>
                  <a:lnTo>
                    <a:pt x="5004231" y="371505"/>
                  </a:lnTo>
                  <a:lnTo>
                    <a:pt x="5004231" y="317841"/>
                  </a:lnTo>
                  <a:lnTo>
                    <a:pt x="5671461" y="317841"/>
                  </a:lnTo>
                  <a:lnTo>
                    <a:pt x="5671461" y="264405"/>
                  </a:lnTo>
                  <a:lnTo>
                    <a:pt x="6338692" y="264405"/>
                  </a:lnTo>
                  <a:lnTo>
                    <a:pt x="6338692" y="210755"/>
                  </a:lnTo>
                  <a:lnTo>
                    <a:pt x="6672308" y="210755"/>
                  </a:lnTo>
                  <a:lnTo>
                    <a:pt x="6672308" y="52227"/>
                  </a:lnTo>
                  <a:lnTo>
                    <a:pt x="7005923" y="5222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269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85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0734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2.44 (95% CI 1.28-4.65), p = 0.007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2026-05-22T09:54:39Z</dcterms:modified>
  <cp:category/>
</cp:coreProperties>
</file>