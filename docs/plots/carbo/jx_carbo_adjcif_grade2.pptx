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748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6371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0525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692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581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095511"/>
              <a:ext cx="7005923" cy="1456707"/>
            </a:xfrm>
            <a:custGeom>
              <a:avLst/>
              <a:pathLst>
                <a:path w="7005923" h="1456707">
                  <a:moveTo>
                    <a:pt x="0" y="1456707"/>
                  </a:moveTo>
                  <a:lnTo>
                    <a:pt x="166807" y="1456707"/>
                  </a:lnTo>
                  <a:lnTo>
                    <a:pt x="166807" y="1428475"/>
                  </a:lnTo>
                  <a:lnTo>
                    <a:pt x="250211" y="1428475"/>
                  </a:lnTo>
                  <a:lnTo>
                    <a:pt x="250211" y="1259919"/>
                  </a:lnTo>
                  <a:lnTo>
                    <a:pt x="333615" y="1259919"/>
                  </a:lnTo>
                  <a:lnTo>
                    <a:pt x="333615" y="1230802"/>
                  </a:lnTo>
                  <a:lnTo>
                    <a:pt x="417019" y="1230802"/>
                  </a:lnTo>
                  <a:lnTo>
                    <a:pt x="417019" y="1201678"/>
                  </a:lnTo>
                  <a:lnTo>
                    <a:pt x="583826" y="1201678"/>
                  </a:lnTo>
                  <a:lnTo>
                    <a:pt x="583826" y="1057027"/>
                  </a:lnTo>
                  <a:lnTo>
                    <a:pt x="667230" y="1057027"/>
                  </a:lnTo>
                  <a:lnTo>
                    <a:pt x="667230" y="1027080"/>
                  </a:lnTo>
                  <a:lnTo>
                    <a:pt x="750634" y="1027080"/>
                  </a:lnTo>
                  <a:lnTo>
                    <a:pt x="750634" y="966269"/>
                  </a:lnTo>
                  <a:lnTo>
                    <a:pt x="1084250" y="966269"/>
                  </a:lnTo>
                  <a:lnTo>
                    <a:pt x="1084250" y="935022"/>
                  </a:lnTo>
                  <a:lnTo>
                    <a:pt x="1167653" y="935022"/>
                  </a:lnTo>
                  <a:lnTo>
                    <a:pt x="1167653" y="903887"/>
                  </a:lnTo>
                  <a:lnTo>
                    <a:pt x="1417865" y="903887"/>
                  </a:lnTo>
                  <a:lnTo>
                    <a:pt x="1417865" y="872852"/>
                  </a:lnTo>
                  <a:lnTo>
                    <a:pt x="1501269" y="872852"/>
                  </a:lnTo>
                  <a:lnTo>
                    <a:pt x="1501269" y="841612"/>
                  </a:lnTo>
                  <a:lnTo>
                    <a:pt x="2001692" y="841612"/>
                  </a:lnTo>
                  <a:lnTo>
                    <a:pt x="2001692" y="810057"/>
                  </a:lnTo>
                  <a:lnTo>
                    <a:pt x="2168500" y="810057"/>
                  </a:lnTo>
                  <a:lnTo>
                    <a:pt x="2168500" y="747127"/>
                  </a:lnTo>
                  <a:lnTo>
                    <a:pt x="2502115" y="747127"/>
                  </a:lnTo>
                  <a:lnTo>
                    <a:pt x="2502115" y="715172"/>
                  </a:lnTo>
                  <a:lnTo>
                    <a:pt x="2585519" y="715172"/>
                  </a:lnTo>
                  <a:lnTo>
                    <a:pt x="2585519" y="682913"/>
                  </a:lnTo>
                  <a:lnTo>
                    <a:pt x="3085942" y="682913"/>
                  </a:lnTo>
                  <a:lnTo>
                    <a:pt x="3085942" y="617957"/>
                  </a:lnTo>
                  <a:lnTo>
                    <a:pt x="3169346" y="617957"/>
                  </a:lnTo>
                  <a:lnTo>
                    <a:pt x="3169346" y="520702"/>
                  </a:lnTo>
                  <a:lnTo>
                    <a:pt x="3336154" y="520702"/>
                  </a:lnTo>
                  <a:lnTo>
                    <a:pt x="3336154" y="487609"/>
                  </a:lnTo>
                  <a:lnTo>
                    <a:pt x="3419557" y="487609"/>
                  </a:lnTo>
                  <a:lnTo>
                    <a:pt x="3419557" y="454473"/>
                  </a:lnTo>
                  <a:lnTo>
                    <a:pt x="4253596" y="454473"/>
                  </a:lnTo>
                  <a:lnTo>
                    <a:pt x="4253596" y="421472"/>
                  </a:lnTo>
                  <a:lnTo>
                    <a:pt x="4587211" y="421472"/>
                  </a:lnTo>
                  <a:lnTo>
                    <a:pt x="4587211" y="388046"/>
                  </a:lnTo>
                  <a:lnTo>
                    <a:pt x="4670615" y="388046"/>
                  </a:lnTo>
                  <a:lnTo>
                    <a:pt x="4670615" y="354520"/>
                  </a:lnTo>
                  <a:lnTo>
                    <a:pt x="4920827" y="354520"/>
                  </a:lnTo>
                  <a:lnTo>
                    <a:pt x="4920827" y="253573"/>
                  </a:lnTo>
                  <a:lnTo>
                    <a:pt x="5004231" y="253573"/>
                  </a:lnTo>
                  <a:lnTo>
                    <a:pt x="5004231" y="218267"/>
                  </a:lnTo>
                  <a:lnTo>
                    <a:pt x="5671461" y="218267"/>
                  </a:lnTo>
                  <a:lnTo>
                    <a:pt x="5671461" y="182581"/>
                  </a:lnTo>
                  <a:lnTo>
                    <a:pt x="6338692" y="182581"/>
                  </a:lnTo>
                  <a:lnTo>
                    <a:pt x="6338692" y="146213"/>
                  </a:lnTo>
                  <a:lnTo>
                    <a:pt x="6672308" y="146213"/>
                  </a:lnTo>
                  <a:lnTo>
                    <a:pt x="6672308" y="36881"/>
                  </a:lnTo>
                  <a:lnTo>
                    <a:pt x="7005923" y="36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55148"/>
            </a:xfrm>
            <a:custGeom>
              <a:avLst/>
              <a:pathLst>
                <a:path w="7005923" h="2655148">
                  <a:moveTo>
                    <a:pt x="0" y="2655148"/>
                  </a:moveTo>
                  <a:lnTo>
                    <a:pt x="166807" y="2655148"/>
                  </a:lnTo>
                  <a:lnTo>
                    <a:pt x="166807" y="2592222"/>
                  </a:lnTo>
                  <a:lnTo>
                    <a:pt x="250211" y="2592222"/>
                  </a:lnTo>
                  <a:lnTo>
                    <a:pt x="250211" y="2226331"/>
                  </a:lnTo>
                  <a:lnTo>
                    <a:pt x="333615" y="2226331"/>
                  </a:lnTo>
                  <a:lnTo>
                    <a:pt x="333615" y="2164816"/>
                  </a:lnTo>
                  <a:lnTo>
                    <a:pt x="417019" y="2164816"/>
                  </a:lnTo>
                  <a:lnTo>
                    <a:pt x="417019" y="2103778"/>
                  </a:lnTo>
                  <a:lnTo>
                    <a:pt x="583826" y="2103778"/>
                  </a:lnTo>
                  <a:lnTo>
                    <a:pt x="583826" y="1807917"/>
                  </a:lnTo>
                  <a:lnTo>
                    <a:pt x="667230" y="1807917"/>
                  </a:lnTo>
                  <a:lnTo>
                    <a:pt x="667230" y="1748172"/>
                  </a:lnTo>
                  <a:lnTo>
                    <a:pt x="750634" y="1748172"/>
                  </a:lnTo>
                  <a:lnTo>
                    <a:pt x="750634" y="1628430"/>
                  </a:lnTo>
                  <a:lnTo>
                    <a:pt x="1084250" y="1628430"/>
                  </a:lnTo>
                  <a:lnTo>
                    <a:pt x="1084250" y="1567722"/>
                  </a:lnTo>
                  <a:lnTo>
                    <a:pt x="1167653" y="1567722"/>
                  </a:lnTo>
                  <a:lnTo>
                    <a:pt x="1167653" y="1507782"/>
                  </a:lnTo>
                  <a:lnTo>
                    <a:pt x="1417865" y="1507782"/>
                  </a:lnTo>
                  <a:lnTo>
                    <a:pt x="1417865" y="1448581"/>
                  </a:lnTo>
                  <a:lnTo>
                    <a:pt x="1501269" y="1448581"/>
                  </a:lnTo>
                  <a:lnTo>
                    <a:pt x="1501269" y="1389538"/>
                  </a:lnTo>
                  <a:lnTo>
                    <a:pt x="2001692" y="1389538"/>
                  </a:lnTo>
                  <a:lnTo>
                    <a:pt x="2001692" y="1330455"/>
                  </a:lnTo>
                  <a:lnTo>
                    <a:pt x="2168500" y="1330455"/>
                  </a:lnTo>
                  <a:lnTo>
                    <a:pt x="2168500" y="1214297"/>
                  </a:lnTo>
                  <a:lnTo>
                    <a:pt x="2502115" y="1214297"/>
                  </a:lnTo>
                  <a:lnTo>
                    <a:pt x="2502115" y="1156158"/>
                  </a:lnTo>
                  <a:lnTo>
                    <a:pt x="2585519" y="1156158"/>
                  </a:lnTo>
                  <a:lnTo>
                    <a:pt x="2585519" y="1098042"/>
                  </a:lnTo>
                  <a:lnTo>
                    <a:pt x="3085942" y="1098042"/>
                  </a:lnTo>
                  <a:lnTo>
                    <a:pt x="3085942" y="982767"/>
                  </a:lnTo>
                  <a:lnTo>
                    <a:pt x="3169346" y="982767"/>
                  </a:lnTo>
                  <a:lnTo>
                    <a:pt x="3169346" y="814510"/>
                  </a:lnTo>
                  <a:lnTo>
                    <a:pt x="3336154" y="814510"/>
                  </a:lnTo>
                  <a:lnTo>
                    <a:pt x="3336154" y="758433"/>
                  </a:lnTo>
                  <a:lnTo>
                    <a:pt x="3419557" y="758433"/>
                  </a:lnTo>
                  <a:lnTo>
                    <a:pt x="3419557" y="702881"/>
                  </a:lnTo>
                  <a:lnTo>
                    <a:pt x="4253596" y="702881"/>
                  </a:lnTo>
                  <a:lnTo>
                    <a:pt x="4253596" y="648145"/>
                  </a:lnTo>
                  <a:lnTo>
                    <a:pt x="4587211" y="648145"/>
                  </a:lnTo>
                  <a:lnTo>
                    <a:pt x="4587211" y="593301"/>
                  </a:lnTo>
                  <a:lnTo>
                    <a:pt x="4670615" y="593301"/>
                  </a:lnTo>
                  <a:lnTo>
                    <a:pt x="4670615" y="538898"/>
                  </a:lnTo>
                  <a:lnTo>
                    <a:pt x="4920827" y="538898"/>
                  </a:lnTo>
                  <a:lnTo>
                    <a:pt x="4920827" y="378714"/>
                  </a:lnTo>
                  <a:lnTo>
                    <a:pt x="5004231" y="378714"/>
                  </a:lnTo>
                  <a:lnTo>
                    <a:pt x="5004231" y="323965"/>
                  </a:lnTo>
                  <a:lnTo>
                    <a:pt x="5671461" y="323965"/>
                  </a:lnTo>
                  <a:lnTo>
                    <a:pt x="5671461" y="269296"/>
                  </a:lnTo>
                  <a:lnTo>
                    <a:pt x="6338692" y="269296"/>
                  </a:lnTo>
                  <a:lnTo>
                    <a:pt x="6338692" y="214270"/>
                  </a:lnTo>
                  <a:lnTo>
                    <a:pt x="6672308" y="214270"/>
                  </a:lnTo>
                  <a:lnTo>
                    <a:pt x="6672308" y="53004"/>
                  </a:lnTo>
                  <a:lnTo>
                    <a:pt x="7005923" y="5300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292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5180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2.25 (95% CI 1.18-4.30), p = 0.014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2026-05-22T10:32:49Z</dcterms:modified>
  <cp:category/>
</cp:coreProperties>
</file>