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448270"/>
            </a:xfrm>
            <a:custGeom>
              <a:avLst/>
              <a:pathLst>
                <a:path w="7090630" h="3448270">
                  <a:moveTo>
                    <a:pt x="0" y="1683735"/>
                  </a:moveTo>
                  <a:lnTo>
                    <a:pt x="71622" y="1721153"/>
                  </a:lnTo>
                  <a:lnTo>
                    <a:pt x="143245" y="1757860"/>
                  </a:lnTo>
                  <a:lnTo>
                    <a:pt x="214867" y="1793870"/>
                  </a:lnTo>
                  <a:lnTo>
                    <a:pt x="286490" y="1829195"/>
                  </a:lnTo>
                  <a:lnTo>
                    <a:pt x="358112" y="1863848"/>
                  </a:lnTo>
                  <a:lnTo>
                    <a:pt x="429735" y="1897843"/>
                  </a:lnTo>
                  <a:lnTo>
                    <a:pt x="501357" y="1931192"/>
                  </a:lnTo>
                  <a:lnTo>
                    <a:pt x="572980" y="1963908"/>
                  </a:lnTo>
                  <a:lnTo>
                    <a:pt x="644602" y="1996001"/>
                  </a:lnTo>
                  <a:lnTo>
                    <a:pt x="716225" y="2027485"/>
                  </a:lnTo>
                  <a:lnTo>
                    <a:pt x="787847" y="2058370"/>
                  </a:lnTo>
                  <a:lnTo>
                    <a:pt x="859470" y="2088668"/>
                  </a:lnTo>
                  <a:lnTo>
                    <a:pt x="931092" y="2118391"/>
                  </a:lnTo>
                  <a:lnTo>
                    <a:pt x="1002715" y="2147548"/>
                  </a:lnTo>
                  <a:lnTo>
                    <a:pt x="1074337" y="2176152"/>
                  </a:lnTo>
                  <a:lnTo>
                    <a:pt x="1145960" y="2204212"/>
                  </a:lnTo>
                  <a:lnTo>
                    <a:pt x="1217582" y="2231738"/>
                  </a:lnTo>
                  <a:lnTo>
                    <a:pt x="1289205" y="2258742"/>
                  </a:lnTo>
                  <a:lnTo>
                    <a:pt x="1360827" y="2285232"/>
                  </a:lnTo>
                  <a:lnTo>
                    <a:pt x="1432450" y="2311219"/>
                  </a:lnTo>
                  <a:lnTo>
                    <a:pt x="1504073" y="2336712"/>
                  </a:lnTo>
                  <a:lnTo>
                    <a:pt x="1575695" y="2361721"/>
                  </a:lnTo>
                  <a:lnTo>
                    <a:pt x="1647318" y="2386254"/>
                  </a:lnTo>
                  <a:lnTo>
                    <a:pt x="1718940" y="2410321"/>
                  </a:lnTo>
                  <a:lnTo>
                    <a:pt x="1790563" y="2433931"/>
                  </a:lnTo>
                  <a:lnTo>
                    <a:pt x="1862185" y="2457092"/>
                  </a:lnTo>
                  <a:lnTo>
                    <a:pt x="1933808" y="2479813"/>
                  </a:lnTo>
                  <a:lnTo>
                    <a:pt x="2005430" y="2502102"/>
                  </a:lnTo>
                  <a:lnTo>
                    <a:pt x="2077053" y="2523967"/>
                  </a:lnTo>
                  <a:lnTo>
                    <a:pt x="2148675" y="2545417"/>
                  </a:lnTo>
                  <a:lnTo>
                    <a:pt x="2220298" y="2566459"/>
                  </a:lnTo>
                  <a:lnTo>
                    <a:pt x="2291920" y="2587101"/>
                  </a:lnTo>
                  <a:lnTo>
                    <a:pt x="2363543" y="2607351"/>
                  </a:lnTo>
                  <a:lnTo>
                    <a:pt x="2435165" y="2627217"/>
                  </a:lnTo>
                  <a:lnTo>
                    <a:pt x="2506788" y="2646704"/>
                  </a:lnTo>
                  <a:lnTo>
                    <a:pt x="2578410" y="2665822"/>
                  </a:lnTo>
                  <a:lnTo>
                    <a:pt x="2650033" y="2684576"/>
                  </a:lnTo>
                  <a:lnTo>
                    <a:pt x="2721655" y="2702973"/>
                  </a:lnTo>
                  <a:lnTo>
                    <a:pt x="2793278" y="2721021"/>
                  </a:lnTo>
                  <a:lnTo>
                    <a:pt x="2864901" y="2738726"/>
                  </a:lnTo>
                  <a:lnTo>
                    <a:pt x="2936523" y="2756095"/>
                  </a:lnTo>
                  <a:lnTo>
                    <a:pt x="3008146" y="2773133"/>
                  </a:lnTo>
                  <a:lnTo>
                    <a:pt x="3079768" y="2770635"/>
                  </a:lnTo>
                  <a:lnTo>
                    <a:pt x="3151391" y="2740126"/>
                  </a:lnTo>
                  <a:lnTo>
                    <a:pt x="3223013" y="2708561"/>
                  </a:lnTo>
                  <a:lnTo>
                    <a:pt x="3294636" y="2675905"/>
                  </a:lnTo>
                  <a:lnTo>
                    <a:pt x="3366258" y="2642119"/>
                  </a:lnTo>
                  <a:lnTo>
                    <a:pt x="3437881" y="2607164"/>
                  </a:lnTo>
                  <a:lnTo>
                    <a:pt x="3509503" y="2571000"/>
                  </a:lnTo>
                  <a:lnTo>
                    <a:pt x="3581126" y="2533585"/>
                  </a:lnTo>
                  <a:lnTo>
                    <a:pt x="3652748" y="2494876"/>
                  </a:lnTo>
                  <a:lnTo>
                    <a:pt x="3724371" y="2454829"/>
                  </a:lnTo>
                  <a:lnTo>
                    <a:pt x="3795993" y="2413395"/>
                  </a:lnTo>
                  <a:lnTo>
                    <a:pt x="3867616" y="2370529"/>
                  </a:lnTo>
                  <a:lnTo>
                    <a:pt x="3939238" y="2326180"/>
                  </a:lnTo>
                  <a:lnTo>
                    <a:pt x="4010861" y="2280297"/>
                  </a:lnTo>
                  <a:lnTo>
                    <a:pt x="4082483" y="2232826"/>
                  </a:lnTo>
                  <a:lnTo>
                    <a:pt x="4154106" y="2183714"/>
                  </a:lnTo>
                  <a:lnTo>
                    <a:pt x="4225729" y="2132903"/>
                  </a:lnTo>
                  <a:lnTo>
                    <a:pt x="4297351" y="2080334"/>
                  </a:lnTo>
                  <a:lnTo>
                    <a:pt x="4368974" y="2025947"/>
                  </a:lnTo>
                  <a:lnTo>
                    <a:pt x="4440596" y="1969678"/>
                  </a:lnTo>
                  <a:lnTo>
                    <a:pt x="4512219" y="1911463"/>
                  </a:lnTo>
                  <a:lnTo>
                    <a:pt x="4583841" y="1851235"/>
                  </a:lnTo>
                  <a:lnTo>
                    <a:pt x="4655464" y="1788923"/>
                  </a:lnTo>
                  <a:lnTo>
                    <a:pt x="4727086" y="1724456"/>
                  </a:lnTo>
                  <a:lnTo>
                    <a:pt x="4798709" y="1657758"/>
                  </a:lnTo>
                  <a:lnTo>
                    <a:pt x="4870331" y="1588754"/>
                  </a:lnTo>
                  <a:lnTo>
                    <a:pt x="4941954" y="1517363"/>
                  </a:lnTo>
                  <a:lnTo>
                    <a:pt x="5013576" y="1443502"/>
                  </a:lnTo>
                  <a:lnTo>
                    <a:pt x="5085199" y="1367086"/>
                  </a:lnTo>
                  <a:lnTo>
                    <a:pt x="5156821" y="1288027"/>
                  </a:lnTo>
                  <a:lnTo>
                    <a:pt x="5228444" y="1206234"/>
                  </a:lnTo>
                  <a:lnTo>
                    <a:pt x="5300066" y="1121611"/>
                  </a:lnTo>
                  <a:lnTo>
                    <a:pt x="5371689" y="1034061"/>
                  </a:lnTo>
                  <a:lnTo>
                    <a:pt x="5443311" y="943483"/>
                  </a:lnTo>
                  <a:lnTo>
                    <a:pt x="5514934" y="849771"/>
                  </a:lnTo>
                  <a:lnTo>
                    <a:pt x="5586557" y="752818"/>
                  </a:lnTo>
                  <a:lnTo>
                    <a:pt x="5658179" y="652511"/>
                  </a:lnTo>
                  <a:lnTo>
                    <a:pt x="5729802" y="548734"/>
                  </a:lnTo>
                  <a:lnTo>
                    <a:pt x="5801424" y="441368"/>
                  </a:lnTo>
                  <a:lnTo>
                    <a:pt x="5873047" y="330288"/>
                  </a:lnTo>
                  <a:lnTo>
                    <a:pt x="5944669" y="215366"/>
                  </a:lnTo>
                  <a:lnTo>
                    <a:pt x="6016292" y="96468"/>
                  </a:lnTo>
                  <a:lnTo>
                    <a:pt x="6072460" y="0"/>
                  </a:lnTo>
                  <a:lnTo>
                    <a:pt x="7090630" y="0"/>
                  </a:lnTo>
                  <a:lnTo>
                    <a:pt x="7090630" y="3358024"/>
                  </a:lnTo>
                  <a:lnTo>
                    <a:pt x="7019007" y="3352316"/>
                  </a:lnTo>
                  <a:lnTo>
                    <a:pt x="6947385" y="3346498"/>
                  </a:lnTo>
                  <a:lnTo>
                    <a:pt x="6875762" y="3340567"/>
                  </a:lnTo>
                  <a:lnTo>
                    <a:pt x="6804139" y="3334521"/>
                  </a:lnTo>
                  <a:lnTo>
                    <a:pt x="6732517" y="3328358"/>
                  </a:lnTo>
                  <a:lnTo>
                    <a:pt x="6660894" y="3322076"/>
                  </a:lnTo>
                  <a:lnTo>
                    <a:pt x="6589272" y="3315672"/>
                  </a:lnTo>
                  <a:lnTo>
                    <a:pt x="6517649" y="3309144"/>
                  </a:lnTo>
                  <a:lnTo>
                    <a:pt x="6446027" y="3302490"/>
                  </a:lnTo>
                  <a:lnTo>
                    <a:pt x="6374404" y="3295706"/>
                  </a:lnTo>
                  <a:lnTo>
                    <a:pt x="6302782" y="3288792"/>
                  </a:lnTo>
                  <a:lnTo>
                    <a:pt x="6231159" y="3281743"/>
                  </a:lnTo>
                  <a:lnTo>
                    <a:pt x="6159537" y="3274557"/>
                  </a:lnTo>
                  <a:lnTo>
                    <a:pt x="6087914" y="3267233"/>
                  </a:lnTo>
                  <a:lnTo>
                    <a:pt x="6016292" y="3259767"/>
                  </a:lnTo>
                  <a:lnTo>
                    <a:pt x="5944669" y="3252156"/>
                  </a:lnTo>
                  <a:lnTo>
                    <a:pt x="5873047" y="3244397"/>
                  </a:lnTo>
                  <a:lnTo>
                    <a:pt x="5801424" y="3236488"/>
                  </a:lnTo>
                  <a:lnTo>
                    <a:pt x="5729802" y="3228426"/>
                  </a:lnTo>
                  <a:lnTo>
                    <a:pt x="5658179" y="3220208"/>
                  </a:lnTo>
                  <a:lnTo>
                    <a:pt x="5586557" y="3211831"/>
                  </a:lnTo>
                  <a:lnTo>
                    <a:pt x="5514934" y="3203291"/>
                  </a:lnTo>
                  <a:lnTo>
                    <a:pt x="5443311" y="3194586"/>
                  </a:lnTo>
                  <a:lnTo>
                    <a:pt x="5371689" y="3185712"/>
                  </a:lnTo>
                  <a:lnTo>
                    <a:pt x="5300066" y="3176666"/>
                  </a:lnTo>
                  <a:lnTo>
                    <a:pt x="5228444" y="3167445"/>
                  </a:lnTo>
                  <a:lnTo>
                    <a:pt x="5156821" y="3158046"/>
                  </a:lnTo>
                  <a:lnTo>
                    <a:pt x="5085199" y="3148464"/>
                  </a:lnTo>
                  <a:lnTo>
                    <a:pt x="5013576" y="3138697"/>
                  </a:lnTo>
                  <a:lnTo>
                    <a:pt x="4941954" y="3128740"/>
                  </a:lnTo>
                  <a:lnTo>
                    <a:pt x="4870331" y="3118591"/>
                  </a:lnTo>
                  <a:lnTo>
                    <a:pt x="4798709" y="3108245"/>
                  </a:lnTo>
                  <a:lnTo>
                    <a:pt x="4727086" y="3097699"/>
                  </a:lnTo>
                  <a:lnTo>
                    <a:pt x="4655464" y="3086948"/>
                  </a:lnTo>
                  <a:lnTo>
                    <a:pt x="4583841" y="3075989"/>
                  </a:lnTo>
                  <a:lnTo>
                    <a:pt x="4512219" y="3064818"/>
                  </a:lnTo>
                  <a:lnTo>
                    <a:pt x="4440596" y="3053430"/>
                  </a:lnTo>
                  <a:lnTo>
                    <a:pt x="4368974" y="3041822"/>
                  </a:lnTo>
                  <a:lnTo>
                    <a:pt x="4297351" y="3029988"/>
                  </a:lnTo>
                  <a:lnTo>
                    <a:pt x="4225729" y="3017926"/>
                  </a:lnTo>
                  <a:lnTo>
                    <a:pt x="4154106" y="3005630"/>
                  </a:lnTo>
                  <a:lnTo>
                    <a:pt x="4082483" y="2993095"/>
                  </a:lnTo>
                  <a:lnTo>
                    <a:pt x="4010861" y="2980318"/>
                  </a:lnTo>
                  <a:lnTo>
                    <a:pt x="3939238" y="2967293"/>
                  </a:lnTo>
                  <a:lnTo>
                    <a:pt x="3867616" y="2954016"/>
                  </a:lnTo>
                  <a:lnTo>
                    <a:pt x="3795993" y="2940482"/>
                  </a:lnTo>
                  <a:lnTo>
                    <a:pt x="3724371" y="2926686"/>
                  </a:lnTo>
                  <a:lnTo>
                    <a:pt x="3652748" y="2912622"/>
                  </a:lnTo>
                  <a:lnTo>
                    <a:pt x="3581126" y="2898286"/>
                  </a:lnTo>
                  <a:lnTo>
                    <a:pt x="3509503" y="2883672"/>
                  </a:lnTo>
                  <a:lnTo>
                    <a:pt x="3437881" y="2868775"/>
                  </a:lnTo>
                  <a:lnTo>
                    <a:pt x="3366258" y="2853589"/>
                  </a:lnTo>
                  <a:lnTo>
                    <a:pt x="3294636" y="2838110"/>
                  </a:lnTo>
                  <a:lnTo>
                    <a:pt x="3223013" y="2822330"/>
                  </a:lnTo>
                  <a:lnTo>
                    <a:pt x="3151391" y="2806245"/>
                  </a:lnTo>
                  <a:lnTo>
                    <a:pt x="3079768" y="2789848"/>
                  </a:lnTo>
                  <a:lnTo>
                    <a:pt x="3008146" y="2800124"/>
                  </a:lnTo>
                  <a:lnTo>
                    <a:pt x="2936523" y="2828627"/>
                  </a:lnTo>
                  <a:lnTo>
                    <a:pt x="2864901" y="2856178"/>
                  </a:lnTo>
                  <a:lnTo>
                    <a:pt x="2793278" y="2882807"/>
                  </a:lnTo>
                  <a:lnTo>
                    <a:pt x="2721655" y="2908546"/>
                  </a:lnTo>
                  <a:lnTo>
                    <a:pt x="2650033" y="2933424"/>
                  </a:lnTo>
                  <a:lnTo>
                    <a:pt x="2578410" y="2957470"/>
                  </a:lnTo>
                  <a:lnTo>
                    <a:pt x="2506788" y="2980713"/>
                  </a:lnTo>
                  <a:lnTo>
                    <a:pt x="2435165" y="3003178"/>
                  </a:lnTo>
                  <a:lnTo>
                    <a:pt x="2363543" y="3024893"/>
                  </a:lnTo>
                  <a:lnTo>
                    <a:pt x="2291920" y="3045881"/>
                  </a:lnTo>
                  <a:lnTo>
                    <a:pt x="2220298" y="3066167"/>
                  </a:lnTo>
                  <a:lnTo>
                    <a:pt x="2148675" y="3085776"/>
                  </a:lnTo>
                  <a:lnTo>
                    <a:pt x="2077053" y="3104728"/>
                  </a:lnTo>
                  <a:lnTo>
                    <a:pt x="2005430" y="3123048"/>
                  </a:lnTo>
                  <a:lnTo>
                    <a:pt x="1933808" y="3140754"/>
                  </a:lnTo>
                  <a:lnTo>
                    <a:pt x="1862185" y="3157869"/>
                  </a:lnTo>
                  <a:lnTo>
                    <a:pt x="1790563" y="3174411"/>
                  </a:lnTo>
                  <a:lnTo>
                    <a:pt x="1718940" y="3190400"/>
                  </a:lnTo>
                  <a:lnTo>
                    <a:pt x="1647318" y="3205855"/>
                  </a:lnTo>
                  <a:lnTo>
                    <a:pt x="1575695" y="3220793"/>
                  </a:lnTo>
                  <a:lnTo>
                    <a:pt x="1504073" y="3235232"/>
                  </a:lnTo>
                  <a:lnTo>
                    <a:pt x="1432450" y="3249187"/>
                  </a:lnTo>
                  <a:lnTo>
                    <a:pt x="1360827" y="3262677"/>
                  </a:lnTo>
                  <a:lnTo>
                    <a:pt x="1289205" y="3275715"/>
                  </a:lnTo>
                  <a:lnTo>
                    <a:pt x="1217582" y="3288317"/>
                  </a:lnTo>
                  <a:lnTo>
                    <a:pt x="1145960" y="3300498"/>
                  </a:lnTo>
                  <a:lnTo>
                    <a:pt x="1074337" y="3312272"/>
                  </a:lnTo>
                  <a:lnTo>
                    <a:pt x="1002715" y="3323652"/>
                  </a:lnTo>
                  <a:lnTo>
                    <a:pt x="931092" y="3334651"/>
                  </a:lnTo>
                  <a:lnTo>
                    <a:pt x="859470" y="3345283"/>
                  </a:lnTo>
                  <a:lnTo>
                    <a:pt x="787847" y="3355559"/>
                  </a:lnTo>
                  <a:lnTo>
                    <a:pt x="716225" y="3365492"/>
                  </a:lnTo>
                  <a:lnTo>
                    <a:pt x="644602" y="3375093"/>
                  </a:lnTo>
                  <a:lnTo>
                    <a:pt x="572980" y="3384372"/>
                  </a:lnTo>
                  <a:lnTo>
                    <a:pt x="501357" y="3393342"/>
                  </a:lnTo>
                  <a:lnTo>
                    <a:pt x="429735" y="3402011"/>
                  </a:lnTo>
                  <a:lnTo>
                    <a:pt x="358112" y="3410391"/>
                  </a:lnTo>
                  <a:lnTo>
                    <a:pt x="286490" y="3418490"/>
                  </a:lnTo>
                  <a:lnTo>
                    <a:pt x="214867" y="3426319"/>
                  </a:lnTo>
                  <a:lnTo>
                    <a:pt x="143245" y="3433886"/>
                  </a:lnTo>
                  <a:lnTo>
                    <a:pt x="71622" y="3441200"/>
                  </a:lnTo>
                  <a:lnTo>
                    <a:pt x="0" y="344827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6072460" cy="2773133"/>
            </a:xfrm>
            <a:custGeom>
              <a:avLst/>
              <a:pathLst>
                <a:path w="6072460" h="2773133">
                  <a:moveTo>
                    <a:pt x="0" y="1683735"/>
                  </a:moveTo>
                  <a:lnTo>
                    <a:pt x="71622" y="1721153"/>
                  </a:lnTo>
                  <a:lnTo>
                    <a:pt x="143245" y="1757860"/>
                  </a:lnTo>
                  <a:lnTo>
                    <a:pt x="214867" y="1793870"/>
                  </a:lnTo>
                  <a:lnTo>
                    <a:pt x="286490" y="1829195"/>
                  </a:lnTo>
                  <a:lnTo>
                    <a:pt x="358112" y="1863848"/>
                  </a:lnTo>
                  <a:lnTo>
                    <a:pt x="429735" y="1897843"/>
                  </a:lnTo>
                  <a:lnTo>
                    <a:pt x="501357" y="1931192"/>
                  </a:lnTo>
                  <a:lnTo>
                    <a:pt x="572980" y="1963908"/>
                  </a:lnTo>
                  <a:lnTo>
                    <a:pt x="644602" y="1996001"/>
                  </a:lnTo>
                  <a:lnTo>
                    <a:pt x="716225" y="2027485"/>
                  </a:lnTo>
                  <a:lnTo>
                    <a:pt x="787847" y="2058370"/>
                  </a:lnTo>
                  <a:lnTo>
                    <a:pt x="859470" y="2088668"/>
                  </a:lnTo>
                  <a:lnTo>
                    <a:pt x="931092" y="2118391"/>
                  </a:lnTo>
                  <a:lnTo>
                    <a:pt x="1002715" y="2147548"/>
                  </a:lnTo>
                  <a:lnTo>
                    <a:pt x="1074337" y="2176152"/>
                  </a:lnTo>
                  <a:lnTo>
                    <a:pt x="1145960" y="2204212"/>
                  </a:lnTo>
                  <a:lnTo>
                    <a:pt x="1217582" y="2231738"/>
                  </a:lnTo>
                  <a:lnTo>
                    <a:pt x="1289205" y="2258742"/>
                  </a:lnTo>
                  <a:lnTo>
                    <a:pt x="1360827" y="2285232"/>
                  </a:lnTo>
                  <a:lnTo>
                    <a:pt x="1432450" y="2311219"/>
                  </a:lnTo>
                  <a:lnTo>
                    <a:pt x="1504073" y="2336712"/>
                  </a:lnTo>
                  <a:lnTo>
                    <a:pt x="1575695" y="2361721"/>
                  </a:lnTo>
                  <a:lnTo>
                    <a:pt x="1647318" y="2386254"/>
                  </a:lnTo>
                  <a:lnTo>
                    <a:pt x="1718940" y="2410321"/>
                  </a:lnTo>
                  <a:lnTo>
                    <a:pt x="1790563" y="2433931"/>
                  </a:lnTo>
                  <a:lnTo>
                    <a:pt x="1862185" y="2457092"/>
                  </a:lnTo>
                  <a:lnTo>
                    <a:pt x="1933808" y="2479813"/>
                  </a:lnTo>
                  <a:lnTo>
                    <a:pt x="2005430" y="2502102"/>
                  </a:lnTo>
                  <a:lnTo>
                    <a:pt x="2077053" y="2523967"/>
                  </a:lnTo>
                  <a:lnTo>
                    <a:pt x="2148675" y="2545417"/>
                  </a:lnTo>
                  <a:lnTo>
                    <a:pt x="2220298" y="2566459"/>
                  </a:lnTo>
                  <a:lnTo>
                    <a:pt x="2291920" y="2587101"/>
                  </a:lnTo>
                  <a:lnTo>
                    <a:pt x="2363543" y="2607351"/>
                  </a:lnTo>
                  <a:lnTo>
                    <a:pt x="2435165" y="2627217"/>
                  </a:lnTo>
                  <a:lnTo>
                    <a:pt x="2506788" y="2646704"/>
                  </a:lnTo>
                  <a:lnTo>
                    <a:pt x="2578410" y="2665822"/>
                  </a:lnTo>
                  <a:lnTo>
                    <a:pt x="2650033" y="2684576"/>
                  </a:lnTo>
                  <a:lnTo>
                    <a:pt x="2721655" y="2702973"/>
                  </a:lnTo>
                  <a:lnTo>
                    <a:pt x="2793278" y="2721021"/>
                  </a:lnTo>
                  <a:lnTo>
                    <a:pt x="2864901" y="2738726"/>
                  </a:lnTo>
                  <a:lnTo>
                    <a:pt x="2936523" y="2756095"/>
                  </a:lnTo>
                  <a:lnTo>
                    <a:pt x="3008146" y="2773133"/>
                  </a:lnTo>
                  <a:lnTo>
                    <a:pt x="3079768" y="2770635"/>
                  </a:lnTo>
                  <a:lnTo>
                    <a:pt x="3151391" y="2740126"/>
                  </a:lnTo>
                  <a:lnTo>
                    <a:pt x="3223013" y="2708561"/>
                  </a:lnTo>
                  <a:lnTo>
                    <a:pt x="3294636" y="2675905"/>
                  </a:lnTo>
                  <a:lnTo>
                    <a:pt x="3366258" y="2642119"/>
                  </a:lnTo>
                  <a:lnTo>
                    <a:pt x="3437881" y="2607164"/>
                  </a:lnTo>
                  <a:lnTo>
                    <a:pt x="3509503" y="2571000"/>
                  </a:lnTo>
                  <a:lnTo>
                    <a:pt x="3581126" y="2533585"/>
                  </a:lnTo>
                  <a:lnTo>
                    <a:pt x="3652748" y="2494876"/>
                  </a:lnTo>
                  <a:lnTo>
                    <a:pt x="3724371" y="2454829"/>
                  </a:lnTo>
                  <a:lnTo>
                    <a:pt x="3795993" y="2413395"/>
                  </a:lnTo>
                  <a:lnTo>
                    <a:pt x="3867616" y="2370529"/>
                  </a:lnTo>
                  <a:lnTo>
                    <a:pt x="3939238" y="2326180"/>
                  </a:lnTo>
                  <a:lnTo>
                    <a:pt x="4010861" y="2280297"/>
                  </a:lnTo>
                  <a:lnTo>
                    <a:pt x="4082483" y="2232826"/>
                  </a:lnTo>
                  <a:lnTo>
                    <a:pt x="4154106" y="2183714"/>
                  </a:lnTo>
                  <a:lnTo>
                    <a:pt x="4225729" y="2132903"/>
                  </a:lnTo>
                  <a:lnTo>
                    <a:pt x="4297351" y="2080334"/>
                  </a:lnTo>
                  <a:lnTo>
                    <a:pt x="4368974" y="2025947"/>
                  </a:lnTo>
                  <a:lnTo>
                    <a:pt x="4440596" y="1969678"/>
                  </a:lnTo>
                  <a:lnTo>
                    <a:pt x="4512219" y="1911463"/>
                  </a:lnTo>
                  <a:lnTo>
                    <a:pt x="4583841" y="1851235"/>
                  </a:lnTo>
                  <a:lnTo>
                    <a:pt x="4655464" y="1788923"/>
                  </a:lnTo>
                  <a:lnTo>
                    <a:pt x="4727086" y="1724456"/>
                  </a:lnTo>
                  <a:lnTo>
                    <a:pt x="4798709" y="1657758"/>
                  </a:lnTo>
                  <a:lnTo>
                    <a:pt x="4870331" y="1588754"/>
                  </a:lnTo>
                  <a:lnTo>
                    <a:pt x="4941954" y="1517363"/>
                  </a:lnTo>
                  <a:lnTo>
                    <a:pt x="5013576" y="1443502"/>
                  </a:lnTo>
                  <a:lnTo>
                    <a:pt x="5085199" y="1367086"/>
                  </a:lnTo>
                  <a:lnTo>
                    <a:pt x="5156821" y="1288027"/>
                  </a:lnTo>
                  <a:lnTo>
                    <a:pt x="5228444" y="1206234"/>
                  </a:lnTo>
                  <a:lnTo>
                    <a:pt x="5300066" y="1121611"/>
                  </a:lnTo>
                  <a:lnTo>
                    <a:pt x="5371689" y="1034061"/>
                  </a:lnTo>
                  <a:lnTo>
                    <a:pt x="5443311" y="943483"/>
                  </a:lnTo>
                  <a:lnTo>
                    <a:pt x="5514934" y="849771"/>
                  </a:lnTo>
                  <a:lnTo>
                    <a:pt x="5586557" y="752818"/>
                  </a:lnTo>
                  <a:lnTo>
                    <a:pt x="5658179" y="652511"/>
                  </a:lnTo>
                  <a:lnTo>
                    <a:pt x="5729802" y="548734"/>
                  </a:lnTo>
                  <a:lnTo>
                    <a:pt x="5801424" y="441368"/>
                  </a:lnTo>
                  <a:lnTo>
                    <a:pt x="5873047" y="330288"/>
                  </a:lnTo>
                  <a:lnTo>
                    <a:pt x="5944669" y="215366"/>
                  </a:lnTo>
                  <a:lnTo>
                    <a:pt x="6016292" y="96468"/>
                  </a:lnTo>
                  <a:lnTo>
                    <a:pt x="607246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686411"/>
              <a:ext cx="7090630" cy="658421"/>
            </a:xfrm>
            <a:custGeom>
              <a:avLst/>
              <a:pathLst>
                <a:path w="7090630" h="658421">
                  <a:moveTo>
                    <a:pt x="7090630" y="568175"/>
                  </a:moveTo>
                  <a:lnTo>
                    <a:pt x="7019007" y="562468"/>
                  </a:lnTo>
                  <a:lnTo>
                    <a:pt x="6947385" y="556650"/>
                  </a:lnTo>
                  <a:lnTo>
                    <a:pt x="6875762" y="550719"/>
                  </a:lnTo>
                  <a:lnTo>
                    <a:pt x="6804139" y="544673"/>
                  </a:lnTo>
                  <a:lnTo>
                    <a:pt x="6732517" y="538510"/>
                  </a:lnTo>
                  <a:lnTo>
                    <a:pt x="6660894" y="532228"/>
                  </a:lnTo>
                  <a:lnTo>
                    <a:pt x="6589272" y="525824"/>
                  </a:lnTo>
                  <a:lnTo>
                    <a:pt x="6517649" y="519296"/>
                  </a:lnTo>
                  <a:lnTo>
                    <a:pt x="6446027" y="512641"/>
                  </a:lnTo>
                  <a:lnTo>
                    <a:pt x="6374404" y="505858"/>
                  </a:lnTo>
                  <a:lnTo>
                    <a:pt x="6302782" y="498943"/>
                  </a:lnTo>
                  <a:lnTo>
                    <a:pt x="6231159" y="491895"/>
                  </a:lnTo>
                  <a:lnTo>
                    <a:pt x="6159537" y="484709"/>
                  </a:lnTo>
                  <a:lnTo>
                    <a:pt x="6087914" y="477385"/>
                  </a:lnTo>
                  <a:lnTo>
                    <a:pt x="6016292" y="469918"/>
                  </a:lnTo>
                  <a:lnTo>
                    <a:pt x="5944669" y="462307"/>
                  </a:lnTo>
                  <a:lnTo>
                    <a:pt x="5873047" y="454549"/>
                  </a:lnTo>
                  <a:lnTo>
                    <a:pt x="5801424" y="446640"/>
                  </a:lnTo>
                  <a:lnTo>
                    <a:pt x="5729802" y="438578"/>
                  </a:lnTo>
                  <a:lnTo>
                    <a:pt x="5658179" y="430360"/>
                  </a:lnTo>
                  <a:lnTo>
                    <a:pt x="5586557" y="421982"/>
                  </a:lnTo>
                  <a:lnTo>
                    <a:pt x="5514934" y="413443"/>
                  </a:lnTo>
                  <a:lnTo>
                    <a:pt x="5443311" y="404737"/>
                  </a:lnTo>
                  <a:lnTo>
                    <a:pt x="5371689" y="395864"/>
                  </a:lnTo>
                  <a:lnTo>
                    <a:pt x="5300066" y="386818"/>
                  </a:lnTo>
                  <a:lnTo>
                    <a:pt x="5228444" y="377597"/>
                  </a:lnTo>
                  <a:lnTo>
                    <a:pt x="5156821" y="368198"/>
                  </a:lnTo>
                  <a:lnTo>
                    <a:pt x="5085199" y="358616"/>
                  </a:lnTo>
                  <a:lnTo>
                    <a:pt x="5013576" y="348849"/>
                  </a:lnTo>
                  <a:lnTo>
                    <a:pt x="4941954" y="338892"/>
                  </a:lnTo>
                  <a:lnTo>
                    <a:pt x="4870331" y="328743"/>
                  </a:lnTo>
                  <a:lnTo>
                    <a:pt x="4798709" y="318397"/>
                  </a:lnTo>
                  <a:lnTo>
                    <a:pt x="4727086" y="307850"/>
                  </a:lnTo>
                  <a:lnTo>
                    <a:pt x="4655464" y="297100"/>
                  </a:lnTo>
                  <a:lnTo>
                    <a:pt x="4583841" y="286141"/>
                  </a:lnTo>
                  <a:lnTo>
                    <a:pt x="4512219" y="274969"/>
                  </a:lnTo>
                  <a:lnTo>
                    <a:pt x="4440596" y="263582"/>
                  </a:lnTo>
                  <a:lnTo>
                    <a:pt x="4368974" y="251973"/>
                  </a:lnTo>
                  <a:lnTo>
                    <a:pt x="4297351" y="240140"/>
                  </a:lnTo>
                  <a:lnTo>
                    <a:pt x="4225729" y="228078"/>
                  </a:lnTo>
                  <a:lnTo>
                    <a:pt x="4154106" y="215781"/>
                  </a:lnTo>
                  <a:lnTo>
                    <a:pt x="4082483" y="203247"/>
                  </a:lnTo>
                  <a:lnTo>
                    <a:pt x="4010861" y="190470"/>
                  </a:lnTo>
                  <a:lnTo>
                    <a:pt x="3939238" y="177445"/>
                  </a:lnTo>
                  <a:lnTo>
                    <a:pt x="3867616" y="164168"/>
                  </a:lnTo>
                  <a:lnTo>
                    <a:pt x="3795993" y="150634"/>
                  </a:lnTo>
                  <a:lnTo>
                    <a:pt x="3724371" y="136838"/>
                  </a:lnTo>
                  <a:lnTo>
                    <a:pt x="3652748" y="122774"/>
                  </a:lnTo>
                  <a:lnTo>
                    <a:pt x="3581126" y="108438"/>
                  </a:lnTo>
                  <a:lnTo>
                    <a:pt x="3509503" y="93824"/>
                  </a:lnTo>
                  <a:lnTo>
                    <a:pt x="3437881" y="78927"/>
                  </a:lnTo>
                  <a:lnTo>
                    <a:pt x="3366258" y="63741"/>
                  </a:lnTo>
                  <a:lnTo>
                    <a:pt x="3294636" y="48261"/>
                  </a:lnTo>
                  <a:lnTo>
                    <a:pt x="3223013" y="32482"/>
                  </a:lnTo>
                  <a:lnTo>
                    <a:pt x="3151391" y="16396"/>
                  </a:lnTo>
                  <a:lnTo>
                    <a:pt x="3079768" y="0"/>
                  </a:lnTo>
                  <a:lnTo>
                    <a:pt x="3008146" y="10276"/>
                  </a:lnTo>
                  <a:lnTo>
                    <a:pt x="2936523" y="38779"/>
                  </a:lnTo>
                  <a:lnTo>
                    <a:pt x="2864901" y="66329"/>
                  </a:lnTo>
                  <a:lnTo>
                    <a:pt x="2793278" y="92958"/>
                  </a:lnTo>
                  <a:lnTo>
                    <a:pt x="2721655" y="118697"/>
                  </a:lnTo>
                  <a:lnTo>
                    <a:pt x="2650033" y="143576"/>
                  </a:lnTo>
                  <a:lnTo>
                    <a:pt x="2578410" y="167622"/>
                  </a:lnTo>
                  <a:lnTo>
                    <a:pt x="2506788" y="190865"/>
                  </a:lnTo>
                  <a:lnTo>
                    <a:pt x="2435165" y="213330"/>
                  </a:lnTo>
                  <a:lnTo>
                    <a:pt x="2363543" y="235044"/>
                  </a:lnTo>
                  <a:lnTo>
                    <a:pt x="2291920" y="256033"/>
                  </a:lnTo>
                  <a:lnTo>
                    <a:pt x="2220298" y="276319"/>
                  </a:lnTo>
                  <a:lnTo>
                    <a:pt x="2148675" y="295927"/>
                  </a:lnTo>
                  <a:lnTo>
                    <a:pt x="2077053" y="314880"/>
                  </a:lnTo>
                  <a:lnTo>
                    <a:pt x="2005430" y="333199"/>
                  </a:lnTo>
                  <a:lnTo>
                    <a:pt x="1933808" y="350906"/>
                  </a:lnTo>
                  <a:lnTo>
                    <a:pt x="1862185" y="368020"/>
                  </a:lnTo>
                  <a:lnTo>
                    <a:pt x="1790563" y="384563"/>
                  </a:lnTo>
                  <a:lnTo>
                    <a:pt x="1718940" y="400552"/>
                  </a:lnTo>
                  <a:lnTo>
                    <a:pt x="1647318" y="416007"/>
                  </a:lnTo>
                  <a:lnTo>
                    <a:pt x="1575695" y="430945"/>
                  </a:lnTo>
                  <a:lnTo>
                    <a:pt x="1504073" y="445383"/>
                  </a:lnTo>
                  <a:lnTo>
                    <a:pt x="1432450" y="459339"/>
                  </a:lnTo>
                  <a:lnTo>
                    <a:pt x="1360827" y="472828"/>
                  </a:lnTo>
                  <a:lnTo>
                    <a:pt x="1289205" y="485866"/>
                  </a:lnTo>
                  <a:lnTo>
                    <a:pt x="1217582" y="498469"/>
                  </a:lnTo>
                  <a:lnTo>
                    <a:pt x="1145960" y="510650"/>
                  </a:lnTo>
                  <a:lnTo>
                    <a:pt x="1074337" y="522423"/>
                  </a:lnTo>
                  <a:lnTo>
                    <a:pt x="1002715" y="533803"/>
                  </a:lnTo>
                  <a:lnTo>
                    <a:pt x="931092" y="544803"/>
                  </a:lnTo>
                  <a:lnTo>
                    <a:pt x="859470" y="555435"/>
                  </a:lnTo>
                  <a:lnTo>
                    <a:pt x="787847" y="565711"/>
                  </a:lnTo>
                  <a:lnTo>
                    <a:pt x="716225" y="575644"/>
                  </a:lnTo>
                  <a:lnTo>
                    <a:pt x="644602" y="585244"/>
                  </a:lnTo>
                  <a:lnTo>
                    <a:pt x="572980" y="594524"/>
                  </a:lnTo>
                  <a:lnTo>
                    <a:pt x="501357" y="603494"/>
                  </a:lnTo>
                  <a:lnTo>
                    <a:pt x="429735" y="612163"/>
                  </a:lnTo>
                  <a:lnTo>
                    <a:pt x="358112" y="620543"/>
                  </a:lnTo>
                  <a:lnTo>
                    <a:pt x="286490" y="628642"/>
                  </a:lnTo>
                  <a:lnTo>
                    <a:pt x="214867" y="636471"/>
                  </a:lnTo>
                  <a:lnTo>
                    <a:pt x="143245" y="644038"/>
                  </a:lnTo>
                  <a:lnTo>
                    <a:pt x="71622" y="651352"/>
                  </a:lnTo>
                  <a:lnTo>
                    <a:pt x="0" y="6584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4228256"/>
              <a:ext cx="7090630" cy="686606"/>
            </a:xfrm>
            <a:custGeom>
              <a:avLst/>
              <a:pathLst>
                <a:path w="7090630" h="686606">
                  <a:moveTo>
                    <a:pt x="0" y="686606"/>
                  </a:moveTo>
                  <a:lnTo>
                    <a:pt x="71622" y="681888"/>
                  </a:lnTo>
                  <a:lnTo>
                    <a:pt x="143245" y="677135"/>
                  </a:lnTo>
                  <a:lnTo>
                    <a:pt x="214867" y="672348"/>
                  </a:lnTo>
                  <a:lnTo>
                    <a:pt x="286490" y="667524"/>
                  </a:lnTo>
                  <a:lnTo>
                    <a:pt x="358112" y="662665"/>
                  </a:lnTo>
                  <a:lnTo>
                    <a:pt x="429735" y="657769"/>
                  </a:lnTo>
                  <a:lnTo>
                    <a:pt x="501357" y="652837"/>
                  </a:lnTo>
                  <a:lnTo>
                    <a:pt x="572980" y="647869"/>
                  </a:lnTo>
                  <a:lnTo>
                    <a:pt x="644602" y="642863"/>
                  </a:lnTo>
                  <a:lnTo>
                    <a:pt x="716225" y="637820"/>
                  </a:lnTo>
                  <a:lnTo>
                    <a:pt x="787847" y="632740"/>
                  </a:lnTo>
                  <a:lnTo>
                    <a:pt x="859470" y="627622"/>
                  </a:lnTo>
                  <a:lnTo>
                    <a:pt x="931092" y="622466"/>
                  </a:lnTo>
                  <a:lnTo>
                    <a:pt x="1002715" y="617272"/>
                  </a:lnTo>
                  <a:lnTo>
                    <a:pt x="1074337" y="612038"/>
                  </a:lnTo>
                  <a:lnTo>
                    <a:pt x="1145960" y="606766"/>
                  </a:lnTo>
                  <a:lnTo>
                    <a:pt x="1217582" y="601455"/>
                  </a:lnTo>
                  <a:lnTo>
                    <a:pt x="1289205" y="596105"/>
                  </a:lnTo>
                  <a:lnTo>
                    <a:pt x="1360827" y="590714"/>
                  </a:lnTo>
                  <a:lnTo>
                    <a:pt x="1432450" y="585283"/>
                  </a:lnTo>
                  <a:lnTo>
                    <a:pt x="1504073" y="579812"/>
                  </a:lnTo>
                  <a:lnTo>
                    <a:pt x="1575695" y="574301"/>
                  </a:lnTo>
                  <a:lnTo>
                    <a:pt x="1647318" y="568748"/>
                  </a:lnTo>
                  <a:lnTo>
                    <a:pt x="1718940" y="563154"/>
                  </a:lnTo>
                  <a:lnTo>
                    <a:pt x="1790563" y="557519"/>
                  </a:lnTo>
                  <a:lnTo>
                    <a:pt x="1862185" y="551841"/>
                  </a:lnTo>
                  <a:lnTo>
                    <a:pt x="1933808" y="546122"/>
                  </a:lnTo>
                  <a:lnTo>
                    <a:pt x="2005430" y="540359"/>
                  </a:lnTo>
                  <a:lnTo>
                    <a:pt x="2077053" y="534554"/>
                  </a:lnTo>
                  <a:lnTo>
                    <a:pt x="2148675" y="528706"/>
                  </a:lnTo>
                  <a:lnTo>
                    <a:pt x="2220298" y="522814"/>
                  </a:lnTo>
                  <a:lnTo>
                    <a:pt x="2291920" y="516879"/>
                  </a:lnTo>
                  <a:lnTo>
                    <a:pt x="2363543" y="510899"/>
                  </a:lnTo>
                  <a:lnTo>
                    <a:pt x="2435165" y="504875"/>
                  </a:lnTo>
                  <a:lnTo>
                    <a:pt x="2506788" y="498806"/>
                  </a:lnTo>
                  <a:lnTo>
                    <a:pt x="2578410" y="492692"/>
                  </a:lnTo>
                  <a:lnTo>
                    <a:pt x="2650033" y="486532"/>
                  </a:lnTo>
                  <a:lnTo>
                    <a:pt x="2721655" y="480327"/>
                  </a:lnTo>
                  <a:lnTo>
                    <a:pt x="2793278" y="474076"/>
                  </a:lnTo>
                  <a:lnTo>
                    <a:pt x="2864901" y="467778"/>
                  </a:lnTo>
                  <a:lnTo>
                    <a:pt x="2936523" y="461433"/>
                  </a:lnTo>
                  <a:lnTo>
                    <a:pt x="3008146" y="455041"/>
                  </a:lnTo>
                  <a:lnTo>
                    <a:pt x="3079768" y="448601"/>
                  </a:lnTo>
                  <a:lnTo>
                    <a:pt x="3151391" y="442114"/>
                  </a:lnTo>
                  <a:lnTo>
                    <a:pt x="3223013" y="435578"/>
                  </a:lnTo>
                  <a:lnTo>
                    <a:pt x="3294636" y="428994"/>
                  </a:lnTo>
                  <a:lnTo>
                    <a:pt x="3366258" y="422360"/>
                  </a:lnTo>
                  <a:lnTo>
                    <a:pt x="3437881" y="415678"/>
                  </a:lnTo>
                  <a:lnTo>
                    <a:pt x="3509503" y="408946"/>
                  </a:lnTo>
                  <a:lnTo>
                    <a:pt x="3581126" y="402163"/>
                  </a:lnTo>
                  <a:lnTo>
                    <a:pt x="3652748" y="395330"/>
                  </a:lnTo>
                  <a:lnTo>
                    <a:pt x="3724371" y="388447"/>
                  </a:lnTo>
                  <a:lnTo>
                    <a:pt x="3795993" y="381512"/>
                  </a:lnTo>
                  <a:lnTo>
                    <a:pt x="3867616" y="374526"/>
                  </a:lnTo>
                  <a:lnTo>
                    <a:pt x="3939238" y="367487"/>
                  </a:lnTo>
                  <a:lnTo>
                    <a:pt x="4010861" y="360397"/>
                  </a:lnTo>
                  <a:lnTo>
                    <a:pt x="4082483" y="353253"/>
                  </a:lnTo>
                  <a:lnTo>
                    <a:pt x="4154106" y="346057"/>
                  </a:lnTo>
                  <a:lnTo>
                    <a:pt x="4225729" y="338807"/>
                  </a:lnTo>
                  <a:lnTo>
                    <a:pt x="4297351" y="331503"/>
                  </a:lnTo>
                  <a:lnTo>
                    <a:pt x="4368974" y="324144"/>
                  </a:lnTo>
                  <a:lnTo>
                    <a:pt x="4440596" y="316731"/>
                  </a:lnTo>
                  <a:lnTo>
                    <a:pt x="4512219" y="309263"/>
                  </a:lnTo>
                  <a:lnTo>
                    <a:pt x="4583841" y="301740"/>
                  </a:lnTo>
                  <a:lnTo>
                    <a:pt x="4655464" y="294160"/>
                  </a:lnTo>
                  <a:lnTo>
                    <a:pt x="4727086" y="286524"/>
                  </a:lnTo>
                  <a:lnTo>
                    <a:pt x="4798709" y="278831"/>
                  </a:lnTo>
                  <a:lnTo>
                    <a:pt x="4870331" y="271081"/>
                  </a:lnTo>
                  <a:lnTo>
                    <a:pt x="4941954" y="263274"/>
                  </a:lnTo>
                  <a:lnTo>
                    <a:pt x="5013576" y="255408"/>
                  </a:lnTo>
                  <a:lnTo>
                    <a:pt x="5085199" y="247484"/>
                  </a:lnTo>
                  <a:lnTo>
                    <a:pt x="5156821" y="239501"/>
                  </a:lnTo>
                  <a:lnTo>
                    <a:pt x="5228444" y="231458"/>
                  </a:lnTo>
                  <a:lnTo>
                    <a:pt x="5300066" y="223356"/>
                  </a:lnTo>
                  <a:lnTo>
                    <a:pt x="5371689" y="215193"/>
                  </a:lnTo>
                  <a:lnTo>
                    <a:pt x="5443311" y="206970"/>
                  </a:lnTo>
                  <a:lnTo>
                    <a:pt x="5514934" y="198686"/>
                  </a:lnTo>
                  <a:lnTo>
                    <a:pt x="5586557" y="190340"/>
                  </a:lnTo>
                  <a:lnTo>
                    <a:pt x="5658179" y="181932"/>
                  </a:lnTo>
                  <a:lnTo>
                    <a:pt x="5729802" y="173461"/>
                  </a:lnTo>
                  <a:lnTo>
                    <a:pt x="5801424" y="164927"/>
                  </a:lnTo>
                  <a:lnTo>
                    <a:pt x="5873047" y="156330"/>
                  </a:lnTo>
                  <a:lnTo>
                    <a:pt x="5944669" y="147669"/>
                  </a:lnTo>
                  <a:lnTo>
                    <a:pt x="6016292" y="138944"/>
                  </a:lnTo>
                  <a:lnTo>
                    <a:pt x="6087914" y="130154"/>
                  </a:lnTo>
                  <a:lnTo>
                    <a:pt x="6159537" y="121298"/>
                  </a:lnTo>
                  <a:lnTo>
                    <a:pt x="6231159" y="112377"/>
                  </a:lnTo>
                  <a:lnTo>
                    <a:pt x="6302782" y="103389"/>
                  </a:lnTo>
                  <a:lnTo>
                    <a:pt x="6374404" y="94334"/>
                  </a:lnTo>
                  <a:lnTo>
                    <a:pt x="6446027" y="85212"/>
                  </a:lnTo>
                  <a:lnTo>
                    <a:pt x="6517649" y="76022"/>
                  </a:lnTo>
                  <a:lnTo>
                    <a:pt x="6589272" y="66764"/>
                  </a:lnTo>
                  <a:lnTo>
                    <a:pt x="6660894" y="57437"/>
                  </a:lnTo>
                  <a:lnTo>
                    <a:pt x="6732517" y="48040"/>
                  </a:lnTo>
                  <a:lnTo>
                    <a:pt x="6804139" y="38574"/>
                  </a:lnTo>
                  <a:lnTo>
                    <a:pt x="6875762" y="29037"/>
                  </a:lnTo>
                  <a:lnTo>
                    <a:pt x="6947385" y="19430"/>
                  </a:lnTo>
                  <a:lnTo>
                    <a:pt x="7019007" y="975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2026-05-26T13:56:40Z</dcterms:modified>
  <cp:category/>
</cp:coreProperties>
</file>