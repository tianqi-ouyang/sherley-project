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2073503"/>
              <a:ext cx="7090630" cy="3288823"/>
            </a:xfrm>
            <a:custGeom>
              <a:avLst/>
              <a:pathLst>
                <a:path w="7090630" h="3288823">
                  <a:moveTo>
                    <a:pt x="0" y="1605880"/>
                  </a:moveTo>
                  <a:lnTo>
                    <a:pt x="71622" y="1641568"/>
                  </a:lnTo>
                  <a:lnTo>
                    <a:pt x="143245" y="1676578"/>
                  </a:lnTo>
                  <a:lnTo>
                    <a:pt x="214867" y="1710922"/>
                  </a:lnTo>
                  <a:lnTo>
                    <a:pt x="286490" y="1744613"/>
                  </a:lnTo>
                  <a:lnTo>
                    <a:pt x="358112" y="1777665"/>
                  </a:lnTo>
                  <a:lnTo>
                    <a:pt x="429735" y="1810088"/>
                  </a:lnTo>
                  <a:lnTo>
                    <a:pt x="501357" y="1841895"/>
                  </a:lnTo>
                  <a:lnTo>
                    <a:pt x="572980" y="1873097"/>
                  </a:lnTo>
                  <a:lnTo>
                    <a:pt x="644602" y="1903707"/>
                  </a:lnTo>
                  <a:lnTo>
                    <a:pt x="716225" y="1933735"/>
                  </a:lnTo>
                  <a:lnTo>
                    <a:pt x="787847" y="1963192"/>
                  </a:lnTo>
                  <a:lnTo>
                    <a:pt x="859470" y="1992089"/>
                  </a:lnTo>
                  <a:lnTo>
                    <a:pt x="931092" y="2020437"/>
                  </a:lnTo>
                  <a:lnTo>
                    <a:pt x="1002715" y="2048247"/>
                  </a:lnTo>
                  <a:lnTo>
                    <a:pt x="1074337" y="2075527"/>
                  </a:lnTo>
                  <a:lnTo>
                    <a:pt x="1145960" y="2102290"/>
                  </a:lnTo>
                  <a:lnTo>
                    <a:pt x="1217582" y="2128544"/>
                  </a:lnTo>
                  <a:lnTo>
                    <a:pt x="1289205" y="2154299"/>
                  </a:lnTo>
                  <a:lnTo>
                    <a:pt x="1360827" y="2179564"/>
                  </a:lnTo>
                  <a:lnTo>
                    <a:pt x="1432450" y="2204349"/>
                  </a:lnTo>
                  <a:lnTo>
                    <a:pt x="1504073" y="2228664"/>
                  </a:lnTo>
                  <a:lnTo>
                    <a:pt x="1575695" y="2252516"/>
                  </a:lnTo>
                  <a:lnTo>
                    <a:pt x="1647318" y="2275915"/>
                  </a:lnTo>
                  <a:lnTo>
                    <a:pt x="1718940" y="2298869"/>
                  </a:lnTo>
                  <a:lnTo>
                    <a:pt x="1790563" y="2321387"/>
                  </a:lnTo>
                  <a:lnTo>
                    <a:pt x="1862185" y="2343477"/>
                  </a:lnTo>
                  <a:lnTo>
                    <a:pt x="1933808" y="2365147"/>
                  </a:lnTo>
                  <a:lnTo>
                    <a:pt x="2005430" y="2386405"/>
                  </a:lnTo>
                  <a:lnTo>
                    <a:pt x="2077053" y="2407260"/>
                  </a:lnTo>
                  <a:lnTo>
                    <a:pt x="2148675" y="2427718"/>
                  </a:lnTo>
                  <a:lnTo>
                    <a:pt x="2220298" y="2447787"/>
                  </a:lnTo>
                  <a:lnTo>
                    <a:pt x="2291920" y="2467475"/>
                  </a:lnTo>
                  <a:lnTo>
                    <a:pt x="2363543" y="2486789"/>
                  </a:lnTo>
                  <a:lnTo>
                    <a:pt x="2435165" y="2505735"/>
                  </a:lnTo>
                  <a:lnTo>
                    <a:pt x="2506788" y="2524322"/>
                  </a:lnTo>
                  <a:lnTo>
                    <a:pt x="2578410" y="2542555"/>
                  </a:lnTo>
                  <a:lnTo>
                    <a:pt x="2650033" y="2560442"/>
                  </a:lnTo>
                  <a:lnTo>
                    <a:pt x="2721655" y="2577989"/>
                  </a:lnTo>
                  <a:lnTo>
                    <a:pt x="2793278" y="2595202"/>
                  </a:lnTo>
                  <a:lnTo>
                    <a:pt x="2864901" y="2612089"/>
                  </a:lnTo>
                  <a:lnTo>
                    <a:pt x="2936523" y="2628654"/>
                  </a:lnTo>
                  <a:lnTo>
                    <a:pt x="3008146" y="2644904"/>
                  </a:lnTo>
                  <a:lnTo>
                    <a:pt x="3079768" y="2642522"/>
                  </a:lnTo>
                  <a:lnTo>
                    <a:pt x="3151391" y="2613423"/>
                  </a:lnTo>
                  <a:lnTo>
                    <a:pt x="3223013" y="2583318"/>
                  </a:lnTo>
                  <a:lnTo>
                    <a:pt x="3294636" y="2552172"/>
                  </a:lnTo>
                  <a:lnTo>
                    <a:pt x="3366258" y="2519948"/>
                  </a:lnTo>
                  <a:lnTo>
                    <a:pt x="3437881" y="2486610"/>
                  </a:lnTo>
                  <a:lnTo>
                    <a:pt x="3509503" y="2452118"/>
                  </a:lnTo>
                  <a:lnTo>
                    <a:pt x="3581126" y="2416433"/>
                  </a:lnTo>
                  <a:lnTo>
                    <a:pt x="3652748" y="2379514"/>
                  </a:lnTo>
                  <a:lnTo>
                    <a:pt x="3724371" y="2341318"/>
                  </a:lnTo>
                  <a:lnTo>
                    <a:pt x="3795993" y="2301801"/>
                  </a:lnTo>
                  <a:lnTo>
                    <a:pt x="3867616" y="2260917"/>
                  </a:lnTo>
                  <a:lnTo>
                    <a:pt x="3939238" y="2218618"/>
                  </a:lnTo>
                  <a:lnTo>
                    <a:pt x="4010861" y="2174857"/>
                  </a:lnTo>
                  <a:lnTo>
                    <a:pt x="4082483" y="2129581"/>
                  </a:lnTo>
                  <a:lnTo>
                    <a:pt x="4154106" y="2082740"/>
                  </a:lnTo>
                  <a:lnTo>
                    <a:pt x="4225729" y="2034278"/>
                  </a:lnTo>
                  <a:lnTo>
                    <a:pt x="4297351" y="1984140"/>
                  </a:lnTo>
                  <a:lnTo>
                    <a:pt x="4368974" y="1932268"/>
                  </a:lnTo>
                  <a:lnTo>
                    <a:pt x="4440596" y="1878601"/>
                  </a:lnTo>
                  <a:lnTo>
                    <a:pt x="4512219" y="1823078"/>
                  </a:lnTo>
                  <a:lnTo>
                    <a:pt x="4583841" y="1765634"/>
                  </a:lnTo>
                  <a:lnTo>
                    <a:pt x="4655464" y="1706204"/>
                  </a:lnTo>
                  <a:lnTo>
                    <a:pt x="4727086" y="1644717"/>
                  </a:lnTo>
                  <a:lnTo>
                    <a:pt x="4798709" y="1581104"/>
                  </a:lnTo>
                  <a:lnTo>
                    <a:pt x="4870331" y="1515291"/>
                  </a:lnTo>
                  <a:lnTo>
                    <a:pt x="4941954" y="1447200"/>
                  </a:lnTo>
                  <a:lnTo>
                    <a:pt x="5013576" y="1376755"/>
                  </a:lnTo>
                  <a:lnTo>
                    <a:pt x="5085199" y="1303873"/>
                  </a:lnTo>
                  <a:lnTo>
                    <a:pt x="5156821" y="1228470"/>
                  </a:lnTo>
                  <a:lnTo>
                    <a:pt x="5228444" y="1150458"/>
                  </a:lnTo>
                  <a:lnTo>
                    <a:pt x="5300066" y="1069748"/>
                  </a:lnTo>
                  <a:lnTo>
                    <a:pt x="5371689" y="986246"/>
                  </a:lnTo>
                  <a:lnTo>
                    <a:pt x="5443311" y="899856"/>
                  </a:lnTo>
                  <a:lnTo>
                    <a:pt x="5514934" y="810478"/>
                  </a:lnTo>
                  <a:lnTo>
                    <a:pt x="5586557" y="718008"/>
                  </a:lnTo>
                  <a:lnTo>
                    <a:pt x="5658179" y="622339"/>
                  </a:lnTo>
                  <a:lnTo>
                    <a:pt x="5729802" y="523361"/>
                  </a:lnTo>
                  <a:lnTo>
                    <a:pt x="5801424" y="420959"/>
                  </a:lnTo>
                  <a:lnTo>
                    <a:pt x="5873047" y="315016"/>
                  </a:lnTo>
                  <a:lnTo>
                    <a:pt x="5944669" y="205407"/>
                  </a:lnTo>
                  <a:lnTo>
                    <a:pt x="6016292" y="92007"/>
                  </a:lnTo>
                  <a:lnTo>
                    <a:pt x="6072460" y="0"/>
                  </a:lnTo>
                  <a:lnTo>
                    <a:pt x="7090630" y="0"/>
                  </a:lnTo>
                  <a:lnTo>
                    <a:pt x="7090630" y="3202750"/>
                  </a:lnTo>
                  <a:lnTo>
                    <a:pt x="7019007" y="3197306"/>
                  </a:lnTo>
                  <a:lnTo>
                    <a:pt x="6947385" y="3191757"/>
                  </a:lnTo>
                  <a:lnTo>
                    <a:pt x="6875762" y="3186100"/>
                  </a:lnTo>
                  <a:lnTo>
                    <a:pt x="6804139" y="3180334"/>
                  </a:lnTo>
                  <a:lnTo>
                    <a:pt x="6732517" y="3174456"/>
                  </a:lnTo>
                  <a:lnTo>
                    <a:pt x="6660894" y="3168465"/>
                  </a:lnTo>
                  <a:lnTo>
                    <a:pt x="6589272" y="3162357"/>
                  </a:lnTo>
                  <a:lnTo>
                    <a:pt x="6517649" y="3156131"/>
                  </a:lnTo>
                  <a:lnTo>
                    <a:pt x="6446027" y="3149784"/>
                  </a:lnTo>
                  <a:lnTo>
                    <a:pt x="6374404" y="3143314"/>
                  </a:lnTo>
                  <a:lnTo>
                    <a:pt x="6302782" y="3136719"/>
                  </a:lnTo>
                  <a:lnTo>
                    <a:pt x="6231159" y="3129996"/>
                  </a:lnTo>
                  <a:lnTo>
                    <a:pt x="6159537" y="3123143"/>
                  </a:lnTo>
                  <a:lnTo>
                    <a:pt x="6087914" y="3116157"/>
                  </a:lnTo>
                  <a:lnTo>
                    <a:pt x="6016292" y="3109036"/>
                  </a:lnTo>
                  <a:lnTo>
                    <a:pt x="5944669" y="3101777"/>
                  </a:lnTo>
                  <a:lnTo>
                    <a:pt x="5873047" y="3094377"/>
                  </a:lnTo>
                  <a:lnTo>
                    <a:pt x="5801424" y="3086834"/>
                  </a:lnTo>
                  <a:lnTo>
                    <a:pt x="5729802" y="3079145"/>
                  </a:lnTo>
                  <a:lnTo>
                    <a:pt x="5658179" y="3071307"/>
                  </a:lnTo>
                  <a:lnTo>
                    <a:pt x="5586557" y="3063317"/>
                  </a:lnTo>
                  <a:lnTo>
                    <a:pt x="5514934" y="3055172"/>
                  </a:lnTo>
                  <a:lnTo>
                    <a:pt x="5443311" y="3046869"/>
                  </a:lnTo>
                  <a:lnTo>
                    <a:pt x="5371689" y="3038406"/>
                  </a:lnTo>
                  <a:lnTo>
                    <a:pt x="5300066" y="3029778"/>
                  </a:lnTo>
                  <a:lnTo>
                    <a:pt x="5228444" y="3020984"/>
                  </a:lnTo>
                  <a:lnTo>
                    <a:pt x="5156821" y="3012019"/>
                  </a:lnTo>
                  <a:lnTo>
                    <a:pt x="5085199" y="3002880"/>
                  </a:lnTo>
                  <a:lnTo>
                    <a:pt x="5013576" y="2993565"/>
                  </a:lnTo>
                  <a:lnTo>
                    <a:pt x="4941954" y="2984069"/>
                  </a:lnTo>
                  <a:lnTo>
                    <a:pt x="4870331" y="2974389"/>
                  </a:lnTo>
                  <a:lnTo>
                    <a:pt x="4798709" y="2964521"/>
                  </a:lnTo>
                  <a:lnTo>
                    <a:pt x="4727086" y="2954462"/>
                  </a:lnTo>
                  <a:lnTo>
                    <a:pt x="4655464" y="2944209"/>
                  </a:lnTo>
                  <a:lnTo>
                    <a:pt x="4583841" y="2933756"/>
                  </a:lnTo>
                  <a:lnTo>
                    <a:pt x="4512219" y="2923102"/>
                  </a:lnTo>
                  <a:lnTo>
                    <a:pt x="4440596" y="2912240"/>
                  </a:lnTo>
                  <a:lnTo>
                    <a:pt x="4368974" y="2901169"/>
                  </a:lnTo>
                  <a:lnTo>
                    <a:pt x="4297351" y="2889883"/>
                  </a:lnTo>
                  <a:lnTo>
                    <a:pt x="4225729" y="2878378"/>
                  </a:lnTo>
                  <a:lnTo>
                    <a:pt x="4154106" y="2866650"/>
                  </a:lnTo>
                  <a:lnTo>
                    <a:pt x="4082483" y="2854696"/>
                  </a:lnTo>
                  <a:lnTo>
                    <a:pt x="4010861" y="2842509"/>
                  </a:lnTo>
                  <a:lnTo>
                    <a:pt x="3939238" y="2830087"/>
                  </a:lnTo>
                  <a:lnTo>
                    <a:pt x="3867616" y="2817424"/>
                  </a:lnTo>
                  <a:lnTo>
                    <a:pt x="3795993" y="2804515"/>
                  </a:lnTo>
                  <a:lnTo>
                    <a:pt x="3724371" y="2791357"/>
                  </a:lnTo>
                  <a:lnTo>
                    <a:pt x="3652748" y="2777943"/>
                  </a:lnTo>
                  <a:lnTo>
                    <a:pt x="3581126" y="2764270"/>
                  </a:lnTo>
                  <a:lnTo>
                    <a:pt x="3509503" y="2750332"/>
                  </a:lnTo>
                  <a:lnTo>
                    <a:pt x="3437881" y="2736124"/>
                  </a:lnTo>
                  <a:lnTo>
                    <a:pt x="3366258" y="2721641"/>
                  </a:lnTo>
                  <a:lnTo>
                    <a:pt x="3294636" y="2706877"/>
                  </a:lnTo>
                  <a:lnTo>
                    <a:pt x="3223013" y="2691827"/>
                  </a:lnTo>
                  <a:lnTo>
                    <a:pt x="3151391" y="2676485"/>
                  </a:lnTo>
                  <a:lnTo>
                    <a:pt x="3079768" y="2660846"/>
                  </a:lnTo>
                  <a:lnTo>
                    <a:pt x="3008146" y="2670647"/>
                  </a:lnTo>
                  <a:lnTo>
                    <a:pt x="2936523" y="2697833"/>
                  </a:lnTo>
                  <a:lnTo>
                    <a:pt x="2864901" y="2724109"/>
                  </a:lnTo>
                  <a:lnTo>
                    <a:pt x="2793278" y="2749507"/>
                  </a:lnTo>
                  <a:lnTo>
                    <a:pt x="2721655" y="2774055"/>
                  </a:lnTo>
                  <a:lnTo>
                    <a:pt x="2650033" y="2797783"/>
                  </a:lnTo>
                  <a:lnTo>
                    <a:pt x="2578410" y="2820718"/>
                  </a:lnTo>
                  <a:lnTo>
                    <a:pt x="2506788" y="2842886"/>
                  </a:lnTo>
                  <a:lnTo>
                    <a:pt x="2435165" y="2864312"/>
                  </a:lnTo>
                  <a:lnTo>
                    <a:pt x="2363543" y="2885023"/>
                  </a:lnTo>
                  <a:lnTo>
                    <a:pt x="2291920" y="2905040"/>
                  </a:lnTo>
                  <a:lnTo>
                    <a:pt x="2220298" y="2924389"/>
                  </a:lnTo>
                  <a:lnTo>
                    <a:pt x="2148675" y="2943091"/>
                  </a:lnTo>
                  <a:lnTo>
                    <a:pt x="2077053" y="2961167"/>
                  </a:lnTo>
                  <a:lnTo>
                    <a:pt x="2005430" y="2978639"/>
                  </a:lnTo>
                  <a:lnTo>
                    <a:pt x="1933808" y="2995527"/>
                  </a:lnTo>
                  <a:lnTo>
                    <a:pt x="1862185" y="3011850"/>
                  </a:lnTo>
                  <a:lnTo>
                    <a:pt x="1790563" y="3027627"/>
                  </a:lnTo>
                  <a:lnTo>
                    <a:pt x="1718940" y="3042877"/>
                  </a:lnTo>
                  <a:lnTo>
                    <a:pt x="1647318" y="3057617"/>
                  </a:lnTo>
                  <a:lnTo>
                    <a:pt x="1575695" y="3071865"/>
                  </a:lnTo>
                  <a:lnTo>
                    <a:pt x="1504073" y="3085636"/>
                  </a:lnTo>
                  <a:lnTo>
                    <a:pt x="1432450" y="3098946"/>
                  </a:lnTo>
                  <a:lnTo>
                    <a:pt x="1360827" y="3111812"/>
                  </a:lnTo>
                  <a:lnTo>
                    <a:pt x="1289205" y="3124247"/>
                  </a:lnTo>
                  <a:lnTo>
                    <a:pt x="1217582" y="3136266"/>
                  </a:lnTo>
                  <a:lnTo>
                    <a:pt x="1145960" y="3147884"/>
                  </a:lnTo>
                  <a:lnTo>
                    <a:pt x="1074337" y="3159113"/>
                  </a:lnTo>
                  <a:lnTo>
                    <a:pt x="1002715" y="3169967"/>
                  </a:lnTo>
                  <a:lnTo>
                    <a:pt x="931092" y="3180458"/>
                  </a:lnTo>
                  <a:lnTo>
                    <a:pt x="859470" y="3190598"/>
                  </a:lnTo>
                  <a:lnTo>
                    <a:pt x="787847" y="3200399"/>
                  </a:lnTo>
                  <a:lnTo>
                    <a:pt x="716225" y="3209873"/>
                  </a:lnTo>
                  <a:lnTo>
                    <a:pt x="644602" y="3219030"/>
                  </a:lnTo>
                  <a:lnTo>
                    <a:pt x="572980" y="3227880"/>
                  </a:lnTo>
                  <a:lnTo>
                    <a:pt x="501357" y="3236435"/>
                  </a:lnTo>
                  <a:lnTo>
                    <a:pt x="429735" y="3244704"/>
                  </a:lnTo>
                  <a:lnTo>
                    <a:pt x="358112" y="3252696"/>
                  </a:lnTo>
                  <a:lnTo>
                    <a:pt x="286490" y="3260421"/>
                  </a:lnTo>
                  <a:lnTo>
                    <a:pt x="214867" y="3267887"/>
                  </a:lnTo>
                  <a:lnTo>
                    <a:pt x="143245" y="3275104"/>
                  </a:lnTo>
                  <a:lnTo>
                    <a:pt x="71622" y="3282080"/>
                  </a:lnTo>
                  <a:lnTo>
                    <a:pt x="0" y="32888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073503"/>
              <a:ext cx="6072460" cy="2644904"/>
            </a:xfrm>
            <a:custGeom>
              <a:avLst/>
              <a:pathLst>
                <a:path w="6072460" h="2644904">
                  <a:moveTo>
                    <a:pt x="0" y="1605880"/>
                  </a:moveTo>
                  <a:lnTo>
                    <a:pt x="71622" y="1641568"/>
                  </a:lnTo>
                  <a:lnTo>
                    <a:pt x="143245" y="1676578"/>
                  </a:lnTo>
                  <a:lnTo>
                    <a:pt x="214867" y="1710922"/>
                  </a:lnTo>
                  <a:lnTo>
                    <a:pt x="286490" y="1744613"/>
                  </a:lnTo>
                  <a:lnTo>
                    <a:pt x="358112" y="1777665"/>
                  </a:lnTo>
                  <a:lnTo>
                    <a:pt x="429735" y="1810088"/>
                  </a:lnTo>
                  <a:lnTo>
                    <a:pt x="501357" y="1841895"/>
                  </a:lnTo>
                  <a:lnTo>
                    <a:pt x="572980" y="1873097"/>
                  </a:lnTo>
                  <a:lnTo>
                    <a:pt x="644602" y="1903707"/>
                  </a:lnTo>
                  <a:lnTo>
                    <a:pt x="716225" y="1933735"/>
                  </a:lnTo>
                  <a:lnTo>
                    <a:pt x="787847" y="1963192"/>
                  </a:lnTo>
                  <a:lnTo>
                    <a:pt x="859470" y="1992089"/>
                  </a:lnTo>
                  <a:lnTo>
                    <a:pt x="931092" y="2020437"/>
                  </a:lnTo>
                  <a:lnTo>
                    <a:pt x="1002715" y="2048247"/>
                  </a:lnTo>
                  <a:lnTo>
                    <a:pt x="1074337" y="2075527"/>
                  </a:lnTo>
                  <a:lnTo>
                    <a:pt x="1145960" y="2102290"/>
                  </a:lnTo>
                  <a:lnTo>
                    <a:pt x="1217582" y="2128544"/>
                  </a:lnTo>
                  <a:lnTo>
                    <a:pt x="1289205" y="2154299"/>
                  </a:lnTo>
                  <a:lnTo>
                    <a:pt x="1360827" y="2179564"/>
                  </a:lnTo>
                  <a:lnTo>
                    <a:pt x="1432450" y="2204349"/>
                  </a:lnTo>
                  <a:lnTo>
                    <a:pt x="1504073" y="2228664"/>
                  </a:lnTo>
                  <a:lnTo>
                    <a:pt x="1575695" y="2252516"/>
                  </a:lnTo>
                  <a:lnTo>
                    <a:pt x="1647318" y="2275915"/>
                  </a:lnTo>
                  <a:lnTo>
                    <a:pt x="1718940" y="2298869"/>
                  </a:lnTo>
                  <a:lnTo>
                    <a:pt x="1790563" y="2321387"/>
                  </a:lnTo>
                  <a:lnTo>
                    <a:pt x="1862185" y="2343477"/>
                  </a:lnTo>
                  <a:lnTo>
                    <a:pt x="1933808" y="2365147"/>
                  </a:lnTo>
                  <a:lnTo>
                    <a:pt x="2005430" y="2386405"/>
                  </a:lnTo>
                  <a:lnTo>
                    <a:pt x="2077053" y="2407260"/>
                  </a:lnTo>
                  <a:lnTo>
                    <a:pt x="2148675" y="2427718"/>
                  </a:lnTo>
                  <a:lnTo>
                    <a:pt x="2220298" y="2447787"/>
                  </a:lnTo>
                  <a:lnTo>
                    <a:pt x="2291920" y="2467475"/>
                  </a:lnTo>
                  <a:lnTo>
                    <a:pt x="2363543" y="2486789"/>
                  </a:lnTo>
                  <a:lnTo>
                    <a:pt x="2435165" y="2505735"/>
                  </a:lnTo>
                  <a:lnTo>
                    <a:pt x="2506788" y="2524322"/>
                  </a:lnTo>
                  <a:lnTo>
                    <a:pt x="2578410" y="2542555"/>
                  </a:lnTo>
                  <a:lnTo>
                    <a:pt x="2650033" y="2560442"/>
                  </a:lnTo>
                  <a:lnTo>
                    <a:pt x="2721655" y="2577989"/>
                  </a:lnTo>
                  <a:lnTo>
                    <a:pt x="2793278" y="2595202"/>
                  </a:lnTo>
                  <a:lnTo>
                    <a:pt x="2864901" y="2612089"/>
                  </a:lnTo>
                  <a:lnTo>
                    <a:pt x="2936523" y="2628654"/>
                  </a:lnTo>
                  <a:lnTo>
                    <a:pt x="3008146" y="2644904"/>
                  </a:lnTo>
                  <a:lnTo>
                    <a:pt x="3079768" y="2642522"/>
                  </a:lnTo>
                  <a:lnTo>
                    <a:pt x="3151391" y="2613423"/>
                  </a:lnTo>
                  <a:lnTo>
                    <a:pt x="3223013" y="2583318"/>
                  </a:lnTo>
                  <a:lnTo>
                    <a:pt x="3294636" y="2552172"/>
                  </a:lnTo>
                  <a:lnTo>
                    <a:pt x="3366258" y="2519948"/>
                  </a:lnTo>
                  <a:lnTo>
                    <a:pt x="3437881" y="2486610"/>
                  </a:lnTo>
                  <a:lnTo>
                    <a:pt x="3509503" y="2452118"/>
                  </a:lnTo>
                  <a:lnTo>
                    <a:pt x="3581126" y="2416433"/>
                  </a:lnTo>
                  <a:lnTo>
                    <a:pt x="3652748" y="2379514"/>
                  </a:lnTo>
                  <a:lnTo>
                    <a:pt x="3724371" y="2341318"/>
                  </a:lnTo>
                  <a:lnTo>
                    <a:pt x="3795993" y="2301801"/>
                  </a:lnTo>
                  <a:lnTo>
                    <a:pt x="3867616" y="2260917"/>
                  </a:lnTo>
                  <a:lnTo>
                    <a:pt x="3939238" y="2218618"/>
                  </a:lnTo>
                  <a:lnTo>
                    <a:pt x="4010861" y="2174857"/>
                  </a:lnTo>
                  <a:lnTo>
                    <a:pt x="4082483" y="2129581"/>
                  </a:lnTo>
                  <a:lnTo>
                    <a:pt x="4154106" y="2082740"/>
                  </a:lnTo>
                  <a:lnTo>
                    <a:pt x="4225729" y="2034278"/>
                  </a:lnTo>
                  <a:lnTo>
                    <a:pt x="4297351" y="1984140"/>
                  </a:lnTo>
                  <a:lnTo>
                    <a:pt x="4368974" y="1932268"/>
                  </a:lnTo>
                  <a:lnTo>
                    <a:pt x="4440596" y="1878601"/>
                  </a:lnTo>
                  <a:lnTo>
                    <a:pt x="4512219" y="1823078"/>
                  </a:lnTo>
                  <a:lnTo>
                    <a:pt x="4583841" y="1765634"/>
                  </a:lnTo>
                  <a:lnTo>
                    <a:pt x="4655464" y="1706204"/>
                  </a:lnTo>
                  <a:lnTo>
                    <a:pt x="4727086" y="1644717"/>
                  </a:lnTo>
                  <a:lnTo>
                    <a:pt x="4798709" y="1581104"/>
                  </a:lnTo>
                  <a:lnTo>
                    <a:pt x="4870331" y="1515291"/>
                  </a:lnTo>
                  <a:lnTo>
                    <a:pt x="4941954" y="1447200"/>
                  </a:lnTo>
                  <a:lnTo>
                    <a:pt x="5013576" y="1376755"/>
                  </a:lnTo>
                  <a:lnTo>
                    <a:pt x="5085199" y="1303873"/>
                  </a:lnTo>
                  <a:lnTo>
                    <a:pt x="5156821" y="1228470"/>
                  </a:lnTo>
                  <a:lnTo>
                    <a:pt x="5228444" y="1150458"/>
                  </a:lnTo>
                  <a:lnTo>
                    <a:pt x="5300066" y="1069748"/>
                  </a:lnTo>
                  <a:lnTo>
                    <a:pt x="5371689" y="986246"/>
                  </a:lnTo>
                  <a:lnTo>
                    <a:pt x="5443311" y="899856"/>
                  </a:lnTo>
                  <a:lnTo>
                    <a:pt x="5514934" y="810478"/>
                  </a:lnTo>
                  <a:lnTo>
                    <a:pt x="5586557" y="718008"/>
                  </a:lnTo>
                  <a:lnTo>
                    <a:pt x="5658179" y="622339"/>
                  </a:lnTo>
                  <a:lnTo>
                    <a:pt x="5729802" y="523361"/>
                  </a:lnTo>
                  <a:lnTo>
                    <a:pt x="5801424" y="420959"/>
                  </a:lnTo>
                  <a:lnTo>
                    <a:pt x="5873047" y="315016"/>
                  </a:lnTo>
                  <a:lnTo>
                    <a:pt x="5944669" y="205407"/>
                  </a:lnTo>
                  <a:lnTo>
                    <a:pt x="6016292" y="92007"/>
                  </a:lnTo>
                  <a:lnTo>
                    <a:pt x="60724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734349"/>
              <a:ext cx="7090630" cy="627976"/>
            </a:xfrm>
            <a:custGeom>
              <a:avLst/>
              <a:pathLst>
                <a:path w="7090630" h="627976">
                  <a:moveTo>
                    <a:pt x="7090630" y="541903"/>
                  </a:moveTo>
                  <a:lnTo>
                    <a:pt x="7019007" y="536459"/>
                  </a:lnTo>
                  <a:lnTo>
                    <a:pt x="6947385" y="530910"/>
                  </a:lnTo>
                  <a:lnTo>
                    <a:pt x="6875762" y="525254"/>
                  </a:lnTo>
                  <a:lnTo>
                    <a:pt x="6804139" y="519488"/>
                  </a:lnTo>
                  <a:lnTo>
                    <a:pt x="6732517" y="513610"/>
                  </a:lnTo>
                  <a:lnTo>
                    <a:pt x="6660894" y="507618"/>
                  </a:lnTo>
                  <a:lnTo>
                    <a:pt x="6589272" y="501510"/>
                  </a:lnTo>
                  <a:lnTo>
                    <a:pt x="6517649" y="495284"/>
                  </a:lnTo>
                  <a:lnTo>
                    <a:pt x="6446027" y="488937"/>
                  </a:lnTo>
                  <a:lnTo>
                    <a:pt x="6374404" y="482467"/>
                  </a:lnTo>
                  <a:lnTo>
                    <a:pt x="6302782" y="475872"/>
                  </a:lnTo>
                  <a:lnTo>
                    <a:pt x="6231159" y="469149"/>
                  </a:lnTo>
                  <a:lnTo>
                    <a:pt x="6159537" y="462296"/>
                  </a:lnTo>
                  <a:lnTo>
                    <a:pt x="6087914" y="455311"/>
                  </a:lnTo>
                  <a:lnTo>
                    <a:pt x="6016292" y="448189"/>
                  </a:lnTo>
                  <a:lnTo>
                    <a:pt x="5944669" y="440930"/>
                  </a:lnTo>
                  <a:lnTo>
                    <a:pt x="5873047" y="433531"/>
                  </a:lnTo>
                  <a:lnTo>
                    <a:pt x="5801424" y="425987"/>
                  </a:lnTo>
                  <a:lnTo>
                    <a:pt x="5729802" y="418298"/>
                  </a:lnTo>
                  <a:lnTo>
                    <a:pt x="5658179" y="410460"/>
                  </a:lnTo>
                  <a:lnTo>
                    <a:pt x="5586557" y="402470"/>
                  </a:lnTo>
                  <a:lnTo>
                    <a:pt x="5514934" y="394325"/>
                  </a:lnTo>
                  <a:lnTo>
                    <a:pt x="5443311" y="386023"/>
                  </a:lnTo>
                  <a:lnTo>
                    <a:pt x="5371689" y="377559"/>
                  </a:lnTo>
                  <a:lnTo>
                    <a:pt x="5300066" y="368932"/>
                  </a:lnTo>
                  <a:lnTo>
                    <a:pt x="5228444" y="360137"/>
                  </a:lnTo>
                  <a:lnTo>
                    <a:pt x="5156821" y="351172"/>
                  </a:lnTo>
                  <a:lnTo>
                    <a:pt x="5085199" y="342034"/>
                  </a:lnTo>
                  <a:lnTo>
                    <a:pt x="5013576" y="332718"/>
                  </a:lnTo>
                  <a:lnTo>
                    <a:pt x="4941954" y="323222"/>
                  </a:lnTo>
                  <a:lnTo>
                    <a:pt x="4870331" y="313542"/>
                  </a:lnTo>
                  <a:lnTo>
                    <a:pt x="4798709" y="303674"/>
                  </a:lnTo>
                  <a:lnTo>
                    <a:pt x="4727086" y="293615"/>
                  </a:lnTo>
                  <a:lnTo>
                    <a:pt x="4655464" y="283362"/>
                  </a:lnTo>
                  <a:lnTo>
                    <a:pt x="4583841" y="272910"/>
                  </a:lnTo>
                  <a:lnTo>
                    <a:pt x="4512219" y="262255"/>
                  </a:lnTo>
                  <a:lnTo>
                    <a:pt x="4440596" y="251394"/>
                  </a:lnTo>
                  <a:lnTo>
                    <a:pt x="4368974" y="240322"/>
                  </a:lnTo>
                  <a:lnTo>
                    <a:pt x="4297351" y="229036"/>
                  </a:lnTo>
                  <a:lnTo>
                    <a:pt x="4225729" y="217531"/>
                  </a:lnTo>
                  <a:lnTo>
                    <a:pt x="4154106" y="205804"/>
                  </a:lnTo>
                  <a:lnTo>
                    <a:pt x="4082483" y="193849"/>
                  </a:lnTo>
                  <a:lnTo>
                    <a:pt x="4010861" y="181663"/>
                  </a:lnTo>
                  <a:lnTo>
                    <a:pt x="3939238" y="169240"/>
                  </a:lnTo>
                  <a:lnTo>
                    <a:pt x="3867616" y="156577"/>
                  </a:lnTo>
                  <a:lnTo>
                    <a:pt x="3795993" y="143669"/>
                  </a:lnTo>
                  <a:lnTo>
                    <a:pt x="3724371" y="130510"/>
                  </a:lnTo>
                  <a:lnTo>
                    <a:pt x="3652748" y="117097"/>
                  </a:lnTo>
                  <a:lnTo>
                    <a:pt x="3581126" y="103424"/>
                  </a:lnTo>
                  <a:lnTo>
                    <a:pt x="3509503" y="89485"/>
                  </a:lnTo>
                  <a:lnTo>
                    <a:pt x="3437881" y="75277"/>
                  </a:lnTo>
                  <a:lnTo>
                    <a:pt x="3366258" y="60794"/>
                  </a:lnTo>
                  <a:lnTo>
                    <a:pt x="3294636" y="46030"/>
                  </a:lnTo>
                  <a:lnTo>
                    <a:pt x="3223013" y="30980"/>
                  </a:lnTo>
                  <a:lnTo>
                    <a:pt x="3151391" y="15638"/>
                  </a:lnTo>
                  <a:lnTo>
                    <a:pt x="3079768" y="0"/>
                  </a:lnTo>
                  <a:lnTo>
                    <a:pt x="3008146" y="9801"/>
                  </a:lnTo>
                  <a:lnTo>
                    <a:pt x="2936523" y="36986"/>
                  </a:lnTo>
                  <a:lnTo>
                    <a:pt x="2864901" y="63262"/>
                  </a:lnTo>
                  <a:lnTo>
                    <a:pt x="2793278" y="88660"/>
                  </a:lnTo>
                  <a:lnTo>
                    <a:pt x="2721655" y="113209"/>
                  </a:lnTo>
                  <a:lnTo>
                    <a:pt x="2650033" y="136937"/>
                  </a:lnTo>
                  <a:lnTo>
                    <a:pt x="2578410" y="159871"/>
                  </a:lnTo>
                  <a:lnTo>
                    <a:pt x="2506788" y="182039"/>
                  </a:lnTo>
                  <a:lnTo>
                    <a:pt x="2435165" y="203466"/>
                  </a:lnTo>
                  <a:lnTo>
                    <a:pt x="2363543" y="224176"/>
                  </a:lnTo>
                  <a:lnTo>
                    <a:pt x="2291920" y="244194"/>
                  </a:lnTo>
                  <a:lnTo>
                    <a:pt x="2220298" y="263542"/>
                  </a:lnTo>
                  <a:lnTo>
                    <a:pt x="2148675" y="282244"/>
                  </a:lnTo>
                  <a:lnTo>
                    <a:pt x="2077053" y="300320"/>
                  </a:lnTo>
                  <a:lnTo>
                    <a:pt x="2005430" y="317792"/>
                  </a:lnTo>
                  <a:lnTo>
                    <a:pt x="1933808" y="334680"/>
                  </a:lnTo>
                  <a:lnTo>
                    <a:pt x="1862185" y="351003"/>
                  </a:lnTo>
                  <a:lnTo>
                    <a:pt x="1790563" y="366781"/>
                  </a:lnTo>
                  <a:lnTo>
                    <a:pt x="1718940" y="382031"/>
                  </a:lnTo>
                  <a:lnTo>
                    <a:pt x="1647318" y="396771"/>
                  </a:lnTo>
                  <a:lnTo>
                    <a:pt x="1575695" y="411018"/>
                  </a:lnTo>
                  <a:lnTo>
                    <a:pt x="1504073" y="424789"/>
                  </a:lnTo>
                  <a:lnTo>
                    <a:pt x="1432450" y="438099"/>
                  </a:lnTo>
                  <a:lnTo>
                    <a:pt x="1360827" y="450965"/>
                  </a:lnTo>
                  <a:lnTo>
                    <a:pt x="1289205" y="463400"/>
                  </a:lnTo>
                  <a:lnTo>
                    <a:pt x="1217582" y="475420"/>
                  </a:lnTo>
                  <a:lnTo>
                    <a:pt x="1145960" y="487037"/>
                  </a:lnTo>
                  <a:lnTo>
                    <a:pt x="1074337" y="498267"/>
                  </a:lnTo>
                  <a:lnTo>
                    <a:pt x="1002715" y="509121"/>
                  </a:lnTo>
                  <a:lnTo>
                    <a:pt x="931092" y="519611"/>
                  </a:lnTo>
                  <a:lnTo>
                    <a:pt x="859470" y="529752"/>
                  </a:lnTo>
                  <a:lnTo>
                    <a:pt x="787847" y="539553"/>
                  </a:lnTo>
                  <a:lnTo>
                    <a:pt x="716225" y="549026"/>
                  </a:lnTo>
                  <a:lnTo>
                    <a:pt x="644602" y="558183"/>
                  </a:lnTo>
                  <a:lnTo>
                    <a:pt x="572980" y="567034"/>
                  </a:lnTo>
                  <a:lnTo>
                    <a:pt x="501357" y="575588"/>
                  </a:lnTo>
                  <a:lnTo>
                    <a:pt x="429735" y="583857"/>
                  </a:lnTo>
                  <a:lnTo>
                    <a:pt x="358112" y="591849"/>
                  </a:lnTo>
                  <a:lnTo>
                    <a:pt x="286490" y="599574"/>
                  </a:lnTo>
                  <a:lnTo>
                    <a:pt x="214867" y="607041"/>
                  </a:lnTo>
                  <a:lnTo>
                    <a:pt x="143245" y="614258"/>
                  </a:lnTo>
                  <a:lnTo>
                    <a:pt x="71622" y="621234"/>
                  </a:lnTo>
                  <a:lnTo>
                    <a:pt x="0" y="627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297379"/>
              <a:ext cx="7090630" cy="654857"/>
            </a:xfrm>
            <a:custGeom>
              <a:avLst/>
              <a:pathLst>
                <a:path w="7090630" h="654857">
                  <a:moveTo>
                    <a:pt x="0" y="654857"/>
                  </a:moveTo>
                  <a:lnTo>
                    <a:pt x="71622" y="650358"/>
                  </a:lnTo>
                  <a:lnTo>
                    <a:pt x="143245" y="645825"/>
                  </a:lnTo>
                  <a:lnTo>
                    <a:pt x="214867" y="641258"/>
                  </a:lnTo>
                  <a:lnTo>
                    <a:pt x="286490" y="636658"/>
                  </a:lnTo>
                  <a:lnTo>
                    <a:pt x="358112" y="632023"/>
                  </a:lnTo>
                  <a:lnTo>
                    <a:pt x="429735" y="627354"/>
                  </a:lnTo>
                  <a:lnTo>
                    <a:pt x="501357" y="622650"/>
                  </a:lnTo>
                  <a:lnTo>
                    <a:pt x="572980" y="617911"/>
                  </a:lnTo>
                  <a:lnTo>
                    <a:pt x="644602" y="613137"/>
                  </a:lnTo>
                  <a:lnTo>
                    <a:pt x="716225" y="608328"/>
                  </a:lnTo>
                  <a:lnTo>
                    <a:pt x="787847" y="603482"/>
                  </a:lnTo>
                  <a:lnTo>
                    <a:pt x="859470" y="598601"/>
                  </a:lnTo>
                  <a:lnTo>
                    <a:pt x="931092" y="593683"/>
                  </a:lnTo>
                  <a:lnTo>
                    <a:pt x="1002715" y="588729"/>
                  </a:lnTo>
                  <a:lnTo>
                    <a:pt x="1074337" y="583738"/>
                  </a:lnTo>
                  <a:lnTo>
                    <a:pt x="1145960" y="578710"/>
                  </a:lnTo>
                  <a:lnTo>
                    <a:pt x="1217582" y="573644"/>
                  </a:lnTo>
                  <a:lnTo>
                    <a:pt x="1289205" y="568541"/>
                  </a:lnTo>
                  <a:lnTo>
                    <a:pt x="1360827" y="563400"/>
                  </a:lnTo>
                  <a:lnTo>
                    <a:pt x="1432450" y="558220"/>
                  </a:lnTo>
                  <a:lnTo>
                    <a:pt x="1504073" y="553002"/>
                  </a:lnTo>
                  <a:lnTo>
                    <a:pt x="1575695" y="547745"/>
                  </a:lnTo>
                  <a:lnTo>
                    <a:pt x="1647318" y="542449"/>
                  </a:lnTo>
                  <a:lnTo>
                    <a:pt x="1718940" y="537114"/>
                  </a:lnTo>
                  <a:lnTo>
                    <a:pt x="1790563" y="531739"/>
                  </a:lnTo>
                  <a:lnTo>
                    <a:pt x="1862185" y="526324"/>
                  </a:lnTo>
                  <a:lnTo>
                    <a:pt x="1933808" y="520869"/>
                  </a:lnTo>
                  <a:lnTo>
                    <a:pt x="2005430" y="515373"/>
                  </a:lnTo>
                  <a:lnTo>
                    <a:pt x="2077053" y="509837"/>
                  </a:lnTo>
                  <a:lnTo>
                    <a:pt x="2148675" y="504259"/>
                  </a:lnTo>
                  <a:lnTo>
                    <a:pt x="2220298" y="498640"/>
                  </a:lnTo>
                  <a:lnTo>
                    <a:pt x="2291920" y="492978"/>
                  </a:lnTo>
                  <a:lnTo>
                    <a:pt x="2363543" y="487275"/>
                  </a:lnTo>
                  <a:lnTo>
                    <a:pt x="2435165" y="481530"/>
                  </a:lnTo>
                  <a:lnTo>
                    <a:pt x="2506788" y="475741"/>
                  </a:lnTo>
                  <a:lnTo>
                    <a:pt x="2578410" y="469910"/>
                  </a:lnTo>
                  <a:lnTo>
                    <a:pt x="2650033" y="464035"/>
                  </a:lnTo>
                  <a:lnTo>
                    <a:pt x="2721655" y="458117"/>
                  </a:lnTo>
                  <a:lnTo>
                    <a:pt x="2793278" y="452154"/>
                  </a:lnTo>
                  <a:lnTo>
                    <a:pt x="2864901" y="446148"/>
                  </a:lnTo>
                  <a:lnTo>
                    <a:pt x="2936523" y="440096"/>
                  </a:lnTo>
                  <a:lnTo>
                    <a:pt x="3008146" y="434000"/>
                  </a:lnTo>
                  <a:lnTo>
                    <a:pt x="3079768" y="427858"/>
                  </a:lnTo>
                  <a:lnTo>
                    <a:pt x="3151391" y="421670"/>
                  </a:lnTo>
                  <a:lnTo>
                    <a:pt x="3223013" y="415437"/>
                  </a:lnTo>
                  <a:lnTo>
                    <a:pt x="3294636" y="409157"/>
                  </a:lnTo>
                  <a:lnTo>
                    <a:pt x="3366258" y="402831"/>
                  </a:lnTo>
                  <a:lnTo>
                    <a:pt x="3437881" y="396457"/>
                  </a:lnTo>
                  <a:lnTo>
                    <a:pt x="3509503" y="390036"/>
                  </a:lnTo>
                  <a:lnTo>
                    <a:pt x="3581126" y="383567"/>
                  </a:lnTo>
                  <a:lnTo>
                    <a:pt x="3652748" y="377050"/>
                  </a:lnTo>
                  <a:lnTo>
                    <a:pt x="3724371" y="370485"/>
                  </a:lnTo>
                  <a:lnTo>
                    <a:pt x="3795993" y="363871"/>
                  </a:lnTo>
                  <a:lnTo>
                    <a:pt x="3867616" y="357208"/>
                  </a:lnTo>
                  <a:lnTo>
                    <a:pt x="3939238" y="350495"/>
                  </a:lnTo>
                  <a:lnTo>
                    <a:pt x="4010861" y="343732"/>
                  </a:lnTo>
                  <a:lnTo>
                    <a:pt x="4082483" y="336919"/>
                  </a:lnTo>
                  <a:lnTo>
                    <a:pt x="4154106" y="330055"/>
                  </a:lnTo>
                  <a:lnTo>
                    <a:pt x="4225729" y="323140"/>
                  </a:lnTo>
                  <a:lnTo>
                    <a:pt x="4297351" y="316174"/>
                  </a:lnTo>
                  <a:lnTo>
                    <a:pt x="4368974" y="309156"/>
                  </a:lnTo>
                  <a:lnTo>
                    <a:pt x="4440596" y="302086"/>
                  </a:lnTo>
                  <a:lnTo>
                    <a:pt x="4512219" y="294963"/>
                  </a:lnTo>
                  <a:lnTo>
                    <a:pt x="4583841" y="287787"/>
                  </a:lnTo>
                  <a:lnTo>
                    <a:pt x="4655464" y="280558"/>
                  </a:lnTo>
                  <a:lnTo>
                    <a:pt x="4727086" y="273275"/>
                  </a:lnTo>
                  <a:lnTo>
                    <a:pt x="4798709" y="265938"/>
                  </a:lnTo>
                  <a:lnTo>
                    <a:pt x="4870331" y="258547"/>
                  </a:lnTo>
                  <a:lnTo>
                    <a:pt x="4941954" y="251100"/>
                  </a:lnTo>
                  <a:lnTo>
                    <a:pt x="5013576" y="243598"/>
                  </a:lnTo>
                  <a:lnTo>
                    <a:pt x="5085199" y="236040"/>
                  </a:lnTo>
                  <a:lnTo>
                    <a:pt x="5156821" y="228426"/>
                  </a:lnTo>
                  <a:lnTo>
                    <a:pt x="5228444" y="220756"/>
                  </a:lnTo>
                  <a:lnTo>
                    <a:pt x="5300066" y="213028"/>
                  </a:lnTo>
                  <a:lnTo>
                    <a:pt x="5371689" y="205243"/>
                  </a:lnTo>
                  <a:lnTo>
                    <a:pt x="5443311" y="197400"/>
                  </a:lnTo>
                  <a:lnTo>
                    <a:pt x="5514934" y="189499"/>
                  </a:lnTo>
                  <a:lnTo>
                    <a:pt x="5586557" y="181538"/>
                  </a:lnTo>
                  <a:lnTo>
                    <a:pt x="5658179" y="173519"/>
                  </a:lnTo>
                  <a:lnTo>
                    <a:pt x="5729802" y="165440"/>
                  </a:lnTo>
                  <a:lnTo>
                    <a:pt x="5801424" y="157301"/>
                  </a:lnTo>
                  <a:lnTo>
                    <a:pt x="5873047" y="149102"/>
                  </a:lnTo>
                  <a:lnTo>
                    <a:pt x="5944669" y="140841"/>
                  </a:lnTo>
                  <a:lnTo>
                    <a:pt x="6016292" y="132519"/>
                  </a:lnTo>
                  <a:lnTo>
                    <a:pt x="6087914" y="124135"/>
                  </a:lnTo>
                  <a:lnTo>
                    <a:pt x="6159537" y="115689"/>
                  </a:lnTo>
                  <a:lnTo>
                    <a:pt x="6231159" y="107180"/>
                  </a:lnTo>
                  <a:lnTo>
                    <a:pt x="6302782" y="98608"/>
                  </a:lnTo>
                  <a:lnTo>
                    <a:pt x="6374404" y="89972"/>
                  </a:lnTo>
                  <a:lnTo>
                    <a:pt x="6446027" y="81272"/>
                  </a:lnTo>
                  <a:lnTo>
                    <a:pt x="6517649" y="72507"/>
                  </a:lnTo>
                  <a:lnTo>
                    <a:pt x="6589272" y="63677"/>
                  </a:lnTo>
                  <a:lnTo>
                    <a:pt x="6660894" y="54781"/>
                  </a:lnTo>
                  <a:lnTo>
                    <a:pt x="6732517" y="45819"/>
                  </a:lnTo>
                  <a:lnTo>
                    <a:pt x="6804139" y="36790"/>
                  </a:lnTo>
                  <a:lnTo>
                    <a:pt x="6875762" y="27695"/>
                  </a:lnTo>
                  <a:lnTo>
                    <a:pt x="6947385" y="18531"/>
                  </a:lnTo>
                  <a:lnTo>
                    <a:pt x="7019007" y="930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896563"/>
              <a:ext cx="44333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1.07 (95% CI 0.83-1.38), p = 0.585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2026-06-02T08:49:33Z</dcterms:modified>
  <cp:category/>
</cp:coreProperties>
</file>