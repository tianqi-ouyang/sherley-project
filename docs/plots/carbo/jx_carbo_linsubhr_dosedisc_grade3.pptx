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68900"/>
            </a:xfrm>
            <a:custGeom>
              <a:avLst/>
              <a:pathLst>
                <a:path w="7090630" h="3568900">
                  <a:moveTo>
                    <a:pt x="0" y="2883163"/>
                  </a:moveTo>
                  <a:lnTo>
                    <a:pt x="71622" y="2880948"/>
                  </a:lnTo>
                  <a:lnTo>
                    <a:pt x="143245" y="2878727"/>
                  </a:lnTo>
                  <a:lnTo>
                    <a:pt x="214867" y="2876499"/>
                  </a:lnTo>
                  <a:lnTo>
                    <a:pt x="286490" y="2874265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4"/>
                  </a:lnTo>
                  <a:lnTo>
                    <a:pt x="572980" y="2865264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5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7"/>
                  </a:lnTo>
                  <a:lnTo>
                    <a:pt x="1074337" y="2849261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7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4"/>
                  </a:lnTo>
                  <a:lnTo>
                    <a:pt x="3366258" y="2544212"/>
                  </a:lnTo>
                  <a:lnTo>
                    <a:pt x="3437881" y="2481592"/>
                  </a:lnTo>
                  <a:lnTo>
                    <a:pt x="3509503" y="2415434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8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5"/>
                  </a:lnTo>
                  <a:lnTo>
                    <a:pt x="4010861" y="1834978"/>
                  </a:lnTo>
                  <a:lnTo>
                    <a:pt x="4082483" y="1732290"/>
                  </a:lnTo>
                  <a:lnTo>
                    <a:pt x="4154106" y="1623800"/>
                  </a:lnTo>
                  <a:lnTo>
                    <a:pt x="4225729" y="1509182"/>
                  </a:lnTo>
                  <a:lnTo>
                    <a:pt x="4297351" y="1388088"/>
                  </a:lnTo>
                  <a:lnTo>
                    <a:pt x="4368974" y="1260153"/>
                  </a:lnTo>
                  <a:lnTo>
                    <a:pt x="4440596" y="1124990"/>
                  </a:lnTo>
                  <a:lnTo>
                    <a:pt x="4512219" y="982192"/>
                  </a:lnTo>
                  <a:lnTo>
                    <a:pt x="4583841" y="831326"/>
                  </a:lnTo>
                  <a:lnTo>
                    <a:pt x="4655464" y="671937"/>
                  </a:lnTo>
                  <a:lnTo>
                    <a:pt x="4727086" y="503544"/>
                  </a:lnTo>
                  <a:lnTo>
                    <a:pt x="4798709" y="325637"/>
                  </a:lnTo>
                  <a:lnTo>
                    <a:pt x="4870331" y="137680"/>
                  </a:lnTo>
                  <a:lnTo>
                    <a:pt x="4919990" y="0"/>
                  </a:lnTo>
                  <a:lnTo>
                    <a:pt x="7090630" y="0"/>
                  </a:lnTo>
                  <a:lnTo>
                    <a:pt x="7090630" y="2629867"/>
                  </a:lnTo>
                  <a:lnTo>
                    <a:pt x="7019007" y="2632803"/>
                  </a:lnTo>
                  <a:lnTo>
                    <a:pt x="6947385" y="2635730"/>
                  </a:lnTo>
                  <a:lnTo>
                    <a:pt x="6875762" y="2638649"/>
                  </a:lnTo>
                  <a:lnTo>
                    <a:pt x="6804139" y="2641559"/>
                  </a:lnTo>
                  <a:lnTo>
                    <a:pt x="6732517" y="2644461"/>
                  </a:lnTo>
                  <a:lnTo>
                    <a:pt x="6660894" y="2647355"/>
                  </a:lnTo>
                  <a:lnTo>
                    <a:pt x="6589272" y="2650240"/>
                  </a:lnTo>
                  <a:lnTo>
                    <a:pt x="6517649" y="2653118"/>
                  </a:lnTo>
                  <a:lnTo>
                    <a:pt x="6446027" y="2655986"/>
                  </a:lnTo>
                  <a:lnTo>
                    <a:pt x="6374404" y="2658847"/>
                  </a:lnTo>
                  <a:lnTo>
                    <a:pt x="6302782" y="2661699"/>
                  </a:lnTo>
                  <a:lnTo>
                    <a:pt x="6231159" y="2664544"/>
                  </a:lnTo>
                  <a:lnTo>
                    <a:pt x="6159537" y="2667380"/>
                  </a:lnTo>
                  <a:lnTo>
                    <a:pt x="6087914" y="2670208"/>
                  </a:lnTo>
                  <a:lnTo>
                    <a:pt x="6016292" y="2673027"/>
                  </a:lnTo>
                  <a:lnTo>
                    <a:pt x="5944669" y="2675839"/>
                  </a:lnTo>
                  <a:lnTo>
                    <a:pt x="5873047" y="2678643"/>
                  </a:lnTo>
                  <a:lnTo>
                    <a:pt x="5801424" y="2681438"/>
                  </a:lnTo>
                  <a:lnTo>
                    <a:pt x="5729802" y="2684226"/>
                  </a:lnTo>
                  <a:lnTo>
                    <a:pt x="5658179" y="2687006"/>
                  </a:lnTo>
                  <a:lnTo>
                    <a:pt x="5586557" y="2689777"/>
                  </a:lnTo>
                  <a:lnTo>
                    <a:pt x="5514934" y="2692541"/>
                  </a:lnTo>
                  <a:lnTo>
                    <a:pt x="5443311" y="2695297"/>
                  </a:lnTo>
                  <a:lnTo>
                    <a:pt x="5371689" y="2698044"/>
                  </a:lnTo>
                  <a:lnTo>
                    <a:pt x="5300066" y="2700784"/>
                  </a:lnTo>
                  <a:lnTo>
                    <a:pt x="5228444" y="2703516"/>
                  </a:lnTo>
                  <a:lnTo>
                    <a:pt x="5156821" y="2706240"/>
                  </a:lnTo>
                  <a:lnTo>
                    <a:pt x="5085199" y="2708957"/>
                  </a:lnTo>
                  <a:lnTo>
                    <a:pt x="5013576" y="2711665"/>
                  </a:lnTo>
                  <a:lnTo>
                    <a:pt x="4941954" y="2714366"/>
                  </a:lnTo>
                  <a:lnTo>
                    <a:pt x="4870331" y="2717059"/>
                  </a:lnTo>
                  <a:lnTo>
                    <a:pt x="4798709" y="2719745"/>
                  </a:lnTo>
                  <a:lnTo>
                    <a:pt x="4727086" y="2722422"/>
                  </a:lnTo>
                  <a:lnTo>
                    <a:pt x="4655464" y="2725092"/>
                  </a:lnTo>
                  <a:lnTo>
                    <a:pt x="4583841" y="2727755"/>
                  </a:lnTo>
                  <a:lnTo>
                    <a:pt x="4512219" y="2730409"/>
                  </a:lnTo>
                  <a:lnTo>
                    <a:pt x="4440596" y="2733056"/>
                  </a:lnTo>
                  <a:lnTo>
                    <a:pt x="4368974" y="2735696"/>
                  </a:lnTo>
                  <a:lnTo>
                    <a:pt x="4297351" y="2738327"/>
                  </a:lnTo>
                  <a:lnTo>
                    <a:pt x="4225729" y="2740952"/>
                  </a:lnTo>
                  <a:lnTo>
                    <a:pt x="4154106" y="2743569"/>
                  </a:lnTo>
                  <a:lnTo>
                    <a:pt x="4082483" y="2746178"/>
                  </a:lnTo>
                  <a:lnTo>
                    <a:pt x="4010861" y="2748780"/>
                  </a:lnTo>
                  <a:lnTo>
                    <a:pt x="3939238" y="2751374"/>
                  </a:lnTo>
                  <a:lnTo>
                    <a:pt x="3867616" y="2753961"/>
                  </a:lnTo>
                  <a:lnTo>
                    <a:pt x="3795993" y="2756540"/>
                  </a:lnTo>
                  <a:lnTo>
                    <a:pt x="3724371" y="2759112"/>
                  </a:lnTo>
                  <a:lnTo>
                    <a:pt x="3652748" y="2761677"/>
                  </a:lnTo>
                  <a:lnTo>
                    <a:pt x="3581126" y="2764234"/>
                  </a:lnTo>
                  <a:lnTo>
                    <a:pt x="3509503" y="2766784"/>
                  </a:lnTo>
                  <a:lnTo>
                    <a:pt x="3437881" y="2769327"/>
                  </a:lnTo>
                  <a:lnTo>
                    <a:pt x="3366258" y="2771862"/>
                  </a:lnTo>
                  <a:lnTo>
                    <a:pt x="3294636" y="2774390"/>
                  </a:lnTo>
                  <a:lnTo>
                    <a:pt x="3223013" y="2776911"/>
                  </a:lnTo>
                  <a:lnTo>
                    <a:pt x="3151391" y="2779424"/>
                  </a:lnTo>
                  <a:lnTo>
                    <a:pt x="3079768" y="2781931"/>
                  </a:lnTo>
                  <a:lnTo>
                    <a:pt x="3008146" y="2810526"/>
                  </a:lnTo>
                  <a:lnTo>
                    <a:pt x="2936523" y="2855557"/>
                  </a:lnTo>
                  <a:lnTo>
                    <a:pt x="2864901" y="2898180"/>
                  </a:lnTo>
                  <a:lnTo>
                    <a:pt x="2793278" y="2938524"/>
                  </a:lnTo>
                  <a:lnTo>
                    <a:pt x="2721655" y="2976710"/>
                  </a:lnTo>
                  <a:lnTo>
                    <a:pt x="2650033" y="3012855"/>
                  </a:lnTo>
                  <a:lnTo>
                    <a:pt x="2578410" y="3047066"/>
                  </a:lnTo>
                  <a:lnTo>
                    <a:pt x="2506788" y="3079449"/>
                  </a:lnTo>
                  <a:lnTo>
                    <a:pt x="2435165" y="3110100"/>
                  </a:lnTo>
                  <a:lnTo>
                    <a:pt x="2363543" y="3139111"/>
                  </a:lnTo>
                  <a:lnTo>
                    <a:pt x="2291920" y="3166572"/>
                  </a:lnTo>
                  <a:lnTo>
                    <a:pt x="2220298" y="3192564"/>
                  </a:lnTo>
                  <a:lnTo>
                    <a:pt x="2148675" y="3217166"/>
                  </a:lnTo>
                  <a:lnTo>
                    <a:pt x="2077053" y="3240452"/>
                  </a:lnTo>
                  <a:lnTo>
                    <a:pt x="2005430" y="3262494"/>
                  </a:lnTo>
                  <a:lnTo>
                    <a:pt x="1933808" y="3283356"/>
                  </a:lnTo>
                  <a:lnTo>
                    <a:pt x="1862185" y="3303103"/>
                  </a:lnTo>
                  <a:lnTo>
                    <a:pt x="1790563" y="3321794"/>
                  </a:lnTo>
                  <a:lnTo>
                    <a:pt x="1718940" y="3339486"/>
                  </a:lnTo>
                  <a:lnTo>
                    <a:pt x="1647318" y="3356232"/>
                  </a:lnTo>
                  <a:lnTo>
                    <a:pt x="1575695" y="3372082"/>
                  </a:lnTo>
                  <a:lnTo>
                    <a:pt x="1504073" y="3387085"/>
                  </a:lnTo>
                  <a:lnTo>
                    <a:pt x="1432450" y="3401285"/>
                  </a:lnTo>
                  <a:lnTo>
                    <a:pt x="1360827" y="3414726"/>
                  </a:lnTo>
                  <a:lnTo>
                    <a:pt x="1289205" y="3427448"/>
                  </a:lnTo>
                  <a:lnTo>
                    <a:pt x="1217582" y="3439490"/>
                  </a:lnTo>
                  <a:lnTo>
                    <a:pt x="1145960" y="3450888"/>
                  </a:lnTo>
                  <a:lnTo>
                    <a:pt x="1074337" y="3461677"/>
                  </a:lnTo>
                  <a:lnTo>
                    <a:pt x="1002715" y="3471888"/>
                  </a:lnTo>
                  <a:lnTo>
                    <a:pt x="931092" y="3481554"/>
                  </a:lnTo>
                  <a:lnTo>
                    <a:pt x="859470" y="3490703"/>
                  </a:lnTo>
                  <a:lnTo>
                    <a:pt x="787847" y="3499362"/>
                  </a:lnTo>
                  <a:lnTo>
                    <a:pt x="716225" y="3507559"/>
                  </a:lnTo>
                  <a:lnTo>
                    <a:pt x="644602" y="3515317"/>
                  </a:lnTo>
                  <a:lnTo>
                    <a:pt x="572980" y="3522660"/>
                  </a:lnTo>
                  <a:lnTo>
                    <a:pt x="501357" y="3529611"/>
                  </a:lnTo>
                  <a:lnTo>
                    <a:pt x="429735" y="3536190"/>
                  </a:lnTo>
                  <a:lnTo>
                    <a:pt x="358112" y="3542417"/>
                  </a:lnTo>
                  <a:lnTo>
                    <a:pt x="286490" y="3548311"/>
                  </a:lnTo>
                  <a:lnTo>
                    <a:pt x="214867" y="3553890"/>
                  </a:lnTo>
                  <a:lnTo>
                    <a:pt x="143245" y="3559171"/>
                  </a:lnTo>
                  <a:lnTo>
                    <a:pt x="71622" y="3564169"/>
                  </a:lnTo>
                  <a:lnTo>
                    <a:pt x="0" y="3568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919990" cy="2883163"/>
            </a:xfrm>
            <a:custGeom>
              <a:avLst/>
              <a:pathLst>
                <a:path w="4919990" h="2883163">
                  <a:moveTo>
                    <a:pt x="0" y="2883163"/>
                  </a:moveTo>
                  <a:lnTo>
                    <a:pt x="71622" y="2880948"/>
                  </a:lnTo>
                  <a:lnTo>
                    <a:pt x="143245" y="2878727"/>
                  </a:lnTo>
                  <a:lnTo>
                    <a:pt x="214867" y="2876499"/>
                  </a:lnTo>
                  <a:lnTo>
                    <a:pt x="286490" y="2874265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4"/>
                  </a:lnTo>
                  <a:lnTo>
                    <a:pt x="572980" y="2865264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5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7"/>
                  </a:lnTo>
                  <a:lnTo>
                    <a:pt x="1074337" y="2849261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7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4"/>
                  </a:lnTo>
                  <a:lnTo>
                    <a:pt x="3366258" y="2544212"/>
                  </a:lnTo>
                  <a:lnTo>
                    <a:pt x="3437881" y="2481592"/>
                  </a:lnTo>
                  <a:lnTo>
                    <a:pt x="3509503" y="2415434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8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5"/>
                  </a:lnTo>
                  <a:lnTo>
                    <a:pt x="4010861" y="1834978"/>
                  </a:lnTo>
                  <a:lnTo>
                    <a:pt x="4082483" y="1732290"/>
                  </a:lnTo>
                  <a:lnTo>
                    <a:pt x="4154106" y="1623800"/>
                  </a:lnTo>
                  <a:lnTo>
                    <a:pt x="4225729" y="1509182"/>
                  </a:lnTo>
                  <a:lnTo>
                    <a:pt x="4297351" y="1388088"/>
                  </a:lnTo>
                  <a:lnTo>
                    <a:pt x="4368974" y="1260153"/>
                  </a:lnTo>
                  <a:lnTo>
                    <a:pt x="4440596" y="1124990"/>
                  </a:lnTo>
                  <a:lnTo>
                    <a:pt x="4512219" y="982192"/>
                  </a:lnTo>
                  <a:lnTo>
                    <a:pt x="4583841" y="831326"/>
                  </a:lnTo>
                  <a:lnTo>
                    <a:pt x="4655464" y="671937"/>
                  </a:lnTo>
                  <a:lnTo>
                    <a:pt x="4727086" y="503544"/>
                  </a:lnTo>
                  <a:lnTo>
                    <a:pt x="4798709" y="325637"/>
                  </a:lnTo>
                  <a:lnTo>
                    <a:pt x="4870331" y="137680"/>
                  </a:lnTo>
                  <a:lnTo>
                    <a:pt x="49199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526431"/>
              <a:ext cx="7090630" cy="939032"/>
            </a:xfrm>
            <a:custGeom>
              <a:avLst/>
              <a:pathLst>
                <a:path w="7090630" h="939032">
                  <a:moveTo>
                    <a:pt x="7090630" y="0"/>
                  </a:moveTo>
                  <a:lnTo>
                    <a:pt x="7019007" y="2935"/>
                  </a:lnTo>
                  <a:lnTo>
                    <a:pt x="6947385" y="5862"/>
                  </a:lnTo>
                  <a:lnTo>
                    <a:pt x="6875762" y="8781"/>
                  </a:lnTo>
                  <a:lnTo>
                    <a:pt x="6804139" y="11691"/>
                  </a:lnTo>
                  <a:lnTo>
                    <a:pt x="6732517" y="14593"/>
                  </a:lnTo>
                  <a:lnTo>
                    <a:pt x="6660894" y="17487"/>
                  </a:lnTo>
                  <a:lnTo>
                    <a:pt x="6589272" y="20373"/>
                  </a:lnTo>
                  <a:lnTo>
                    <a:pt x="6517649" y="23250"/>
                  </a:lnTo>
                  <a:lnTo>
                    <a:pt x="6446027" y="26119"/>
                  </a:lnTo>
                  <a:lnTo>
                    <a:pt x="6374404" y="28979"/>
                  </a:lnTo>
                  <a:lnTo>
                    <a:pt x="6302782" y="31832"/>
                  </a:lnTo>
                  <a:lnTo>
                    <a:pt x="6231159" y="34676"/>
                  </a:lnTo>
                  <a:lnTo>
                    <a:pt x="6159537" y="37512"/>
                  </a:lnTo>
                  <a:lnTo>
                    <a:pt x="6087914" y="40340"/>
                  </a:lnTo>
                  <a:lnTo>
                    <a:pt x="6016292" y="43160"/>
                  </a:lnTo>
                  <a:lnTo>
                    <a:pt x="5944669" y="45971"/>
                  </a:lnTo>
                  <a:lnTo>
                    <a:pt x="5873047" y="48775"/>
                  </a:lnTo>
                  <a:lnTo>
                    <a:pt x="5801424" y="51571"/>
                  </a:lnTo>
                  <a:lnTo>
                    <a:pt x="5729802" y="54358"/>
                  </a:lnTo>
                  <a:lnTo>
                    <a:pt x="5658179" y="57138"/>
                  </a:lnTo>
                  <a:lnTo>
                    <a:pt x="5586557" y="59909"/>
                  </a:lnTo>
                  <a:lnTo>
                    <a:pt x="5514934" y="62673"/>
                  </a:lnTo>
                  <a:lnTo>
                    <a:pt x="5443311" y="65429"/>
                  </a:lnTo>
                  <a:lnTo>
                    <a:pt x="5371689" y="68177"/>
                  </a:lnTo>
                  <a:lnTo>
                    <a:pt x="5300066" y="70916"/>
                  </a:lnTo>
                  <a:lnTo>
                    <a:pt x="5228444" y="73648"/>
                  </a:lnTo>
                  <a:lnTo>
                    <a:pt x="5156821" y="76373"/>
                  </a:lnTo>
                  <a:lnTo>
                    <a:pt x="5085199" y="79089"/>
                  </a:lnTo>
                  <a:lnTo>
                    <a:pt x="5013576" y="81798"/>
                  </a:lnTo>
                  <a:lnTo>
                    <a:pt x="4941954" y="84498"/>
                  </a:lnTo>
                  <a:lnTo>
                    <a:pt x="4870331" y="87192"/>
                  </a:lnTo>
                  <a:lnTo>
                    <a:pt x="4798709" y="89877"/>
                  </a:lnTo>
                  <a:lnTo>
                    <a:pt x="4727086" y="92555"/>
                  </a:lnTo>
                  <a:lnTo>
                    <a:pt x="4655464" y="95224"/>
                  </a:lnTo>
                  <a:lnTo>
                    <a:pt x="4583841" y="97887"/>
                  </a:lnTo>
                  <a:lnTo>
                    <a:pt x="4512219" y="100541"/>
                  </a:lnTo>
                  <a:lnTo>
                    <a:pt x="4440596" y="103188"/>
                  </a:lnTo>
                  <a:lnTo>
                    <a:pt x="4368974" y="105828"/>
                  </a:lnTo>
                  <a:lnTo>
                    <a:pt x="4297351" y="108460"/>
                  </a:lnTo>
                  <a:lnTo>
                    <a:pt x="4225729" y="111084"/>
                  </a:lnTo>
                  <a:lnTo>
                    <a:pt x="4154106" y="113701"/>
                  </a:lnTo>
                  <a:lnTo>
                    <a:pt x="4082483" y="116310"/>
                  </a:lnTo>
                  <a:lnTo>
                    <a:pt x="4010861" y="118912"/>
                  </a:lnTo>
                  <a:lnTo>
                    <a:pt x="3939238" y="121506"/>
                  </a:lnTo>
                  <a:lnTo>
                    <a:pt x="3867616" y="124093"/>
                  </a:lnTo>
                  <a:lnTo>
                    <a:pt x="3795993" y="126672"/>
                  </a:lnTo>
                  <a:lnTo>
                    <a:pt x="3724371" y="129244"/>
                  </a:lnTo>
                  <a:lnTo>
                    <a:pt x="3652748" y="131809"/>
                  </a:lnTo>
                  <a:lnTo>
                    <a:pt x="3581126" y="134366"/>
                  </a:lnTo>
                  <a:lnTo>
                    <a:pt x="3509503" y="136916"/>
                  </a:lnTo>
                  <a:lnTo>
                    <a:pt x="3437881" y="139459"/>
                  </a:lnTo>
                  <a:lnTo>
                    <a:pt x="3366258" y="141994"/>
                  </a:lnTo>
                  <a:lnTo>
                    <a:pt x="3294636" y="144522"/>
                  </a:lnTo>
                  <a:lnTo>
                    <a:pt x="3223013" y="147043"/>
                  </a:lnTo>
                  <a:lnTo>
                    <a:pt x="3151391" y="149556"/>
                  </a:lnTo>
                  <a:lnTo>
                    <a:pt x="3079768" y="152063"/>
                  </a:lnTo>
                  <a:lnTo>
                    <a:pt x="3008146" y="180658"/>
                  </a:lnTo>
                  <a:lnTo>
                    <a:pt x="2936523" y="225689"/>
                  </a:lnTo>
                  <a:lnTo>
                    <a:pt x="2864901" y="268312"/>
                  </a:lnTo>
                  <a:lnTo>
                    <a:pt x="2793278" y="308656"/>
                  </a:lnTo>
                  <a:lnTo>
                    <a:pt x="2721655" y="346842"/>
                  </a:lnTo>
                  <a:lnTo>
                    <a:pt x="2650033" y="382987"/>
                  </a:lnTo>
                  <a:lnTo>
                    <a:pt x="2578410" y="417199"/>
                  </a:lnTo>
                  <a:lnTo>
                    <a:pt x="2506788" y="449581"/>
                  </a:lnTo>
                  <a:lnTo>
                    <a:pt x="2435165" y="480232"/>
                  </a:lnTo>
                  <a:lnTo>
                    <a:pt x="2363543" y="509243"/>
                  </a:lnTo>
                  <a:lnTo>
                    <a:pt x="2291920" y="536704"/>
                  </a:lnTo>
                  <a:lnTo>
                    <a:pt x="2220298" y="562696"/>
                  </a:lnTo>
                  <a:lnTo>
                    <a:pt x="2148675" y="587298"/>
                  </a:lnTo>
                  <a:lnTo>
                    <a:pt x="2077053" y="610584"/>
                  </a:lnTo>
                  <a:lnTo>
                    <a:pt x="2005430" y="632626"/>
                  </a:lnTo>
                  <a:lnTo>
                    <a:pt x="1933808" y="653488"/>
                  </a:lnTo>
                  <a:lnTo>
                    <a:pt x="1862185" y="673236"/>
                  </a:lnTo>
                  <a:lnTo>
                    <a:pt x="1790563" y="691927"/>
                  </a:lnTo>
                  <a:lnTo>
                    <a:pt x="1718940" y="709618"/>
                  </a:lnTo>
                  <a:lnTo>
                    <a:pt x="1647318" y="726364"/>
                  </a:lnTo>
                  <a:lnTo>
                    <a:pt x="1575695" y="742214"/>
                  </a:lnTo>
                  <a:lnTo>
                    <a:pt x="1504073" y="757217"/>
                  </a:lnTo>
                  <a:lnTo>
                    <a:pt x="1432450" y="771417"/>
                  </a:lnTo>
                  <a:lnTo>
                    <a:pt x="1360827" y="784858"/>
                  </a:lnTo>
                  <a:lnTo>
                    <a:pt x="1289205" y="797580"/>
                  </a:lnTo>
                  <a:lnTo>
                    <a:pt x="1217582" y="809622"/>
                  </a:lnTo>
                  <a:lnTo>
                    <a:pt x="1145960" y="821020"/>
                  </a:lnTo>
                  <a:lnTo>
                    <a:pt x="1074337" y="831809"/>
                  </a:lnTo>
                  <a:lnTo>
                    <a:pt x="1002715" y="842021"/>
                  </a:lnTo>
                  <a:lnTo>
                    <a:pt x="931092" y="851686"/>
                  </a:lnTo>
                  <a:lnTo>
                    <a:pt x="859470" y="860835"/>
                  </a:lnTo>
                  <a:lnTo>
                    <a:pt x="787847" y="869495"/>
                  </a:lnTo>
                  <a:lnTo>
                    <a:pt x="716225" y="877691"/>
                  </a:lnTo>
                  <a:lnTo>
                    <a:pt x="644602" y="885449"/>
                  </a:lnTo>
                  <a:lnTo>
                    <a:pt x="572980" y="892792"/>
                  </a:lnTo>
                  <a:lnTo>
                    <a:pt x="501357" y="899743"/>
                  </a:lnTo>
                  <a:lnTo>
                    <a:pt x="429735" y="906322"/>
                  </a:lnTo>
                  <a:lnTo>
                    <a:pt x="358112" y="912549"/>
                  </a:lnTo>
                  <a:lnTo>
                    <a:pt x="286490" y="918443"/>
                  </a:lnTo>
                  <a:lnTo>
                    <a:pt x="214867" y="924022"/>
                  </a:lnTo>
                  <a:lnTo>
                    <a:pt x="143245" y="929303"/>
                  </a:lnTo>
                  <a:lnTo>
                    <a:pt x="71622" y="934301"/>
                  </a:lnTo>
                  <a:lnTo>
                    <a:pt x="0" y="939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604604" cy="3398796"/>
            </a:xfrm>
            <a:custGeom>
              <a:avLst/>
              <a:pathLst>
                <a:path w="6604604" h="3398796">
                  <a:moveTo>
                    <a:pt x="0" y="3398796"/>
                  </a:moveTo>
                  <a:lnTo>
                    <a:pt x="71622" y="3391348"/>
                  </a:lnTo>
                  <a:lnTo>
                    <a:pt x="143245" y="3383683"/>
                  </a:lnTo>
                  <a:lnTo>
                    <a:pt x="214867" y="3375792"/>
                  </a:lnTo>
                  <a:lnTo>
                    <a:pt x="286490" y="3367670"/>
                  </a:lnTo>
                  <a:lnTo>
                    <a:pt x="358112" y="3359310"/>
                  </a:lnTo>
                  <a:lnTo>
                    <a:pt x="429735" y="3350704"/>
                  </a:lnTo>
                  <a:lnTo>
                    <a:pt x="501357" y="3341846"/>
                  </a:lnTo>
                  <a:lnTo>
                    <a:pt x="572980" y="3332728"/>
                  </a:lnTo>
                  <a:lnTo>
                    <a:pt x="644602" y="3323342"/>
                  </a:lnTo>
                  <a:lnTo>
                    <a:pt x="716225" y="3313681"/>
                  </a:lnTo>
                  <a:lnTo>
                    <a:pt x="787847" y="3303737"/>
                  </a:lnTo>
                  <a:lnTo>
                    <a:pt x="859470" y="3293501"/>
                  </a:lnTo>
                  <a:lnTo>
                    <a:pt x="931092" y="3282965"/>
                  </a:lnTo>
                  <a:lnTo>
                    <a:pt x="1002715" y="3272119"/>
                  </a:lnTo>
                  <a:lnTo>
                    <a:pt x="1074337" y="3260956"/>
                  </a:lnTo>
                  <a:lnTo>
                    <a:pt x="1145960" y="3249465"/>
                  </a:lnTo>
                  <a:lnTo>
                    <a:pt x="1217582" y="3237637"/>
                  </a:lnTo>
                  <a:lnTo>
                    <a:pt x="1289205" y="3225461"/>
                  </a:lnTo>
                  <a:lnTo>
                    <a:pt x="1360827" y="3212929"/>
                  </a:lnTo>
                  <a:lnTo>
                    <a:pt x="1432450" y="3200029"/>
                  </a:lnTo>
                  <a:lnTo>
                    <a:pt x="1504073" y="3186750"/>
                  </a:lnTo>
                  <a:lnTo>
                    <a:pt x="1575695" y="3173082"/>
                  </a:lnTo>
                  <a:lnTo>
                    <a:pt x="1647318" y="3159013"/>
                  </a:lnTo>
                  <a:lnTo>
                    <a:pt x="1718940" y="3144531"/>
                  </a:lnTo>
                  <a:lnTo>
                    <a:pt x="1790563" y="3129624"/>
                  </a:lnTo>
                  <a:lnTo>
                    <a:pt x="1862185" y="3114280"/>
                  </a:lnTo>
                  <a:lnTo>
                    <a:pt x="1933808" y="3098486"/>
                  </a:lnTo>
                  <a:lnTo>
                    <a:pt x="2005430" y="3082229"/>
                  </a:lnTo>
                  <a:lnTo>
                    <a:pt x="2077053" y="3065494"/>
                  </a:lnTo>
                  <a:lnTo>
                    <a:pt x="2148675" y="3048269"/>
                  </a:lnTo>
                  <a:lnTo>
                    <a:pt x="2220298" y="3030538"/>
                  </a:lnTo>
                  <a:lnTo>
                    <a:pt x="2291920" y="3012287"/>
                  </a:lnTo>
                  <a:lnTo>
                    <a:pt x="2363543" y="2993500"/>
                  </a:lnTo>
                  <a:lnTo>
                    <a:pt x="2435165" y="2974163"/>
                  </a:lnTo>
                  <a:lnTo>
                    <a:pt x="2506788" y="2954258"/>
                  </a:lnTo>
                  <a:lnTo>
                    <a:pt x="2578410" y="2933769"/>
                  </a:lnTo>
                  <a:lnTo>
                    <a:pt x="2650033" y="2912679"/>
                  </a:lnTo>
                  <a:lnTo>
                    <a:pt x="2721655" y="2890970"/>
                  </a:lnTo>
                  <a:lnTo>
                    <a:pt x="2793278" y="2868625"/>
                  </a:lnTo>
                  <a:lnTo>
                    <a:pt x="2864901" y="2845624"/>
                  </a:lnTo>
                  <a:lnTo>
                    <a:pt x="2936523" y="2821948"/>
                  </a:lnTo>
                  <a:lnTo>
                    <a:pt x="3008146" y="2797577"/>
                  </a:lnTo>
                  <a:lnTo>
                    <a:pt x="3079768" y="2772492"/>
                  </a:lnTo>
                  <a:lnTo>
                    <a:pt x="3151391" y="2746670"/>
                  </a:lnTo>
                  <a:lnTo>
                    <a:pt x="3223013" y="2720092"/>
                  </a:lnTo>
                  <a:lnTo>
                    <a:pt x="3294636" y="2692733"/>
                  </a:lnTo>
                  <a:lnTo>
                    <a:pt x="3366258" y="2664572"/>
                  </a:lnTo>
                  <a:lnTo>
                    <a:pt x="3437881" y="2635584"/>
                  </a:lnTo>
                  <a:lnTo>
                    <a:pt x="3509503" y="2605746"/>
                  </a:lnTo>
                  <a:lnTo>
                    <a:pt x="3581126" y="2575033"/>
                  </a:lnTo>
                  <a:lnTo>
                    <a:pt x="3652748" y="2543418"/>
                  </a:lnTo>
                  <a:lnTo>
                    <a:pt x="3724371" y="2510877"/>
                  </a:lnTo>
                  <a:lnTo>
                    <a:pt x="3795993" y="2477380"/>
                  </a:lnTo>
                  <a:lnTo>
                    <a:pt x="3867616" y="2442901"/>
                  </a:lnTo>
                  <a:lnTo>
                    <a:pt x="3939238" y="2407410"/>
                  </a:lnTo>
                  <a:lnTo>
                    <a:pt x="4010861" y="2370878"/>
                  </a:lnTo>
                  <a:lnTo>
                    <a:pt x="4082483" y="2333274"/>
                  </a:lnTo>
                  <a:lnTo>
                    <a:pt x="4154106" y="2294567"/>
                  </a:lnTo>
                  <a:lnTo>
                    <a:pt x="4225729" y="2254725"/>
                  </a:lnTo>
                  <a:lnTo>
                    <a:pt x="4297351" y="2213714"/>
                  </a:lnTo>
                  <a:lnTo>
                    <a:pt x="4368974" y="2171499"/>
                  </a:lnTo>
                  <a:lnTo>
                    <a:pt x="4440596" y="2128046"/>
                  </a:lnTo>
                  <a:lnTo>
                    <a:pt x="4512219" y="2083318"/>
                  </a:lnTo>
                  <a:lnTo>
                    <a:pt x="4583841" y="2037278"/>
                  </a:lnTo>
                  <a:lnTo>
                    <a:pt x="4655464" y="1989887"/>
                  </a:lnTo>
                  <a:lnTo>
                    <a:pt x="4727086" y="1941106"/>
                  </a:lnTo>
                  <a:lnTo>
                    <a:pt x="4798709" y="1890894"/>
                  </a:lnTo>
                  <a:lnTo>
                    <a:pt x="4870331" y="1839209"/>
                  </a:lnTo>
                  <a:lnTo>
                    <a:pt x="4941954" y="1786008"/>
                  </a:lnTo>
                  <a:lnTo>
                    <a:pt x="5013576" y="1731245"/>
                  </a:lnTo>
                  <a:lnTo>
                    <a:pt x="5085199" y="1674876"/>
                  </a:lnTo>
                  <a:lnTo>
                    <a:pt x="5156821" y="1616854"/>
                  </a:lnTo>
                  <a:lnTo>
                    <a:pt x="5228444" y="1557129"/>
                  </a:lnTo>
                  <a:lnTo>
                    <a:pt x="5300066" y="1495652"/>
                  </a:lnTo>
                  <a:lnTo>
                    <a:pt x="5371689" y="1432371"/>
                  </a:lnTo>
                  <a:lnTo>
                    <a:pt x="5443311" y="1367234"/>
                  </a:lnTo>
                  <a:lnTo>
                    <a:pt x="5514934" y="1300186"/>
                  </a:lnTo>
                  <a:lnTo>
                    <a:pt x="5586557" y="1231171"/>
                  </a:lnTo>
                  <a:lnTo>
                    <a:pt x="5658179" y="1160131"/>
                  </a:lnTo>
                  <a:lnTo>
                    <a:pt x="5729802" y="1087007"/>
                  </a:lnTo>
                  <a:lnTo>
                    <a:pt x="5801424" y="1011738"/>
                  </a:lnTo>
                  <a:lnTo>
                    <a:pt x="5873047" y="934260"/>
                  </a:lnTo>
                  <a:lnTo>
                    <a:pt x="5944669" y="854510"/>
                  </a:lnTo>
                  <a:lnTo>
                    <a:pt x="6016292" y="772420"/>
                  </a:lnTo>
                  <a:lnTo>
                    <a:pt x="6087914" y="687921"/>
                  </a:lnTo>
                  <a:lnTo>
                    <a:pt x="6159537" y="600944"/>
                  </a:lnTo>
                  <a:lnTo>
                    <a:pt x="6231159" y="511415"/>
                  </a:lnTo>
                  <a:lnTo>
                    <a:pt x="6302782" y="419259"/>
                  </a:lnTo>
                  <a:lnTo>
                    <a:pt x="6374404" y="324400"/>
                  </a:lnTo>
                  <a:lnTo>
                    <a:pt x="6446027" y="226757"/>
                  </a:lnTo>
                  <a:lnTo>
                    <a:pt x="6517649" y="126251"/>
                  </a:lnTo>
                  <a:lnTo>
                    <a:pt x="6589272" y="22795"/>
                  </a:lnTo>
                  <a:lnTo>
                    <a:pt x="66046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2026-05-22T10:22:49Z</dcterms:modified>
  <cp:category/>
</cp:coreProperties>
</file>