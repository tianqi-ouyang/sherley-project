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86148"/>
            </a:xfrm>
            <a:custGeom>
              <a:avLst/>
              <a:pathLst>
                <a:path w="7090630" h="3586148">
                  <a:moveTo>
                    <a:pt x="0" y="3018779"/>
                  </a:moveTo>
                  <a:lnTo>
                    <a:pt x="71622" y="3014054"/>
                  </a:lnTo>
                  <a:lnTo>
                    <a:pt x="143245" y="3009294"/>
                  </a:lnTo>
                  <a:lnTo>
                    <a:pt x="214867" y="3004498"/>
                  </a:lnTo>
                  <a:lnTo>
                    <a:pt x="286490" y="2999666"/>
                  </a:lnTo>
                  <a:lnTo>
                    <a:pt x="358112" y="2994798"/>
                  </a:lnTo>
                  <a:lnTo>
                    <a:pt x="429735" y="2989894"/>
                  </a:lnTo>
                  <a:lnTo>
                    <a:pt x="501357" y="2984954"/>
                  </a:lnTo>
                  <a:lnTo>
                    <a:pt x="572980" y="2979976"/>
                  </a:lnTo>
                  <a:lnTo>
                    <a:pt x="644602" y="2974962"/>
                  </a:lnTo>
                  <a:lnTo>
                    <a:pt x="716225" y="2969910"/>
                  </a:lnTo>
                  <a:lnTo>
                    <a:pt x="787847" y="2964820"/>
                  </a:lnTo>
                  <a:lnTo>
                    <a:pt x="859470" y="2959693"/>
                  </a:lnTo>
                  <a:lnTo>
                    <a:pt x="931092" y="2954527"/>
                  </a:lnTo>
                  <a:lnTo>
                    <a:pt x="1002715" y="2949323"/>
                  </a:lnTo>
                  <a:lnTo>
                    <a:pt x="1074337" y="2944080"/>
                  </a:lnTo>
                  <a:lnTo>
                    <a:pt x="1145960" y="2938797"/>
                  </a:lnTo>
                  <a:lnTo>
                    <a:pt x="1217582" y="2933476"/>
                  </a:lnTo>
                  <a:lnTo>
                    <a:pt x="1289205" y="2928115"/>
                  </a:lnTo>
                  <a:lnTo>
                    <a:pt x="1360827" y="2922714"/>
                  </a:lnTo>
                  <a:lnTo>
                    <a:pt x="1432450" y="2917272"/>
                  </a:lnTo>
                  <a:lnTo>
                    <a:pt x="1504073" y="2911790"/>
                  </a:lnTo>
                  <a:lnTo>
                    <a:pt x="1575695" y="2906268"/>
                  </a:lnTo>
                  <a:lnTo>
                    <a:pt x="1647318" y="2900704"/>
                  </a:lnTo>
                  <a:lnTo>
                    <a:pt x="1718940" y="2895098"/>
                  </a:lnTo>
                  <a:lnTo>
                    <a:pt x="1790563" y="2889451"/>
                  </a:lnTo>
                  <a:lnTo>
                    <a:pt x="1862185" y="2883761"/>
                  </a:lnTo>
                  <a:lnTo>
                    <a:pt x="1933808" y="2878030"/>
                  </a:lnTo>
                  <a:lnTo>
                    <a:pt x="2005430" y="2872255"/>
                  </a:lnTo>
                  <a:lnTo>
                    <a:pt x="2077053" y="2866438"/>
                  </a:lnTo>
                  <a:lnTo>
                    <a:pt x="2148675" y="2860577"/>
                  </a:lnTo>
                  <a:lnTo>
                    <a:pt x="2220298" y="2854672"/>
                  </a:lnTo>
                  <a:lnTo>
                    <a:pt x="2291920" y="2848723"/>
                  </a:lnTo>
                  <a:lnTo>
                    <a:pt x="2363543" y="2842730"/>
                  </a:lnTo>
                  <a:lnTo>
                    <a:pt x="2435165" y="2836693"/>
                  </a:lnTo>
                  <a:lnTo>
                    <a:pt x="2506788" y="2830610"/>
                  </a:lnTo>
                  <a:lnTo>
                    <a:pt x="2578410" y="2824482"/>
                  </a:lnTo>
                  <a:lnTo>
                    <a:pt x="2650033" y="2818308"/>
                  </a:lnTo>
                  <a:lnTo>
                    <a:pt x="2721655" y="2812089"/>
                  </a:lnTo>
                  <a:lnTo>
                    <a:pt x="2793278" y="2805823"/>
                  </a:lnTo>
                  <a:lnTo>
                    <a:pt x="2864901" y="2799510"/>
                  </a:lnTo>
                  <a:lnTo>
                    <a:pt x="2936523" y="2793150"/>
                  </a:lnTo>
                  <a:lnTo>
                    <a:pt x="3008146" y="2786743"/>
                  </a:lnTo>
                  <a:lnTo>
                    <a:pt x="3079768" y="2760954"/>
                  </a:lnTo>
                  <a:lnTo>
                    <a:pt x="3151391" y="2705463"/>
                  </a:lnTo>
                  <a:lnTo>
                    <a:pt x="3223013" y="2646518"/>
                  </a:lnTo>
                  <a:lnTo>
                    <a:pt x="3294636" y="2583905"/>
                  </a:lnTo>
                  <a:lnTo>
                    <a:pt x="3366258" y="2517396"/>
                  </a:lnTo>
                  <a:lnTo>
                    <a:pt x="3437881" y="2446748"/>
                  </a:lnTo>
                  <a:lnTo>
                    <a:pt x="3509503" y="2371703"/>
                  </a:lnTo>
                  <a:lnTo>
                    <a:pt x="3581126" y="2291989"/>
                  </a:lnTo>
                  <a:lnTo>
                    <a:pt x="3652748" y="2207313"/>
                  </a:lnTo>
                  <a:lnTo>
                    <a:pt x="3724371" y="2117368"/>
                  </a:lnTo>
                  <a:lnTo>
                    <a:pt x="3795993" y="2021825"/>
                  </a:lnTo>
                  <a:lnTo>
                    <a:pt x="3867616" y="1920337"/>
                  </a:lnTo>
                  <a:lnTo>
                    <a:pt x="3939238" y="1812533"/>
                  </a:lnTo>
                  <a:lnTo>
                    <a:pt x="4010861" y="1698020"/>
                  </a:lnTo>
                  <a:lnTo>
                    <a:pt x="4082483" y="1576381"/>
                  </a:lnTo>
                  <a:lnTo>
                    <a:pt x="4154106" y="1447172"/>
                  </a:lnTo>
                  <a:lnTo>
                    <a:pt x="4225729" y="1309923"/>
                  </a:lnTo>
                  <a:lnTo>
                    <a:pt x="4297351" y="1164132"/>
                  </a:lnTo>
                  <a:lnTo>
                    <a:pt x="4368974" y="1009268"/>
                  </a:lnTo>
                  <a:lnTo>
                    <a:pt x="4440596" y="844767"/>
                  </a:lnTo>
                  <a:lnTo>
                    <a:pt x="4512219" y="670028"/>
                  </a:lnTo>
                  <a:lnTo>
                    <a:pt x="4583841" y="484416"/>
                  </a:lnTo>
                  <a:lnTo>
                    <a:pt x="4655464" y="287252"/>
                  </a:lnTo>
                  <a:lnTo>
                    <a:pt x="4727086" y="77819"/>
                  </a:lnTo>
                  <a:lnTo>
                    <a:pt x="4752140" y="0"/>
                  </a:lnTo>
                  <a:lnTo>
                    <a:pt x="7090630" y="0"/>
                  </a:lnTo>
                  <a:lnTo>
                    <a:pt x="7090630" y="2330365"/>
                  </a:lnTo>
                  <a:lnTo>
                    <a:pt x="7019007" y="2340150"/>
                  </a:lnTo>
                  <a:lnTo>
                    <a:pt x="6947385" y="2349861"/>
                  </a:lnTo>
                  <a:lnTo>
                    <a:pt x="6875762" y="2359501"/>
                  </a:lnTo>
                  <a:lnTo>
                    <a:pt x="6804139" y="2369070"/>
                  </a:lnTo>
                  <a:lnTo>
                    <a:pt x="6732517" y="2378568"/>
                  </a:lnTo>
                  <a:lnTo>
                    <a:pt x="6660894" y="2387995"/>
                  </a:lnTo>
                  <a:lnTo>
                    <a:pt x="6589272" y="2397353"/>
                  </a:lnTo>
                  <a:lnTo>
                    <a:pt x="6517649" y="2406642"/>
                  </a:lnTo>
                  <a:lnTo>
                    <a:pt x="6446027" y="2415862"/>
                  </a:lnTo>
                  <a:lnTo>
                    <a:pt x="6374404" y="2425013"/>
                  </a:lnTo>
                  <a:lnTo>
                    <a:pt x="6302782" y="2434097"/>
                  </a:lnTo>
                  <a:lnTo>
                    <a:pt x="6231159" y="2443114"/>
                  </a:lnTo>
                  <a:lnTo>
                    <a:pt x="6159537" y="2452064"/>
                  </a:lnTo>
                  <a:lnTo>
                    <a:pt x="6087914" y="2460947"/>
                  </a:lnTo>
                  <a:lnTo>
                    <a:pt x="6016292" y="2469765"/>
                  </a:lnTo>
                  <a:lnTo>
                    <a:pt x="5944669" y="2478518"/>
                  </a:lnTo>
                  <a:lnTo>
                    <a:pt x="5873047" y="2487206"/>
                  </a:lnTo>
                  <a:lnTo>
                    <a:pt x="5801424" y="2495830"/>
                  </a:lnTo>
                  <a:lnTo>
                    <a:pt x="5729802" y="2504390"/>
                  </a:lnTo>
                  <a:lnTo>
                    <a:pt x="5658179" y="2512886"/>
                  </a:lnTo>
                  <a:lnTo>
                    <a:pt x="5586557" y="2521320"/>
                  </a:lnTo>
                  <a:lnTo>
                    <a:pt x="5514934" y="2529691"/>
                  </a:lnTo>
                  <a:lnTo>
                    <a:pt x="5443311" y="2538000"/>
                  </a:lnTo>
                  <a:lnTo>
                    <a:pt x="5371689" y="2546248"/>
                  </a:lnTo>
                  <a:lnTo>
                    <a:pt x="5300066" y="2554435"/>
                  </a:lnTo>
                  <a:lnTo>
                    <a:pt x="5228444" y="2562561"/>
                  </a:lnTo>
                  <a:lnTo>
                    <a:pt x="5156821" y="2570627"/>
                  </a:lnTo>
                  <a:lnTo>
                    <a:pt x="5085199" y="2578634"/>
                  </a:lnTo>
                  <a:lnTo>
                    <a:pt x="5013576" y="2586581"/>
                  </a:lnTo>
                  <a:lnTo>
                    <a:pt x="4941954" y="2594469"/>
                  </a:lnTo>
                  <a:lnTo>
                    <a:pt x="4870331" y="2602299"/>
                  </a:lnTo>
                  <a:lnTo>
                    <a:pt x="4798709" y="2610071"/>
                  </a:lnTo>
                  <a:lnTo>
                    <a:pt x="4727086" y="2617786"/>
                  </a:lnTo>
                  <a:lnTo>
                    <a:pt x="4655464" y="2625443"/>
                  </a:lnTo>
                  <a:lnTo>
                    <a:pt x="4583841" y="2633044"/>
                  </a:lnTo>
                  <a:lnTo>
                    <a:pt x="4512219" y="2640589"/>
                  </a:lnTo>
                  <a:lnTo>
                    <a:pt x="4440596" y="2648077"/>
                  </a:lnTo>
                  <a:lnTo>
                    <a:pt x="4368974" y="2655511"/>
                  </a:lnTo>
                  <a:lnTo>
                    <a:pt x="4297351" y="2662889"/>
                  </a:lnTo>
                  <a:lnTo>
                    <a:pt x="4225729" y="2670213"/>
                  </a:lnTo>
                  <a:lnTo>
                    <a:pt x="4154106" y="2677482"/>
                  </a:lnTo>
                  <a:lnTo>
                    <a:pt x="4082483" y="2684698"/>
                  </a:lnTo>
                  <a:lnTo>
                    <a:pt x="4010861" y="2691860"/>
                  </a:lnTo>
                  <a:lnTo>
                    <a:pt x="3939238" y="2698970"/>
                  </a:lnTo>
                  <a:lnTo>
                    <a:pt x="3867616" y="2706026"/>
                  </a:lnTo>
                  <a:lnTo>
                    <a:pt x="3795993" y="2713031"/>
                  </a:lnTo>
                  <a:lnTo>
                    <a:pt x="3724371" y="2719984"/>
                  </a:lnTo>
                  <a:lnTo>
                    <a:pt x="3652748" y="2726885"/>
                  </a:lnTo>
                  <a:lnTo>
                    <a:pt x="3581126" y="2733735"/>
                  </a:lnTo>
                  <a:lnTo>
                    <a:pt x="3509503" y="2740535"/>
                  </a:lnTo>
                  <a:lnTo>
                    <a:pt x="3437881" y="2747284"/>
                  </a:lnTo>
                  <a:lnTo>
                    <a:pt x="3366258" y="2753983"/>
                  </a:lnTo>
                  <a:lnTo>
                    <a:pt x="3294636" y="2760633"/>
                  </a:lnTo>
                  <a:lnTo>
                    <a:pt x="3223013" y="2767233"/>
                  </a:lnTo>
                  <a:lnTo>
                    <a:pt x="3151391" y="2773785"/>
                  </a:lnTo>
                  <a:lnTo>
                    <a:pt x="3079768" y="2780288"/>
                  </a:lnTo>
                  <a:lnTo>
                    <a:pt x="3008146" y="2813194"/>
                  </a:lnTo>
                  <a:lnTo>
                    <a:pt x="2936523" y="2862374"/>
                  </a:lnTo>
                  <a:lnTo>
                    <a:pt x="2864901" y="2908672"/>
                  </a:lnTo>
                  <a:lnTo>
                    <a:pt x="2793278" y="2952258"/>
                  </a:lnTo>
                  <a:lnTo>
                    <a:pt x="2721655" y="2993291"/>
                  </a:lnTo>
                  <a:lnTo>
                    <a:pt x="2650033" y="3031919"/>
                  </a:lnTo>
                  <a:lnTo>
                    <a:pt x="2578410" y="3068285"/>
                  </a:lnTo>
                  <a:lnTo>
                    <a:pt x="2506788" y="3102520"/>
                  </a:lnTo>
                  <a:lnTo>
                    <a:pt x="2435165" y="3134749"/>
                  </a:lnTo>
                  <a:lnTo>
                    <a:pt x="2363543" y="3165090"/>
                  </a:lnTo>
                  <a:lnTo>
                    <a:pt x="2291920" y="3193654"/>
                  </a:lnTo>
                  <a:lnTo>
                    <a:pt x="2220298" y="3220544"/>
                  </a:lnTo>
                  <a:lnTo>
                    <a:pt x="2148675" y="3245859"/>
                  </a:lnTo>
                  <a:lnTo>
                    <a:pt x="2077053" y="3269691"/>
                  </a:lnTo>
                  <a:lnTo>
                    <a:pt x="2005430" y="3292126"/>
                  </a:lnTo>
                  <a:lnTo>
                    <a:pt x="1933808" y="3313247"/>
                  </a:lnTo>
                  <a:lnTo>
                    <a:pt x="1862185" y="3333131"/>
                  </a:lnTo>
                  <a:lnTo>
                    <a:pt x="1790563" y="3351850"/>
                  </a:lnTo>
                  <a:lnTo>
                    <a:pt x="1718940" y="3369472"/>
                  </a:lnTo>
                  <a:lnTo>
                    <a:pt x="1647318" y="3386062"/>
                  </a:lnTo>
                  <a:lnTo>
                    <a:pt x="1575695" y="3401680"/>
                  </a:lnTo>
                  <a:lnTo>
                    <a:pt x="1504073" y="3416382"/>
                  </a:lnTo>
                  <a:lnTo>
                    <a:pt x="1432450" y="3430224"/>
                  </a:lnTo>
                  <a:lnTo>
                    <a:pt x="1360827" y="3443254"/>
                  </a:lnTo>
                  <a:lnTo>
                    <a:pt x="1289205" y="3455522"/>
                  </a:lnTo>
                  <a:lnTo>
                    <a:pt x="1217582" y="3467070"/>
                  </a:lnTo>
                  <a:lnTo>
                    <a:pt x="1145960" y="3477942"/>
                  </a:lnTo>
                  <a:lnTo>
                    <a:pt x="1074337" y="3488177"/>
                  </a:lnTo>
                  <a:lnTo>
                    <a:pt x="1002715" y="3497812"/>
                  </a:lnTo>
                  <a:lnTo>
                    <a:pt x="931092" y="3506883"/>
                  </a:lnTo>
                  <a:lnTo>
                    <a:pt x="859470" y="3515423"/>
                  </a:lnTo>
                  <a:lnTo>
                    <a:pt x="787847" y="3523462"/>
                  </a:lnTo>
                  <a:lnTo>
                    <a:pt x="716225" y="3531030"/>
                  </a:lnTo>
                  <a:lnTo>
                    <a:pt x="644602" y="3538155"/>
                  </a:lnTo>
                  <a:lnTo>
                    <a:pt x="572980" y="3544862"/>
                  </a:lnTo>
                  <a:lnTo>
                    <a:pt x="501357" y="3551177"/>
                  </a:lnTo>
                  <a:lnTo>
                    <a:pt x="429735" y="3557121"/>
                  </a:lnTo>
                  <a:lnTo>
                    <a:pt x="358112" y="3562717"/>
                  </a:lnTo>
                  <a:lnTo>
                    <a:pt x="286490" y="3567986"/>
                  </a:lnTo>
                  <a:lnTo>
                    <a:pt x="214867" y="3572945"/>
                  </a:lnTo>
                  <a:lnTo>
                    <a:pt x="143245" y="3577615"/>
                  </a:lnTo>
                  <a:lnTo>
                    <a:pt x="71622" y="3582010"/>
                  </a:lnTo>
                  <a:lnTo>
                    <a:pt x="0" y="35861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752140" cy="3018779"/>
            </a:xfrm>
            <a:custGeom>
              <a:avLst/>
              <a:pathLst>
                <a:path w="4752140" h="3018779">
                  <a:moveTo>
                    <a:pt x="0" y="3018779"/>
                  </a:moveTo>
                  <a:lnTo>
                    <a:pt x="71622" y="3014054"/>
                  </a:lnTo>
                  <a:lnTo>
                    <a:pt x="143245" y="3009294"/>
                  </a:lnTo>
                  <a:lnTo>
                    <a:pt x="214867" y="3004498"/>
                  </a:lnTo>
                  <a:lnTo>
                    <a:pt x="286490" y="2999666"/>
                  </a:lnTo>
                  <a:lnTo>
                    <a:pt x="358112" y="2994798"/>
                  </a:lnTo>
                  <a:lnTo>
                    <a:pt x="429735" y="2989894"/>
                  </a:lnTo>
                  <a:lnTo>
                    <a:pt x="501357" y="2984954"/>
                  </a:lnTo>
                  <a:lnTo>
                    <a:pt x="572980" y="2979976"/>
                  </a:lnTo>
                  <a:lnTo>
                    <a:pt x="644602" y="2974962"/>
                  </a:lnTo>
                  <a:lnTo>
                    <a:pt x="716225" y="2969910"/>
                  </a:lnTo>
                  <a:lnTo>
                    <a:pt x="787847" y="2964820"/>
                  </a:lnTo>
                  <a:lnTo>
                    <a:pt x="859470" y="2959693"/>
                  </a:lnTo>
                  <a:lnTo>
                    <a:pt x="931092" y="2954527"/>
                  </a:lnTo>
                  <a:lnTo>
                    <a:pt x="1002715" y="2949323"/>
                  </a:lnTo>
                  <a:lnTo>
                    <a:pt x="1074337" y="2944080"/>
                  </a:lnTo>
                  <a:lnTo>
                    <a:pt x="1145960" y="2938797"/>
                  </a:lnTo>
                  <a:lnTo>
                    <a:pt x="1217582" y="2933476"/>
                  </a:lnTo>
                  <a:lnTo>
                    <a:pt x="1289205" y="2928115"/>
                  </a:lnTo>
                  <a:lnTo>
                    <a:pt x="1360827" y="2922714"/>
                  </a:lnTo>
                  <a:lnTo>
                    <a:pt x="1432450" y="2917272"/>
                  </a:lnTo>
                  <a:lnTo>
                    <a:pt x="1504073" y="2911790"/>
                  </a:lnTo>
                  <a:lnTo>
                    <a:pt x="1575695" y="2906268"/>
                  </a:lnTo>
                  <a:lnTo>
                    <a:pt x="1647318" y="2900704"/>
                  </a:lnTo>
                  <a:lnTo>
                    <a:pt x="1718940" y="2895098"/>
                  </a:lnTo>
                  <a:lnTo>
                    <a:pt x="1790563" y="2889451"/>
                  </a:lnTo>
                  <a:lnTo>
                    <a:pt x="1862185" y="2883761"/>
                  </a:lnTo>
                  <a:lnTo>
                    <a:pt x="1933808" y="2878030"/>
                  </a:lnTo>
                  <a:lnTo>
                    <a:pt x="2005430" y="2872255"/>
                  </a:lnTo>
                  <a:lnTo>
                    <a:pt x="2077053" y="2866438"/>
                  </a:lnTo>
                  <a:lnTo>
                    <a:pt x="2148675" y="2860577"/>
                  </a:lnTo>
                  <a:lnTo>
                    <a:pt x="2220298" y="2854672"/>
                  </a:lnTo>
                  <a:lnTo>
                    <a:pt x="2291920" y="2848723"/>
                  </a:lnTo>
                  <a:lnTo>
                    <a:pt x="2363543" y="2842730"/>
                  </a:lnTo>
                  <a:lnTo>
                    <a:pt x="2435165" y="2836693"/>
                  </a:lnTo>
                  <a:lnTo>
                    <a:pt x="2506788" y="2830610"/>
                  </a:lnTo>
                  <a:lnTo>
                    <a:pt x="2578410" y="2824482"/>
                  </a:lnTo>
                  <a:lnTo>
                    <a:pt x="2650033" y="2818308"/>
                  </a:lnTo>
                  <a:lnTo>
                    <a:pt x="2721655" y="2812089"/>
                  </a:lnTo>
                  <a:lnTo>
                    <a:pt x="2793278" y="2805823"/>
                  </a:lnTo>
                  <a:lnTo>
                    <a:pt x="2864901" y="2799510"/>
                  </a:lnTo>
                  <a:lnTo>
                    <a:pt x="2936523" y="2793150"/>
                  </a:lnTo>
                  <a:lnTo>
                    <a:pt x="3008146" y="2786743"/>
                  </a:lnTo>
                  <a:lnTo>
                    <a:pt x="3079768" y="2760954"/>
                  </a:lnTo>
                  <a:lnTo>
                    <a:pt x="3151391" y="2705463"/>
                  </a:lnTo>
                  <a:lnTo>
                    <a:pt x="3223013" y="2646518"/>
                  </a:lnTo>
                  <a:lnTo>
                    <a:pt x="3294636" y="2583905"/>
                  </a:lnTo>
                  <a:lnTo>
                    <a:pt x="3366258" y="2517396"/>
                  </a:lnTo>
                  <a:lnTo>
                    <a:pt x="3437881" y="2446748"/>
                  </a:lnTo>
                  <a:lnTo>
                    <a:pt x="3509503" y="2371703"/>
                  </a:lnTo>
                  <a:lnTo>
                    <a:pt x="3581126" y="2291989"/>
                  </a:lnTo>
                  <a:lnTo>
                    <a:pt x="3652748" y="2207313"/>
                  </a:lnTo>
                  <a:lnTo>
                    <a:pt x="3724371" y="2117368"/>
                  </a:lnTo>
                  <a:lnTo>
                    <a:pt x="3795993" y="2021825"/>
                  </a:lnTo>
                  <a:lnTo>
                    <a:pt x="3867616" y="1920337"/>
                  </a:lnTo>
                  <a:lnTo>
                    <a:pt x="3939238" y="1812533"/>
                  </a:lnTo>
                  <a:lnTo>
                    <a:pt x="4010861" y="1698020"/>
                  </a:lnTo>
                  <a:lnTo>
                    <a:pt x="4082483" y="1576381"/>
                  </a:lnTo>
                  <a:lnTo>
                    <a:pt x="4154106" y="1447172"/>
                  </a:lnTo>
                  <a:lnTo>
                    <a:pt x="4225729" y="1309923"/>
                  </a:lnTo>
                  <a:lnTo>
                    <a:pt x="4297351" y="1164132"/>
                  </a:lnTo>
                  <a:lnTo>
                    <a:pt x="4368974" y="1009268"/>
                  </a:lnTo>
                  <a:lnTo>
                    <a:pt x="4440596" y="844767"/>
                  </a:lnTo>
                  <a:lnTo>
                    <a:pt x="4512219" y="670028"/>
                  </a:lnTo>
                  <a:lnTo>
                    <a:pt x="4583841" y="484416"/>
                  </a:lnTo>
                  <a:lnTo>
                    <a:pt x="4655464" y="287252"/>
                  </a:lnTo>
                  <a:lnTo>
                    <a:pt x="4727086" y="77819"/>
                  </a:lnTo>
                  <a:lnTo>
                    <a:pt x="47521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226929"/>
              <a:ext cx="7090630" cy="1255782"/>
            </a:xfrm>
            <a:custGeom>
              <a:avLst/>
              <a:pathLst>
                <a:path w="7090630" h="1255782">
                  <a:moveTo>
                    <a:pt x="7090630" y="0"/>
                  </a:moveTo>
                  <a:lnTo>
                    <a:pt x="7019007" y="9784"/>
                  </a:lnTo>
                  <a:lnTo>
                    <a:pt x="6947385" y="19496"/>
                  </a:lnTo>
                  <a:lnTo>
                    <a:pt x="6875762" y="29136"/>
                  </a:lnTo>
                  <a:lnTo>
                    <a:pt x="6804139" y="38704"/>
                  </a:lnTo>
                  <a:lnTo>
                    <a:pt x="6732517" y="48202"/>
                  </a:lnTo>
                  <a:lnTo>
                    <a:pt x="6660894" y="57630"/>
                  </a:lnTo>
                  <a:lnTo>
                    <a:pt x="6589272" y="66987"/>
                  </a:lnTo>
                  <a:lnTo>
                    <a:pt x="6517649" y="76276"/>
                  </a:lnTo>
                  <a:lnTo>
                    <a:pt x="6446027" y="85496"/>
                  </a:lnTo>
                  <a:lnTo>
                    <a:pt x="6374404" y="94647"/>
                  </a:lnTo>
                  <a:lnTo>
                    <a:pt x="6302782" y="103731"/>
                  </a:lnTo>
                  <a:lnTo>
                    <a:pt x="6231159" y="112748"/>
                  </a:lnTo>
                  <a:lnTo>
                    <a:pt x="6159537" y="121698"/>
                  </a:lnTo>
                  <a:lnTo>
                    <a:pt x="6087914" y="130582"/>
                  </a:lnTo>
                  <a:lnTo>
                    <a:pt x="6016292" y="139400"/>
                  </a:lnTo>
                  <a:lnTo>
                    <a:pt x="5944669" y="148152"/>
                  </a:lnTo>
                  <a:lnTo>
                    <a:pt x="5873047" y="156840"/>
                  </a:lnTo>
                  <a:lnTo>
                    <a:pt x="5801424" y="165464"/>
                  </a:lnTo>
                  <a:lnTo>
                    <a:pt x="5729802" y="174024"/>
                  </a:lnTo>
                  <a:lnTo>
                    <a:pt x="5658179" y="182520"/>
                  </a:lnTo>
                  <a:lnTo>
                    <a:pt x="5586557" y="190954"/>
                  </a:lnTo>
                  <a:lnTo>
                    <a:pt x="5514934" y="199325"/>
                  </a:lnTo>
                  <a:lnTo>
                    <a:pt x="5443311" y="207635"/>
                  </a:lnTo>
                  <a:lnTo>
                    <a:pt x="5371689" y="215882"/>
                  </a:lnTo>
                  <a:lnTo>
                    <a:pt x="5300066" y="224069"/>
                  </a:lnTo>
                  <a:lnTo>
                    <a:pt x="5228444" y="232195"/>
                  </a:lnTo>
                  <a:lnTo>
                    <a:pt x="5156821" y="240262"/>
                  </a:lnTo>
                  <a:lnTo>
                    <a:pt x="5085199" y="248268"/>
                  </a:lnTo>
                  <a:lnTo>
                    <a:pt x="5013576" y="256215"/>
                  </a:lnTo>
                  <a:lnTo>
                    <a:pt x="4941954" y="264103"/>
                  </a:lnTo>
                  <a:lnTo>
                    <a:pt x="4870331" y="271933"/>
                  </a:lnTo>
                  <a:lnTo>
                    <a:pt x="4798709" y="279705"/>
                  </a:lnTo>
                  <a:lnTo>
                    <a:pt x="4727086" y="287420"/>
                  </a:lnTo>
                  <a:lnTo>
                    <a:pt x="4655464" y="295077"/>
                  </a:lnTo>
                  <a:lnTo>
                    <a:pt x="4583841" y="302678"/>
                  </a:lnTo>
                  <a:lnTo>
                    <a:pt x="4512219" y="310223"/>
                  </a:lnTo>
                  <a:lnTo>
                    <a:pt x="4440596" y="317712"/>
                  </a:lnTo>
                  <a:lnTo>
                    <a:pt x="4368974" y="325145"/>
                  </a:lnTo>
                  <a:lnTo>
                    <a:pt x="4297351" y="332523"/>
                  </a:lnTo>
                  <a:lnTo>
                    <a:pt x="4225729" y="339847"/>
                  </a:lnTo>
                  <a:lnTo>
                    <a:pt x="4154106" y="347116"/>
                  </a:lnTo>
                  <a:lnTo>
                    <a:pt x="4082483" y="354332"/>
                  </a:lnTo>
                  <a:lnTo>
                    <a:pt x="4010861" y="361494"/>
                  </a:lnTo>
                  <a:lnTo>
                    <a:pt x="3939238" y="368604"/>
                  </a:lnTo>
                  <a:lnTo>
                    <a:pt x="3867616" y="375661"/>
                  </a:lnTo>
                  <a:lnTo>
                    <a:pt x="3795993" y="382665"/>
                  </a:lnTo>
                  <a:lnTo>
                    <a:pt x="3724371" y="389618"/>
                  </a:lnTo>
                  <a:lnTo>
                    <a:pt x="3652748" y="396519"/>
                  </a:lnTo>
                  <a:lnTo>
                    <a:pt x="3581126" y="403369"/>
                  </a:lnTo>
                  <a:lnTo>
                    <a:pt x="3509503" y="410169"/>
                  </a:lnTo>
                  <a:lnTo>
                    <a:pt x="3437881" y="416918"/>
                  </a:lnTo>
                  <a:lnTo>
                    <a:pt x="3366258" y="423617"/>
                  </a:lnTo>
                  <a:lnTo>
                    <a:pt x="3294636" y="430267"/>
                  </a:lnTo>
                  <a:lnTo>
                    <a:pt x="3223013" y="436867"/>
                  </a:lnTo>
                  <a:lnTo>
                    <a:pt x="3151391" y="443419"/>
                  </a:lnTo>
                  <a:lnTo>
                    <a:pt x="3079768" y="449922"/>
                  </a:lnTo>
                  <a:lnTo>
                    <a:pt x="3008146" y="482828"/>
                  </a:lnTo>
                  <a:lnTo>
                    <a:pt x="2936523" y="532008"/>
                  </a:lnTo>
                  <a:lnTo>
                    <a:pt x="2864901" y="578306"/>
                  </a:lnTo>
                  <a:lnTo>
                    <a:pt x="2793278" y="621892"/>
                  </a:lnTo>
                  <a:lnTo>
                    <a:pt x="2721655" y="662925"/>
                  </a:lnTo>
                  <a:lnTo>
                    <a:pt x="2650033" y="701553"/>
                  </a:lnTo>
                  <a:lnTo>
                    <a:pt x="2578410" y="737919"/>
                  </a:lnTo>
                  <a:lnTo>
                    <a:pt x="2506788" y="772154"/>
                  </a:lnTo>
                  <a:lnTo>
                    <a:pt x="2435165" y="804383"/>
                  </a:lnTo>
                  <a:lnTo>
                    <a:pt x="2363543" y="834724"/>
                  </a:lnTo>
                  <a:lnTo>
                    <a:pt x="2291920" y="863288"/>
                  </a:lnTo>
                  <a:lnTo>
                    <a:pt x="2220298" y="890178"/>
                  </a:lnTo>
                  <a:lnTo>
                    <a:pt x="2148675" y="915493"/>
                  </a:lnTo>
                  <a:lnTo>
                    <a:pt x="2077053" y="939325"/>
                  </a:lnTo>
                  <a:lnTo>
                    <a:pt x="2005430" y="961760"/>
                  </a:lnTo>
                  <a:lnTo>
                    <a:pt x="1933808" y="982881"/>
                  </a:lnTo>
                  <a:lnTo>
                    <a:pt x="1862185" y="1002765"/>
                  </a:lnTo>
                  <a:lnTo>
                    <a:pt x="1790563" y="1021484"/>
                  </a:lnTo>
                  <a:lnTo>
                    <a:pt x="1718940" y="1039106"/>
                  </a:lnTo>
                  <a:lnTo>
                    <a:pt x="1647318" y="1055696"/>
                  </a:lnTo>
                  <a:lnTo>
                    <a:pt x="1575695" y="1071314"/>
                  </a:lnTo>
                  <a:lnTo>
                    <a:pt x="1504073" y="1086017"/>
                  </a:lnTo>
                  <a:lnTo>
                    <a:pt x="1432450" y="1099858"/>
                  </a:lnTo>
                  <a:lnTo>
                    <a:pt x="1360827" y="1112889"/>
                  </a:lnTo>
                  <a:lnTo>
                    <a:pt x="1289205" y="1125156"/>
                  </a:lnTo>
                  <a:lnTo>
                    <a:pt x="1217582" y="1136704"/>
                  </a:lnTo>
                  <a:lnTo>
                    <a:pt x="1145960" y="1147576"/>
                  </a:lnTo>
                  <a:lnTo>
                    <a:pt x="1074337" y="1157811"/>
                  </a:lnTo>
                  <a:lnTo>
                    <a:pt x="1002715" y="1167447"/>
                  </a:lnTo>
                  <a:lnTo>
                    <a:pt x="931092" y="1176517"/>
                  </a:lnTo>
                  <a:lnTo>
                    <a:pt x="859470" y="1185057"/>
                  </a:lnTo>
                  <a:lnTo>
                    <a:pt x="787847" y="1193096"/>
                  </a:lnTo>
                  <a:lnTo>
                    <a:pt x="716225" y="1200664"/>
                  </a:lnTo>
                  <a:lnTo>
                    <a:pt x="644602" y="1207789"/>
                  </a:lnTo>
                  <a:lnTo>
                    <a:pt x="572980" y="1214496"/>
                  </a:lnTo>
                  <a:lnTo>
                    <a:pt x="501357" y="1220811"/>
                  </a:lnTo>
                  <a:lnTo>
                    <a:pt x="429735" y="1226755"/>
                  </a:lnTo>
                  <a:lnTo>
                    <a:pt x="358112" y="1232351"/>
                  </a:lnTo>
                  <a:lnTo>
                    <a:pt x="286490" y="1237620"/>
                  </a:lnTo>
                  <a:lnTo>
                    <a:pt x="214867" y="1242580"/>
                  </a:lnTo>
                  <a:lnTo>
                    <a:pt x="143245" y="1247249"/>
                  </a:lnTo>
                  <a:lnTo>
                    <a:pt x="71622" y="1251644"/>
                  </a:lnTo>
                  <a:lnTo>
                    <a:pt x="0" y="12557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6082059" cy="3447342"/>
            </a:xfrm>
            <a:custGeom>
              <a:avLst/>
              <a:pathLst>
                <a:path w="6082059" h="3447342">
                  <a:moveTo>
                    <a:pt x="0" y="3447342"/>
                  </a:moveTo>
                  <a:lnTo>
                    <a:pt x="71622" y="3440263"/>
                  </a:lnTo>
                  <a:lnTo>
                    <a:pt x="143245" y="3432940"/>
                  </a:lnTo>
                  <a:lnTo>
                    <a:pt x="214867" y="3425364"/>
                  </a:lnTo>
                  <a:lnTo>
                    <a:pt x="286490" y="3417527"/>
                  </a:lnTo>
                  <a:lnTo>
                    <a:pt x="358112" y="3409420"/>
                  </a:lnTo>
                  <a:lnTo>
                    <a:pt x="429735" y="3401034"/>
                  </a:lnTo>
                  <a:lnTo>
                    <a:pt x="501357" y="3392358"/>
                  </a:lnTo>
                  <a:lnTo>
                    <a:pt x="572980" y="3383384"/>
                  </a:lnTo>
                  <a:lnTo>
                    <a:pt x="644602" y="3374099"/>
                  </a:lnTo>
                  <a:lnTo>
                    <a:pt x="716225" y="3364495"/>
                  </a:lnTo>
                  <a:lnTo>
                    <a:pt x="787847" y="3354559"/>
                  </a:lnTo>
                  <a:lnTo>
                    <a:pt x="859470" y="3344281"/>
                  </a:lnTo>
                  <a:lnTo>
                    <a:pt x="931092" y="3333649"/>
                  </a:lnTo>
                  <a:lnTo>
                    <a:pt x="1002715" y="3322650"/>
                  </a:lnTo>
                  <a:lnTo>
                    <a:pt x="1074337" y="3311271"/>
                  </a:lnTo>
                  <a:lnTo>
                    <a:pt x="1145960" y="3299501"/>
                  </a:lnTo>
                  <a:lnTo>
                    <a:pt x="1217582" y="3287324"/>
                  </a:lnTo>
                  <a:lnTo>
                    <a:pt x="1289205" y="3274728"/>
                  </a:lnTo>
                  <a:lnTo>
                    <a:pt x="1360827" y="3261697"/>
                  </a:lnTo>
                  <a:lnTo>
                    <a:pt x="1432450" y="3248217"/>
                  </a:lnTo>
                  <a:lnTo>
                    <a:pt x="1504073" y="3234272"/>
                  </a:lnTo>
                  <a:lnTo>
                    <a:pt x="1575695" y="3219846"/>
                  </a:lnTo>
                  <a:lnTo>
                    <a:pt x="1647318" y="3204923"/>
                  </a:lnTo>
                  <a:lnTo>
                    <a:pt x="1718940" y="3189486"/>
                  </a:lnTo>
                  <a:lnTo>
                    <a:pt x="1790563" y="3173516"/>
                  </a:lnTo>
                  <a:lnTo>
                    <a:pt x="1862185" y="3156995"/>
                  </a:lnTo>
                  <a:lnTo>
                    <a:pt x="1933808" y="3139905"/>
                  </a:lnTo>
                  <a:lnTo>
                    <a:pt x="2005430" y="3122225"/>
                  </a:lnTo>
                  <a:lnTo>
                    <a:pt x="2077053" y="3103936"/>
                  </a:lnTo>
                  <a:lnTo>
                    <a:pt x="2148675" y="3085016"/>
                  </a:lnTo>
                  <a:lnTo>
                    <a:pt x="2220298" y="3065444"/>
                  </a:lnTo>
                  <a:lnTo>
                    <a:pt x="2291920" y="3045197"/>
                  </a:lnTo>
                  <a:lnTo>
                    <a:pt x="2363543" y="3024252"/>
                  </a:lnTo>
                  <a:lnTo>
                    <a:pt x="2435165" y="3002585"/>
                  </a:lnTo>
                  <a:lnTo>
                    <a:pt x="2506788" y="2980170"/>
                  </a:lnTo>
                  <a:lnTo>
                    <a:pt x="2578410" y="2956983"/>
                  </a:lnTo>
                  <a:lnTo>
                    <a:pt x="2650033" y="2932996"/>
                  </a:lnTo>
                  <a:lnTo>
                    <a:pt x="2721655" y="2908182"/>
                  </a:lnTo>
                  <a:lnTo>
                    <a:pt x="2793278" y="2882513"/>
                  </a:lnTo>
                  <a:lnTo>
                    <a:pt x="2864901" y="2855958"/>
                  </a:lnTo>
                  <a:lnTo>
                    <a:pt x="2936523" y="2828488"/>
                  </a:lnTo>
                  <a:lnTo>
                    <a:pt x="3008146" y="2800071"/>
                  </a:lnTo>
                  <a:lnTo>
                    <a:pt x="3079768" y="2770674"/>
                  </a:lnTo>
                  <a:lnTo>
                    <a:pt x="3151391" y="2740263"/>
                  </a:lnTo>
                  <a:lnTo>
                    <a:pt x="3223013" y="2708803"/>
                  </a:lnTo>
                  <a:lnTo>
                    <a:pt x="3294636" y="2676259"/>
                  </a:lnTo>
                  <a:lnTo>
                    <a:pt x="3366258" y="2642593"/>
                  </a:lnTo>
                  <a:lnTo>
                    <a:pt x="3437881" y="2607766"/>
                  </a:lnTo>
                  <a:lnTo>
                    <a:pt x="3509503" y="2571738"/>
                  </a:lnTo>
                  <a:lnTo>
                    <a:pt x="3581126" y="2534468"/>
                  </a:lnTo>
                  <a:lnTo>
                    <a:pt x="3652748" y="2495912"/>
                  </a:lnTo>
                  <a:lnTo>
                    <a:pt x="3724371" y="2456027"/>
                  </a:lnTo>
                  <a:lnTo>
                    <a:pt x="3795993" y="2414767"/>
                  </a:lnTo>
                  <a:lnTo>
                    <a:pt x="3867616" y="2372085"/>
                  </a:lnTo>
                  <a:lnTo>
                    <a:pt x="3939238" y="2327930"/>
                  </a:lnTo>
                  <a:lnTo>
                    <a:pt x="4010861" y="2282253"/>
                  </a:lnTo>
                  <a:lnTo>
                    <a:pt x="4082483" y="2235002"/>
                  </a:lnTo>
                  <a:lnTo>
                    <a:pt x="4154106" y="2186120"/>
                  </a:lnTo>
                  <a:lnTo>
                    <a:pt x="4225729" y="2135554"/>
                  </a:lnTo>
                  <a:lnTo>
                    <a:pt x="4297351" y="2083244"/>
                  </a:lnTo>
                  <a:lnTo>
                    <a:pt x="4368974" y="2029130"/>
                  </a:lnTo>
                  <a:lnTo>
                    <a:pt x="4440596" y="1973150"/>
                  </a:lnTo>
                  <a:lnTo>
                    <a:pt x="4512219" y="1915240"/>
                  </a:lnTo>
                  <a:lnTo>
                    <a:pt x="4583841" y="1855334"/>
                  </a:lnTo>
                  <a:lnTo>
                    <a:pt x="4655464" y="1793361"/>
                  </a:lnTo>
                  <a:lnTo>
                    <a:pt x="4727086" y="1729252"/>
                  </a:lnTo>
                  <a:lnTo>
                    <a:pt x="4798709" y="1662932"/>
                  </a:lnTo>
                  <a:lnTo>
                    <a:pt x="4870331" y="1594326"/>
                  </a:lnTo>
                  <a:lnTo>
                    <a:pt x="4941954" y="1523354"/>
                  </a:lnTo>
                  <a:lnTo>
                    <a:pt x="5013576" y="1449935"/>
                  </a:lnTo>
                  <a:lnTo>
                    <a:pt x="5085199" y="1373984"/>
                  </a:lnTo>
                  <a:lnTo>
                    <a:pt x="5156821" y="1295415"/>
                  </a:lnTo>
                  <a:lnTo>
                    <a:pt x="5228444" y="1214136"/>
                  </a:lnTo>
                  <a:lnTo>
                    <a:pt x="5300066" y="1130055"/>
                  </a:lnTo>
                  <a:lnTo>
                    <a:pt x="5371689" y="1043074"/>
                  </a:lnTo>
                  <a:lnTo>
                    <a:pt x="5443311" y="953095"/>
                  </a:lnTo>
                  <a:lnTo>
                    <a:pt x="5514934" y="860013"/>
                  </a:lnTo>
                  <a:lnTo>
                    <a:pt x="5586557" y="763721"/>
                  </a:lnTo>
                  <a:lnTo>
                    <a:pt x="5658179" y="664110"/>
                  </a:lnTo>
                  <a:lnTo>
                    <a:pt x="5729802" y="561063"/>
                  </a:lnTo>
                  <a:lnTo>
                    <a:pt x="5801424" y="454464"/>
                  </a:lnTo>
                  <a:lnTo>
                    <a:pt x="5873047" y="344188"/>
                  </a:lnTo>
                  <a:lnTo>
                    <a:pt x="5944669" y="230111"/>
                  </a:lnTo>
                  <a:lnTo>
                    <a:pt x="6016292" y="112100"/>
                  </a:lnTo>
                  <a:lnTo>
                    <a:pt x="608205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2026-05-22T09:54:34Z</dcterms:modified>
  <cp:category/>
</cp:coreProperties>
</file>