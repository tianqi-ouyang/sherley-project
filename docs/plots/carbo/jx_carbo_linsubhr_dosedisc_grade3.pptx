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55132"/>
            </a:xfrm>
            <a:custGeom>
              <a:avLst/>
              <a:pathLst>
                <a:path w="7090630" h="3555132">
                  <a:moveTo>
                    <a:pt x="0" y="2961109"/>
                  </a:moveTo>
                  <a:lnTo>
                    <a:pt x="71622" y="2957377"/>
                  </a:lnTo>
                  <a:lnTo>
                    <a:pt x="143245" y="2953625"/>
                  </a:lnTo>
                  <a:lnTo>
                    <a:pt x="214867" y="2949852"/>
                  </a:lnTo>
                  <a:lnTo>
                    <a:pt x="286490" y="2946060"/>
                  </a:lnTo>
                  <a:lnTo>
                    <a:pt x="358112" y="2942246"/>
                  </a:lnTo>
                  <a:lnTo>
                    <a:pt x="429735" y="2938413"/>
                  </a:lnTo>
                  <a:lnTo>
                    <a:pt x="501357" y="2934558"/>
                  </a:lnTo>
                  <a:lnTo>
                    <a:pt x="572980" y="2930683"/>
                  </a:lnTo>
                  <a:lnTo>
                    <a:pt x="644602" y="2926786"/>
                  </a:lnTo>
                  <a:lnTo>
                    <a:pt x="716225" y="2922869"/>
                  </a:lnTo>
                  <a:lnTo>
                    <a:pt x="787847" y="2918931"/>
                  </a:lnTo>
                  <a:lnTo>
                    <a:pt x="859470" y="2914971"/>
                  </a:lnTo>
                  <a:lnTo>
                    <a:pt x="931092" y="2910990"/>
                  </a:lnTo>
                  <a:lnTo>
                    <a:pt x="1002715" y="2906987"/>
                  </a:lnTo>
                  <a:lnTo>
                    <a:pt x="1074337" y="2902963"/>
                  </a:lnTo>
                  <a:lnTo>
                    <a:pt x="1145960" y="2898917"/>
                  </a:lnTo>
                  <a:lnTo>
                    <a:pt x="1217582" y="2894850"/>
                  </a:lnTo>
                  <a:lnTo>
                    <a:pt x="1289205" y="2890760"/>
                  </a:lnTo>
                  <a:lnTo>
                    <a:pt x="1360827" y="2886648"/>
                  </a:lnTo>
                  <a:lnTo>
                    <a:pt x="1432450" y="2882514"/>
                  </a:lnTo>
                  <a:lnTo>
                    <a:pt x="1504073" y="2878358"/>
                  </a:lnTo>
                  <a:lnTo>
                    <a:pt x="1575695" y="2874179"/>
                  </a:lnTo>
                  <a:lnTo>
                    <a:pt x="1647318" y="2869978"/>
                  </a:lnTo>
                  <a:lnTo>
                    <a:pt x="1718940" y="2865754"/>
                  </a:lnTo>
                  <a:lnTo>
                    <a:pt x="1790563" y="2861508"/>
                  </a:lnTo>
                  <a:lnTo>
                    <a:pt x="1862185" y="2857238"/>
                  </a:lnTo>
                  <a:lnTo>
                    <a:pt x="1933808" y="2852945"/>
                  </a:lnTo>
                  <a:lnTo>
                    <a:pt x="2005430" y="2848630"/>
                  </a:lnTo>
                  <a:lnTo>
                    <a:pt x="2077053" y="2844291"/>
                  </a:lnTo>
                  <a:lnTo>
                    <a:pt x="2148675" y="2839928"/>
                  </a:lnTo>
                  <a:lnTo>
                    <a:pt x="2220298" y="2835542"/>
                  </a:lnTo>
                  <a:lnTo>
                    <a:pt x="2291920" y="2831132"/>
                  </a:lnTo>
                  <a:lnTo>
                    <a:pt x="2363543" y="2826699"/>
                  </a:lnTo>
                  <a:lnTo>
                    <a:pt x="2435165" y="2822241"/>
                  </a:lnTo>
                  <a:lnTo>
                    <a:pt x="2506788" y="2817760"/>
                  </a:lnTo>
                  <a:lnTo>
                    <a:pt x="2578410" y="2813254"/>
                  </a:lnTo>
                  <a:lnTo>
                    <a:pt x="2650033" y="2808724"/>
                  </a:lnTo>
                  <a:lnTo>
                    <a:pt x="2721655" y="2804170"/>
                  </a:lnTo>
                  <a:lnTo>
                    <a:pt x="2793278" y="2799591"/>
                  </a:lnTo>
                  <a:lnTo>
                    <a:pt x="2864901" y="2794987"/>
                  </a:lnTo>
                  <a:lnTo>
                    <a:pt x="2936523" y="2790358"/>
                  </a:lnTo>
                  <a:lnTo>
                    <a:pt x="3008146" y="2785705"/>
                  </a:lnTo>
                  <a:lnTo>
                    <a:pt x="3079768" y="2764267"/>
                  </a:lnTo>
                  <a:lnTo>
                    <a:pt x="3151391" y="2717427"/>
                  </a:lnTo>
                  <a:lnTo>
                    <a:pt x="3223013" y="2668118"/>
                  </a:lnTo>
                  <a:lnTo>
                    <a:pt x="3294636" y="2616208"/>
                  </a:lnTo>
                  <a:lnTo>
                    <a:pt x="3366258" y="2561562"/>
                  </a:lnTo>
                  <a:lnTo>
                    <a:pt x="3437881" y="2504035"/>
                  </a:lnTo>
                  <a:lnTo>
                    <a:pt x="3509503" y="2443475"/>
                  </a:lnTo>
                  <a:lnTo>
                    <a:pt x="3581126" y="2379721"/>
                  </a:lnTo>
                  <a:lnTo>
                    <a:pt x="3652748" y="2312606"/>
                  </a:lnTo>
                  <a:lnTo>
                    <a:pt x="3724371" y="2241953"/>
                  </a:lnTo>
                  <a:lnTo>
                    <a:pt x="3795993" y="2167574"/>
                  </a:lnTo>
                  <a:lnTo>
                    <a:pt x="3867616" y="2089274"/>
                  </a:lnTo>
                  <a:lnTo>
                    <a:pt x="3939238" y="2006845"/>
                  </a:lnTo>
                  <a:lnTo>
                    <a:pt x="4010861" y="1920070"/>
                  </a:lnTo>
                  <a:lnTo>
                    <a:pt x="4082483" y="1828720"/>
                  </a:lnTo>
                  <a:lnTo>
                    <a:pt x="4154106" y="1732554"/>
                  </a:lnTo>
                  <a:lnTo>
                    <a:pt x="4225729" y="1631317"/>
                  </a:lnTo>
                  <a:lnTo>
                    <a:pt x="4297351" y="1524743"/>
                  </a:lnTo>
                  <a:lnTo>
                    <a:pt x="4368974" y="1412549"/>
                  </a:lnTo>
                  <a:lnTo>
                    <a:pt x="4440596" y="1294440"/>
                  </a:lnTo>
                  <a:lnTo>
                    <a:pt x="4512219" y="1170104"/>
                  </a:lnTo>
                  <a:lnTo>
                    <a:pt x="4583841" y="1039212"/>
                  </a:lnTo>
                  <a:lnTo>
                    <a:pt x="4655464" y="901418"/>
                  </a:lnTo>
                  <a:lnTo>
                    <a:pt x="4727086" y="756360"/>
                  </a:lnTo>
                  <a:lnTo>
                    <a:pt x="4798709" y="603653"/>
                  </a:lnTo>
                  <a:lnTo>
                    <a:pt x="4870331" y="442895"/>
                  </a:lnTo>
                  <a:lnTo>
                    <a:pt x="4941954" y="273661"/>
                  </a:lnTo>
                  <a:lnTo>
                    <a:pt x="5013576" y="95504"/>
                  </a:lnTo>
                  <a:lnTo>
                    <a:pt x="5050048" y="0"/>
                  </a:lnTo>
                  <a:lnTo>
                    <a:pt x="7090630" y="0"/>
                  </a:lnTo>
                  <a:lnTo>
                    <a:pt x="7090630" y="2474426"/>
                  </a:lnTo>
                  <a:lnTo>
                    <a:pt x="7019007" y="2480750"/>
                  </a:lnTo>
                  <a:lnTo>
                    <a:pt x="6947385" y="2487041"/>
                  </a:lnTo>
                  <a:lnTo>
                    <a:pt x="6875762" y="2493297"/>
                  </a:lnTo>
                  <a:lnTo>
                    <a:pt x="6804139" y="2499521"/>
                  </a:lnTo>
                  <a:lnTo>
                    <a:pt x="6732517" y="2505710"/>
                  </a:lnTo>
                  <a:lnTo>
                    <a:pt x="6660894" y="2511867"/>
                  </a:lnTo>
                  <a:lnTo>
                    <a:pt x="6589272" y="2517990"/>
                  </a:lnTo>
                  <a:lnTo>
                    <a:pt x="6517649" y="2524081"/>
                  </a:lnTo>
                  <a:lnTo>
                    <a:pt x="6446027" y="2530139"/>
                  </a:lnTo>
                  <a:lnTo>
                    <a:pt x="6374404" y="2536164"/>
                  </a:lnTo>
                  <a:lnTo>
                    <a:pt x="6302782" y="2542157"/>
                  </a:lnTo>
                  <a:lnTo>
                    <a:pt x="6231159" y="2548118"/>
                  </a:lnTo>
                  <a:lnTo>
                    <a:pt x="6159537" y="2554047"/>
                  </a:lnTo>
                  <a:lnTo>
                    <a:pt x="6087914" y="2559944"/>
                  </a:lnTo>
                  <a:lnTo>
                    <a:pt x="6016292" y="2565810"/>
                  </a:lnTo>
                  <a:lnTo>
                    <a:pt x="5944669" y="2571644"/>
                  </a:lnTo>
                  <a:lnTo>
                    <a:pt x="5873047" y="2577446"/>
                  </a:lnTo>
                  <a:lnTo>
                    <a:pt x="5801424" y="2583218"/>
                  </a:lnTo>
                  <a:lnTo>
                    <a:pt x="5729802" y="2588958"/>
                  </a:lnTo>
                  <a:lnTo>
                    <a:pt x="5658179" y="2594668"/>
                  </a:lnTo>
                  <a:lnTo>
                    <a:pt x="5586557" y="2600347"/>
                  </a:lnTo>
                  <a:lnTo>
                    <a:pt x="5514934" y="2605995"/>
                  </a:lnTo>
                  <a:lnTo>
                    <a:pt x="5443311" y="2611614"/>
                  </a:lnTo>
                  <a:lnTo>
                    <a:pt x="5371689" y="2617202"/>
                  </a:lnTo>
                  <a:lnTo>
                    <a:pt x="5300066" y="2622760"/>
                  </a:lnTo>
                  <a:lnTo>
                    <a:pt x="5228444" y="2628288"/>
                  </a:lnTo>
                  <a:lnTo>
                    <a:pt x="5156821" y="2633786"/>
                  </a:lnTo>
                  <a:lnTo>
                    <a:pt x="5085199" y="2639256"/>
                  </a:lnTo>
                  <a:lnTo>
                    <a:pt x="5013576" y="2644695"/>
                  </a:lnTo>
                  <a:lnTo>
                    <a:pt x="4941954" y="2650106"/>
                  </a:lnTo>
                  <a:lnTo>
                    <a:pt x="4870331" y="2655487"/>
                  </a:lnTo>
                  <a:lnTo>
                    <a:pt x="4798709" y="2660840"/>
                  </a:lnTo>
                  <a:lnTo>
                    <a:pt x="4727086" y="2666164"/>
                  </a:lnTo>
                  <a:lnTo>
                    <a:pt x="4655464" y="2671459"/>
                  </a:lnTo>
                  <a:lnTo>
                    <a:pt x="4583841" y="2676726"/>
                  </a:lnTo>
                  <a:lnTo>
                    <a:pt x="4512219" y="2681964"/>
                  </a:lnTo>
                  <a:lnTo>
                    <a:pt x="4440596" y="2687175"/>
                  </a:lnTo>
                  <a:lnTo>
                    <a:pt x="4368974" y="2692357"/>
                  </a:lnTo>
                  <a:lnTo>
                    <a:pt x="4297351" y="2697512"/>
                  </a:lnTo>
                  <a:lnTo>
                    <a:pt x="4225729" y="2702639"/>
                  </a:lnTo>
                  <a:lnTo>
                    <a:pt x="4154106" y="2707738"/>
                  </a:lnTo>
                  <a:lnTo>
                    <a:pt x="4082483" y="2712810"/>
                  </a:lnTo>
                  <a:lnTo>
                    <a:pt x="4010861" y="2717855"/>
                  </a:lnTo>
                  <a:lnTo>
                    <a:pt x="3939238" y="2722873"/>
                  </a:lnTo>
                  <a:lnTo>
                    <a:pt x="3867616" y="2727864"/>
                  </a:lnTo>
                  <a:lnTo>
                    <a:pt x="3795993" y="2732828"/>
                  </a:lnTo>
                  <a:lnTo>
                    <a:pt x="3724371" y="2737765"/>
                  </a:lnTo>
                  <a:lnTo>
                    <a:pt x="3652748" y="2742676"/>
                  </a:lnTo>
                  <a:lnTo>
                    <a:pt x="3581126" y="2747561"/>
                  </a:lnTo>
                  <a:lnTo>
                    <a:pt x="3509503" y="2752419"/>
                  </a:lnTo>
                  <a:lnTo>
                    <a:pt x="3437881" y="2757251"/>
                  </a:lnTo>
                  <a:lnTo>
                    <a:pt x="3366258" y="2762057"/>
                  </a:lnTo>
                  <a:lnTo>
                    <a:pt x="3294636" y="2766838"/>
                  </a:lnTo>
                  <a:lnTo>
                    <a:pt x="3223013" y="2771593"/>
                  </a:lnTo>
                  <a:lnTo>
                    <a:pt x="3151391" y="2776322"/>
                  </a:lnTo>
                  <a:lnTo>
                    <a:pt x="3079768" y="2781026"/>
                  </a:lnTo>
                  <a:lnTo>
                    <a:pt x="3008146" y="2808760"/>
                  </a:lnTo>
                  <a:lnTo>
                    <a:pt x="2936523" y="2851026"/>
                  </a:lnTo>
                  <a:lnTo>
                    <a:pt x="2864901" y="2891174"/>
                  </a:lnTo>
                  <a:lnTo>
                    <a:pt x="2793278" y="2929312"/>
                  </a:lnTo>
                  <a:lnTo>
                    <a:pt x="2721655" y="2965539"/>
                  </a:lnTo>
                  <a:lnTo>
                    <a:pt x="2650033" y="2999952"/>
                  </a:lnTo>
                  <a:lnTo>
                    <a:pt x="2578410" y="3032642"/>
                  </a:lnTo>
                  <a:lnTo>
                    <a:pt x="2506788" y="3063694"/>
                  </a:lnTo>
                  <a:lnTo>
                    <a:pt x="2435165" y="3093192"/>
                  </a:lnTo>
                  <a:lnTo>
                    <a:pt x="2363543" y="3121211"/>
                  </a:lnTo>
                  <a:lnTo>
                    <a:pt x="2291920" y="3147828"/>
                  </a:lnTo>
                  <a:lnTo>
                    <a:pt x="2220298" y="3173111"/>
                  </a:lnTo>
                  <a:lnTo>
                    <a:pt x="2148675" y="3197128"/>
                  </a:lnTo>
                  <a:lnTo>
                    <a:pt x="2077053" y="3219942"/>
                  </a:lnTo>
                  <a:lnTo>
                    <a:pt x="2005430" y="3241614"/>
                  </a:lnTo>
                  <a:lnTo>
                    <a:pt x="1933808" y="3262200"/>
                  </a:lnTo>
                  <a:lnTo>
                    <a:pt x="1862185" y="3281755"/>
                  </a:lnTo>
                  <a:lnTo>
                    <a:pt x="1790563" y="3300331"/>
                  </a:lnTo>
                  <a:lnTo>
                    <a:pt x="1718940" y="3317976"/>
                  </a:lnTo>
                  <a:lnTo>
                    <a:pt x="1647318" y="3334738"/>
                  </a:lnTo>
                  <a:lnTo>
                    <a:pt x="1575695" y="3350660"/>
                  </a:lnTo>
                  <a:lnTo>
                    <a:pt x="1504073" y="3365784"/>
                  </a:lnTo>
                  <a:lnTo>
                    <a:pt x="1432450" y="3380152"/>
                  </a:lnTo>
                  <a:lnTo>
                    <a:pt x="1360827" y="3393799"/>
                  </a:lnTo>
                  <a:lnTo>
                    <a:pt x="1289205" y="3406763"/>
                  </a:lnTo>
                  <a:lnTo>
                    <a:pt x="1217582" y="3419078"/>
                  </a:lnTo>
                  <a:lnTo>
                    <a:pt x="1145960" y="3430776"/>
                  </a:lnTo>
                  <a:lnTo>
                    <a:pt x="1074337" y="3441888"/>
                  </a:lnTo>
                  <a:lnTo>
                    <a:pt x="1002715" y="3452443"/>
                  </a:lnTo>
                  <a:lnTo>
                    <a:pt x="931092" y="3462470"/>
                  </a:lnTo>
                  <a:lnTo>
                    <a:pt x="859470" y="3471995"/>
                  </a:lnTo>
                  <a:lnTo>
                    <a:pt x="787847" y="3481043"/>
                  </a:lnTo>
                  <a:lnTo>
                    <a:pt x="716225" y="3489637"/>
                  </a:lnTo>
                  <a:lnTo>
                    <a:pt x="644602" y="3497801"/>
                  </a:lnTo>
                  <a:lnTo>
                    <a:pt x="572980" y="3505556"/>
                  </a:lnTo>
                  <a:lnTo>
                    <a:pt x="501357" y="3512923"/>
                  </a:lnTo>
                  <a:lnTo>
                    <a:pt x="429735" y="3519921"/>
                  </a:lnTo>
                  <a:lnTo>
                    <a:pt x="358112" y="3526568"/>
                  </a:lnTo>
                  <a:lnTo>
                    <a:pt x="286490" y="3532883"/>
                  </a:lnTo>
                  <a:lnTo>
                    <a:pt x="214867" y="3538881"/>
                  </a:lnTo>
                  <a:lnTo>
                    <a:pt x="143245" y="3544578"/>
                  </a:lnTo>
                  <a:lnTo>
                    <a:pt x="71622" y="3549991"/>
                  </a:lnTo>
                  <a:lnTo>
                    <a:pt x="0" y="35551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050048" cy="2961109"/>
            </a:xfrm>
            <a:custGeom>
              <a:avLst/>
              <a:pathLst>
                <a:path w="5050048" h="2961109">
                  <a:moveTo>
                    <a:pt x="0" y="2961109"/>
                  </a:moveTo>
                  <a:lnTo>
                    <a:pt x="71622" y="2957377"/>
                  </a:lnTo>
                  <a:lnTo>
                    <a:pt x="143245" y="2953625"/>
                  </a:lnTo>
                  <a:lnTo>
                    <a:pt x="214867" y="2949852"/>
                  </a:lnTo>
                  <a:lnTo>
                    <a:pt x="286490" y="2946060"/>
                  </a:lnTo>
                  <a:lnTo>
                    <a:pt x="358112" y="2942246"/>
                  </a:lnTo>
                  <a:lnTo>
                    <a:pt x="429735" y="2938413"/>
                  </a:lnTo>
                  <a:lnTo>
                    <a:pt x="501357" y="2934558"/>
                  </a:lnTo>
                  <a:lnTo>
                    <a:pt x="572980" y="2930683"/>
                  </a:lnTo>
                  <a:lnTo>
                    <a:pt x="644602" y="2926786"/>
                  </a:lnTo>
                  <a:lnTo>
                    <a:pt x="716225" y="2922869"/>
                  </a:lnTo>
                  <a:lnTo>
                    <a:pt x="787847" y="2918931"/>
                  </a:lnTo>
                  <a:lnTo>
                    <a:pt x="859470" y="2914971"/>
                  </a:lnTo>
                  <a:lnTo>
                    <a:pt x="931092" y="2910990"/>
                  </a:lnTo>
                  <a:lnTo>
                    <a:pt x="1002715" y="2906987"/>
                  </a:lnTo>
                  <a:lnTo>
                    <a:pt x="1074337" y="2902963"/>
                  </a:lnTo>
                  <a:lnTo>
                    <a:pt x="1145960" y="2898917"/>
                  </a:lnTo>
                  <a:lnTo>
                    <a:pt x="1217582" y="2894850"/>
                  </a:lnTo>
                  <a:lnTo>
                    <a:pt x="1289205" y="2890760"/>
                  </a:lnTo>
                  <a:lnTo>
                    <a:pt x="1360827" y="2886648"/>
                  </a:lnTo>
                  <a:lnTo>
                    <a:pt x="1432450" y="2882514"/>
                  </a:lnTo>
                  <a:lnTo>
                    <a:pt x="1504073" y="2878358"/>
                  </a:lnTo>
                  <a:lnTo>
                    <a:pt x="1575695" y="2874179"/>
                  </a:lnTo>
                  <a:lnTo>
                    <a:pt x="1647318" y="2869978"/>
                  </a:lnTo>
                  <a:lnTo>
                    <a:pt x="1718940" y="2865754"/>
                  </a:lnTo>
                  <a:lnTo>
                    <a:pt x="1790563" y="2861508"/>
                  </a:lnTo>
                  <a:lnTo>
                    <a:pt x="1862185" y="2857238"/>
                  </a:lnTo>
                  <a:lnTo>
                    <a:pt x="1933808" y="2852945"/>
                  </a:lnTo>
                  <a:lnTo>
                    <a:pt x="2005430" y="2848630"/>
                  </a:lnTo>
                  <a:lnTo>
                    <a:pt x="2077053" y="2844291"/>
                  </a:lnTo>
                  <a:lnTo>
                    <a:pt x="2148675" y="2839928"/>
                  </a:lnTo>
                  <a:lnTo>
                    <a:pt x="2220298" y="2835542"/>
                  </a:lnTo>
                  <a:lnTo>
                    <a:pt x="2291920" y="2831132"/>
                  </a:lnTo>
                  <a:lnTo>
                    <a:pt x="2363543" y="2826699"/>
                  </a:lnTo>
                  <a:lnTo>
                    <a:pt x="2435165" y="2822241"/>
                  </a:lnTo>
                  <a:lnTo>
                    <a:pt x="2506788" y="2817760"/>
                  </a:lnTo>
                  <a:lnTo>
                    <a:pt x="2578410" y="2813254"/>
                  </a:lnTo>
                  <a:lnTo>
                    <a:pt x="2650033" y="2808724"/>
                  </a:lnTo>
                  <a:lnTo>
                    <a:pt x="2721655" y="2804170"/>
                  </a:lnTo>
                  <a:lnTo>
                    <a:pt x="2793278" y="2799591"/>
                  </a:lnTo>
                  <a:lnTo>
                    <a:pt x="2864901" y="2794987"/>
                  </a:lnTo>
                  <a:lnTo>
                    <a:pt x="2936523" y="2790358"/>
                  </a:lnTo>
                  <a:lnTo>
                    <a:pt x="3008146" y="2785705"/>
                  </a:lnTo>
                  <a:lnTo>
                    <a:pt x="3079768" y="2764267"/>
                  </a:lnTo>
                  <a:lnTo>
                    <a:pt x="3151391" y="2717427"/>
                  </a:lnTo>
                  <a:lnTo>
                    <a:pt x="3223013" y="2668118"/>
                  </a:lnTo>
                  <a:lnTo>
                    <a:pt x="3294636" y="2616208"/>
                  </a:lnTo>
                  <a:lnTo>
                    <a:pt x="3366258" y="2561562"/>
                  </a:lnTo>
                  <a:lnTo>
                    <a:pt x="3437881" y="2504035"/>
                  </a:lnTo>
                  <a:lnTo>
                    <a:pt x="3509503" y="2443475"/>
                  </a:lnTo>
                  <a:lnTo>
                    <a:pt x="3581126" y="2379721"/>
                  </a:lnTo>
                  <a:lnTo>
                    <a:pt x="3652748" y="2312606"/>
                  </a:lnTo>
                  <a:lnTo>
                    <a:pt x="3724371" y="2241953"/>
                  </a:lnTo>
                  <a:lnTo>
                    <a:pt x="3795993" y="2167574"/>
                  </a:lnTo>
                  <a:lnTo>
                    <a:pt x="3867616" y="2089274"/>
                  </a:lnTo>
                  <a:lnTo>
                    <a:pt x="3939238" y="2006845"/>
                  </a:lnTo>
                  <a:lnTo>
                    <a:pt x="4010861" y="1920070"/>
                  </a:lnTo>
                  <a:lnTo>
                    <a:pt x="4082483" y="1828720"/>
                  </a:lnTo>
                  <a:lnTo>
                    <a:pt x="4154106" y="1732554"/>
                  </a:lnTo>
                  <a:lnTo>
                    <a:pt x="4225729" y="1631317"/>
                  </a:lnTo>
                  <a:lnTo>
                    <a:pt x="4297351" y="1524743"/>
                  </a:lnTo>
                  <a:lnTo>
                    <a:pt x="4368974" y="1412549"/>
                  </a:lnTo>
                  <a:lnTo>
                    <a:pt x="4440596" y="1294440"/>
                  </a:lnTo>
                  <a:lnTo>
                    <a:pt x="4512219" y="1170104"/>
                  </a:lnTo>
                  <a:lnTo>
                    <a:pt x="4583841" y="1039212"/>
                  </a:lnTo>
                  <a:lnTo>
                    <a:pt x="4655464" y="901418"/>
                  </a:lnTo>
                  <a:lnTo>
                    <a:pt x="4727086" y="756360"/>
                  </a:lnTo>
                  <a:lnTo>
                    <a:pt x="4798709" y="603653"/>
                  </a:lnTo>
                  <a:lnTo>
                    <a:pt x="4870331" y="442895"/>
                  </a:lnTo>
                  <a:lnTo>
                    <a:pt x="4941954" y="273661"/>
                  </a:lnTo>
                  <a:lnTo>
                    <a:pt x="5013576" y="95504"/>
                  </a:lnTo>
                  <a:lnTo>
                    <a:pt x="5050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370989"/>
              <a:ext cx="7090630" cy="1080706"/>
            </a:xfrm>
            <a:custGeom>
              <a:avLst/>
              <a:pathLst>
                <a:path w="7090630" h="1080706">
                  <a:moveTo>
                    <a:pt x="7090630" y="0"/>
                  </a:moveTo>
                  <a:lnTo>
                    <a:pt x="7019007" y="6324"/>
                  </a:lnTo>
                  <a:lnTo>
                    <a:pt x="6947385" y="12614"/>
                  </a:lnTo>
                  <a:lnTo>
                    <a:pt x="6875762" y="18871"/>
                  </a:lnTo>
                  <a:lnTo>
                    <a:pt x="6804139" y="25094"/>
                  </a:lnTo>
                  <a:lnTo>
                    <a:pt x="6732517" y="31284"/>
                  </a:lnTo>
                  <a:lnTo>
                    <a:pt x="6660894" y="37441"/>
                  </a:lnTo>
                  <a:lnTo>
                    <a:pt x="6589272" y="43564"/>
                  </a:lnTo>
                  <a:lnTo>
                    <a:pt x="6517649" y="49655"/>
                  </a:lnTo>
                  <a:lnTo>
                    <a:pt x="6446027" y="55713"/>
                  </a:lnTo>
                  <a:lnTo>
                    <a:pt x="6374404" y="61738"/>
                  </a:lnTo>
                  <a:lnTo>
                    <a:pt x="6302782" y="67731"/>
                  </a:lnTo>
                  <a:lnTo>
                    <a:pt x="6231159" y="73692"/>
                  </a:lnTo>
                  <a:lnTo>
                    <a:pt x="6159537" y="79621"/>
                  </a:lnTo>
                  <a:lnTo>
                    <a:pt x="6087914" y="85518"/>
                  </a:lnTo>
                  <a:lnTo>
                    <a:pt x="6016292" y="91383"/>
                  </a:lnTo>
                  <a:lnTo>
                    <a:pt x="5944669" y="97217"/>
                  </a:lnTo>
                  <a:lnTo>
                    <a:pt x="5873047" y="103020"/>
                  </a:lnTo>
                  <a:lnTo>
                    <a:pt x="5801424" y="108791"/>
                  </a:lnTo>
                  <a:lnTo>
                    <a:pt x="5729802" y="114532"/>
                  </a:lnTo>
                  <a:lnTo>
                    <a:pt x="5658179" y="120242"/>
                  </a:lnTo>
                  <a:lnTo>
                    <a:pt x="5586557" y="125921"/>
                  </a:lnTo>
                  <a:lnTo>
                    <a:pt x="5514934" y="131569"/>
                  </a:lnTo>
                  <a:lnTo>
                    <a:pt x="5443311" y="137187"/>
                  </a:lnTo>
                  <a:lnTo>
                    <a:pt x="5371689" y="142775"/>
                  </a:lnTo>
                  <a:lnTo>
                    <a:pt x="5300066" y="148333"/>
                  </a:lnTo>
                  <a:lnTo>
                    <a:pt x="5228444" y="153862"/>
                  </a:lnTo>
                  <a:lnTo>
                    <a:pt x="5156821" y="159360"/>
                  </a:lnTo>
                  <a:lnTo>
                    <a:pt x="5085199" y="164829"/>
                  </a:lnTo>
                  <a:lnTo>
                    <a:pt x="5013576" y="170269"/>
                  </a:lnTo>
                  <a:lnTo>
                    <a:pt x="4941954" y="175679"/>
                  </a:lnTo>
                  <a:lnTo>
                    <a:pt x="4870331" y="181061"/>
                  </a:lnTo>
                  <a:lnTo>
                    <a:pt x="4798709" y="186413"/>
                  </a:lnTo>
                  <a:lnTo>
                    <a:pt x="4727086" y="191737"/>
                  </a:lnTo>
                  <a:lnTo>
                    <a:pt x="4655464" y="197033"/>
                  </a:lnTo>
                  <a:lnTo>
                    <a:pt x="4583841" y="202299"/>
                  </a:lnTo>
                  <a:lnTo>
                    <a:pt x="4512219" y="207538"/>
                  </a:lnTo>
                  <a:lnTo>
                    <a:pt x="4440596" y="212748"/>
                  </a:lnTo>
                  <a:lnTo>
                    <a:pt x="4368974" y="217931"/>
                  </a:lnTo>
                  <a:lnTo>
                    <a:pt x="4297351" y="223085"/>
                  </a:lnTo>
                  <a:lnTo>
                    <a:pt x="4225729" y="228212"/>
                  </a:lnTo>
                  <a:lnTo>
                    <a:pt x="4154106" y="233312"/>
                  </a:lnTo>
                  <a:lnTo>
                    <a:pt x="4082483" y="238384"/>
                  </a:lnTo>
                  <a:lnTo>
                    <a:pt x="4010861" y="243429"/>
                  </a:lnTo>
                  <a:lnTo>
                    <a:pt x="3939238" y="248447"/>
                  </a:lnTo>
                  <a:lnTo>
                    <a:pt x="3867616" y="253437"/>
                  </a:lnTo>
                  <a:lnTo>
                    <a:pt x="3795993" y="258401"/>
                  </a:lnTo>
                  <a:lnTo>
                    <a:pt x="3724371" y="263339"/>
                  </a:lnTo>
                  <a:lnTo>
                    <a:pt x="3652748" y="268250"/>
                  </a:lnTo>
                  <a:lnTo>
                    <a:pt x="3581126" y="273134"/>
                  </a:lnTo>
                  <a:lnTo>
                    <a:pt x="3509503" y="277993"/>
                  </a:lnTo>
                  <a:lnTo>
                    <a:pt x="3437881" y="282825"/>
                  </a:lnTo>
                  <a:lnTo>
                    <a:pt x="3366258" y="287631"/>
                  </a:lnTo>
                  <a:lnTo>
                    <a:pt x="3294636" y="292412"/>
                  </a:lnTo>
                  <a:lnTo>
                    <a:pt x="3223013" y="297167"/>
                  </a:lnTo>
                  <a:lnTo>
                    <a:pt x="3151391" y="301896"/>
                  </a:lnTo>
                  <a:lnTo>
                    <a:pt x="3079768" y="306600"/>
                  </a:lnTo>
                  <a:lnTo>
                    <a:pt x="3008146" y="334334"/>
                  </a:lnTo>
                  <a:lnTo>
                    <a:pt x="2936523" y="376599"/>
                  </a:lnTo>
                  <a:lnTo>
                    <a:pt x="2864901" y="416748"/>
                  </a:lnTo>
                  <a:lnTo>
                    <a:pt x="2793278" y="454886"/>
                  </a:lnTo>
                  <a:lnTo>
                    <a:pt x="2721655" y="491113"/>
                  </a:lnTo>
                  <a:lnTo>
                    <a:pt x="2650033" y="525526"/>
                  </a:lnTo>
                  <a:lnTo>
                    <a:pt x="2578410" y="558216"/>
                  </a:lnTo>
                  <a:lnTo>
                    <a:pt x="2506788" y="589268"/>
                  </a:lnTo>
                  <a:lnTo>
                    <a:pt x="2435165" y="618765"/>
                  </a:lnTo>
                  <a:lnTo>
                    <a:pt x="2363543" y="646785"/>
                  </a:lnTo>
                  <a:lnTo>
                    <a:pt x="2291920" y="673401"/>
                  </a:lnTo>
                  <a:lnTo>
                    <a:pt x="2220298" y="698685"/>
                  </a:lnTo>
                  <a:lnTo>
                    <a:pt x="2148675" y="722702"/>
                  </a:lnTo>
                  <a:lnTo>
                    <a:pt x="2077053" y="745516"/>
                  </a:lnTo>
                  <a:lnTo>
                    <a:pt x="2005430" y="767188"/>
                  </a:lnTo>
                  <a:lnTo>
                    <a:pt x="1933808" y="787774"/>
                  </a:lnTo>
                  <a:lnTo>
                    <a:pt x="1862185" y="807329"/>
                  </a:lnTo>
                  <a:lnTo>
                    <a:pt x="1790563" y="825905"/>
                  </a:lnTo>
                  <a:lnTo>
                    <a:pt x="1718940" y="843550"/>
                  </a:lnTo>
                  <a:lnTo>
                    <a:pt x="1647318" y="860311"/>
                  </a:lnTo>
                  <a:lnTo>
                    <a:pt x="1575695" y="876234"/>
                  </a:lnTo>
                  <a:lnTo>
                    <a:pt x="1504073" y="891358"/>
                  </a:lnTo>
                  <a:lnTo>
                    <a:pt x="1432450" y="905725"/>
                  </a:lnTo>
                  <a:lnTo>
                    <a:pt x="1360827" y="919373"/>
                  </a:lnTo>
                  <a:lnTo>
                    <a:pt x="1289205" y="932337"/>
                  </a:lnTo>
                  <a:lnTo>
                    <a:pt x="1217582" y="944652"/>
                  </a:lnTo>
                  <a:lnTo>
                    <a:pt x="1145960" y="956350"/>
                  </a:lnTo>
                  <a:lnTo>
                    <a:pt x="1074337" y="967462"/>
                  </a:lnTo>
                  <a:lnTo>
                    <a:pt x="1002715" y="978017"/>
                  </a:lnTo>
                  <a:lnTo>
                    <a:pt x="931092" y="988044"/>
                  </a:lnTo>
                  <a:lnTo>
                    <a:pt x="859470" y="997569"/>
                  </a:lnTo>
                  <a:lnTo>
                    <a:pt x="787847" y="1006616"/>
                  </a:lnTo>
                  <a:lnTo>
                    <a:pt x="716225" y="1015211"/>
                  </a:lnTo>
                  <a:lnTo>
                    <a:pt x="644602" y="1023375"/>
                  </a:lnTo>
                  <a:lnTo>
                    <a:pt x="572980" y="1031130"/>
                  </a:lnTo>
                  <a:lnTo>
                    <a:pt x="501357" y="1038497"/>
                  </a:lnTo>
                  <a:lnTo>
                    <a:pt x="429735" y="1045495"/>
                  </a:lnTo>
                  <a:lnTo>
                    <a:pt x="358112" y="1052142"/>
                  </a:lnTo>
                  <a:lnTo>
                    <a:pt x="286490" y="1058456"/>
                  </a:lnTo>
                  <a:lnTo>
                    <a:pt x="214867" y="1064455"/>
                  </a:lnTo>
                  <a:lnTo>
                    <a:pt x="143245" y="1070152"/>
                  </a:lnTo>
                  <a:lnTo>
                    <a:pt x="71622" y="1075565"/>
                  </a:lnTo>
                  <a:lnTo>
                    <a:pt x="0" y="10807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671427" cy="3392966"/>
            </a:xfrm>
            <a:custGeom>
              <a:avLst/>
              <a:pathLst>
                <a:path w="6671427" h="3392966">
                  <a:moveTo>
                    <a:pt x="0" y="3392966"/>
                  </a:moveTo>
                  <a:lnTo>
                    <a:pt x="71622" y="3385490"/>
                  </a:lnTo>
                  <a:lnTo>
                    <a:pt x="143245" y="3377799"/>
                  </a:lnTo>
                  <a:lnTo>
                    <a:pt x="214867" y="3369887"/>
                  </a:lnTo>
                  <a:lnTo>
                    <a:pt x="286490" y="3361747"/>
                  </a:lnTo>
                  <a:lnTo>
                    <a:pt x="358112" y="3353372"/>
                  </a:lnTo>
                  <a:lnTo>
                    <a:pt x="429735" y="3344756"/>
                  </a:lnTo>
                  <a:lnTo>
                    <a:pt x="501357" y="3335893"/>
                  </a:lnTo>
                  <a:lnTo>
                    <a:pt x="572980" y="3326774"/>
                  </a:lnTo>
                  <a:lnTo>
                    <a:pt x="644602" y="3317392"/>
                  </a:lnTo>
                  <a:lnTo>
                    <a:pt x="716225" y="3307741"/>
                  </a:lnTo>
                  <a:lnTo>
                    <a:pt x="787847" y="3297812"/>
                  </a:lnTo>
                  <a:lnTo>
                    <a:pt x="859470" y="3287596"/>
                  </a:lnTo>
                  <a:lnTo>
                    <a:pt x="931092" y="3277087"/>
                  </a:lnTo>
                  <a:lnTo>
                    <a:pt x="1002715" y="3266275"/>
                  </a:lnTo>
                  <a:lnTo>
                    <a:pt x="1074337" y="3255152"/>
                  </a:lnTo>
                  <a:lnTo>
                    <a:pt x="1145960" y="3243709"/>
                  </a:lnTo>
                  <a:lnTo>
                    <a:pt x="1217582" y="3231936"/>
                  </a:lnTo>
                  <a:lnTo>
                    <a:pt x="1289205" y="3219825"/>
                  </a:lnTo>
                  <a:lnTo>
                    <a:pt x="1360827" y="3207364"/>
                  </a:lnTo>
                  <a:lnTo>
                    <a:pt x="1432450" y="3194545"/>
                  </a:lnTo>
                  <a:lnTo>
                    <a:pt x="1504073" y="3181357"/>
                  </a:lnTo>
                  <a:lnTo>
                    <a:pt x="1575695" y="3167789"/>
                  </a:lnTo>
                  <a:lnTo>
                    <a:pt x="1647318" y="3153831"/>
                  </a:lnTo>
                  <a:lnTo>
                    <a:pt x="1718940" y="3139471"/>
                  </a:lnTo>
                  <a:lnTo>
                    <a:pt x="1790563" y="3124697"/>
                  </a:lnTo>
                  <a:lnTo>
                    <a:pt x="1862185" y="3109498"/>
                  </a:lnTo>
                  <a:lnTo>
                    <a:pt x="1933808" y="3093862"/>
                  </a:lnTo>
                  <a:lnTo>
                    <a:pt x="2005430" y="3077775"/>
                  </a:lnTo>
                  <a:lnTo>
                    <a:pt x="2077053" y="3061225"/>
                  </a:lnTo>
                  <a:lnTo>
                    <a:pt x="2148675" y="3044199"/>
                  </a:lnTo>
                  <a:lnTo>
                    <a:pt x="2220298" y="3026683"/>
                  </a:lnTo>
                  <a:lnTo>
                    <a:pt x="2291920" y="3008662"/>
                  </a:lnTo>
                  <a:lnTo>
                    <a:pt x="2363543" y="2990123"/>
                  </a:lnTo>
                  <a:lnTo>
                    <a:pt x="2435165" y="2971050"/>
                  </a:lnTo>
                  <a:lnTo>
                    <a:pt x="2506788" y="2951427"/>
                  </a:lnTo>
                  <a:lnTo>
                    <a:pt x="2578410" y="2931240"/>
                  </a:lnTo>
                  <a:lnTo>
                    <a:pt x="2650033" y="2910472"/>
                  </a:lnTo>
                  <a:lnTo>
                    <a:pt x="2721655" y="2889106"/>
                  </a:lnTo>
                  <a:lnTo>
                    <a:pt x="2793278" y="2867124"/>
                  </a:lnTo>
                  <a:lnTo>
                    <a:pt x="2864901" y="2844510"/>
                  </a:lnTo>
                  <a:lnTo>
                    <a:pt x="2936523" y="2821245"/>
                  </a:lnTo>
                  <a:lnTo>
                    <a:pt x="3008146" y="2797310"/>
                  </a:lnTo>
                  <a:lnTo>
                    <a:pt x="3079768" y="2772686"/>
                  </a:lnTo>
                  <a:lnTo>
                    <a:pt x="3151391" y="2747353"/>
                  </a:lnTo>
                  <a:lnTo>
                    <a:pt x="3223013" y="2721291"/>
                  </a:lnTo>
                  <a:lnTo>
                    <a:pt x="3294636" y="2694479"/>
                  </a:lnTo>
                  <a:lnTo>
                    <a:pt x="3366258" y="2666894"/>
                  </a:lnTo>
                  <a:lnTo>
                    <a:pt x="3437881" y="2638516"/>
                  </a:lnTo>
                  <a:lnTo>
                    <a:pt x="3509503" y="2609320"/>
                  </a:lnTo>
                  <a:lnTo>
                    <a:pt x="3581126" y="2579284"/>
                  </a:lnTo>
                  <a:lnTo>
                    <a:pt x="3652748" y="2548383"/>
                  </a:lnTo>
                  <a:lnTo>
                    <a:pt x="3724371" y="2516593"/>
                  </a:lnTo>
                  <a:lnTo>
                    <a:pt x="3795993" y="2483888"/>
                  </a:lnTo>
                  <a:lnTo>
                    <a:pt x="3867616" y="2450241"/>
                  </a:lnTo>
                  <a:lnTo>
                    <a:pt x="3939238" y="2415625"/>
                  </a:lnTo>
                  <a:lnTo>
                    <a:pt x="4010861" y="2380013"/>
                  </a:lnTo>
                  <a:lnTo>
                    <a:pt x="4082483" y="2343375"/>
                  </a:lnTo>
                  <a:lnTo>
                    <a:pt x="4154106" y="2305683"/>
                  </a:lnTo>
                  <a:lnTo>
                    <a:pt x="4225729" y="2266906"/>
                  </a:lnTo>
                  <a:lnTo>
                    <a:pt x="4297351" y="2227012"/>
                  </a:lnTo>
                  <a:lnTo>
                    <a:pt x="4368974" y="2185970"/>
                  </a:lnTo>
                  <a:lnTo>
                    <a:pt x="4440596" y="2143746"/>
                  </a:lnTo>
                  <a:lnTo>
                    <a:pt x="4512219" y="2100307"/>
                  </a:lnTo>
                  <a:lnTo>
                    <a:pt x="4583841" y="2055617"/>
                  </a:lnTo>
                  <a:lnTo>
                    <a:pt x="4655464" y="2009640"/>
                  </a:lnTo>
                  <a:lnTo>
                    <a:pt x="4727086" y="1962340"/>
                  </a:lnTo>
                  <a:lnTo>
                    <a:pt x="4798709" y="1913678"/>
                  </a:lnTo>
                  <a:lnTo>
                    <a:pt x="4870331" y="1863616"/>
                  </a:lnTo>
                  <a:lnTo>
                    <a:pt x="4941954" y="1812112"/>
                  </a:lnTo>
                  <a:lnTo>
                    <a:pt x="5013576" y="1759125"/>
                  </a:lnTo>
                  <a:lnTo>
                    <a:pt x="5085199" y="1704613"/>
                  </a:lnTo>
                  <a:lnTo>
                    <a:pt x="5156821" y="1648532"/>
                  </a:lnTo>
                  <a:lnTo>
                    <a:pt x="5228444" y="1590836"/>
                  </a:lnTo>
                  <a:lnTo>
                    <a:pt x="5300066" y="1531479"/>
                  </a:lnTo>
                  <a:lnTo>
                    <a:pt x="5371689" y="1470413"/>
                  </a:lnTo>
                  <a:lnTo>
                    <a:pt x="5443311" y="1407589"/>
                  </a:lnTo>
                  <a:lnTo>
                    <a:pt x="5514934" y="1342957"/>
                  </a:lnTo>
                  <a:lnTo>
                    <a:pt x="5586557" y="1276464"/>
                  </a:lnTo>
                  <a:lnTo>
                    <a:pt x="5658179" y="1208056"/>
                  </a:lnTo>
                  <a:lnTo>
                    <a:pt x="5729802" y="1137680"/>
                  </a:lnTo>
                  <a:lnTo>
                    <a:pt x="5801424" y="1065277"/>
                  </a:lnTo>
                  <a:lnTo>
                    <a:pt x="5873047" y="990790"/>
                  </a:lnTo>
                  <a:lnTo>
                    <a:pt x="5944669" y="914158"/>
                  </a:lnTo>
                  <a:lnTo>
                    <a:pt x="6016292" y="835321"/>
                  </a:lnTo>
                  <a:lnTo>
                    <a:pt x="6087914" y="754213"/>
                  </a:lnTo>
                  <a:lnTo>
                    <a:pt x="6159537" y="670771"/>
                  </a:lnTo>
                  <a:lnTo>
                    <a:pt x="6231159" y="584926"/>
                  </a:lnTo>
                  <a:lnTo>
                    <a:pt x="6302782" y="496611"/>
                  </a:lnTo>
                  <a:lnTo>
                    <a:pt x="6374404" y="405752"/>
                  </a:lnTo>
                  <a:lnTo>
                    <a:pt x="6446027" y="312278"/>
                  </a:lnTo>
                  <a:lnTo>
                    <a:pt x="6517649" y="216113"/>
                  </a:lnTo>
                  <a:lnTo>
                    <a:pt x="6589272" y="117180"/>
                  </a:lnTo>
                  <a:lnTo>
                    <a:pt x="6660894" y="15398"/>
                  </a:lnTo>
                  <a:lnTo>
                    <a:pt x="667142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2026-05-22T10:32:43Z</dcterms:modified>
  <cp:category/>
</cp:coreProperties>
</file>