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9306"/>
            </a:xfrm>
            <a:custGeom>
              <a:avLst/>
              <a:pathLst>
                <a:path w="7370972" h="3639306">
                  <a:moveTo>
                    <a:pt x="2017411" y="0"/>
                  </a:moveTo>
                  <a:lnTo>
                    <a:pt x="2091857" y="274669"/>
                  </a:lnTo>
                  <a:lnTo>
                    <a:pt x="2169491" y="538711"/>
                  </a:lnTo>
                  <a:lnTo>
                    <a:pt x="2247125" y="782113"/>
                  </a:lnTo>
                  <a:lnTo>
                    <a:pt x="2324759" y="1006489"/>
                  </a:lnTo>
                  <a:lnTo>
                    <a:pt x="2402393" y="1213327"/>
                  </a:lnTo>
                  <a:lnTo>
                    <a:pt x="2480027" y="1403998"/>
                  </a:lnTo>
                  <a:lnTo>
                    <a:pt x="2557661" y="1579764"/>
                  </a:lnTo>
                  <a:lnTo>
                    <a:pt x="2635295" y="1741792"/>
                  </a:lnTo>
                  <a:lnTo>
                    <a:pt x="2712930" y="1891155"/>
                  </a:lnTo>
                  <a:lnTo>
                    <a:pt x="2790564" y="2028842"/>
                  </a:lnTo>
                  <a:lnTo>
                    <a:pt x="2868198" y="2155768"/>
                  </a:lnTo>
                  <a:lnTo>
                    <a:pt x="2945832" y="2272772"/>
                  </a:lnTo>
                  <a:lnTo>
                    <a:pt x="3023466" y="2380630"/>
                  </a:lnTo>
                  <a:lnTo>
                    <a:pt x="3101100" y="2480058"/>
                  </a:lnTo>
                  <a:lnTo>
                    <a:pt x="3178734" y="2571713"/>
                  </a:lnTo>
                  <a:lnTo>
                    <a:pt x="3256368" y="2656205"/>
                  </a:lnTo>
                  <a:lnTo>
                    <a:pt x="3334002" y="2734092"/>
                  </a:lnTo>
                  <a:lnTo>
                    <a:pt x="3411636" y="2784840"/>
                  </a:lnTo>
                  <a:lnTo>
                    <a:pt x="3489270" y="2790525"/>
                  </a:lnTo>
                  <a:lnTo>
                    <a:pt x="3566904" y="2796173"/>
                  </a:lnTo>
                  <a:lnTo>
                    <a:pt x="3644538" y="2801784"/>
                  </a:lnTo>
                  <a:lnTo>
                    <a:pt x="3722172" y="2807358"/>
                  </a:lnTo>
                  <a:lnTo>
                    <a:pt x="3799806" y="2812895"/>
                  </a:lnTo>
                  <a:lnTo>
                    <a:pt x="3877440" y="2818396"/>
                  </a:lnTo>
                  <a:lnTo>
                    <a:pt x="3955074" y="2823861"/>
                  </a:lnTo>
                  <a:lnTo>
                    <a:pt x="4032708" y="2829291"/>
                  </a:lnTo>
                  <a:lnTo>
                    <a:pt x="4110342" y="2834685"/>
                  </a:lnTo>
                  <a:lnTo>
                    <a:pt x="4187976" y="2840043"/>
                  </a:lnTo>
                  <a:lnTo>
                    <a:pt x="4265610" y="2845366"/>
                  </a:lnTo>
                  <a:lnTo>
                    <a:pt x="4343244" y="2850655"/>
                  </a:lnTo>
                  <a:lnTo>
                    <a:pt x="4420879" y="2855909"/>
                  </a:lnTo>
                  <a:lnTo>
                    <a:pt x="4498513" y="2861128"/>
                  </a:lnTo>
                  <a:lnTo>
                    <a:pt x="4576147" y="2866313"/>
                  </a:lnTo>
                  <a:lnTo>
                    <a:pt x="4653781" y="2871464"/>
                  </a:lnTo>
                  <a:lnTo>
                    <a:pt x="4731415" y="2876582"/>
                  </a:lnTo>
                  <a:lnTo>
                    <a:pt x="4809049" y="2881666"/>
                  </a:lnTo>
                  <a:lnTo>
                    <a:pt x="4886683" y="2886717"/>
                  </a:lnTo>
                  <a:lnTo>
                    <a:pt x="4964317" y="2891734"/>
                  </a:lnTo>
                  <a:lnTo>
                    <a:pt x="5041951" y="2896719"/>
                  </a:lnTo>
                  <a:lnTo>
                    <a:pt x="5119585" y="2901671"/>
                  </a:lnTo>
                  <a:lnTo>
                    <a:pt x="5197219" y="2906590"/>
                  </a:lnTo>
                  <a:lnTo>
                    <a:pt x="5274853" y="2911478"/>
                  </a:lnTo>
                  <a:lnTo>
                    <a:pt x="5352487" y="2916333"/>
                  </a:lnTo>
                  <a:lnTo>
                    <a:pt x="5430121" y="2921157"/>
                  </a:lnTo>
                  <a:lnTo>
                    <a:pt x="5507755" y="2925949"/>
                  </a:lnTo>
                  <a:lnTo>
                    <a:pt x="5585389" y="2930709"/>
                  </a:lnTo>
                  <a:lnTo>
                    <a:pt x="5663023" y="2935439"/>
                  </a:lnTo>
                  <a:lnTo>
                    <a:pt x="5740657" y="2940137"/>
                  </a:lnTo>
                  <a:lnTo>
                    <a:pt x="5818291" y="2944805"/>
                  </a:lnTo>
                  <a:lnTo>
                    <a:pt x="5895925" y="2949442"/>
                  </a:lnTo>
                  <a:lnTo>
                    <a:pt x="5973559" y="2954048"/>
                  </a:lnTo>
                  <a:lnTo>
                    <a:pt x="6051193" y="2958625"/>
                  </a:lnTo>
                  <a:lnTo>
                    <a:pt x="6128827" y="2963171"/>
                  </a:lnTo>
                  <a:lnTo>
                    <a:pt x="6206462" y="2967688"/>
                  </a:lnTo>
                  <a:lnTo>
                    <a:pt x="6284096" y="2972175"/>
                  </a:lnTo>
                  <a:lnTo>
                    <a:pt x="6361730" y="2976633"/>
                  </a:lnTo>
                  <a:lnTo>
                    <a:pt x="6439364" y="2981061"/>
                  </a:lnTo>
                  <a:lnTo>
                    <a:pt x="6516998" y="2985461"/>
                  </a:lnTo>
                  <a:lnTo>
                    <a:pt x="6594632" y="2989832"/>
                  </a:lnTo>
                  <a:lnTo>
                    <a:pt x="6672266" y="2994174"/>
                  </a:lnTo>
                  <a:lnTo>
                    <a:pt x="6749900" y="2998487"/>
                  </a:lnTo>
                  <a:lnTo>
                    <a:pt x="6827534" y="3002773"/>
                  </a:lnTo>
                  <a:lnTo>
                    <a:pt x="6905168" y="3007030"/>
                  </a:lnTo>
                  <a:lnTo>
                    <a:pt x="6982802" y="3011259"/>
                  </a:lnTo>
                  <a:lnTo>
                    <a:pt x="7060436" y="3015461"/>
                  </a:lnTo>
                  <a:lnTo>
                    <a:pt x="7138070" y="3019635"/>
                  </a:lnTo>
                  <a:lnTo>
                    <a:pt x="7215704" y="3023782"/>
                  </a:lnTo>
                  <a:lnTo>
                    <a:pt x="7293338" y="3027902"/>
                  </a:lnTo>
                  <a:lnTo>
                    <a:pt x="7370972" y="3031994"/>
                  </a:lnTo>
                  <a:lnTo>
                    <a:pt x="7370972" y="3639306"/>
                  </a:lnTo>
                  <a:lnTo>
                    <a:pt x="7293338" y="3638175"/>
                  </a:lnTo>
                  <a:lnTo>
                    <a:pt x="7215704" y="3636949"/>
                  </a:lnTo>
                  <a:lnTo>
                    <a:pt x="7138070" y="3635618"/>
                  </a:lnTo>
                  <a:lnTo>
                    <a:pt x="7060436" y="3634174"/>
                  </a:lnTo>
                  <a:lnTo>
                    <a:pt x="6982802" y="3632608"/>
                  </a:lnTo>
                  <a:lnTo>
                    <a:pt x="6905168" y="3630909"/>
                  </a:lnTo>
                  <a:lnTo>
                    <a:pt x="6827534" y="3629066"/>
                  </a:lnTo>
                  <a:lnTo>
                    <a:pt x="6749900" y="3627067"/>
                  </a:lnTo>
                  <a:lnTo>
                    <a:pt x="6672266" y="3624899"/>
                  </a:lnTo>
                  <a:lnTo>
                    <a:pt x="6594632" y="3622546"/>
                  </a:lnTo>
                  <a:lnTo>
                    <a:pt x="6516998" y="3619994"/>
                  </a:lnTo>
                  <a:lnTo>
                    <a:pt x="6439364" y="3617226"/>
                  </a:lnTo>
                  <a:lnTo>
                    <a:pt x="6361730" y="3614222"/>
                  </a:lnTo>
                  <a:lnTo>
                    <a:pt x="6284096" y="3610964"/>
                  </a:lnTo>
                  <a:lnTo>
                    <a:pt x="6206462" y="3607430"/>
                  </a:lnTo>
                  <a:lnTo>
                    <a:pt x="6128827" y="3603597"/>
                  </a:lnTo>
                  <a:lnTo>
                    <a:pt x="6051193" y="3599438"/>
                  </a:lnTo>
                  <a:lnTo>
                    <a:pt x="5973559" y="3594926"/>
                  </a:lnTo>
                  <a:lnTo>
                    <a:pt x="5895925" y="3590032"/>
                  </a:lnTo>
                  <a:lnTo>
                    <a:pt x="5818291" y="3584723"/>
                  </a:lnTo>
                  <a:lnTo>
                    <a:pt x="5740657" y="3578964"/>
                  </a:lnTo>
                  <a:lnTo>
                    <a:pt x="5663023" y="3572717"/>
                  </a:lnTo>
                  <a:lnTo>
                    <a:pt x="5585389" y="3565939"/>
                  </a:lnTo>
                  <a:lnTo>
                    <a:pt x="5507755" y="3558587"/>
                  </a:lnTo>
                  <a:lnTo>
                    <a:pt x="5430121" y="3550612"/>
                  </a:lnTo>
                  <a:lnTo>
                    <a:pt x="5352487" y="3541961"/>
                  </a:lnTo>
                  <a:lnTo>
                    <a:pt x="5274853" y="3532575"/>
                  </a:lnTo>
                  <a:lnTo>
                    <a:pt x="5197219" y="3522394"/>
                  </a:lnTo>
                  <a:lnTo>
                    <a:pt x="5119585" y="3511350"/>
                  </a:lnTo>
                  <a:lnTo>
                    <a:pt x="5041951" y="3499369"/>
                  </a:lnTo>
                  <a:lnTo>
                    <a:pt x="4964317" y="3486373"/>
                  </a:lnTo>
                  <a:lnTo>
                    <a:pt x="4886683" y="3472274"/>
                  </a:lnTo>
                  <a:lnTo>
                    <a:pt x="4809049" y="3456980"/>
                  </a:lnTo>
                  <a:lnTo>
                    <a:pt x="4731415" y="3440389"/>
                  </a:lnTo>
                  <a:lnTo>
                    <a:pt x="4653781" y="3422391"/>
                  </a:lnTo>
                  <a:lnTo>
                    <a:pt x="4576147" y="3402867"/>
                  </a:lnTo>
                  <a:lnTo>
                    <a:pt x="4498513" y="3381688"/>
                  </a:lnTo>
                  <a:lnTo>
                    <a:pt x="4420879" y="3358713"/>
                  </a:lnTo>
                  <a:lnTo>
                    <a:pt x="4343244" y="3333789"/>
                  </a:lnTo>
                  <a:lnTo>
                    <a:pt x="4265610" y="3306753"/>
                  </a:lnTo>
                  <a:lnTo>
                    <a:pt x="4187976" y="3277423"/>
                  </a:lnTo>
                  <a:lnTo>
                    <a:pt x="4110342" y="3245607"/>
                  </a:lnTo>
                  <a:lnTo>
                    <a:pt x="4032708" y="3211093"/>
                  </a:lnTo>
                  <a:lnTo>
                    <a:pt x="3955074" y="3173653"/>
                  </a:lnTo>
                  <a:lnTo>
                    <a:pt x="3877440" y="3133037"/>
                  </a:lnTo>
                  <a:lnTo>
                    <a:pt x="3799806" y="3088978"/>
                  </a:lnTo>
                  <a:lnTo>
                    <a:pt x="3722172" y="3041183"/>
                  </a:lnTo>
                  <a:lnTo>
                    <a:pt x="3644538" y="2989335"/>
                  </a:lnTo>
                  <a:lnTo>
                    <a:pt x="3566904" y="2933091"/>
                  </a:lnTo>
                  <a:lnTo>
                    <a:pt x="3489270" y="2872078"/>
                  </a:lnTo>
                  <a:lnTo>
                    <a:pt x="3411636" y="2805891"/>
                  </a:lnTo>
                  <a:lnTo>
                    <a:pt x="3334002" y="2779118"/>
                  </a:lnTo>
                  <a:lnTo>
                    <a:pt x="3256368" y="2773358"/>
                  </a:lnTo>
                  <a:lnTo>
                    <a:pt x="3178734" y="2767559"/>
                  </a:lnTo>
                  <a:lnTo>
                    <a:pt x="3101100" y="2761723"/>
                  </a:lnTo>
                  <a:lnTo>
                    <a:pt x="3023466" y="2755848"/>
                  </a:lnTo>
                  <a:lnTo>
                    <a:pt x="2945832" y="2749935"/>
                  </a:lnTo>
                  <a:lnTo>
                    <a:pt x="2868198" y="2743982"/>
                  </a:lnTo>
                  <a:lnTo>
                    <a:pt x="2790564" y="2737990"/>
                  </a:lnTo>
                  <a:lnTo>
                    <a:pt x="2712930" y="2731959"/>
                  </a:lnTo>
                  <a:lnTo>
                    <a:pt x="2635295" y="2725888"/>
                  </a:lnTo>
                  <a:lnTo>
                    <a:pt x="2557661" y="2719776"/>
                  </a:lnTo>
                  <a:lnTo>
                    <a:pt x="2480027" y="2713625"/>
                  </a:lnTo>
                  <a:lnTo>
                    <a:pt x="2402393" y="2707433"/>
                  </a:lnTo>
                  <a:lnTo>
                    <a:pt x="2324759" y="2701200"/>
                  </a:lnTo>
                  <a:lnTo>
                    <a:pt x="2247125" y="2694926"/>
                  </a:lnTo>
                  <a:lnTo>
                    <a:pt x="2169491" y="2688611"/>
                  </a:lnTo>
                  <a:lnTo>
                    <a:pt x="2091857" y="2682254"/>
                  </a:lnTo>
                  <a:lnTo>
                    <a:pt x="2014223" y="2675855"/>
                  </a:lnTo>
                  <a:lnTo>
                    <a:pt x="1936589" y="2669413"/>
                  </a:lnTo>
                  <a:lnTo>
                    <a:pt x="1858955" y="2662930"/>
                  </a:lnTo>
                  <a:lnTo>
                    <a:pt x="1781321" y="2656404"/>
                  </a:lnTo>
                  <a:lnTo>
                    <a:pt x="1703687" y="2649834"/>
                  </a:lnTo>
                  <a:lnTo>
                    <a:pt x="1626053" y="2643221"/>
                  </a:lnTo>
                  <a:lnTo>
                    <a:pt x="1548419" y="2636565"/>
                  </a:lnTo>
                  <a:lnTo>
                    <a:pt x="1470785" y="2629865"/>
                  </a:lnTo>
                  <a:lnTo>
                    <a:pt x="1393151" y="2623121"/>
                  </a:lnTo>
                  <a:lnTo>
                    <a:pt x="1315517" y="2616332"/>
                  </a:lnTo>
                  <a:lnTo>
                    <a:pt x="1237883" y="2609498"/>
                  </a:lnTo>
                  <a:lnTo>
                    <a:pt x="1160249" y="2602619"/>
                  </a:lnTo>
                  <a:lnTo>
                    <a:pt x="1082615" y="2595695"/>
                  </a:lnTo>
                  <a:lnTo>
                    <a:pt x="1004981" y="2588726"/>
                  </a:lnTo>
                  <a:lnTo>
                    <a:pt x="927346" y="2581710"/>
                  </a:lnTo>
                  <a:lnTo>
                    <a:pt x="849712" y="2574648"/>
                  </a:lnTo>
                  <a:lnTo>
                    <a:pt x="772078" y="2567540"/>
                  </a:lnTo>
                  <a:lnTo>
                    <a:pt x="694444" y="2560384"/>
                  </a:lnTo>
                  <a:lnTo>
                    <a:pt x="616810" y="2553182"/>
                  </a:lnTo>
                  <a:lnTo>
                    <a:pt x="539176" y="2545932"/>
                  </a:lnTo>
                  <a:lnTo>
                    <a:pt x="461542" y="2538634"/>
                  </a:lnTo>
                  <a:lnTo>
                    <a:pt x="383908" y="2531288"/>
                  </a:lnTo>
                  <a:lnTo>
                    <a:pt x="306274" y="2523893"/>
                  </a:lnTo>
                  <a:lnTo>
                    <a:pt x="228640" y="2516450"/>
                  </a:lnTo>
                  <a:lnTo>
                    <a:pt x="151006" y="2508958"/>
                  </a:lnTo>
                  <a:lnTo>
                    <a:pt x="73372" y="2501416"/>
                  </a:lnTo>
                  <a:lnTo>
                    <a:pt x="0" y="24942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34928" y="1896563"/>
              <a:ext cx="5353561" cy="3031994"/>
            </a:xfrm>
            <a:custGeom>
              <a:avLst/>
              <a:pathLst>
                <a:path w="5353561" h="3031994">
                  <a:moveTo>
                    <a:pt x="0" y="0"/>
                  </a:moveTo>
                  <a:lnTo>
                    <a:pt x="74446" y="274669"/>
                  </a:lnTo>
                  <a:lnTo>
                    <a:pt x="152080" y="538711"/>
                  </a:lnTo>
                  <a:lnTo>
                    <a:pt x="229714" y="782113"/>
                  </a:lnTo>
                  <a:lnTo>
                    <a:pt x="307348" y="1006489"/>
                  </a:lnTo>
                  <a:lnTo>
                    <a:pt x="384982" y="1213327"/>
                  </a:lnTo>
                  <a:lnTo>
                    <a:pt x="462616" y="1403998"/>
                  </a:lnTo>
                  <a:lnTo>
                    <a:pt x="540250" y="1579764"/>
                  </a:lnTo>
                  <a:lnTo>
                    <a:pt x="617884" y="1741792"/>
                  </a:lnTo>
                  <a:lnTo>
                    <a:pt x="695518" y="1891155"/>
                  </a:lnTo>
                  <a:lnTo>
                    <a:pt x="773152" y="2028842"/>
                  </a:lnTo>
                  <a:lnTo>
                    <a:pt x="850787" y="2155768"/>
                  </a:lnTo>
                  <a:lnTo>
                    <a:pt x="928421" y="2272772"/>
                  </a:lnTo>
                  <a:lnTo>
                    <a:pt x="1006055" y="2380630"/>
                  </a:lnTo>
                  <a:lnTo>
                    <a:pt x="1083689" y="2480058"/>
                  </a:lnTo>
                  <a:lnTo>
                    <a:pt x="1161323" y="2571713"/>
                  </a:lnTo>
                  <a:lnTo>
                    <a:pt x="1238957" y="2656205"/>
                  </a:lnTo>
                  <a:lnTo>
                    <a:pt x="1316591" y="2734092"/>
                  </a:lnTo>
                  <a:lnTo>
                    <a:pt x="1394225" y="2784840"/>
                  </a:lnTo>
                  <a:lnTo>
                    <a:pt x="1471859" y="2790525"/>
                  </a:lnTo>
                  <a:lnTo>
                    <a:pt x="1549493" y="2796173"/>
                  </a:lnTo>
                  <a:lnTo>
                    <a:pt x="1627127" y="2801784"/>
                  </a:lnTo>
                  <a:lnTo>
                    <a:pt x="1704761" y="2807358"/>
                  </a:lnTo>
                  <a:lnTo>
                    <a:pt x="1782395" y="2812895"/>
                  </a:lnTo>
                  <a:lnTo>
                    <a:pt x="1860029" y="2818396"/>
                  </a:lnTo>
                  <a:lnTo>
                    <a:pt x="1937663" y="2823861"/>
                  </a:lnTo>
                  <a:lnTo>
                    <a:pt x="2015297" y="2829291"/>
                  </a:lnTo>
                  <a:lnTo>
                    <a:pt x="2092931" y="2834685"/>
                  </a:lnTo>
                  <a:lnTo>
                    <a:pt x="2170565" y="2840043"/>
                  </a:lnTo>
                  <a:lnTo>
                    <a:pt x="2248199" y="2845366"/>
                  </a:lnTo>
                  <a:lnTo>
                    <a:pt x="2325833" y="2850655"/>
                  </a:lnTo>
                  <a:lnTo>
                    <a:pt x="2403467" y="2855909"/>
                  </a:lnTo>
                  <a:lnTo>
                    <a:pt x="2481101" y="2861128"/>
                  </a:lnTo>
                  <a:lnTo>
                    <a:pt x="2558736" y="2866313"/>
                  </a:lnTo>
                  <a:lnTo>
                    <a:pt x="2636370" y="2871464"/>
                  </a:lnTo>
                  <a:lnTo>
                    <a:pt x="2714004" y="2876582"/>
                  </a:lnTo>
                  <a:lnTo>
                    <a:pt x="2791638" y="2881666"/>
                  </a:lnTo>
                  <a:lnTo>
                    <a:pt x="2869272" y="2886717"/>
                  </a:lnTo>
                  <a:lnTo>
                    <a:pt x="2946906" y="2891734"/>
                  </a:lnTo>
                  <a:lnTo>
                    <a:pt x="3024540" y="2896719"/>
                  </a:lnTo>
                  <a:lnTo>
                    <a:pt x="3102174" y="2901671"/>
                  </a:lnTo>
                  <a:lnTo>
                    <a:pt x="3179808" y="2906590"/>
                  </a:lnTo>
                  <a:lnTo>
                    <a:pt x="3257442" y="2911478"/>
                  </a:lnTo>
                  <a:lnTo>
                    <a:pt x="3335076" y="2916333"/>
                  </a:lnTo>
                  <a:lnTo>
                    <a:pt x="3412710" y="2921157"/>
                  </a:lnTo>
                  <a:lnTo>
                    <a:pt x="3490344" y="2925949"/>
                  </a:lnTo>
                  <a:lnTo>
                    <a:pt x="3567978" y="2930709"/>
                  </a:lnTo>
                  <a:lnTo>
                    <a:pt x="3645612" y="2935439"/>
                  </a:lnTo>
                  <a:lnTo>
                    <a:pt x="3723246" y="2940137"/>
                  </a:lnTo>
                  <a:lnTo>
                    <a:pt x="3800880" y="2944805"/>
                  </a:lnTo>
                  <a:lnTo>
                    <a:pt x="3878514" y="2949442"/>
                  </a:lnTo>
                  <a:lnTo>
                    <a:pt x="3956148" y="2954048"/>
                  </a:lnTo>
                  <a:lnTo>
                    <a:pt x="4033782" y="2958625"/>
                  </a:lnTo>
                  <a:lnTo>
                    <a:pt x="4111416" y="2963171"/>
                  </a:lnTo>
                  <a:lnTo>
                    <a:pt x="4189050" y="2967688"/>
                  </a:lnTo>
                  <a:lnTo>
                    <a:pt x="4266685" y="2972175"/>
                  </a:lnTo>
                  <a:lnTo>
                    <a:pt x="4344319" y="2976633"/>
                  </a:lnTo>
                  <a:lnTo>
                    <a:pt x="4421953" y="2981061"/>
                  </a:lnTo>
                  <a:lnTo>
                    <a:pt x="4499587" y="2985461"/>
                  </a:lnTo>
                  <a:lnTo>
                    <a:pt x="4577221" y="2989832"/>
                  </a:lnTo>
                  <a:lnTo>
                    <a:pt x="4654855" y="2994174"/>
                  </a:lnTo>
                  <a:lnTo>
                    <a:pt x="4732489" y="2998487"/>
                  </a:lnTo>
                  <a:lnTo>
                    <a:pt x="4810123" y="3002773"/>
                  </a:lnTo>
                  <a:lnTo>
                    <a:pt x="4887757" y="3007030"/>
                  </a:lnTo>
                  <a:lnTo>
                    <a:pt x="4965391" y="3011259"/>
                  </a:lnTo>
                  <a:lnTo>
                    <a:pt x="5043025" y="3015461"/>
                  </a:lnTo>
                  <a:lnTo>
                    <a:pt x="5120659" y="3019635"/>
                  </a:lnTo>
                  <a:lnTo>
                    <a:pt x="5198293" y="3023782"/>
                  </a:lnTo>
                  <a:lnTo>
                    <a:pt x="5275927" y="3027902"/>
                  </a:lnTo>
                  <a:lnTo>
                    <a:pt x="5353561" y="3031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90805"/>
              <a:ext cx="7370972" cy="1145064"/>
            </a:xfrm>
            <a:custGeom>
              <a:avLst/>
              <a:pathLst>
                <a:path w="7370972" h="1145064">
                  <a:moveTo>
                    <a:pt x="7370972" y="1145064"/>
                  </a:moveTo>
                  <a:lnTo>
                    <a:pt x="7293338" y="1143933"/>
                  </a:lnTo>
                  <a:lnTo>
                    <a:pt x="7215704" y="1142707"/>
                  </a:lnTo>
                  <a:lnTo>
                    <a:pt x="7138070" y="1141376"/>
                  </a:lnTo>
                  <a:lnTo>
                    <a:pt x="7060436" y="1139932"/>
                  </a:lnTo>
                  <a:lnTo>
                    <a:pt x="6982802" y="1138366"/>
                  </a:lnTo>
                  <a:lnTo>
                    <a:pt x="6905168" y="1136667"/>
                  </a:lnTo>
                  <a:lnTo>
                    <a:pt x="6827534" y="1134824"/>
                  </a:lnTo>
                  <a:lnTo>
                    <a:pt x="6749900" y="1132825"/>
                  </a:lnTo>
                  <a:lnTo>
                    <a:pt x="6672266" y="1130657"/>
                  </a:lnTo>
                  <a:lnTo>
                    <a:pt x="6594632" y="1128304"/>
                  </a:lnTo>
                  <a:lnTo>
                    <a:pt x="6516998" y="1125752"/>
                  </a:lnTo>
                  <a:lnTo>
                    <a:pt x="6439364" y="1122984"/>
                  </a:lnTo>
                  <a:lnTo>
                    <a:pt x="6361730" y="1119980"/>
                  </a:lnTo>
                  <a:lnTo>
                    <a:pt x="6284096" y="1116723"/>
                  </a:lnTo>
                  <a:lnTo>
                    <a:pt x="6206462" y="1113188"/>
                  </a:lnTo>
                  <a:lnTo>
                    <a:pt x="6128827" y="1109355"/>
                  </a:lnTo>
                  <a:lnTo>
                    <a:pt x="6051193" y="1105196"/>
                  </a:lnTo>
                  <a:lnTo>
                    <a:pt x="5973559" y="1100684"/>
                  </a:lnTo>
                  <a:lnTo>
                    <a:pt x="5895925" y="1095790"/>
                  </a:lnTo>
                  <a:lnTo>
                    <a:pt x="5818291" y="1090481"/>
                  </a:lnTo>
                  <a:lnTo>
                    <a:pt x="5740657" y="1084722"/>
                  </a:lnTo>
                  <a:lnTo>
                    <a:pt x="5663023" y="1078475"/>
                  </a:lnTo>
                  <a:lnTo>
                    <a:pt x="5585389" y="1071697"/>
                  </a:lnTo>
                  <a:lnTo>
                    <a:pt x="5507755" y="1064345"/>
                  </a:lnTo>
                  <a:lnTo>
                    <a:pt x="5430121" y="1056370"/>
                  </a:lnTo>
                  <a:lnTo>
                    <a:pt x="5352487" y="1047719"/>
                  </a:lnTo>
                  <a:lnTo>
                    <a:pt x="5274853" y="1038333"/>
                  </a:lnTo>
                  <a:lnTo>
                    <a:pt x="5197219" y="1028152"/>
                  </a:lnTo>
                  <a:lnTo>
                    <a:pt x="5119585" y="1017108"/>
                  </a:lnTo>
                  <a:lnTo>
                    <a:pt x="5041951" y="1005127"/>
                  </a:lnTo>
                  <a:lnTo>
                    <a:pt x="4964317" y="992131"/>
                  </a:lnTo>
                  <a:lnTo>
                    <a:pt x="4886683" y="978032"/>
                  </a:lnTo>
                  <a:lnTo>
                    <a:pt x="4809049" y="962738"/>
                  </a:lnTo>
                  <a:lnTo>
                    <a:pt x="4731415" y="946147"/>
                  </a:lnTo>
                  <a:lnTo>
                    <a:pt x="4653781" y="928149"/>
                  </a:lnTo>
                  <a:lnTo>
                    <a:pt x="4576147" y="908625"/>
                  </a:lnTo>
                  <a:lnTo>
                    <a:pt x="4498513" y="887446"/>
                  </a:lnTo>
                  <a:lnTo>
                    <a:pt x="4420879" y="864471"/>
                  </a:lnTo>
                  <a:lnTo>
                    <a:pt x="4343244" y="839547"/>
                  </a:lnTo>
                  <a:lnTo>
                    <a:pt x="4265610" y="812511"/>
                  </a:lnTo>
                  <a:lnTo>
                    <a:pt x="4187976" y="783181"/>
                  </a:lnTo>
                  <a:lnTo>
                    <a:pt x="4110342" y="751365"/>
                  </a:lnTo>
                  <a:lnTo>
                    <a:pt x="4032708" y="716851"/>
                  </a:lnTo>
                  <a:lnTo>
                    <a:pt x="3955074" y="679411"/>
                  </a:lnTo>
                  <a:lnTo>
                    <a:pt x="3877440" y="638795"/>
                  </a:lnTo>
                  <a:lnTo>
                    <a:pt x="3799806" y="594736"/>
                  </a:lnTo>
                  <a:lnTo>
                    <a:pt x="3722172" y="546941"/>
                  </a:lnTo>
                  <a:lnTo>
                    <a:pt x="3644538" y="495093"/>
                  </a:lnTo>
                  <a:lnTo>
                    <a:pt x="3566904" y="438849"/>
                  </a:lnTo>
                  <a:lnTo>
                    <a:pt x="3489270" y="377836"/>
                  </a:lnTo>
                  <a:lnTo>
                    <a:pt x="3411636" y="311649"/>
                  </a:lnTo>
                  <a:lnTo>
                    <a:pt x="3334002" y="284876"/>
                  </a:lnTo>
                  <a:lnTo>
                    <a:pt x="3256368" y="279116"/>
                  </a:lnTo>
                  <a:lnTo>
                    <a:pt x="3178734" y="273318"/>
                  </a:lnTo>
                  <a:lnTo>
                    <a:pt x="3101100" y="267481"/>
                  </a:lnTo>
                  <a:lnTo>
                    <a:pt x="3023466" y="261606"/>
                  </a:lnTo>
                  <a:lnTo>
                    <a:pt x="2945832" y="255693"/>
                  </a:lnTo>
                  <a:lnTo>
                    <a:pt x="2868198" y="249740"/>
                  </a:lnTo>
                  <a:lnTo>
                    <a:pt x="2790564" y="243748"/>
                  </a:lnTo>
                  <a:lnTo>
                    <a:pt x="2712930" y="237717"/>
                  </a:lnTo>
                  <a:lnTo>
                    <a:pt x="2635295" y="231646"/>
                  </a:lnTo>
                  <a:lnTo>
                    <a:pt x="2557661" y="225534"/>
                  </a:lnTo>
                  <a:lnTo>
                    <a:pt x="2480027" y="219383"/>
                  </a:lnTo>
                  <a:lnTo>
                    <a:pt x="2402393" y="213191"/>
                  </a:lnTo>
                  <a:lnTo>
                    <a:pt x="2324759" y="206958"/>
                  </a:lnTo>
                  <a:lnTo>
                    <a:pt x="2247125" y="200684"/>
                  </a:lnTo>
                  <a:lnTo>
                    <a:pt x="2169491" y="194369"/>
                  </a:lnTo>
                  <a:lnTo>
                    <a:pt x="2091857" y="188012"/>
                  </a:lnTo>
                  <a:lnTo>
                    <a:pt x="2014223" y="181613"/>
                  </a:lnTo>
                  <a:lnTo>
                    <a:pt x="1936589" y="175171"/>
                  </a:lnTo>
                  <a:lnTo>
                    <a:pt x="1858955" y="168688"/>
                  </a:lnTo>
                  <a:lnTo>
                    <a:pt x="1781321" y="162162"/>
                  </a:lnTo>
                  <a:lnTo>
                    <a:pt x="1703687" y="155592"/>
                  </a:lnTo>
                  <a:lnTo>
                    <a:pt x="1626053" y="148979"/>
                  </a:lnTo>
                  <a:lnTo>
                    <a:pt x="1548419" y="142323"/>
                  </a:lnTo>
                  <a:lnTo>
                    <a:pt x="1470785" y="135623"/>
                  </a:lnTo>
                  <a:lnTo>
                    <a:pt x="1393151" y="128879"/>
                  </a:lnTo>
                  <a:lnTo>
                    <a:pt x="1315517" y="122090"/>
                  </a:lnTo>
                  <a:lnTo>
                    <a:pt x="1237883" y="115256"/>
                  </a:lnTo>
                  <a:lnTo>
                    <a:pt x="1160249" y="108377"/>
                  </a:lnTo>
                  <a:lnTo>
                    <a:pt x="1082615" y="101453"/>
                  </a:lnTo>
                  <a:lnTo>
                    <a:pt x="1004981" y="94484"/>
                  </a:lnTo>
                  <a:lnTo>
                    <a:pt x="927346" y="87468"/>
                  </a:lnTo>
                  <a:lnTo>
                    <a:pt x="849712" y="80406"/>
                  </a:lnTo>
                  <a:lnTo>
                    <a:pt x="772078" y="73298"/>
                  </a:lnTo>
                  <a:lnTo>
                    <a:pt x="694444" y="66142"/>
                  </a:lnTo>
                  <a:lnTo>
                    <a:pt x="616810" y="58940"/>
                  </a:lnTo>
                  <a:lnTo>
                    <a:pt x="539176" y="51690"/>
                  </a:lnTo>
                  <a:lnTo>
                    <a:pt x="461542" y="44392"/>
                  </a:lnTo>
                  <a:lnTo>
                    <a:pt x="383908" y="37046"/>
                  </a:lnTo>
                  <a:lnTo>
                    <a:pt x="306274" y="29651"/>
                  </a:lnTo>
                  <a:lnTo>
                    <a:pt x="228640" y="22208"/>
                  </a:lnTo>
                  <a:lnTo>
                    <a:pt x="151006" y="14716"/>
                  </a:lnTo>
                  <a:lnTo>
                    <a:pt x="73372" y="71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70574" y="1896563"/>
              <a:ext cx="6517915" cy="3561662"/>
            </a:xfrm>
            <a:custGeom>
              <a:avLst/>
              <a:pathLst>
                <a:path w="6517915" h="3561662">
                  <a:moveTo>
                    <a:pt x="0" y="0"/>
                  </a:moveTo>
                  <a:lnTo>
                    <a:pt x="74290" y="150675"/>
                  </a:lnTo>
                  <a:lnTo>
                    <a:pt x="151924" y="301357"/>
                  </a:lnTo>
                  <a:lnTo>
                    <a:pt x="229558" y="445556"/>
                  </a:lnTo>
                  <a:lnTo>
                    <a:pt x="307192" y="583550"/>
                  </a:lnTo>
                  <a:lnTo>
                    <a:pt x="384826" y="715607"/>
                  </a:lnTo>
                  <a:lnTo>
                    <a:pt x="462460" y="841982"/>
                  </a:lnTo>
                  <a:lnTo>
                    <a:pt x="540094" y="962918"/>
                  </a:lnTo>
                  <a:lnTo>
                    <a:pt x="617728" y="1078652"/>
                  </a:lnTo>
                  <a:lnTo>
                    <a:pt x="695362" y="1189405"/>
                  </a:lnTo>
                  <a:lnTo>
                    <a:pt x="772996" y="1295393"/>
                  </a:lnTo>
                  <a:lnTo>
                    <a:pt x="850630" y="1396821"/>
                  </a:lnTo>
                  <a:lnTo>
                    <a:pt x="928264" y="1493884"/>
                  </a:lnTo>
                  <a:lnTo>
                    <a:pt x="1005898" y="1586771"/>
                  </a:lnTo>
                  <a:lnTo>
                    <a:pt x="1083532" y="1675661"/>
                  </a:lnTo>
                  <a:lnTo>
                    <a:pt x="1161166" y="1760727"/>
                  </a:lnTo>
                  <a:lnTo>
                    <a:pt x="1238800" y="1842132"/>
                  </a:lnTo>
                  <a:lnTo>
                    <a:pt x="1316434" y="1920035"/>
                  </a:lnTo>
                  <a:lnTo>
                    <a:pt x="1394068" y="1994585"/>
                  </a:lnTo>
                  <a:lnTo>
                    <a:pt x="1471702" y="2065928"/>
                  </a:lnTo>
                  <a:lnTo>
                    <a:pt x="1549336" y="2134201"/>
                  </a:lnTo>
                  <a:lnTo>
                    <a:pt x="1626970" y="2199536"/>
                  </a:lnTo>
                  <a:lnTo>
                    <a:pt x="1704604" y="2262061"/>
                  </a:lnTo>
                  <a:lnTo>
                    <a:pt x="1782238" y="2321894"/>
                  </a:lnTo>
                  <a:lnTo>
                    <a:pt x="1859873" y="2379154"/>
                  </a:lnTo>
                  <a:lnTo>
                    <a:pt x="1937507" y="2433949"/>
                  </a:lnTo>
                  <a:lnTo>
                    <a:pt x="2015141" y="2486387"/>
                  </a:lnTo>
                  <a:lnTo>
                    <a:pt x="2092775" y="2536569"/>
                  </a:lnTo>
                  <a:lnTo>
                    <a:pt x="2170409" y="2584591"/>
                  </a:lnTo>
                  <a:lnTo>
                    <a:pt x="2248043" y="2630547"/>
                  </a:lnTo>
                  <a:lnTo>
                    <a:pt x="2325677" y="2674526"/>
                  </a:lnTo>
                  <a:lnTo>
                    <a:pt x="2403311" y="2716612"/>
                  </a:lnTo>
                  <a:lnTo>
                    <a:pt x="2480945" y="2756888"/>
                  </a:lnTo>
                  <a:lnTo>
                    <a:pt x="2558579" y="2795430"/>
                  </a:lnTo>
                  <a:lnTo>
                    <a:pt x="2636213" y="2832314"/>
                  </a:lnTo>
                  <a:lnTo>
                    <a:pt x="2713847" y="2867611"/>
                  </a:lnTo>
                  <a:lnTo>
                    <a:pt x="2791481" y="2901390"/>
                  </a:lnTo>
                  <a:lnTo>
                    <a:pt x="2869115" y="2933715"/>
                  </a:lnTo>
                  <a:lnTo>
                    <a:pt x="2946749" y="2964649"/>
                  </a:lnTo>
                  <a:lnTo>
                    <a:pt x="3024383" y="2994252"/>
                  </a:lnTo>
                  <a:lnTo>
                    <a:pt x="3102017" y="3022581"/>
                  </a:lnTo>
                  <a:lnTo>
                    <a:pt x="3179651" y="3049691"/>
                  </a:lnTo>
                  <a:lnTo>
                    <a:pt x="3257285" y="3075635"/>
                  </a:lnTo>
                  <a:lnTo>
                    <a:pt x="3334919" y="3100462"/>
                  </a:lnTo>
                  <a:lnTo>
                    <a:pt x="3412553" y="3124222"/>
                  </a:lnTo>
                  <a:lnTo>
                    <a:pt x="3490187" y="3146958"/>
                  </a:lnTo>
                  <a:lnTo>
                    <a:pt x="3567822" y="3168717"/>
                  </a:lnTo>
                  <a:lnTo>
                    <a:pt x="3645456" y="3189539"/>
                  </a:lnTo>
                  <a:lnTo>
                    <a:pt x="3723090" y="3209466"/>
                  </a:lnTo>
                  <a:lnTo>
                    <a:pt x="3800724" y="3228535"/>
                  </a:lnTo>
                  <a:lnTo>
                    <a:pt x="3878358" y="3246783"/>
                  </a:lnTo>
                  <a:lnTo>
                    <a:pt x="3955992" y="3264247"/>
                  </a:lnTo>
                  <a:lnTo>
                    <a:pt x="4033626" y="3280958"/>
                  </a:lnTo>
                  <a:lnTo>
                    <a:pt x="4111260" y="3296951"/>
                  </a:lnTo>
                  <a:lnTo>
                    <a:pt x="4188894" y="3312256"/>
                  </a:lnTo>
                  <a:lnTo>
                    <a:pt x="4266528" y="3326902"/>
                  </a:lnTo>
                  <a:lnTo>
                    <a:pt x="4344162" y="3340918"/>
                  </a:lnTo>
                  <a:lnTo>
                    <a:pt x="4421796" y="3354331"/>
                  </a:lnTo>
                  <a:lnTo>
                    <a:pt x="4499430" y="3367167"/>
                  </a:lnTo>
                  <a:lnTo>
                    <a:pt x="4577064" y="3379450"/>
                  </a:lnTo>
                  <a:lnTo>
                    <a:pt x="4654698" y="3391205"/>
                  </a:lnTo>
                  <a:lnTo>
                    <a:pt x="4732332" y="3402454"/>
                  </a:lnTo>
                  <a:lnTo>
                    <a:pt x="4809966" y="3413219"/>
                  </a:lnTo>
                  <a:lnTo>
                    <a:pt x="4887600" y="3423521"/>
                  </a:lnTo>
                  <a:lnTo>
                    <a:pt x="4965234" y="3433380"/>
                  </a:lnTo>
                  <a:lnTo>
                    <a:pt x="5042868" y="3442814"/>
                  </a:lnTo>
                  <a:lnTo>
                    <a:pt x="5120502" y="3451843"/>
                  </a:lnTo>
                  <a:lnTo>
                    <a:pt x="5198136" y="3460483"/>
                  </a:lnTo>
                  <a:lnTo>
                    <a:pt x="5275771" y="3468751"/>
                  </a:lnTo>
                  <a:lnTo>
                    <a:pt x="5353405" y="3476664"/>
                  </a:lnTo>
                  <a:lnTo>
                    <a:pt x="5431039" y="3484236"/>
                  </a:lnTo>
                  <a:lnTo>
                    <a:pt x="5508673" y="3491482"/>
                  </a:lnTo>
                  <a:lnTo>
                    <a:pt x="5586307" y="3498416"/>
                  </a:lnTo>
                  <a:lnTo>
                    <a:pt x="5663941" y="3505052"/>
                  </a:lnTo>
                  <a:lnTo>
                    <a:pt x="5741575" y="3511403"/>
                  </a:lnTo>
                  <a:lnTo>
                    <a:pt x="5819209" y="3517480"/>
                  </a:lnTo>
                  <a:lnTo>
                    <a:pt x="5896843" y="3523296"/>
                  </a:lnTo>
                  <a:lnTo>
                    <a:pt x="5974477" y="3528862"/>
                  </a:lnTo>
                  <a:lnTo>
                    <a:pt x="6052111" y="3534188"/>
                  </a:lnTo>
                  <a:lnTo>
                    <a:pt x="6129745" y="3539285"/>
                  </a:lnTo>
                  <a:lnTo>
                    <a:pt x="6207379" y="3544162"/>
                  </a:lnTo>
                  <a:lnTo>
                    <a:pt x="6285013" y="3548830"/>
                  </a:lnTo>
                  <a:lnTo>
                    <a:pt x="6362647" y="3553297"/>
                  </a:lnTo>
                  <a:lnTo>
                    <a:pt x="6440281" y="3557571"/>
                  </a:lnTo>
                  <a:lnTo>
                    <a:pt x="6517915" y="356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2026-05-22T10:43:04Z</dcterms:modified>
  <cp:category/>
</cp:coreProperties>
</file>