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71026"/>
            </a:xfrm>
            <a:custGeom>
              <a:avLst/>
              <a:pathLst>
                <a:path w="7370972" h="3471026">
                  <a:moveTo>
                    <a:pt x="2017410" y="0"/>
                  </a:moveTo>
                  <a:lnTo>
                    <a:pt x="2091857" y="261969"/>
                  </a:lnTo>
                  <a:lnTo>
                    <a:pt x="2169491" y="513801"/>
                  </a:lnTo>
                  <a:lnTo>
                    <a:pt x="2247125" y="745949"/>
                  </a:lnTo>
                  <a:lnTo>
                    <a:pt x="2324759" y="959950"/>
                  </a:lnTo>
                  <a:lnTo>
                    <a:pt x="2402393" y="1157224"/>
                  </a:lnTo>
                  <a:lnTo>
                    <a:pt x="2480027" y="1339078"/>
                  </a:lnTo>
                  <a:lnTo>
                    <a:pt x="2557661" y="1506717"/>
                  </a:lnTo>
                  <a:lnTo>
                    <a:pt x="2635295" y="1661252"/>
                  </a:lnTo>
                  <a:lnTo>
                    <a:pt x="2712930" y="1803708"/>
                  </a:lnTo>
                  <a:lnTo>
                    <a:pt x="2790564" y="1935029"/>
                  </a:lnTo>
                  <a:lnTo>
                    <a:pt x="2868198" y="2056086"/>
                  </a:lnTo>
                  <a:lnTo>
                    <a:pt x="2945832" y="2167680"/>
                  </a:lnTo>
                  <a:lnTo>
                    <a:pt x="3023466" y="2270551"/>
                  </a:lnTo>
                  <a:lnTo>
                    <a:pt x="3101100" y="2365381"/>
                  </a:lnTo>
                  <a:lnTo>
                    <a:pt x="3178734" y="2452798"/>
                  </a:lnTo>
                  <a:lnTo>
                    <a:pt x="3256368" y="2533383"/>
                  </a:lnTo>
                  <a:lnTo>
                    <a:pt x="3334002" y="2607669"/>
                  </a:lnTo>
                  <a:lnTo>
                    <a:pt x="3411636" y="2656070"/>
                  </a:lnTo>
                  <a:lnTo>
                    <a:pt x="3489270" y="2661492"/>
                  </a:lnTo>
                  <a:lnTo>
                    <a:pt x="3566904" y="2666879"/>
                  </a:lnTo>
                  <a:lnTo>
                    <a:pt x="3644538" y="2672230"/>
                  </a:lnTo>
                  <a:lnTo>
                    <a:pt x="3722172" y="2677547"/>
                  </a:lnTo>
                  <a:lnTo>
                    <a:pt x="3799806" y="2682828"/>
                  </a:lnTo>
                  <a:lnTo>
                    <a:pt x="3877440" y="2688075"/>
                  </a:lnTo>
                  <a:lnTo>
                    <a:pt x="3955074" y="2693287"/>
                  </a:lnTo>
                  <a:lnTo>
                    <a:pt x="4032708" y="2698465"/>
                  </a:lnTo>
                  <a:lnTo>
                    <a:pt x="4110342" y="2703610"/>
                  </a:lnTo>
                  <a:lnTo>
                    <a:pt x="4187976" y="2708720"/>
                  </a:lnTo>
                  <a:lnTo>
                    <a:pt x="4265610" y="2713798"/>
                  </a:lnTo>
                  <a:lnTo>
                    <a:pt x="4343244" y="2718842"/>
                  </a:lnTo>
                  <a:lnTo>
                    <a:pt x="4420879" y="2723853"/>
                  </a:lnTo>
                  <a:lnTo>
                    <a:pt x="4498513" y="2728831"/>
                  </a:lnTo>
                  <a:lnTo>
                    <a:pt x="4576147" y="2733776"/>
                  </a:lnTo>
                  <a:lnTo>
                    <a:pt x="4653781" y="2738689"/>
                  </a:lnTo>
                  <a:lnTo>
                    <a:pt x="4731415" y="2743570"/>
                  </a:lnTo>
                  <a:lnTo>
                    <a:pt x="4809049" y="2748419"/>
                  </a:lnTo>
                  <a:lnTo>
                    <a:pt x="4886683" y="2753236"/>
                  </a:lnTo>
                  <a:lnTo>
                    <a:pt x="4964317" y="2758022"/>
                  </a:lnTo>
                  <a:lnTo>
                    <a:pt x="5041951" y="2762776"/>
                  </a:lnTo>
                  <a:lnTo>
                    <a:pt x="5119585" y="2767499"/>
                  </a:lnTo>
                  <a:lnTo>
                    <a:pt x="5197219" y="2772191"/>
                  </a:lnTo>
                  <a:lnTo>
                    <a:pt x="5274853" y="2776852"/>
                  </a:lnTo>
                  <a:lnTo>
                    <a:pt x="5352487" y="2781483"/>
                  </a:lnTo>
                  <a:lnTo>
                    <a:pt x="5430121" y="2786084"/>
                  </a:lnTo>
                  <a:lnTo>
                    <a:pt x="5507755" y="2790654"/>
                  </a:lnTo>
                  <a:lnTo>
                    <a:pt x="5585389" y="2795195"/>
                  </a:lnTo>
                  <a:lnTo>
                    <a:pt x="5663023" y="2799705"/>
                  </a:lnTo>
                  <a:lnTo>
                    <a:pt x="5740657" y="2804186"/>
                  </a:lnTo>
                  <a:lnTo>
                    <a:pt x="5818291" y="2808638"/>
                  </a:lnTo>
                  <a:lnTo>
                    <a:pt x="5895925" y="2813061"/>
                  </a:lnTo>
                  <a:lnTo>
                    <a:pt x="5973559" y="2817454"/>
                  </a:lnTo>
                  <a:lnTo>
                    <a:pt x="6051193" y="2821819"/>
                  </a:lnTo>
                  <a:lnTo>
                    <a:pt x="6128827" y="2826156"/>
                  </a:lnTo>
                  <a:lnTo>
                    <a:pt x="6206462" y="2830464"/>
                  </a:lnTo>
                  <a:lnTo>
                    <a:pt x="6284096" y="2834743"/>
                  </a:lnTo>
                  <a:lnTo>
                    <a:pt x="6361730" y="2838995"/>
                  </a:lnTo>
                  <a:lnTo>
                    <a:pt x="6439364" y="2843219"/>
                  </a:lnTo>
                  <a:lnTo>
                    <a:pt x="6516998" y="2847415"/>
                  </a:lnTo>
                  <a:lnTo>
                    <a:pt x="6594632" y="2851583"/>
                  </a:lnTo>
                  <a:lnTo>
                    <a:pt x="6672266" y="2855725"/>
                  </a:lnTo>
                  <a:lnTo>
                    <a:pt x="6749900" y="2859839"/>
                  </a:lnTo>
                  <a:lnTo>
                    <a:pt x="6827534" y="2863926"/>
                  </a:lnTo>
                  <a:lnTo>
                    <a:pt x="6905168" y="2867986"/>
                  </a:lnTo>
                  <a:lnTo>
                    <a:pt x="6982802" y="2872020"/>
                  </a:lnTo>
                  <a:lnTo>
                    <a:pt x="7060436" y="2876028"/>
                  </a:lnTo>
                  <a:lnTo>
                    <a:pt x="7138070" y="2880009"/>
                  </a:lnTo>
                  <a:lnTo>
                    <a:pt x="7215704" y="2883964"/>
                  </a:lnTo>
                  <a:lnTo>
                    <a:pt x="7293338" y="2887893"/>
                  </a:lnTo>
                  <a:lnTo>
                    <a:pt x="7370972" y="2891796"/>
                  </a:lnTo>
                  <a:lnTo>
                    <a:pt x="7370972" y="3471026"/>
                  </a:lnTo>
                  <a:lnTo>
                    <a:pt x="7293338" y="3469948"/>
                  </a:lnTo>
                  <a:lnTo>
                    <a:pt x="7215704" y="3468777"/>
                  </a:lnTo>
                  <a:lnTo>
                    <a:pt x="7138070" y="3467508"/>
                  </a:lnTo>
                  <a:lnTo>
                    <a:pt x="7060436" y="3466131"/>
                  </a:lnTo>
                  <a:lnTo>
                    <a:pt x="6982802" y="3464638"/>
                  </a:lnTo>
                  <a:lnTo>
                    <a:pt x="6905168" y="3463017"/>
                  </a:lnTo>
                  <a:lnTo>
                    <a:pt x="6827534" y="3461260"/>
                  </a:lnTo>
                  <a:lnTo>
                    <a:pt x="6749900" y="3459353"/>
                  </a:lnTo>
                  <a:lnTo>
                    <a:pt x="6672266" y="3457285"/>
                  </a:lnTo>
                  <a:lnTo>
                    <a:pt x="6594632" y="3455041"/>
                  </a:lnTo>
                  <a:lnTo>
                    <a:pt x="6516998" y="3452607"/>
                  </a:lnTo>
                  <a:lnTo>
                    <a:pt x="6439364" y="3449966"/>
                  </a:lnTo>
                  <a:lnTo>
                    <a:pt x="6361730" y="3447102"/>
                  </a:lnTo>
                  <a:lnTo>
                    <a:pt x="6284096" y="3443995"/>
                  </a:lnTo>
                  <a:lnTo>
                    <a:pt x="6206462" y="3440624"/>
                  </a:lnTo>
                  <a:lnTo>
                    <a:pt x="6128827" y="3436968"/>
                  </a:lnTo>
                  <a:lnTo>
                    <a:pt x="6051193" y="3433001"/>
                  </a:lnTo>
                  <a:lnTo>
                    <a:pt x="5973559" y="3428698"/>
                  </a:lnTo>
                  <a:lnTo>
                    <a:pt x="5895925" y="3424030"/>
                  </a:lnTo>
                  <a:lnTo>
                    <a:pt x="5818291" y="3418967"/>
                  </a:lnTo>
                  <a:lnTo>
                    <a:pt x="5740657" y="3413474"/>
                  </a:lnTo>
                  <a:lnTo>
                    <a:pt x="5663023" y="3407515"/>
                  </a:lnTo>
                  <a:lnTo>
                    <a:pt x="5585389" y="3401052"/>
                  </a:lnTo>
                  <a:lnTo>
                    <a:pt x="5507755" y="3394040"/>
                  </a:lnTo>
                  <a:lnTo>
                    <a:pt x="5430121" y="3386433"/>
                  </a:lnTo>
                  <a:lnTo>
                    <a:pt x="5352487" y="3378182"/>
                  </a:lnTo>
                  <a:lnTo>
                    <a:pt x="5274853" y="3369230"/>
                  </a:lnTo>
                  <a:lnTo>
                    <a:pt x="5197219" y="3359520"/>
                  </a:lnTo>
                  <a:lnTo>
                    <a:pt x="5119585" y="3348987"/>
                  </a:lnTo>
                  <a:lnTo>
                    <a:pt x="5041951" y="3337560"/>
                  </a:lnTo>
                  <a:lnTo>
                    <a:pt x="4964317" y="3325164"/>
                  </a:lnTo>
                  <a:lnTo>
                    <a:pt x="4886683" y="3311717"/>
                  </a:lnTo>
                  <a:lnTo>
                    <a:pt x="4809049" y="3297130"/>
                  </a:lnTo>
                  <a:lnTo>
                    <a:pt x="4731415" y="3281307"/>
                  </a:lnTo>
                  <a:lnTo>
                    <a:pt x="4653781" y="3264141"/>
                  </a:lnTo>
                  <a:lnTo>
                    <a:pt x="4576147" y="3245520"/>
                  </a:lnTo>
                  <a:lnTo>
                    <a:pt x="4498513" y="3225320"/>
                  </a:lnTo>
                  <a:lnTo>
                    <a:pt x="4420879" y="3203407"/>
                  </a:lnTo>
                  <a:lnTo>
                    <a:pt x="4343244" y="3179636"/>
                  </a:lnTo>
                  <a:lnTo>
                    <a:pt x="4265610" y="3153850"/>
                  </a:lnTo>
                  <a:lnTo>
                    <a:pt x="4187976" y="3125876"/>
                  </a:lnTo>
                  <a:lnTo>
                    <a:pt x="4110342" y="3095531"/>
                  </a:lnTo>
                  <a:lnTo>
                    <a:pt x="4032708" y="3062613"/>
                  </a:lnTo>
                  <a:lnTo>
                    <a:pt x="3955074" y="3026904"/>
                  </a:lnTo>
                  <a:lnTo>
                    <a:pt x="3877440" y="2988167"/>
                  </a:lnTo>
                  <a:lnTo>
                    <a:pt x="3799806" y="2946145"/>
                  </a:lnTo>
                  <a:lnTo>
                    <a:pt x="3722172" y="2900560"/>
                  </a:lnTo>
                  <a:lnTo>
                    <a:pt x="3644538" y="2851109"/>
                  </a:lnTo>
                  <a:lnTo>
                    <a:pt x="3566904" y="2797466"/>
                  </a:lnTo>
                  <a:lnTo>
                    <a:pt x="3489270" y="2739274"/>
                  </a:lnTo>
                  <a:lnTo>
                    <a:pt x="3411636" y="2676148"/>
                  </a:lnTo>
                  <a:lnTo>
                    <a:pt x="3334002" y="2650612"/>
                  </a:lnTo>
                  <a:lnTo>
                    <a:pt x="3256368" y="2645119"/>
                  </a:lnTo>
                  <a:lnTo>
                    <a:pt x="3178734" y="2639589"/>
                  </a:lnTo>
                  <a:lnTo>
                    <a:pt x="3101100" y="2634022"/>
                  </a:lnTo>
                  <a:lnTo>
                    <a:pt x="3023466" y="2628419"/>
                  </a:lnTo>
                  <a:lnTo>
                    <a:pt x="2945832" y="2622779"/>
                  </a:lnTo>
                  <a:lnTo>
                    <a:pt x="2868198" y="2617101"/>
                  </a:lnTo>
                  <a:lnTo>
                    <a:pt x="2790564" y="2611386"/>
                  </a:lnTo>
                  <a:lnTo>
                    <a:pt x="2712930" y="2605634"/>
                  </a:lnTo>
                  <a:lnTo>
                    <a:pt x="2635295" y="2599843"/>
                  </a:lnTo>
                  <a:lnTo>
                    <a:pt x="2557661" y="2594015"/>
                  </a:lnTo>
                  <a:lnTo>
                    <a:pt x="2480027" y="2588148"/>
                  </a:lnTo>
                  <a:lnTo>
                    <a:pt x="2402393" y="2582242"/>
                  </a:lnTo>
                  <a:lnTo>
                    <a:pt x="2324759" y="2576297"/>
                  </a:lnTo>
                  <a:lnTo>
                    <a:pt x="2247125" y="2570313"/>
                  </a:lnTo>
                  <a:lnTo>
                    <a:pt x="2169491" y="2564290"/>
                  </a:lnTo>
                  <a:lnTo>
                    <a:pt x="2091857" y="2558227"/>
                  </a:lnTo>
                  <a:lnTo>
                    <a:pt x="2014223" y="2552124"/>
                  </a:lnTo>
                  <a:lnTo>
                    <a:pt x="1936589" y="2545981"/>
                  </a:lnTo>
                  <a:lnTo>
                    <a:pt x="1858955" y="2539797"/>
                  </a:lnTo>
                  <a:lnTo>
                    <a:pt x="1781321" y="2533572"/>
                  </a:lnTo>
                  <a:lnTo>
                    <a:pt x="1703687" y="2527307"/>
                  </a:lnTo>
                  <a:lnTo>
                    <a:pt x="1626053" y="2521000"/>
                  </a:lnTo>
                  <a:lnTo>
                    <a:pt x="1548419" y="2514651"/>
                  </a:lnTo>
                  <a:lnTo>
                    <a:pt x="1470785" y="2508261"/>
                  </a:lnTo>
                  <a:lnTo>
                    <a:pt x="1393151" y="2501828"/>
                  </a:lnTo>
                  <a:lnTo>
                    <a:pt x="1315517" y="2495353"/>
                  </a:lnTo>
                  <a:lnTo>
                    <a:pt x="1237883" y="2488835"/>
                  </a:lnTo>
                  <a:lnTo>
                    <a:pt x="1160249" y="2482275"/>
                  </a:lnTo>
                  <a:lnTo>
                    <a:pt x="1082615" y="2475671"/>
                  </a:lnTo>
                  <a:lnTo>
                    <a:pt x="1004981" y="2469024"/>
                  </a:lnTo>
                  <a:lnTo>
                    <a:pt x="927346" y="2462332"/>
                  </a:lnTo>
                  <a:lnTo>
                    <a:pt x="849712" y="2455597"/>
                  </a:lnTo>
                  <a:lnTo>
                    <a:pt x="772078" y="2448817"/>
                  </a:lnTo>
                  <a:lnTo>
                    <a:pt x="694444" y="2441993"/>
                  </a:lnTo>
                  <a:lnTo>
                    <a:pt x="616810" y="2435123"/>
                  </a:lnTo>
                  <a:lnTo>
                    <a:pt x="539176" y="2428208"/>
                  </a:lnTo>
                  <a:lnTo>
                    <a:pt x="461542" y="2421248"/>
                  </a:lnTo>
                  <a:lnTo>
                    <a:pt x="383908" y="2414241"/>
                  </a:lnTo>
                  <a:lnTo>
                    <a:pt x="306274" y="2407189"/>
                  </a:lnTo>
                  <a:lnTo>
                    <a:pt x="228640" y="2400090"/>
                  </a:lnTo>
                  <a:lnTo>
                    <a:pt x="151006" y="2392944"/>
                  </a:lnTo>
                  <a:lnTo>
                    <a:pt x="73372" y="2385751"/>
                  </a:lnTo>
                  <a:lnTo>
                    <a:pt x="0" y="23789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4928" y="2073503"/>
              <a:ext cx="5353561" cy="2891796"/>
            </a:xfrm>
            <a:custGeom>
              <a:avLst/>
              <a:pathLst>
                <a:path w="5353561" h="2891796">
                  <a:moveTo>
                    <a:pt x="0" y="0"/>
                  </a:moveTo>
                  <a:lnTo>
                    <a:pt x="74446" y="261969"/>
                  </a:lnTo>
                  <a:lnTo>
                    <a:pt x="152080" y="513801"/>
                  </a:lnTo>
                  <a:lnTo>
                    <a:pt x="229714" y="745949"/>
                  </a:lnTo>
                  <a:lnTo>
                    <a:pt x="307348" y="959950"/>
                  </a:lnTo>
                  <a:lnTo>
                    <a:pt x="384982" y="1157224"/>
                  </a:lnTo>
                  <a:lnTo>
                    <a:pt x="462617" y="1339078"/>
                  </a:lnTo>
                  <a:lnTo>
                    <a:pt x="540251" y="1506717"/>
                  </a:lnTo>
                  <a:lnTo>
                    <a:pt x="617885" y="1661252"/>
                  </a:lnTo>
                  <a:lnTo>
                    <a:pt x="695519" y="1803708"/>
                  </a:lnTo>
                  <a:lnTo>
                    <a:pt x="773153" y="1935029"/>
                  </a:lnTo>
                  <a:lnTo>
                    <a:pt x="850787" y="2056086"/>
                  </a:lnTo>
                  <a:lnTo>
                    <a:pt x="928421" y="2167680"/>
                  </a:lnTo>
                  <a:lnTo>
                    <a:pt x="1006055" y="2270551"/>
                  </a:lnTo>
                  <a:lnTo>
                    <a:pt x="1083689" y="2365381"/>
                  </a:lnTo>
                  <a:lnTo>
                    <a:pt x="1161323" y="2452798"/>
                  </a:lnTo>
                  <a:lnTo>
                    <a:pt x="1238957" y="2533383"/>
                  </a:lnTo>
                  <a:lnTo>
                    <a:pt x="1316591" y="2607669"/>
                  </a:lnTo>
                  <a:lnTo>
                    <a:pt x="1394225" y="2656070"/>
                  </a:lnTo>
                  <a:lnTo>
                    <a:pt x="1471859" y="2661492"/>
                  </a:lnTo>
                  <a:lnTo>
                    <a:pt x="1549493" y="2666879"/>
                  </a:lnTo>
                  <a:lnTo>
                    <a:pt x="1627127" y="2672230"/>
                  </a:lnTo>
                  <a:lnTo>
                    <a:pt x="1704761" y="2677547"/>
                  </a:lnTo>
                  <a:lnTo>
                    <a:pt x="1782395" y="2682828"/>
                  </a:lnTo>
                  <a:lnTo>
                    <a:pt x="1860029" y="2688075"/>
                  </a:lnTo>
                  <a:lnTo>
                    <a:pt x="1937663" y="2693287"/>
                  </a:lnTo>
                  <a:lnTo>
                    <a:pt x="2015297" y="2698465"/>
                  </a:lnTo>
                  <a:lnTo>
                    <a:pt x="2092931" y="2703610"/>
                  </a:lnTo>
                  <a:lnTo>
                    <a:pt x="2170566" y="2708720"/>
                  </a:lnTo>
                  <a:lnTo>
                    <a:pt x="2248200" y="2713798"/>
                  </a:lnTo>
                  <a:lnTo>
                    <a:pt x="2325834" y="2718842"/>
                  </a:lnTo>
                  <a:lnTo>
                    <a:pt x="2403468" y="2723853"/>
                  </a:lnTo>
                  <a:lnTo>
                    <a:pt x="2481102" y="2728831"/>
                  </a:lnTo>
                  <a:lnTo>
                    <a:pt x="2558736" y="2733776"/>
                  </a:lnTo>
                  <a:lnTo>
                    <a:pt x="2636370" y="2738689"/>
                  </a:lnTo>
                  <a:lnTo>
                    <a:pt x="2714004" y="2743570"/>
                  </a:lnTo>
                  <a:lnTo>
                    <a:pt x="2791638" y="2748419"/>
                  </a:lnTo>
                  <a:lnTo>
                    <a:pt x="2869272" y="2753236"/>
                  </a:lnTo>
                  <a:lnTo>
                    <a:pt x="2946906" y="2758022"/>
                  </a:lnTo>
                  <a:lnTo>
                    <a:pt x="3024540" y="2762776"/>
                  </a:lnTo>
                  <a:lnTo>
                    <a:pt x="3102174" y="2767499"/>
                  </a:lnTo>
                  <a:lnTo>
                    <a:pt x="3179808" y="2772191"/>
                  </a:lnTo>
                  <a:lnTo>
                    <a:pt x="3257442" y="2776852"/>
                  </a:lnTo>
                  <a:lnTo>
                    <a:pt x="3335076" y="2781483"/>
                  </a:lnTo>
                  <a:lnTo>
                    <a:pt x="3412710" y="2786084"/>
                  </a:lnTo>
                  <a:lnTo>
                    <a:pt x="3490344" y="2790654"/>
                  </a:lnTo>
                  <a:lnTo>
                    <a:pt x="3567978" y="2795195"/>
                  </a:lnTo>
                  <a:lnTo>
                    <a:pt x="3645612" y="2799705"/>
                  </a:lnTo>
                  <a:lnTo>
                    <a:pt x="3723246" y="2804186"/>
                  </a:lnTo>
                  <a:lnTo>
                    <a:pt x="3800880" y="2808638"/>
                  </a:lnTo>
                  <a:lnTo>
                    <a:pt x="3878515" y="2813061"/>
                  </a:lnTo>
                  <a:lnTo>
                    <a:pt x="3956149" y="2817454"/>
                  </a:lnTo>
                  <a:lnTo>
                    <a:pt x="4033783" y="2821819"/>
                  </a:lnTo>
                  <a:lnTo>
                    <a:pt x="4111417" y="2826156"/>
                  </a:lnTo>
                  <a:lnTo>
                    <a:pt x="4189051" y="2830464"/>
                  </a:lnTo>
                  <a:lnTo>
                    <a:pt x="4266685" y="2834743"/>
                  </a:lnTo>
                  <a:lnTo>
                    <a:pt x="4344319" y="2838995"/>
                  </a:lnTo>
                  <a:lnTo>
                    <a:pt x="4421953" y="2843219"/>
                  </a:lnTo>
                  <a:lnTo>
                    <a:pt x="4499587" y="2847415"/>
                  </a:lnTo>
                  <a:lnTo>
                    <a:pt x="4577221" y="2851583"/>
                  </a:lnTo>
                  <a:lnTo>
                    <a:pt x="4654855" y="2855725"/>
                  </a:lnTo>
                  <a:lnTo>
                    <a:pt x="4732489" y="2859839"/>
                  </a:lnTo>
                  <a:lnTo>
                    <a:pt x="4810123" y="2863926"/>
                  </a:lnTo>
                  <a:lnTo>
                    <a:pt x="4887757" y="2867986"/>
                  </a:lnTo>
                  <a:lnTo>
                    <a:pt x="4965391" y="2872020"/>
                  </a:lnTo>
                  <a:lnTo>
                    <a:pt x="5043025" y="2876028"/>
                  </a:lnTo>
                  <a:lnTo>
                    <a:pt x="5120659" y="2880009"/>
                  </a:lnTo>
                  <a:lnTo>
                    <a:pt x="5198293" y="2883964"/>
                  </a:lnTo>
                  <a:lnTo>
                    <a:pt x="5275927" y="2887893"/>
                  </a:lnTo>
                  <a:lnTo>
                    <a:pt x="5353561" y="2891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52411"/>
              <a:ext cx="7370972" cy="1092118"/>
            </a:xfrm>
            <a:custGeom>
              <a:avLst/>
              <a:pathLst>
                <a:path w="7370972" h="1092118">
                  <a:moveTo>
                    <a:pt x="7370972" y="1092118"/>
                  </a:moveTo>
                  <a:lnTo>
                    <a:pt x="7293338" y="1091039"/>
                  </a:lnTo>
                  <a:lnTo>
                    <a:pt x="7215704" y="1089869"/>
                  </a:lnTo>
                  <a:lnTo>
                    <a:pt x="7138070" y="1088600"/>
                  </a:lnTo>
                  <a:lnTo>
                    <a:pt x="7060436" y="1087223"/>
                  </a:lnTo>
                  <a:lnTo>
                    <a:pt x="6982802" y="1085729"/>
                  </a:lnTo>
                  <a:lnTo>
                    <a:pt x="6905168" y="1084109"/>
                  </a:lnTo>
                  <a:lnTo>
                    <a:pt x="6827534" y="1082351"/>
                  </a:lnTo>
                  <a:lnTo>
                    <a:pt x="6749900" y="1080444"/>
                  </a:lnTo>
                  <a:lnTo>
                    <a:pt x="6672266" y="1078376"/>
                  </a:lnTo>
                  <a:lnTo>
                    <a:pt x="6594632" y="1076132"/>
                  </a:lnTo>
                  <a:lnTo>
                    <a:pt x="6516998" y="1073698"/>
                  </a:lnTo>
                  <a:lnTo>
                    <a:pt x="6439364" y="1071058"/>
                  </a:lnTo>
                  <a:lnTo>
                    <a:pt x="6361730" y="1068193"/>
                  </a:lnTo>
                  <a:lnTo>
                    <a:pt x="6284096" y="1065086"/>
                  </a:lnTo>
                  <a:lnTo>
                    <a:pt x="6206462" y="1061715"/>
                  </a:lnTo>
                  <a:lnTo>
                    <a:pt x="6128827" y="1058059"/>
                  </a:lnTo>
                  <a:lnTo>
                    <a:pt x="6051193" y="1054092"/>
                  </a:lnTo>
                  <a:lnTo>
                    <a:pt x="5973559" y="1049790"/>
                  </a:lnTo>
                  <a:lnTo>
                    <a:pt x="5895925" y="1045122"/>
                  </a:lnTo>
                  <a:lnTo>
                    <a:pt x="5818291" y="1040058"/>
                  </a:lnTo>
                  <a:lnTo>
                    <a:pt x="5740657" y="1034565"/>
                  </a:lnTo>
                  <a:lnTo>
                    <a:pt x="5663023" y="1028607"/>
                  </a:lnTo>
                  <a:lnTo>
                    <a:pt x="5585389" y="1022143"/>
                  </a:lnTo>
                  <a:lnTo>
                    <a:pt x="5507755" y="1015131"/>
                  </a:lnTo>
                  <a:lnTo>
                    <a:pt x="5430121" y="1007524"/>
                  </a:lnTo>
                  <a:lnTo>
                    <a:pt x="5352487" y="999273"/>
                  </a:lnTo>
                  <a:lnTo>
                    <a:pt x="5274853" y="990322"/>
                  </a:lnTo>
                  <a:lnTo>
                    <a:pt x="5197219" y="980611"/>
                  </a:lnTo>
                  <a:lnTo>
                    <a:pt x="5119585" y="970078"/>
                  </a:lnTo>
                  <a:lnTo>
                    <a:pt x="5041951" y="958651"/>
                  </a:lnTo>
                  <a:lnTo>
                    <a:pt x="4964317" y="946255"/>
                  </a:lnTo>
                  <a:lnTo>
                    <a:pt x="4886683" y="932809"/>
                  </a:lnTo>
                  <a:lnTo>
                    <a:pt x="4809049" y="918222"/>
                  </a:lnTo>
                  <a:lnTo>
                    <a:pt x="4731415" y="902398"/>
                  </a:lnTo>
                  <a:lnTo>
                    <a:pt x="4653781" y="885232"/>
                  </a:lnTo>
                  <a:lnTo>
                    <a:pt x="4576147" y="866611"/>
                  </a:lnTo>
                  <a:lnTo>
                    <a:pt x="4498513" y="846411"/>
                  </a:lnTo>
                  <a:lnTo>
                    <a:pt x="4420879" y="824498"/>
                  </a:lnTo>
                  <a:lnTo>
                    <a:pt x="4343244" y="800728"/>
                  </a:lnTo>
                  <a:lnTo>
                    <a:pt x="4265610" y="774941"/>
                  </a:lnTo>
                  <a:lnTo>
                    <a:pt x="4187976" y="746968"/>
                  </a:lnTo>
                  <a:lnTo>
                    <a:pt x="4110342" y="716623"/>
                  </a:lnTo>
                  <a:lnTo>
                    <a:pt x="4032708" y="683705"/>
                  </a:lnTo>
                  <a:lnTo>
                    <a:pt x="3955074" y="647995"/>
                  </a:lnTo>
                  <a:lnTo>
                    <a:pt x="3877440" y="609258"/>
                  </a:lnTo>
                  <a:lnTo>
                    <a:pt x="3799806" y="567236"/>
                  </a:lnTo>
                  <a:lnTo>
                    <a:pt x="3722172" y="521651"/>
                  </a:lnTo>
                  <a:lnTo>
                    <a:pt x="3644538" y="472201"/>
                  </a:lnTo>
                  <a:lnTo>
                    <a:pt x="3566904" y="418557"/>
                  </a:lnTo>
                  <a:lnTo>
                    <a:pt x="3489270" y="360365"/>
                  </a:lnTo>
                  <a:lnTo>
                    <a:pt x="3411636" y="297239"/>
                  </a:lnTo>
                  <a:lnTo>
                    <a:pt x="3334002" y="271704"/>
                  </a:lnTo>
                  <a:lnTo>
                    <a:pt x="3256368" y="266210"/>
                  </a:lnTo>
                  <a:lnTo>
                    <a:pt x="3178734" y="260680"/>
                  </a:lnTo>
                  <a:lnTo>
                    <a:pt x="3101100" y="255113"/>
                  </a:lnTo>
                  <a:lnTo>
                    <a:pt x="3023466" y="249510"/>
                  </a:lnTo>
                  <a:lnTo>
                    <a:pt x="2945832" y="243870"/>
                  </a:lnTo>
                  <a:lnTo>
                    <a:pt x="2868198" y="238193"/>
                  </a:lnTo>
                  <a:lnTo>
                    <a:pt x="2790564" y="232478"/>
                  </a:lnTo>
                  <a:lnTo>
                    <a:pt x="2712930" y="226725"/>
                  </a:lnTo>
                  <a:lnTo>
                    <a:pt x="2635295" y="220935"/>
                  </a:lnTo>
                  <a:lnTo>
                    <a:pt x="2557661" y="215106"/>
                  </a:lnTo>
                  <a:lnTo>
                    <a:pt x="2480027" y="209239"/>
                  </a:lnTo>
                  <a:lnTo>
                    <a:pt x="2402393" y="203333"/>
                  </a:lnTo>
                  <a:lnTo>
                    <a:pt x="2324759" y="197389"/>
                  </a:lnTo>
                  <a:lnTo>
                    <a:pt x="2247125" y="191405"/>
                  </a:lnTo>
                  <a:lnTo>
                    <a:pt x="2169491" y="185381"/>
                  </a:lnTo>
                  <a:lnTo>
                    <a:pt x="2091857" y="179318"/>
                  </a:lnTo>
                  <a:lnTo>
                    <a:pt x="2014223" y="173215"/>
                  </a:lnTo>
                  <a:lnTo>
                    <a:pt x="1936589" y="167072"/>
                  </a:lnTo>
                  <a:lnTo>
                    <a:pt x="1858955" y="160888"/>
                  </a:lnTo>
                  <a:lnTo>
                    <a:pt x="1781321" y="154664"/>
                  </a:lnTo>
                  <a:lnTo>
                    <a:pt x="1703687" y="148398"/>
                  </a:lnTo>
                  <a:lnTo>
                    <a:pt x="1626053" y="142091"/>
                  </a:lnTo>
                  <a:lnTo>
                    <a:pt x="1548419" y="135742"/>
                  </a:lnTo>
                  <a:lnTo>
                    <a:pt x="1470785" y="129352"/>
                  </a:lnTo>
                  <a:lnTo>
                    <a:pt x="1393151" y="122919"/>
                  </a:lnTo>
                  <a:lnTo>
                    <a:pt x="1315517" y="116445"/>
                  </a:lnTo>
                  <a:lnTo>
                    <a:pt x="1237883" y="109927"/>
                  </a:lnTo>
                  <a:lnTo>
                    <a:pt x="1160249" y="103366"/>
                  </a:lnTo>
                  <a:lnTo>
                    <a:pt x="1082615" y="96762"/>
                  </a:lnTo>
                  <a:lnTo>
                    <a:pt x="1004981" y="90115"/>
                  </a:lnTo>
                  <a:lnTo>
                    <a:pt x="927346" y="83424"/>
                  </a:lnTo>
                  <a:lnTo>
                    <a:pt x="849712" y="76688"/>
                  </a:lnTo>
                  <a:lnTo>
                    <a:pt x="772078" y="69908"/>
                  </a:lnTo>
                  <a:lnTo>
                    <a:pt x="694444" y="63084"/>
                  </a:lnTo>
                  <a:lnTo>
                    <a:pt x="616810" y="56214"/>
                  </a:lnTo>
                  <a:lnTo>
                    <a:pt x="539176" y="49300"/>
                  </a:lnTo>
                  <a:lnTo>
                    <a:pt x="461542" y="42339"/>
                  </a:lnTo>
                  <a:lnTo>
                    <a:pt x="383908" y="35333"/>
                  </a:lnTo>
                  <a:lnTo>
                    <a:pt x="306274" y="28280"/>
                  </a:lnTo>
                  <a:lnTo>
                    <a:pt x="228640" y="21181"/>
                  </a:lnTo>
                  <a:lnTo>
                    <a:pt x="151006" y="14035"/>
                  </a:lnTo>
                  <a:lnTo>
                    <a:pt x="73372" y="68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70574" y="2073503"/>
              <a:ext cx="6517915" cy="3396972"/>
            </a:xfrm>
            <a:custGeom>
              <a:avLst/>
              <a:pathLst>
                <a:path w="6517915" h="3396972">
                  <a:moveTo>
                    <a:pt x="0" y="0"/>
                  </a:moveTo>
                  <a:lnTo>
                    <a:pt x="74290" y="143708"/>
                  </a:lnTo>
                  <a:lnTo>
                    <a:pt x="151924" y="287422"/>
                  </a:lnTo>
                  <a:lnTo>
                    <a:pt x="229558" y="424954"/>
                  </a:lnTo>
                  <a:lnTo>
                    <a:pt x="307192" y="556567"/>
                  </a:lnTo>
                  <a:lnTo>
                    <a:pt x="384826" y="682518"/>
                  </a:lnTo>
                  <a:lnTo>
                    <a:pt x="462460" y="803049"/>
                  </a:lnTo>
                  <a:lnTo>
                    <a:pt x="540094" y="918393"/>
                  </a:lnTo>
                  <a:lnTo>
                    <a:pt x="617728" y="1028775"/>
                  </a:lnTo>
                  <a:lnTo>
                    <a:pt x="695362" y="1134408"/>
                  </a:lnTo>
                  <a:lnTo>
                    <a:pt x="772996" y="1235495"/>
                  </a:lnTo>
                  <a:lnTo>
                    <a:pt x="850630" y="1332232"/>
                  </a:lnTo>
                  <a:lnTo>
                    <a:pt x="928264" y="1424808"/>
                  </a:lnTo>
                  <a:lnTo>
                    <a:pt x="1005898" y="1513399"/>
                  </a:lnTo>
                  <a:lnTo>
                    <a:pt x="1083532" y="1598179"/>
                  </a:lnTo>
                  <a:lnTo>
                    <a:pt x="1161166" y="1679311"/>
                  </a:lnTo>
                  <a:lnTo>
                    <a:pt x="1238800" y="1756952"/>
                  </a:lnTo>
                  <a:lnTo>
                    <a:pt x="1316434" y="1831253"/>
                  </a:lnTo>
                  <a:lnTo>
                    <a:pt x="1394068" y="1902356"/>
                  </a:lnTo>
                  <a:lnTo>
                    <a:pt x="1471702" y="1970400"/>
                  </a:lnTo>
                  <a:lnTo>
                    <a:pt x="1549336" y="2035516"/>
                  </a:lnTo>
                  <a:lnTo>
                    <a:pt x="1626970" y="2097831"/>
                  </a:lnTo>
                  <a:lnTo>
                    <a:pt x="1704604" y="2157464"/>
                  </a:lnTo>
                  <a:lnTo>
                    <a:pt x="1782239" y="2214531"/>
                  </a:lnTo>
                  <a:lnTo>
                    <a:pt x="1859873" y="2269143"/>
                  </a:lnTo>
                  <a:lnTo>
                    <a:pt x="1937507" y="2321404"/>
                  </a:lnTo>
                  <a:lnTo>
                    <a:pt x="2015141" y="2371418"/>
                  </a:lnTo>
                  <a:lnTo>
                    <a:pt x="2092775" y="2419279"/>
                  </a:lnTo>
                  <a:lnTo>
                    <a:pt x="2170409" y="2465081"/>
                  </a:lnTo>
                  <a:lnTo>
                    <a:pt x="2248043" y="2508912"/>
                  </a:lnTo>
                  <a:lnTo>
                    <a:pt x="2325677" y="2550857"/>
                  </a:lnTo>
                  <a:lnTo>
                    <a:pt x="2403311" y="2590997"/>
                  </a:lnTo>
                  <a:lnTo>
                    <a:pt x="2480945" y="2629410"/>
                  </a:lnTo>
                  <a:lnTo>
                    <a:pt x="2558579" y="2666171"/>
                  </a:lnTo>
                  <a:lnTo>
                    <a:pt x="2636213" y="2701349"/>
                  </a:lnTo>
                  <a:lnTo>
                    <a:pt x="2713847" y="2735014"/>
                  </a:lnTo>
                  <a:lnTo>
                    <a:pt x="2791481" y="2767230"/>
                  </a:lnTo>
                  <a:lnTo>
                    <a:pt x="2869115" y="2798061"/>
                  </a:lnTo>
                  <a:lnTo>
                    <a:pt x="2946749" y="2827564"/>
                  </a:lnTo>
                  <a:lnTo>
                    <a:pt x="3024383" y="2855798"/>
                  </a:lnTo>
                  <a:lnTo>
                    <a:pt x="3102017" y="2882818"/>
                  </a:lnTo>
                  <a:lnTo>
                    <a:pt x="3179651" y="2908674"/>
                  </a:lnTo>
                  <a:lnTo>
                    <a:pt x="3257285" y="2933419"/>
                  </a:lnTo>
                  <a:lnTo>
                    <a:pt x="3334919" y="2957098"/>
                  </a:lnTo>
                  <a:lnTo>
                    <a:pt x="3412553" y="2979759"/>
                  </a:lnTo>
                  <a:lnTo>
                    <a:pt x="3490188" y="3001444"/>
                  </a:lnTo>
                  <a:lnTo>
                    <a:pt x="3567822" y="3022197"/>
                  </a:lnTo>
                  <a:lnTo>
                    <a:pt x="3645456" y="3042056"/>
                  </a:lnTo>
                  <a:lnTo>
                    <a:pt x="3723090" y="3061061"/>
                  </a:lnTo>
                  <a:lnTo>
                    <a:pt x="3800724" y="3079248"/>
                  </a:lnTo>
                  <a:lnTo>
                    <a:pt x="3878358" y="3096653"/>
                  </a:lnTo>
                  <a:lnTo>
                    <a:pt x="3955992" y="3113309"/>
                  </a:lnTo>
                  <a:lnTo>
                    <a:pt x="4033626" y="3129248"/>
                  </a:lnTo>
                  <a:lnTo>
                    <a:pt x="4111260" y="3144501"/>
                  </a:lnTo>
                  <a:lnTo>
                    <a:pt x="4188894" y="3159098"/>
                  </a:lnTo>
                  <a:lnTo>
                    <a:pt x="4266528" y="3173067"/>
                  </a:lnTo>
                  <a:lnTo>
                    <a:pt x="4344162" y="3186435"/>
                  </a:lnTo>
                  <a:lnTo>
                    <a:pt x="4421796" y="3199228"/>
                  </a:lnTo>
                  <a:lnTo>
                    <a:pt x="4499430" y="3211470"/>
                  </a:lnTo>
                  <a:lnTo>
                    <a:pt x="4577064" y="3223186"/>
                  </a:lnTo>
                  <a:lnTo>
                    <a:pt x="4654698" y="3234397"/>
                  </a:lnTo>
                  <a:lnTo>
                    <a:pt x="4732332" y="3245126"/>
                  </a:lnTo>
                  <a:lnTo>
                    <a:pt x="4809966" y="3255393"/>
                  </a:lnTo>
                  <a:lnTo>
                    <a:pt x="4887600" y="3265219"/>
                  </a:lnTo>
                  <a:lnTo>
                    <a:pt x="4965234" y="3274622"/>
                  </a:lnTo>
                  <a:lnTo>
                    <a:pt x="5042868" y="3283620"/>
                  </a:lnTo>
                  <a:lnTo>
                    <a:pt x="5120502" y="3292231"/>
                  </a:lnTo>
                  <a:lnTo>
                    <a:pt x="5198137" y="3300471"/>
                  </a:lnTo>
                  <a:lnTo>
                    <a:pt x="5275771" y="3308357"/>
                  </a:lnTo>
                  <a:lnTo>
                    <a:pt x="5353405" y="3315904"/>
                  </a:lnTo>
                  <a:lnTo>
                    <a:pt x="5431039" y="3323126"/>
                  </a:lnTo>
                  <a:lnTo>
                    <a:pt x="5508673" y="3330037"/>
                  </a:lnTo>
                  <a:lnTo>
                    <a:pt x="5586307" y="3336651"/>
                  </a:lnTo>
                  <a:lnTo>
                    <a:pt x="5663941" y="3342980"/>
                  </a:lnTo>
                  <a:lnTo>
                    <a:pt x="5741575" y="3349037"/>
                  </a:lnTo>
                  <a:lnTo>
                    <a:pt x="5819209" y="3354833"/>
                  </a:lnTo>
                  <a:lnTo>
                    <a:pt x="5896843" y="3360380"/>
                  </a:lnTo>
                  <a:lnTo>
                    <a:pt x="5974477" y="3365688"/>
                  </a:lnTo>
                  <a:lnTo>
                    <a:pt x="6052111" y="3370768"/>
                  </a:lnTo>
                  <a:lnTo>
                    <a:pt x="6129745" y="3375629"/>
                  </a:lnTo>
                  <a:lnTo>
                    <a:pt x="6207379" y="3380281"/>
                  </a:lnTo>
                  <a:lnTo>
                    <a:pt x="6285013" y="3384733"/>
                  </a:lnTo>
                  <a:lnTo>
                    <a:pt x="6362647" y="3388994"/>
                  </a:lnTo>
                  <a:lnTo>
                    <a:pt x="6440281" y="3393071"/>
                  </a:lnTo>
                  <a:lnTo>
                    <a:pt x="6517915" y="33969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0.61 (95% CI 0.39-0.93), p = 0.021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2026-06-02T08:49:26Z</dcterms:modified>
  <cp:category/>
</cp:coreProperties>
</file>