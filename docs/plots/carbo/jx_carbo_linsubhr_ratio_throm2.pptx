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9386"/>
            </a:xfrm>
            <a:custGeom>
              <a:avLst/>
              <a:pathLst>
                <a:path w="7370972" h="3629386">
                  <a:moveTo>
                    <a:pt x="1807701" y="0"/>
                  </a:moveTo>
                  <a:lnTo>
                    <a:pt x="1858955" y="168171"/>
                  </a:lnTo>
                  <a:lnTo>
                    <a:pt x="1936589" y="405547"/>
                  </a:lnTo>
                  <a:lnTo>
                    <a:pt x="2014223" y="626752"/>
                  </a:lnTo>
                  <a:lnTo>
                    <a:pt x="2091857" y="832887"/>
                  </a:lnTo>
                  <a:lnTo>
                    <a:pt x="2169491" y="1024980"/>
                  </a:lnTo>
                  <a:lnTo>
                    <a:pt x="2247125" y="1203986"/>
                  </a:lnTo>
                  <a:lnTo>
                    <a:pt x="2324759" y="1370798"/>
                  </a:lnTo>
                  <a:lnTo>
                    <a:pt x="2402393" y="1526246"/>
                  </a:lnTo>
                  <a:lnTo>
                    <a:pt x="2480027" y="1671105"/>
                  </a:lnTo>
                  <a:lnTo>
                    <a:pt x="2557661" y="1806095"/>
                  </a:lnTo>
                  <a:lnTo>
                    <a:pt x="2635295" y="1931889"/>
                  </a:lnTo>
                  <a:lnTo>
                    <a:pt x="2712930" y="2049113"/>
                  </a:lnTo>
                  <a:lnTo>
                    <a:pt x="2790564" y="2158352"/>
                  </a:lnTo>
                  <a:lnTo>
                    <a:pt x="2868198" y="2260149"/>
                  </a:lnTo>
                  <a:lnTo>
                    <a:pt x="2945832" y="2355011"/>
                  </a:lnTo>
                  <a:lnTo>
                    <a:pt x="3023466" y="2443411"/>
                  </a:lnTo>
                  <a:lnTo>
                    <a:pt x="3101100" y="2525788"/>
                  </a:lnTo>
                  <a:lnTo>
                    <a:pt x="3178734" y="2602554"/>
                  </a:lnTo>
                  <a:lnTo>
                    <a:pt x="3256368" y="2674090"/>
                  </a:lnTo>
                  <a:lnTo>
                    <a:pt x="3334002" y="2740753"/>
                  </a:lnTo>
                  <a:lnTo>
                    <a:pt x="3411636" y="2784488"/>
                  </a:lnTo>
                  <a:lnTo>
                    <a:pt x="3489270" y="2789109"/>
                  </a:lnTo>
                  <a:lnTo>
                    <a:pt x="3566904" y="2793706"/>
                  </a:lnTo>
                  <a:lnTo>
                    <a:pt x="3644538" y="2798278"/>
                  </a:lnTo>
                  <a:lnTo>
                    <a:pt x="3722172" y="2802826"/>
                  </a:lnTo>
                  <a:lnTo>
                    <a:pt x="3799806" y="2807349"/>
                  </a:lnTo>
                  <a:lnTo>
                    <a:pt x="3877440" y="2811849"/>
                  </a:lnTo>
                  <a:lnTo>
                    <a:pt x="3955074" y="2816324"/>
                  </a:lnTo>
                  <a:lnTo>
                    <a:pt x="4032708" y="2820776"/>
                  </a:lnTo>
                  <a:lnTo>
                    <a:pt x="4110342" y="2825204"/>
                  </a:lnTo>
                  <a:lnTo>
                    <a:pt x="4187976" y="2829608"/>
                  </a:lnTo>
                  <a:lnTo>
                    <a:pt x="4265610" y="2833989"/>
                  </a:lnTo>
                  <a:lnTo>
                    <a:pt x="4343244" y="2838347"/>
                  </a:lnTo>
                  <a:lnTo>
                    <a:pt x="4420879" y="2842681"/>
                  </a:lnTo>
                  <a:lnTo>
                    <a:pt x="4498513" y="2846993"/>
                  </a:lnTo>
                  <a:lnTo>
                    <a:pt x="4576147" y="2851281"/>
                  </a:lnTo>
                  <a:lnTo>
                    <a:pt x="4653781" y="2855547"/>
                  </a:lnTo>
                  <a:lnTo>
                    <a:pt x="4731415" y="2859790"/>
                  </a:lnTo>
                  <a:lnTo>
                    <a:pt x="4809049" y="2864010"/>
                  </a:lnTo>
                  <a:lnTo>
                    <a:pt x="4886683" y="2868208"/>
                  </a:lnTo>
                  <a:lnTo>
                    <a:pt x="4964317" y="2872383"/>
                  </a:lnTo>
                  <a:lnTo>
                    <a:pt x="5041951" y="2876537"/>
                  </a:lnTo>
                  <a:lnTo>
                    <a:pt x="5119585" y="2880668"/>
                  </a:lnTo>
                  <a:lnTo>
                    <a:pt x="5197219" y="2884777"/>
                  </a:lnTo>
                  <a:lnTo>
                    <a:pt x="5274853" y="2888864"/>
                  </a:lnTo>
                  <a:lnTo>
                    <a:pt x="5352487" y="2892930"/>
                  </a:lnTo>
                  <a:lnTo>
                    <a:pt x="5430121" y="2896974"/>
                  </a:lnTo>
                  <a:lnTo>
                    <a:pt x="5507755" y="2900996"/>
                  </a:lnTo>
                  <a:lnTo>
                    <a:pt x="5585389" y="2904997"/>
                  </a:lnTo>
                  <a:lnTo>
                    <a:pt x="5663023" y="2908977"/>
                  </a:lnTo>
                  <a:lnTo>
                    <a:pt x="5740657" y="2912935"/>
                  </a:lnTo>
                  <a:lnTo>
                    <a:pt x="5818291" y="2916873"/>
                  </a:lnTo>
                  <a:lnTo>
                    <a:pt x="5895925" y="2920789"/>
                  </a:lnTo>
                  <a:lnTo>
                    <a:pt x="5973559" y="2924685"/>
                  </a:lnTo>
                  <a:lnTo>
                    <a:pt x="6051193" y="2928560"/>
                  </a:lnTo>
                  <a:lnTo>
                    <a:pt x="6128827" y="2932414"/>
                  </a:lnTo>
                  <a:lnTo>
                    <a:pt x="6206462" y="2936248"/>
                  </a:lnTo>
                  <a:lnTo>
                    <a:pt x="6284096" y="2940061"/>
                  </a:lnTo>
                  <a:lnTo>
                    <a:pt x="6361730" y="2943854"/>
                  </a:lnTo>
                  <a:lnTo>
                    <a:pt x="6439364" y="2947627"/>
                  </a:lnTo>
                  <a:lnTo>
                    <a:pt x="6516998" y="2951380"/>
                  </a:lnTo>
                  <a:lnTo>
                    <a:pt x="6594632" y="2955112"/>
                  </a:lnTo>
                  <a:lnTo>
                    <a:pt x="6672266" y="2958825"/>
                  </a:lnTo>
                  <a:lnTo>
                    <a:pt x="6749900" y="2962518"/>
                  </a:lnTo>
                  <a:lnTo>
                    <a:pt x="6827534" y="2966192"/>
                  </a:lnTo>
                  <a:lnTo>
                    <a:pt x="6905168" y="2969846"/>
                  </a:lnTo>
                  <a:lnTo>
                    <a:pt x="6982802" y="2973480"/>
                  </a:lnTo>
                  <a:lnTo>
                    <a:pt x="7060436" y="2977095"/>
                  </a:lnTo>
                  <a:lnTo>
                    <a:pt x="7138070" y="2980691"/>
                  </a:lnTo>
                  <a:lnTo>
                    <a:pt x="7215704" y="2984268"/>
                  </a:lnTo>
                  <a:lnTo>
                    <a:pt x="7293338" y="2987826"/>
                  </a:lnTo>
                  <a:lnTo>
                    <a:pt x="7370972" y="2991365"/>
                  </a:lnTo>
                  <a:lnTo>
                    <a:pt x="7370972" y="3629386"/>
                  </a:lnTo>
                  <a:lnTo>
                    <a:pt x="7293338" y="3627685"/>
                  </a:lnTo>
                  <a:lnTo>
                    <a:pt x="7215704" y="3625861"/>
                  </a:lnTo>
                  <a:lnTo>
                    <a:pt x="7138070" y="3623903"/>
                  </a:lnTo>
                  <a:lnTo>
                    <a:pt x="7060436" y="3621802"/>
                  </a:lnTo>
                  <a:lnTo>
                    <a:pt x="6982802" y="3619547"/>
                  </a:lnTo>
                  <a:lnTo>
                    <a:pt x="6905168" y="3617128"/>
                  </a:lnTo>
                  <a:lnTo>
                    <a:pt x="6827534" y="3614531"/>
                  </a:lnTo>
                  <a:lnTo>
                    <a:pt x="6749900" y="3611745"/>
                  </a:lnTo>
                  <a:lnTo>
                    <a:pt x="6672266" y="3608755"/>
                  </a:lnTo>
                  <a:lnTo>
                    <a:pt x="6594632" y="3605547"/>
                  </a:lnTo>
                  <a:lnTo>
                    <a:pt x="6516998" y="3602104"/>
                  </a:lnTo>
                  <a:lnTo>
                    <a:pt x="6439364" y="3598410"/>
                  </a:lnTo>
                  <a:lnTo>
                    <a:pt x="6361730" y="3594445"/>
                  </a:lnTo>
                  <a:lnTo>
                    <a:pt x="6284096" y="3590190"/>
                  </a:lnTo>
                  <a:lnTo>
                    <a:pt x="6206462" y="3585625"/>
                  </a:lnTo>
                  <a:lnTo>
                    <a:pt x="6128827" y="3580725"/>
                  </a:lnTo>
                  <a:lnTo>
                    <a:pt x="6051193" y="3575468"/>
                  </a:lnTo>
                  <a:lnTo>
                    <a:pt x="5973559" y="3569826"/>
                  </a:lnTo>
                  <a:lnTo>
                    <a:pt x="5895925" y="3563772"/>
                  </a:lnTo>
                  <a:lnTo>
                    <a:pt x="5818291" y="3557275"/>
                  </a:lnTo>
                  <a:lnTo>
                    <a:pt x="5740657" y="3550303"/>
                  </a:lnTo>
                  <a:lnTo>
                    <a:pt x="5663023" y="3542822"/>
                  </a:lnTo>
                  <a:lnTo>
                    <a:pt x="5585389" y="3534793"/>
                  </a:lnTo>
                  <a:lnTo>
                    <a:pt x="5507755" y="3526178"/>
                  </a:lnTo>
                  <a:lnTo>
                    <a:pt x="5430121" y="3516933"/>
                  </a:lnTo>
                  <a:lnTo>
                    <a:pt x="5352487" y="3507012"/>
                  </a:lnTo>
                  <a:lnTo>
                    <a:pt x="5274853" y="3496366"/>
                  </a:lnTo>
                  <a:lnTo>
                    <a:pt x="5197219" y="3484941"/>
                  </a:lnTo>
                  <a:lnTo>
                    <a:pt x="5119585" y="3472681"/>
                  </a:lnTo>
                  <a:lnTo>
                    <a:pt x="5041951" y="3459525"/>
                  </a:lnTo>
                  <a:lnTo>
                    <a:pt x="4964317" y="3445408"/>
                  </a:lnTo>
                  <a:lnTo>
                    <a:pt x="4886683" y="3430258"/>
                  </a:lnTo>
                  <a:lnTo>
                    <a:pt x="4809049" y="3414001"/>
                  </a:lnTo>
                  <a:lnTo>
                    <a:pt x="4731415" y="3396555"/>
                  </a:lnTo>
                  <a:lnTo>
                    <a:pt x="4653781" y="3377834"/>
                  </a:lnTo>
                  <a:lnTo>
                    <a:pt x="4576147" y="3357744"/>
                  </a:lnTo>
                  <a:lnTo>
                    <a:pt x="4498513" y="3336186"/>
                  </a:lnTo>
                  <a:lnTo>
                    <a:pt x="4420879" y="3313052"/>
                  </a:lnTo>
                  <a:lnTo>
                    <a:pt x="4343244" y="3288226"/>
                  </a:lnTo>
                  <a:lnTo>
                    <a:pt x="4265610" y="3261586"/>
                  </a:lnTo>
                  <a:lnTo>
                    <a:pt x="4187976" y="3232998"/>
                  </a:lnTo>
                  <a:lnTo>
                    <a:pt x="4110342" y="3202320"/>
                  </a:lnTo>
                  <a:lnTo>
                    <a:pt x="4032708" y="3169400"/>
                  </a:lnTo>
                  <a:lnTo>
                    <a:pt x="3955074" y="3134073"/>
                  </a:lnTo>
                  <a:lnTo>
                    <a:pt x="3877440" y="3096163"/>
                  </a:lnTo>
                  <a:lnTo>
                    <a:pt x="3799806" y="3055482"/>
                  </a:lnTo>
                  <a:lnTo>
                    <a:pt x="3722172" y="3011827"/>
                  </a:lnTo>
                  <a:lnTo>
                    <a:pt x="3644538" y="2964981"/>
                  </a:lnTo>
                  <a:lnTo>
                    <a:pt x="3566904" y="2914710"/>
                  </a:lnTo>
                  <a:lnTo>
                    <a:pt x="3489270" y="2860764"/>
                  </a:lnTo>
                  <a:lnTo>
                    <a:pt x="3411636" y="2802875"/>
                  </a:lnTo>
                  <a:lnTo>
                    <a:pt x="3334002" y="2779842"/>
                  </a:lnTo>
                  <a:lnTo>
                    <a:pt x="3256368" y="2775172"/>
                  </a:lnTo>
                  <a:lnTo>
                    <a:pt x="3178734" y="2770476"/>
                  </a:lnTo>
                  <a:lnTo>
                    <a:pt x="3101100" y="2765755"/>
                  </a:lnTo>
                  <a:lnTo>
                    <a:pt x="3023466" y="2761009"/>
                  </a:lnTo>
                  <a:lnTo>
                    <a:pt x="2945832" y="2756238"/>
                  </a:lnTo>
                  <a:lnTo>
                    <a:pt x="2868198" y="2751441"/>
                  </a:lnTo>
                  <a:lnTo>
                    <a:pt x="2790564" y="2746618"/>
                  </a:lnTo>
                  <a:lnTo>
                    <a:pt x="2712930" y="2741769"/>
                  </a:lnTo>
                  <a:lnTo>
                    <a:pt x="2635295" y="2736895"/>
                  </a:lnTo>
                  <a:lnTo>
                    <a:pt x="2557661" y="2731994"/>
                  </a:lnTo>
                  <a:lnTo>
                    <a:pt x="2480027" y="2727067"/>
                  </a:lnTo>
                  <a:lnTo>
                    <a:pt x="2402393" y="2722114"/>
                  </a:lnTo>
                  <a:lnTo>
                    <a:pt x="2324759" y="2717135"/>
                  </a:lnTo>
                  <a:lnTo>
                    <a:pt x="2247125" y="2712128"/>
                  </a:lnTo>
                  <a:lnTo>
                    <a:pt x="2169491" y="2707095"/>
                  </a:lnTo>
                  <a:lnTo>
                    <a:pt x="2091857" y="2702035"/>
                  </a:lnTo>
                  <a:lnTo>
                    <a:pt x="2014223" y="2696948"/>
                  </a:lnTo>
                  <a:lnTo>
                    <a:pt x="1936589" y="2691834"/>
                  </a:lnTo>
                  <a:lnTo>
                    <a:pt x="1858955" y="2686692"/>
                  </a:lnTo>
                  <a:lnTo>
                    <a:pt x="1781321" y="2681523"/>
                  </a:lnTo>
                  <a:lnTo>
                    <a:pt x="1703687" y="2676326"/>
                  </a:lnTo>
                  <a:lnTo>
                    <a:pt x="1626053" y="2671101"/>
                  </a:lnTo>
                  <a:lnTo>
                    <a:pt x="1548419" y="2665849"/>
                  </a:lnTo>
                  <a:lnTo>
                    <a:pt x="1470785" y="2660568"/>
                  </a:lnTo>
                  <a:lnTo>
                    <a:pt x="1393151" y="2655259"/>
                  </a:lnTo>
                  <a:lnTo>
                    <a:pt x="1315517" y="2649922"/>
                  </a:lnTo>
                  <a:lnTo>
                    <a:pt x="1237883" y="2644556"/>
                  </a:lnTo>
                  <a:lnTo>
                    <a:pt x="1160249" y="2639161"/>
                  </a:lnTo>
                  <a:lnTo>
                    <a:pt x="1082615" y="2633737"/>
                  </a:lnTo>
                  <a:lnTo>
                    <a:pt x="1004981" y="2628285"/>
                  </a:lnTo>
                  <a:lnTo>
                    <a:pt x="927346" y="2622803"/>
                  </a:lnTo>
                  <a:lnTo>
                    <a:pt x="849712" y="2617292"/>
                  </a:lnTo>
                  <a:lnTo>
                    <a:pt x="772078" y="2611751"/>
                  </a:lnTo>
                  <a:lnTo>
                    <a:pt x="694444" y="2606181"/>
                  </a:lnTo>
                  <a:lnTo>
                    <a:pt x="616810" y="2600581"/>
                  </a:lnTo>
                  <a:lnTo>
                    <a:pt x="539176" y="2594951"/>
                  </a:lnTo>
                  <a:lnTo>
                    <a:pt x="461542" y="2589291"/>
                  </a:lnTo>
                  <a:lnTo>
                    <a:pt x="383908" y="2583600"/>
                  </a:lnTo>
                  <a:lnTo>
                    <a:pt x="306274" y="2577879"/>
                  </a:lnTo>
                  <a:lnTo>
                    <a:pt x="228640" y="2572128"/>
                  </a:lnTo>
                  <a:lnTo>
                    <a:pt x="151006" y="2566346"/>
                  </a:lnTo>
                  <a:lnTo>
                    <a:pt x="73372" y="2560532"/>
                  </a:lnTo>
                  <a:lnTo>
                    <a:pt x="0" y="2555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5219" y="1896563"/>
              <a:ext cx="5563271" cy="2991365"/>
            </a:xfrm>
            <a:custGeom>
              <a:avLst/>
              <a:pathLst>
                <a:path w="5563271" h="2991365">
                  <a:moveTo>
                    <a:pt x="0" y="0"/>
                  </a:moveTo>
                  <a:lnTo>
                    <a:pt x="51253" y="168171"/>
                  </a:lnTo>
                  <a:lnTo>
                    <a:pt x="128887" y="405547"/>
                  </a:lnTo>
                  <a:lnTo>
                    <a:pt x="206521" y="626752"/>
                  </a:lnTo>
                  <a:lnTo>
                    <a:pt x="284155" y="832887"/>
                  </a:lnTo>
                  <a:lnTo>
                    <a:pt x="361790" y="1024980"/>
                  </a:lnTo>
                  <a:lnTo>
                    <a:pt x="439424" y="1203986"/>
                  </a:lnTo>
                  <a:lnTo>
                    <a:pt x="517058" y="1370798"/>
                  </a:lnTo>
                  <a:lnTo>
                    <a:pt x="594692" y="1526246"/>
                  </a:lnTo>
                  <a:lnTo>
                    <a:pt x="672326" y="1671105"/>
                  </a:lnTo>
                  <a:lnTo>
                    <a:pt x="749960" y="1806095"/>
                  </a:lnTo>
                  <a:lnTo>
                    <a:pt x="827594" y="1931889"/>
                  </a:lnTo>
                  <a:lnTo>
                    <a:pt x="905228" y="2049113"/>
                  </a:lnTo>
                  <a:lnTo>
                    <a:pt x="982862" y="2158352"/>
                  </a:lnTo>
                  <a:lnTo>
                    <a:pt x="1060496" y="2260149"/>
                  </a:lnTo>
                  <a:lnTo>
                    <a:pt x="1138130" y="2355011"/>
                  </a:lnTo>
                  <a:lnTo>
                    <a:pt x="1215764" y="2443411"/>
                  </a:lnTo>
                  <a:lnTo>
                    <a:pt x="1293398" y="2525788"/>
                  </a:lnTo>
                  <a:lnTo>
                    <a:pt x="1371032" y="2602554"/>
                  </a:lnTo>
                  <a:lnTo>
                    <a:pt x="1448666" y="2674090"/>
                  </a:lnTo>
                  <a:lnTo>
                    <a:pt x="1526300" y="2740753"/>
                  </a:lnTo>
                  <a:lnTo>
                    <a:pt x="1603934" y="2784488"/>
                  </a:lnTo>
                  <a:lnTo>
                    <a:pt x="1681568" y="2789109"/>
                  </a:lnTo>
                  <a:lnTo>
                    <a:pt x="1759202" y="2793706"/>
                  </a:lnTo>
                  <a:lnTo>
                    <a:pt x="1836836" y="2798278"/>
                  </a:lnTo>
                  <a:lnTo>
                    <a:pt x="1914470" y="2802826"/>
                  </a:lnTo>
                  <a:lnTo>
                    <a:pt x="1992104" y="2807349"/>
                  </a:lnTo>
                  <a:lnTo>
                    <a:pt x="2069739" y="2811849"/>
                  </a:lnTo>
                  <a:lnTo>
                    <a:pt x="2147373" y="2816324"/>
                  </a:lnTo>
                  <a:lnTo>
                    <a:pt x="2225007" y="2820776"/>
                  </a:lnTo>
                  <a:lnTo>
                    <a:pt x="2302641" y="2825204"/>
                  </a:lnTo>
                  <a:lnTo>
                    <a:pt x="2380275" y="2829608"/>
                  </a:lnTo>
                  <a:lnTo>
                    <a:pt x="2457909" y="2833989"/>
                  </a:lnTo>
                  <a:lnTo>
                    <a:pt x="2535543" y="2838347"/>
                  </a:lnTo>
                  <a:lnTo>
                    <a:pt x="2613177" y="2842681"/>
                  </a:lnTo>
                  <a:lnTo>
                    <a:pt x="2690811" y="2846993"/>
                  </a:lnTo>
                  <a:lnTo>
                    <a:pt x="2768445" y="2851281"/>
                  </a:lnTo>
                  <a:lnTo>
                    <a:pt x="2846079" y="2855547"/>
                  </a:lnTo>
                  <a:lnTo>
                    <a:pt x="2923713" y="2859790"/>
                  </a:lnTo>
                  <a:lnTo>
                    <a:pt x="3001347" y="2864010"/>
                  </a:lnTo>
                  <a:lnTo>
                    <a:pt x="3078981" y="2868208"/>
                  </a:lnTo>
                  <a:lnTo>
                    <a:pt x="3156615" y="2872383"/>
                  </a:lnTo>
                  <a:lnTo>
                    <a:pt x="3234249" y="2876537"/>
                  </a:lnTo>
                  <a:lnTo>
                    <a:pt x="3311883" y="2880668"/>
                  </a:lnTo>
                  <a:lnTo>
                    <a:pt x="3389517" y="2884777"/>
                  </a:lnTo>
                  <a:lnTo>
                    <a:pt x="3467151" y="2888864"/>
                  </a:lnTo>
                  <a:lnTo>
                    <a:pt x="3544785" y="2892930"/>
                  </a:lnTo>
                  <a:lnTo>
                    <a:pt x="3622419" y="2896974"/>
                  </a:lnTo>
                  <a:lnTo>
                    <a:pt x="3700053" y="2900996"/>
                  </a:lnTo>
                  <a:lnTo>
                    <a:pt x="3777687" y="2904997"/>
                  </a:lnTo>
                  <a:lnTo>
                    <a:pt x="3855322" y="2908977"/>
                  </a:lnTo>
                  <a:lnTo>
                    <a:pt x="3932956" y="2912935"/>
                  </a:lnTo>
                  <a:lnTo>
                    <a:pt x="4010590" y="2916873"/>
                  </a:lnTo>
                  <a:lnTo>
                    <a:pt x="4088224" y="2920789"/>
                  </a:lnTo>
                  <a:lnTo>
                    <a:pt x="4165858" y="2924685"/>
                  </a:lnTo>
                  <a:lnTo>
                    <a:pt x="4243492" y="2928560"/>
                  </a:lnTo>
                  <a:lnTo>
                    <a:pt x="4321126" y="2932414"/>
                  </a:lnTo>
                  <a:lnTo>
                    <a:pt x="4398760" y="2936248"/>
                  </a:lnTo>
                  <a:lnTo>
                    <a:pt x="4476394" y="2940061"/>
                  </a:lnTo>
                  <a:lnTo>
                    <a:pt x="4554028" y="2943854"/>
                  </a:lnTo>
                  <a:lnTo>
                    <a:pt x="4631662" y="2947627"/>
                  </a:lnTo>
                  <a:lnTo>
                    <a:pt x="4709296" y="2951380"/>
                  </a:lnTo>
                  <a:lnTo>
                    <a:pt x="4786930" y="2955112"/>
                  </a:lnTo>
                  <a:lnTo>
                    <a:pt x="4864564" y="2958825"/>
                  </a:lnTo>
                  <a:lnTo>
                    <a:pt x="4942198" y="2962518"/>
                  </a:lnTo>
                  <a:lnTo>
                    <a:pt x="5019832" y="2966192"/>
                  </a:lnTo>
                  <a:lnTo>
                    <a:pt x="5097466" y="2969846"/>
                  </a:lnTo>
                  <a:lnTo>
                    <a:pt x="5175100" y="2973480"/>
                  </a:lnTo>
                  <a:lnTo>
                    <a:pt x="5252734" y="2977095"/>
                  </a:lnTo>
                  <a:lnTo>
                    <a:pt x="5330368" y="2980691"/>
                  </a:lnTo>
                  <a:lnTo>
                    <a:pt x="5408002" y="2984268"/>
                  </a:lnTo>
                  <a:lnTo>
                    <a:pt x="5485636" y="2987826"/>
                  </a:lnTo>
                  <a:lnTo>
                    <a:pt x="5563271" y="2991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1572"/>
              <a:ext cx="7370972" cy="1074376"/>
            </a:xfrm>
            <a:custGeom>
              <a:avLst/>
              <a:pathLst>
                <a:path w="7370972" h="1074376">
                  <a:moveTo>
                    <a:pt x="7370972" y="1074376"/>
                  </a:moveTo>
                  <a:lnTo>
                    <a:pt x="7293338" y="1072676"/>
                  </a:lnTo>
                  <a:lnTo>
                    <a:pt x="7215704" y="1070851"/>
                  </a:lnTo>
                  <a:lnTo>
                    <a:pt x="7138070" y="1068894"/>
                  </a:lnTo>
                  <a:lnTo>
                    <a:pt x="7060436" y="1066793"/>
                  </a:lnTo>
                  <a:lnTo>
                    <a:pt x="6982802" y="1064538"/>
                  </a:lnTo>
                  <a:lnTo>
                    <a:pt x="6905168" y="1062118"/>
                  </a:lnTo>
                  <a:lnTo>
                    <a:pt x="6827534" y="1059522"/>
                  </a:lnTo>
                  <a:lnTo>
                    <a:pt x="6749900" y="1056736"/>
                  </a:lnTo>
                  <a:lnTo>
                    <a:pt x="6672266" y="1053746"/>
                  </a:lnTo>
                  <a:lnTo>
                    <a:pt x="6594632" y="1050538"/>
                  </a:lnTo>
                  <a:lnTo>
                    <a:pt x="6516998" y="1047095"/>
                  </a:lnTo>
                  <a:lnTo>
                    <a:pt x="6439364" y="1043400"/>
                  </a:lnTo>
                  <a:lnTo>
                    <a:pt x="6361730" y="1039436"/>
                  </a:lnTo>
                  <a:lnTo>
                    <a:pt x="6284096" y="1035181"/>
                  </a:lnTo>
                  <a:lnTo>
                    <a:pt x="6206462" y="1030615"/>
                  </a:lnTo>
                  <a:lnTo>
                    <a:pt x="6128827" y="1025716"/>
                  </a:lnTo>
                  <a:lnTo>
                    <a:pt x="6051193" y="1020459"/>
                  </a:lnTo>
                  <a:lnTo>
                    <a:pt x="5973559" y="1014817"/>
                  </a:lnTo>
                  <a:lnTo>
                    <a:pt x="5895925" y="1008762"/>
                  </a:lnTo>
                  <a:lnTo>
                    <a:pt x="5818291" y="1002266"/>
                  </a:lnTo>
                  <a:lnTo>
                    <a:pt x="5740657" y="995294"/>
                  </a:lnTo>
                  <a:lnTo>
                    <a:pt x="5663023" y="987812"/>
                  </a:lnTo>
                  <a:lnTo>
                    <a:pt x="5585389" y="979784"/>
                  </a:lnTo>
                  <a:lnTo>
                    <a:pt x="5507755" y="971169"/>
                  </a:lnTo>
                  <a:lnTo>
                    <a:pt x="5430121" y="961923"/>
                  </a:lnTo>
                  <a:lnTo>
                    <a:pt x="5352487" y="952002"/>
                  </a:lnTo>
                  <a:lnTo>
                    <a:pt x="5274853" y="941356"/>
                  </a:lnTo>
                  <a:lnTo>
                    <a:pt x="5197219" y="929932"/>
                  </a:lnTo>
                  <a:lnTo>
                    <a:pt x="5119585" y="917672"/>
                  </a:lnTo>
                  <a:lnTo>
                    <a:pt x="5041951" y="904516"/>
                  </a:lnTo>
                  <a:lnTo>
                    <a:pt x="4964317" y="890398"/>
                  </a:lnTo>
                  <a:lnTo>
                    <a:pt x="4886683" y="875249"/>
                  </a:lnTo>
                  <a:lnTo>
                    <a:pt x="4809049" y="858991"/>
                  </a:lnTo>
                  <a:lnTo>
                    <a:pt x="4731415" y="841546"/>
                  </a:lnTo>
                  <a:lnTo>
                    <a:pt x="4653781" y="822825"/>
                  </a:lnTo>
                  <a:lnTo>
                    <a:pt x="4576147" y="802735"/>
                  </a:lnTo>
                  <a:lnTo>
                    <a:pt x="4498513" y="781177"/>
                  </a:lnTo>
                  <a:lnTo>
                    <a:pt x="4420879" y="758042"/>
                  </a:lnTo>
                  <a:lnTo>
                    <a:pt x="4343244" y="733217"/>
                  </a:lnTo>
                  <a:lnTo>
                    <a:pt x="4265610" y="706576"/>
                  </a:lnTo>
                  <a:lnTo>
                    <a:pt x="4187976" y="677988"/>
                  </a:lnTo>
                  <a:lnTo>
                    <a:pt x="4110342" y="647311"/>
                  </a:lnTo>
                  <a:lnTo>
                    <a:pt x="4032708" y="614390"/>
                  </a:lnTo>
                  <a:lnTo>
                    <a:pt x="3955074" y="579063"/>
                  </a:lnTo>
                  <a:lnTo>
                    <a:pt x="3877440" y="541154"/>
                  </a:lnTo>
                  <a:lnTo>
                    <a:pt x="3799806" y="500473"/>
                  </a:lnTo>
                  <a:lnTo>
                    <a:pt x="3722172" y="456818"/>
                  </a:lnTo>
                  <a:lnTo>
                    <a:pt x="3644538" y="409972"/>
                  </a:lnTo>
                  <a:lnTo>
                    <a:pt x="3566904" y="359701"/>
                  </a:lnTo>
                  <a:lnTo>
                    <a:pt x="3489270" y="305755"/>
                  </a:lnTo>
                  <a:lnTo>
                    <a:pt x="3411636" y="247865"/>
                  </a:lnTo>
                  <a:lnTo>
                    <a:pt x="3334002" y="224833"/>
                  </a:lnTo>
                  <a:lnTo>
                    <a:pt x="3256368" y="220162"/>
                  </a:lnTo>
                  <a:lnTo>
                    <a:pt x="3178734" y="215467"/>
                  </a:lnTo>
                  <a:lnTo>
                    <a:pt x="3101100" y="210746"/>
                  </a:lnTo>
                  <a:lnTo>
                    <a:pt x="3023466" y="206000"/>
                  </a:lnTo>
                  <a:lnTo>
                    <a:pt x="2945832" y="201228"/>
                  </a:lnTo>
                  <a:lnTo>
                    <a:pt x="2868198" y="196431"/>
                  </a:lnTo>
                  <a:lnTo>
                    <a:pt x="2790564" y="191609"/>
                  </a:lnTo>
                  <a:lnTo>
                    <a:pt x="2712930" y="186760"/>
                  </a:lnTo>
                  <a:lnTo>
                    <a:pt x="2635295" y="181886"/>
                  </a:lnTo>
                  <a:lnTo>
                    <a:pt x="2557661" y="176985"/>
                  </a:lnTo>
                  <a:lnTo>
                    <a:pt x="2480027" y="172058"/>
                  </a:lnTo>
                  <a:lnTo>
                    <a:pt x="2402393" y="167105"/>
                  </a:lnTo>
                  <a:lnTo>
                    <a:pt x="2324759" y="162125"/>
                  </a:lnTo>
                  <a:lnTo>
                    <a:pt x="2247125" y="157119"/>
                  </a:lnTo>
                  <a:lnTo>
                    <a:pt x="2169491" y="152086"/>
                  </a:lnTo>
                  <a:lnTo>
                    <a:pt x="2091857" y="147026"/>
                  </a:lnTo>
                  <a:lnTo>
                    <a:pt x="2014223" y="141939"/>
                  </a:lnTo>
                  <a:lnTo>
                    <a:pt x="1936589" y="136825"/>
                  </a:lnTo>
                  <a:lnTo>
                    <a:pt x="1858955" y="131683"/>
                  </a:lnTo>
                  <a:lnTo>
                    <a:pt x="1781321" y="126514"/>
                  </a:lnTo>
                  <a:lnTo>
                    <a:pt x="1703687" y="121317"/>
                  </a:lnTo>
                  <a:lnTo>
                    <a:pt x="1626053" y="116092"/>
                  </a:lnTo>
                  <a:lnTo>
                    <a:pt x="1548419" y="110839"/>
                  </a:lnTo>
                  <a:lnTo>
                    <a:pt x="1470785" y="105559"/>
                  </a:lnTo>
                  <a:lnTo>
                    <a:pt x="1393151" y="100250"/>
                  </a:lnTo>
                  <a:lnTo>
                    <a:pt x="1315517" y="94912"/>
                  </a:lnTo>
                  <a:lnTo>
                    <a:pt x="1237883" y="89546"/>
                  </a:lnTo>
                  <a:lnTo>
                    <a:pt x="1160249" y="84152"/>
                  </a:lnTo>
                  <a:lnTo>
                    <a:pt x="1082615" y="78728"/>
                  </a:lnTo>
                  <a:lnTo>
                    <a:pt x="1004981" y="73275"/>
                  </a:lnTo>
                  <a:lnTo>
                    <a:pt x="927346" y="67794"/>
                  </a:lnTo>
                  <a:lnTo>
                    <a:pt x="849712" y="62283"/>
                  </a:lnTo>
                  <a:lnTo>
                    <a:pt x="772078" y="56742"/>
                  </a:lnTo>
                  <a:lnTo>
                    <a:pt x="694444" y="51172"/>
                  </a:lnTo>
                  <a:lnTo>
                    <a:pt x="616810" y="45572"/>
                  </a:lnTo>
                  <a:lnTo>
                    <a:pt x="539176" y="39942"/>
                  </a:lnTo>
                  <a:lnTo>
                    <a:pt x="461542" y="34281"/>
                  </a:lnTo>
                  <a:lnTo>
                    <a:pt x="383908" y="28591"/>
                  </a:lnTo>
                  <a:lnTo>
                    <a:pt x="306274" y="22870"/>
                  </a:lnTo>
                  <a:lnTo>
                    <a:pt x="228640" y="17119"/>
                  </a:lnTo>
                  <a:lnTo>
                    <a:pt x="151006" y="11336"/>
                  </a:lnTo>
                  <a:lnTo>
                    <a:pt x="73372" y="55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7826" y="1896563"/>
              <a:ext cx="6920664" cy="3528628"/>
            </a:xfrm>
            <a:custGeom>
              <a:avLst/>
              <a:pathLst>
                <a:path w="6920664" h="3528628">
                  <a:moveTo>
                    <a:pt x="0" y="0"/>
                  </a:moveTo>
                  <a:lnTo>
                    <a:pt x="11234" y="20329"/>
                  </a:lnTo>
                  <a:lnTo>
                    <a:pt x="88868" y="155579"/>
                  </a:lnTo>
                  <a:lnTo>
                    <a:pt x="166502" y="285793"/>
                  </a:lnTo>
                  <a:lnTo>
                    <a:pt x="244136" y="411159"/>
                  </a:lnTo>
                  <a:lnTo>
                    <a:pt x="321770" y="531857"/>
                  </a:lnTo>
                  <a:lnTo>
                    <a:pt x="399404" y="648060"/>
                  </a:lnTo>
                  <a:lnTo>
                    <a:pt x="477038" y="759937"/>
                  </a:lnTo>
                  <a:lnTo>
                    <a:pt x="554672" y="867648"/>
                  </a:lnTo>
                  <a:lnTo>
                    <a:pt x="632306" y="971348"/>
                  </a:lnTo>
                  <a:lnTo>
                    <a:pt x="709940" y="1071187"/>
                  </a:lnTo>
                  <a:lnTo>
                    <a:pt x="787574" y="1167308"/>
                  </a:lnTo>
                  <a:lnTo>
                    <a:pt x="865208" y="1259851"/>
                  </a:lnTo>
                  <a:lnTo>
                    <a:pt x="942842" y="1348947"/>
                  </a:lnTo>
                  <a:lnTo>
                    <a:pt x="1020476" y="1434726"/>
                  </a:lnTo>
                  <a:lnTo>
                    <a:pt x="1098111" y="1517311"/>
                  </a:lnTo>
                  <a:lnTo>
                    <a:pt x="1175745" y="1596821"/>
                  </a:lnTo>
                  <a:lnTo>
                    <a:pt x="1253379" y="1673370"/>
                  </a:lnTo>
                  <a:lnTo>
                    <a:pt x="1331013" y="1747069"/>
                  </a:lnTo>
                  <a:lnTo>
                    <a:pt x="1408647" y="1818023"/>
                  </a:lnTo>
                  <a:lnTo>
                    <a:pt x="1486281" y="1886336"/>
                  </a:lnTo>
                  <a:lnTo>
                    <a:pt x="1563915" y="1952105"/>
                  </a:lnTo>
                  <a:lnTo>
                    <a:pt x="1641549" y="2015425"/>
                  </a:lnTo>
                  <a:lnTo>
                    <a:pt x="1719183" y="2076388"/>
                  </a:lnTo>
                  <a:lnTo>
                    <a:pt x="1796817" y="2135080"/>
                  </a:lnTo>
                  <a:lnTo>
                    <a:pt x="1874451" y="2191587"/>
                  </a:lnTo>
                  <a:lnTo>
                    <a:pt x="1952085" y="2245990"/>
                  </a:lnTo>
                  <a:lnTo>
                    <a:pt x="2029719" y="2298367"/>
                  </a:lnTo>
                  <a:lnTo>
                    <a:pt x="2107353" y="2348794"/>
                  </a:lnTo>
                  <a:lnTo>
                    <a:pt x="2184987" y="2397343"/>
                  </a:lnTo>
                  <a:lnTo>
                    <a:pt x="2262621" y="2444085"/>
                  </a:lnTo>
                  <a:lnTo>
                    <a:pt x="2340255" y="2489086"/>
                  </a:lnTo>
                  <a:lnTo>
                    <a:pt x="2417889" y="2532411"/>
                  </a:lnTo>
                  <a:lnTo>
                    <a:pt x="2495523" y="2574123"/>
                  </a:lnTo>
                  <a:lnTo>
                    <a:pt x="2573157" y="2614283"/>
                  </a:lnTo>
                  <a:lnTo>
                    <a:pt x="2650791" y="2652946"/>
                  </a:lnTo>
                  <a:lnTo>
                    <a:pt x="2728425" y="2690170"/>
                  </a:lnTo>
                  <a:lnTo>
                    <a:pt x="2806060" y="2726008"/>
                  </a:lnTo>
                  <a:lnTo>
                    <a:pt x="2883694" y="2760512"/>
                  </a:lnTo>
                  <a:lnTo>
                    <a:pt x="2961328" y="2793731"/>
                  </a:lnTo>
                  <a:lnTo>
                    <a:pt x="3038962" y="2825713"/>
                  </a:lnTo>
                  <a:lnTo>
                    <a:pt x="3116596" y="2856504"/>
                  </a:lnTo>
                  <a:lnTo>
                    <a:pt x="3194230" y="2886148"/>
                  </a:lnTo>
                  <a:lnTo>
                    <a:pt x="3271864" y="2914689"/>
                  </a:lnTo>
                  <a:lnTo>
                    <a:pt x="3349498" y="2942167"/>
                  </a:lnTo>
                  <a:lnTo>
                    <a:pt x="3427132" y="2968622"/>
                  </a:lnTo>
                  <a:lnTo>
                    <a:pt x="3504766" y="2994091"/>
                  </a:lnTo>
                  <a:lnTo>
                    <a:pt x="3582400" y="3018613"/>
                  </a:lnTo>
                  <a:lnTo>
                    <a:pt x="3660034" y="3042221"/>
                  </a:lnTo>
                  <a:lnTo>
                    <a:pt x="3737668" y="3064950"/>
                  </a:lnTo>
                  <a:lnTo>
                    <a:pt x="3815302" y="3086833"/>
                  </a:lnTo>
                  <a:lnTo>
                    <a:pt x="3892936" y="3107901"/>
                  </a:lnTo>
                  <a:lnTo>
                    <a:pt x="3970570" y="3128185"/>
                  </a:lnTo>
                  <a:lnTo>
                    <a:pt x="4048204" y="3147713"/>
                  </a:lnTo>
                  <a:lnTo>
                    <a:pt x="4125838" y="3166515"/>
                  </a:lnTo>
                  <a:lnTo>
                    <a:pt x="4203472" y="3184616"/>
                  </a:lnTo>
                  <a:lnTo>
                    <a:pt x="4281106" y="3202043"/>
                  </a:lnTo>
                  <a:lnTo>
                    <a:pt x="4358740" y="3218821"/>
                  </a:lnTo>
                  <a:lnTo>
                    <a:pt x="4436374" y="3234975"/>
                  </a:lnTo>
                  <a:lnTo>
                    <a:pt x="4514009" y="3250527"/>
                  </a:lnTo>
                  <a:lnTo>
                    <a:pt x="4591643" y="3265500"/>
                  </a:lnTo>
                  <a:lnTo>
                    <a:pt x="4669277" y="3279915"/>
                  </a:lnTo>
                  <a:lnTo>
                    <a:pt x="4746911" y="3293794"/>
                  </a:lnTo>
                  <a:lnTo>
                    <a:pt x="4824545" y="3307156"/>
                  </a:lnTo>
                  <a:lnTo>
                    <a:pt x="4902179" y="3320020"/>
                  </a:lnTo>
                  <a:lnTo>
                    <a:pt x="4979813" y="3332405"/>
                  </a:lnTo>
                  <a:lnTo>
                    <a:pt x="5057447" y="3344330"/>
                  </a:lnTo>
                  <a:lnTo>
                    <a:pt x="5135081" y="3355810"/>
                  </a:lnTo>
                  <a:lnTo>
                    <a:pt x="5212715" y="3366862"/>
                  </a:lnTo>
                  <a:lnTo>
                    <a:pt x="5290349" y="3377504"/>
                  </a:lnTo>
                  <a:lnTo>
                    <a:pt x="5367983" y="3387748"/>
                  </a:lnTo>
                  <a:lnTo>
                    <a:pt x="5445617" y="3397612"/>
                  </a:lnTo>
                  <a:lnTo>
                    <a:pt x="5523251" y="3407108"/>
                  </a:lnTo>
                  <a:lnTo>
                    <a:pt x="5600885" y="3416251"/>
                  </a:lnTo>
                  <a:lnTo>
                    <a:pt x="5678519" y="3425053"/>
                  </a:lnTo>
                  <a:lnTo>
                    <a:pt x="5756153" y="3433527"/>
                  </a:lnTo>
                  <a:lnTo>
                    <a:pt x="5833787" y="3441686"/>
                  </a:lnTo>
                  <a:lnTo>
                    <a:pt x="5911421" y="3449541"/>
                  </a:lnTo>
                  <a:lnTo>
                    <a:pt x="5989055" y="3457104"/>
                  </a:lnTo>
                  <a:lnTo>
                    <a:pt x="6066689" y="3464385"/>
                  </a:lnTo>
                  <a:lnTo>
                    <a:pt x="6144323" y="3471395"/>
                  </a:lnTo>
                  <a:lnTo>
                    <a:pt x="6221957" y="3478143"/>
                  </a:lnTo>
                  <a:lnTo>
                    <a:pt x="6299592" y="3484641"/>
                  </a:lnTo>
                  <a:lnTo>
                    <a:pt x="6377226" y="3490897"/>
                  </a:lnTo>
                  <a:lnTo>
                    <a:pt x="6454860" y="3496919"/>
                  </a:lnTo>
                  <a:lnTo>
                    <a:pt x="6532494" y="3502718"/>
                  </a:lnTo>
                  <a:lnTo>
                    <a:pt x="6610128" y="3508300"/>
                  </a:lnTo>
                  <a:lnTo>
                    <a:pt x="6687762" y="3513675"/>
                  </a:lnTo>
                  <a:lnTo>
                    <a:pt x="6765396" y="3518849"/>
                  </a:lnTo>
                  <a:lnTo>
                    <a:pt x="6843030" y="3523831"/>
                  </a:lnTo>
                  <a:lnTo>
                    <a:pt x="6920664" y="35286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2026-05-22T10:32:37Z</dcterms:modified>
  <cp:category/>
</cp:coreProperties>
</file>