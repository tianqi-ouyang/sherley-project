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6415"/>
            </a:xfrm>
            <a:custGeom>
              <a:avLst/>
              <a:pathLst>
                <a:path w="7370972" h="3636415">
                  <a:moveTo>
                    <a:pt x="1950254" y="0"/>
                  </a:moveTo>
                  <a:lnTo>
                    <a:pt x="2014223" y="227618"/>
                  </a:lnTo>
                  <a:lnTo>
                    <a:pt x="2091857" y="483244"/>
                  </a:lnTo>
                  <a:lnTo>
                    <a:pt x="2169491" y="719791"/>
                  </a:lnTo>
                  <a:lnTo>
                    <a:pt x="2247125" y="938684"/>
                  </a:lnTo>
                  <a:lnTo>
                    <a:pt x="2324759" y="1141239"/>
                  </a:lnTo>
                  <a:lnTo>
                    <a:pt x="2402393" y="1328677"/>
                  </a:lnTo>
                  <a:lnTo>
                    <a:pt x="2480027" y="1502126"/>
                  </a:lnTo>
                  <a:lnTo>
                    <a:pt x="2557661" y="1662629"/>
                  </a:lnTo>
                  <a:lnTo>
                    <a:pt x="2635295" y="1811153"/>
                  </a:lnTo>
                  <a:lnTo>
                    <a:pt x="2712930" y="1948592"/>
                  </a:lnTo>
                  <a:lnTo>
                    <a:pt x="2790564" y="2075774"/>
                  </a:lnTo>
                  <a:lnTo>
                    <a:pt x="2868198" y="2193463"/>
                  </a:lnTo>
                  <a:lnTo>
                    <a:pt x="2945832" y="2302369"/>
                  </a:lnTo>
                  <a:lnTo>
                    <a:pt x="3023466" y="2403146"/>
                  </a:lnTo>
                  <a:lnTo>
                    <a:pt x="3101100" y="2496402"/>
                  </a:lnTo>
                  <a:lnTo>
                    <a:pt x="3178734" y="2582698"/>
                  </a:lnTo>
                  <a:lnTo>
                    <a:pt x="3256368" y="2662553"/>
                  </a:lnTo>
                  <a:lnTo>
                    <a:pt x="3334002" y="2736448"/>
                  </a:lnTo>
                  <a:lnTo>
                    <a:pt x="3411636" y="2786765"/>
                  </a:lnTo>
                  <a:lnTo>
                    <a:pt x="3489270" y="2798236"/>
                  </a:lnTo>
                  <a:lnTo>
                    <a:pt x="3566904" y="2809556"/>
                  </a:lnTo>
                  <a:lnTo>
                    <a:pt x="3644538" y="2820725"/>
                  </a:lnTo>
                  <a:lnTo>
                    <a:pt x="3722172" y="2831747"/>
                  </a:lnTo>
                  <a:lnTo>
                    <a:pt x="3799806" y="2842622"/>
                  </a:lnTo>
                  <a:lnTo>
                    <a:pt x="3877440" y="2853354"/>
                  </a:lnTo>
                  <a:lnTo>
                    <a:pt x="3955074" y="2863943"/>
                  </a:lnTo>
                  <a:lnTo>
                    <a:pt x="4032708" y="2874392"/>
                  </a:lnTo>
                  <a:lnTo>
                    <a:pt x="4110342" y="2884703"/>
                  </a:lnTo>
                  <a:lnTo>
                    <a:pt x="4187976" y="2894877"/>
                  </a:lnTo>
                  <a:lnTo>
                    <a:pt x="4265610" y="2904916"/>
                  </a:lnTo>
                  <a:lnTo>
                    <a:pt x="4343244" y="2914822"/>
                  </a:lnTo>
                  <a:lnTo>
                    <a:pt x="4420879" y="2924597"/>
                  </a:lnTo>
                  <a:lnTo>
                    <a:pt x="4498513" y="2934242"/>
                  </a:lnTo>
                  <a:lnTo>
                    <a:pt x="4576147" y="2943760"/>
                  </a:lnTo>
                  <a:lnTo>
                    <a:pt x="4653781" y="2953151"/>
                  </a:lnTo>
                  <a:lnTo>
                    <a:pt x="4731415" y="2962418"/>
                  </a:lnTo>
                  <a:lnTo>
                    <a:pt x="4809049" y="2971563"/>
                  </a:lnTo>
                  <a:lnTo>
                    <a:pt x="4886683" y="2980586"/>
                  </a:lnTo>
                  <a:lnTo>
                    <a:pt x="4964317" y="2989490"/>
                  </a:lnTo>
                  <a:lnTo>
                    <a:pt x="5041951" y="2998275"/>
                  </a:lnTo>
                  <a:lnTo>
                    <a:pt x="5119585" y="3006945"/>
                  </a:lnTo>
                  <a:lnTo>
                    <a:pt x="5197219" y="3015499"/>
                  </a:lnTo>
                  <a:lnTo>
                    <a:pt x="5274853" y="3023940"/>
                  </a:lnTo>
                  <a:lnTo>
                    <a:pt x="5352487" y="3032269"/>
                  </a:lnTo>
                  <a:lnTo>
                    <a:pt x="5430121" y="3040488"/>
                  </a:lnTo>
                  <a:lnTo>
                    <a:pt x="5507755" y="3048598"/>
                  </a:lnTo>
                  <a:lnTo>
                    <a:pt x="5585389" y="3056601"/>
                  </a:lnTo>
                  <a:lnTo>
                    <a:pt x="5663023" y="3064498"/>
                  </a:lnTo>
                  <a:lnTo>
                    <a:pt x="5740657" y="3072290"/>
                  </a:lnTo>
                  <a:lnTo>
                    <a:pt x="5818291" y="3079978"/>
                  </a:lnTo>
                  <a:lnTo>
                    <a:pt x="5895925" y="3087565"/>
                  </a:lnTo>
                  <a:lnTo>
                    <a:pt x="5973559" y="3095051"/>
                  </a:lnTo>
                  <a:lnTo>
                    <a:pt x="6051193" y="3102439"/>
                  </a:lnTo>
                  <a:lnTo>
                    <a:pt x="6128827" y="3109728"/>
                  </a:lnTo>
                  <a:lnTo>
                    <a:pt x="6206462" y="3116921"/>
                  </a:lnTo>
                  <a:lnTo>
                    <a:pt x="6284096" y="3124018"/>
                  </a:lnTo>
                  <a:lnTo>
                    <a:pt x="6361730" y="3131022"/>
                  </a:lnTo>
                  <a:lnTo>
                    <a:pt x="6439364" y="3137932"/>
                  </a:lnTo>
                  <a:lnTo>
                    <a:pt x="6516998" y="3144751"/>
                  </a:lnTo>
                  <a:lnTo>
                    <a:pt x="6594632" y="3151480"/>
                  </a:lnTo>
                  <a:lnTo>
                    <a:pt x="6672266" y="3158120"/>
                  </a:lnTo>
                  <a:lnTo>
                    <a:pt x="6749900" y="3164671"/>
                  </a:lnTo>
                  <a:lnTo>
                    <a:pt x="6827534" y="3171136"/>
                  </a:lnTo>
                  <a:lnTo>
                    <a:pt x="6905168" y="3177515"/>
                  </a:lnTo>
                  <a:lnTo>
                    <a:pt x="6982802" y="3183810"/>
                  </a:lnTo>
                  <a:lnTo>
                    <a:pt x="7060436" y="3190021"/>
                  </a:lnTo>
                  <a:lnTo>
                    <a:pt x="7138070" y="3196150"/>
                  </a:lnTo>
                  <a:lnTo>
                    <a:pt x="7215704" y="3202198"/>
                  </a:lnTo>
                  <a:lnTo>
                    <a:pt x="7293338" y="3208165"/>
                  </a:lnTo>
                  <a:lnTo>
                    <a:pt x="7370972" y="3214054"/>
                  </a:lnTo>
                  <a:lnTo>
                    <a:pt x="7370972" y="3636415"/>
                  </a:lnTo>
                  <a:lnTo>
                    <a:pt x="7293338" y="3635106"/>
                  </a:lnTo>
                  <a:lnTo>
                    <a:pt x="7215704" y="3633692"/>
                  </a:lnTo>
                  <a:lnTo>
                    <a:pt x="7138070" y="3632163"/>
                  </a:lnTo>
                  <a:lnTo>
                    <a:pt x="7060436" y="3630511"/>
                  </a:lnTo>
                  <a:lnTo>
                    <a:pt x="6982802" y="3628726"/>
                  </a:lnTo>
                  <a:lnTo>
                    <a:pt x="6905168" y="3626797"/>
                  </a:lnTo>
                  <a:lnTo>
                    <a:pt x="6827534" y="3624713"/>
                  </a:lnTo>
                  <a:lnTo>
                    <a:pt x="6749900" y="3622460"/>
                  </a:lnTo>
                  <a:lnTo>
                    <a:pt x="6672266" y="3620025"/>
                  </a:lnTo>
                  <a:lnTo>
                    <a:pt x="6594632" y="3617395"/>
                  </a:lnTo>
                  <a:lnTo>
                    <a:pt x="6516998" y="3614552"/>
                  </a:lnTo>
                  <a:lnTo>
                    <a:pt x="6439364" y="3611479"/>
                  </a:lnTo>
                  <a:lnTo>
                    <a:pt x="6361730" y="3608159"/>
                  </a:lnTo>
                  <a:lnTo>
                    <a:pt x="6284096" y="3604572"/>
                  </a:lnTo>
                  <a:lnTo>
                    <a:pt x="6206462" y="3600694"/>
                  </a:lnTo>
                  <a:lnTo>
                    <a:pt x="6128827" y="3596504"/>
                  </a:lnTo>
                  <a:lnTo>
                    <a:pt x="6051193" y="3591977"/>
                  </a:lnTo>
                  <a:lnTo>
                    <a:pt x="5973559" y="3587084"/>
                  </a:lnTo>
                  <a:lnTo>
                    <a:pt x="5895925" y="3581796"/>
                  </a:lnTo>
                  <a:lnTo>
                    <a:pt x="5818291" y="3576082"/>
                  </a:lnTo>
                  <a:lnTo>
                    <a:pt x="5740657" y="3569907"/>
                  </a:lnTo>
                  <a:lnTo>
                    <a:pt x="5663023" y="3563234"/>
                  </a:lnTo>
                  <a:lnTo>
                    <a:pt x="5585389" y="3556022"/>
                  </a:lnTo>
                  <a:lnTo>
                    <a:pt x="5507755" y="3548230"/>
                  </a:lnTo>
                  <a:lnTo>
                    <a:pt x="5430121" y="3539808"/>
                  </a:lnTo>
                  <a:lnTo>
                    <a:pt x="5352487" y="3530707"/>
                  </a:lnTo>
                  <a:lnTo>
                    <a:pt x="5274853" y="3520873"/>
                  </a:lnTo>
                  <a:lnTo>
                    <a:pt x="5197219" y="3510245"/>
                  </a:lnTo>
                  <a:lnTo>
                    <a:pt x="5119585" y="3498760"/>
                  </a:lnTo>
                  <a:lnTo>
                    <a:pt x="5041951" y="3486349"/>
                  </a:lnTo>
                  <a:lnTo>
                    <a:pt x="4964317" y="3472936"/>
                  </a:lnTo>
                  <a:lnTo>
                    <a:pt x="4886683" y="3458442"/>
                  </a:lnTo>
                  <a:lnTo>
                    <a:pt x="4809049" y="3442779"/>
                  </a:lnTo>
                  <a:lnTo>
                    <a:pt x="4731415" y="3425852"/>
                  </a:lnTo>
                  <a:lnTo>
                    <a:pt x="4653781" y="3407561"/>
                  </a:lnTo>
                  <a:lnTo>
                    <a:pt x="4576147" y="3387794"/>
                  </a:lnTo>
                  <a:lnTo>
                    <a:pt x="4498513" y="3366432"/>
                  </a:lnTo>
                  <a:lnTo>
                    <a:pt x="4420879" y="3343348"/>
                  </a:lnTo>
                  <a:lnTo>
                    <a:pt x="4343244" y="3318402"/>
                  </a:lnTo>
                  <a:lnTo>
                    <a:pt x="4265610" y="3291444"/>
                  </a:lnTo>
                  <a:lnTo>
                    <a:pt x="4187976" y="3262312"/>
                  </a:lnTo>
                  <a:lnTo>
                    <a:pt x="4110342" y="3230830"/>
                  </a:lnTo>
                  <a:lnTo>
                    <a:pt x="4032708" y="3196809"/>
                  </a:lnTo>
                  <a:lnTo>
                    <a:pt x="3955074" y="3160044"/>
                  </a:lnTo>
                  <a:lnTo>
                    <a:pt x="3877440" y="3120314"/>
                  </a:lnTo>
                  <a:lnTo>
                    <a:pt x="3799806" y="3077379"/>
                  </a:lnTo>
                  <a:lnTo>
                    <a:pt x="3722172" y="3030982"/>
                  </a:lnTo>
                  <a:lnTo>
                    <a:pt x="3644538" y="2980842"/>
                  </a:lnTo>
                  <a:lnTo>
                    <a:pt x="3566904" y="2926658"/>
                  </a:lnTo>
                  <a:lnTo>
                    <a:pt x="3489270" y="2868104"/>
                  </a:lnTo>
                  <a:lnTo>
                    <a:pt x="3411636" y="2804828"/>
                  </a:lnTo>
                  <a:lnTo>
                    <a:pt x="3334002" y="2775139"/>
                  </a:lnTo>
                  <a:lnTo>
                    <a:pt x="3256368" y="2763358"/>
                  </a:lnTo>
                  <a:lnTo>
                    <a:pt x="3178734" y="2751418"/>
                  </a:lnTo>
                  <a:lnTo>
                    <a:pt x="3101100" y="2739318"/>
                  </a:lnTo>
                  <a:lnTo>
                    <a:pt x="3023466" y="2727056"/>
                  </a:lnTo>
                  <a:lnTo>
                    <a:pt x="2945832" y="2714628"/>
                  </a:lnTo>
                  <a:lnTo>
                    <a:pt x="2868198" y="2702034"/>
                  </a:lnTo>
                  <a:lnTo>
                    <a:pt x="2790564" y="2689271"/>
                  </a:lnTo>
                  <a:lnTo>
                    <a:pt x="2712930" y="2676337"/>
                  </a:lnTo>
                  <a:lnTo>
                    <a:pt x="2635295" y="2663229"/>
                  </a:lnTo>
                  <a:lnTo>
                    <a:pt x="2557661" y="2649945"/>
                  </a:lnTo>
                  <a:lnTo>
                    <a:pt x="2480027" y="2636482"/>
                  </a:lnTo>
                  <a:lnTo>
                    <a:pt x="2402393" y="2622839"/>
                  </a:lnTo>
                  <a:lnTo>
                    <a:pt x="2324759" y="2609013"/>
                  </a:lnTo>
                  <a:lnTo>
                    <a:pt x="2247125" y="2595001"/>
                  </a:lnTo>
                  <a:lnTo>
                    <a:pt x="2169491" y="2580800"/>
                  </a:lnTo>
                  <a:lnTo>
                    <a:pt x="2091857" y="2566410"/>
                  </a:lnTo>
                  <a:lnTo>
                    <a:pt x="2014223" y="2551826"/>
                  </a:lnTo>
                  <a:lnTo>
                    <a:pt x="1936589" y="2537046"/>
                  </a:lnTo>
                  <a:lnTo>
                    <a:pt x="1858955" y="2522068"/>
                  </a:lnTo>
                  <a:lnTo>
                    <a:pt x="1781321" y="2506888"/>
                  </a:lnTo>
                  <a:lnTo>
                    <a:pt x="1703687" y="2491505"/>
                  </a:lnTo>
                  <a:lnTo>
                    <a:pt x="1626053" y="2475915"/>
                  </a:lnTo>
                  <a:lnTo>
                    <a:pt x="1548419" y="2460116"/>
                  </a:lnTo>
                  <a:lnTo>
                    <a:pt x="1470785" y="2444105"/>
                  </a:lnTo>
                  <a:lnTo>
                    <a:pt x="1393151" y="2427879"/>
                  </a:lnTo>
                  <a:lnTo>
                    <a:pt x="1315517" y="2411435"/>
                  </a:lnTo>
                  <a:lnTo>
                    <a:pt x="1237883" y="2394770"/>
                  </a:lnTo>
                  <a:lnTo>
                    <a:pt x="1160249" y="2377882"/>
                  </a:lnTo>
                  <a:lnTo>
                    <a:pt x="1082615" y="2360767"/>
                  </a:lnTo>
                  <a:lnTo>
                    <a:pt x="1004981" y="2343422"/>
                  </a:lnTo>
                  <a:lnTo>
                    <a:pt x="927346" y="2325844"/>
                  </a:lnTo>
                  <a:lnTo>
                    <a:pt x="849712" y="2308030"/>
                  </a:lnTo>
                  <a:lnTo>
                    <a:pt x="772078" y="2289977"/>
                  </a:lnTo>
                  <a:lnTo>
                    <a:pt x="694444" y="2271681"/>
                  </a:lnTo>
                  <a:lnTo>
                    <a:pt x="616810" y="2253140"/>
                  </a:lnTo>
                  <a:lnTo>
                    <a:pt x="539176" y="2234350"/>
                  </a:lnTo>
                  <a:lnTo>
                    <a:pt x="461542" y="2215308"/>
                  </a:lnTo>
                  <a:lnTo>
                    <a:pt x="383908" y="2196010"/>
                  </a:lnTo>
                  <a:lnTo>
                    <a:pt x="306274" y="2176453"/>
                  </a:lnTo>
                  <a:lnTo>
                    <a:pt x="228640" y="2156633"/>
                  </a:lnTo>
                  <a:lnTo>
                    <a:pt x="151006" y="2136547"/>
                  </a:lnTo>
                  <a:lnTo>
                    <a:pt x="73372" y="2116192"/>
                  </a:lnTo>
                  <a:lnTo>
                    <a:pt x="0" y="20966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7772" y="1896563"/>
              <a:ext cx="5420717" cy="3214054"/>
            </a:xfrm>
            <a:custGeom>
              <a:avLst/>
              <a:pathLst>
                <a:path w="5420717" h="3214054">
                  <a:moveTo>
                    <a:pt x="0" y="0"/>
                  </a:moveTo>
                  <a:lnTo>
                    <a:pt x="63968" y="227618"/>
                  </a:lnTo>
                  <a:lnTo>
                    <a:pt x="141602" y="483244"/>
                  </a:lnTo>
                  <a:lnTo>
                    <a:pt x="219236" y="719791"/>
                  </a:lnTo>
                  <a:lnTo>
                    <a:pt x="296870" y="938684"/>
                  </a:lnTo>
                  <a:lnTo>
                    <a:pt x="374505" y="1141239"/>
                  </a:lnTo>
                  <a:lnTo>
                    <a:pt x="452139" y="1328677"/>
                  </a:lnTo>
                  <a:lnTo>
                    <a:pt x="529773" y="1502126"/>
                  </a:lnTo>
                  <a:lnTo>
                    <a:pt x="607407" y="1662629"/>
                  </a:lnTo>
                  <a:lnTo>
                    <a:pt x="685041" y="1811153"/>
                  </a:lnTo>
                  <a:lnTo>
                    <a:pt x="762675" y="1948592"/>
                  </a:lnTo>
                  <a:lnTo>
                    <a:pt x="840309" y="2075774"/>
                  </a:lnTo>
                  <a:lnTo>
                    <a:pt x="917943" y="2193463"/>
                  </a:lnTo>
                  <a:lnTo>
                    <a:pt x="995577" y="2302369"/>
                  </a:lnTo>
                  <a:lnTo>
                    <a:pt x="1073211" y="2403146"/>
                  </a:lnTo>
                  <a:lnTo>
                    <a:pt x="1150845" y="2496402"/>
                  </a:lnTo>
                  <a:lnTo>
                    <a:pt x="1228479" y="2582698"/>
                  </a:lnTo>
                  <a:lnTo>
                    <a:pt x="1306113" y="2662553"/>
                  </a:lnTo>
                  <a:lnTo>
                    <a:pt x="1383747" y="2736448"/>
                  </a:lnTo>
                  <a:lnTo>
                    <a:pt x="1461381" y="2786765"/>
                  </a:lnTo>
                  <a:lnTo>
                    <a:pt x="1539015" y="2798236"/>
                  </a:lnTo>
                  <a:lnTo>
                    <a:pt x="1616649" y="2809556"/>
                  </a:lnTo>
                  <a:lnTo>
                    <a:pt x="1694283" y="2820725"/>
                  </a:lnTo>
                  <a:lnTo>
                    <a:pt x="1771917" y="2831747"/>
                  </a:lnTo>
                  <a:lnTo>
                    <a:pt x="1849551" y="2842622"/>
                  </a:lnTo>
                  <a:lnTo>
                    <a:pt x="1927185" y="2853354"/>
                  </a:lnTo>
                  <a:lnTo>
                    <a:pt x="2004819" y="2863943"/>
                  </a:lnTo>
                  <a:lnTo>
                    <a:pt x="2082454" y="2874392"/>
                  </a:lnTo>
                  <a:lnTo>
                    <a:pt x="2160088" y="2884703"/>
                  </a:lnTo>
                  <a:lnTo>
                    <a:pt x="2237722" y="2894877"/>
                  </a:lnTo>
                  <a:lnTo>
                    <a:pt x="2315356" y="2904916"/>
                  </a:lnTo>
                  <a:lnTo>
                    <a:pt x="2392990" y="2914822"/>
                  </a:lnTo>
                  <a:lnTo>
                    <a:pt x="2470624" y="2924597"/>
                  </a:lnTo>
                  <a:lnTo>
                    <a:pt x="2548258" y="2934242"/>
                  </a:lnTo>
                  <a:lnTo>
                    <a:pt x="2625892" y="2943760"/>
                  </a:lnTo>
                  <a:lnTo>
                    <a:pt x="2703526" y="2953151"/>
                  </a:lnTo>
                  <a:lnTo>
                    <a:pt x="2781160" y="2962418"/>
                  </a:lnTo>
                  <a:lnTo>
                    <a:pt x="2858794" y="2971563"/>
                  </a:lnTo>
                  <a:lnTo>
                    <a:pt x="2936428" y="2980586"/>
                  </a:lnTo>
                  <a:lnTo>
                    <a:pt x="3014062" y="2989490"/>
                  </a:lnTo>
                  <a:lnTo>
                    <a:pt x="3091696" y="2998275"/>
                  </a:lnTo>
                  <a:lnTo>
                    <a:pt x="3169330" y="3006945"/>
                  </a:lnTo>
                  <a:lnTo>
                    <a:pt x="3246964" y="3015499"/>
                  </a:lnTo>
                  <a:lnTo>
                    <a:pt x="3324598" y="3023940"/>
                  </a:lnTo>
                  <a:lnTo>
                    <a:pt x="3402232" y="3032269"/>
                  </a:lnTo>
                  <a:lnTo>
                    <a:pt x="3479866" y="3040488"/>
                  </a:lnTo>
                  <a:lnTo>
                    <a:pt x="3557500" y="3048598"/>
                  </a:lnTo>
                  <a:lnTo>
                    <a:pt x="3635134" y="3056601"/>
                  </a:lnTo>
                  <a:lnTo>
                    <a:pt x="3712768" y="3064498"/>
                  </a:lnTo>
                  <a:lnTo>
                    <a:pt x="3790403" y="3072290"/>
                  </a:lnTo>
                  <a:lnTo>
                    <a:pt x="3868037" y="3079978"/>
                  </a:lnTo>
                  <a:lnTo>
                    <a:pt x="3945671" y="3087565"/>
                  </a:lnTo>
                  <a:lnTo>
                    <a:pt x="4023305" y="3095051"/>
                  </a:lnTo>
                  <a:lnTo>
                    <a:pt x="4100939" y="3102439"/>
                  </a:lnTo>
                  <a:lnTo>
                    <a:pt x="4178573" y="3109728"/>
                  </a:lnTo>
                  <a:lnTo>
                    <a:pt x="4256207" y="3116921"/>
                  </a:lnTo>
                  <a:lnTo>
                    <a:pt x="4333841" y="3124018"/>
                  </a:lnTo>
                  <a:lnTo>
                    <a:pt x="4411475" y="3131022"/>
                  </a:lnTo>
                  <a:lnTo>
                    <a:pt x="4489109" y="3137932"/>
                  </a:lnTo>
                  <a:lnTo>
                    <a:pt x="4566743" y="3144751"/>
                  </a:lnTo>
                  <a:lnTo>
                    <a:pt x="4644377" y="3151480"/>
                  </a:lnTo>
                  <a:lnTo>
                    <a:pt x="4722011" y="3158120"/>
                  </a:lnTo>
                  <a:lnTo>
                    <a:pt x="4799645" y="3164671"/>
                  </a:lnTo>
                  <a:lnTo>
                    <a:pt x="4877279" y="3171136"/>
                  </a:lnTo>
                  <a:lnTo>
                    <a:pt x="4954913" y="3177515"/>
                  </a:lnTo>
                  <a:lnTo>
                    <a:pt x="5032547" y="3183810"/>
                  </a:lnTo>
                  <a:lnTo>
                    <a:pt x="5110181" y="3190021"/>
                  </a:lnTo>
                  <a:lnTo>
                    <a:pt x="5187815" y="3196150"/>
                  </a:lnTo>
                  <a:lnTo>
                    <a:pt x="5265449" y="3202198"/>
                  </a:lnTo>
                  <a:lnTo>
                    <a:pt x="5343083" y="3208165"/>
                  </a:lnTo>
                  <a:lnTo>
                    <a:pt x="5420717" y="32140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3259"/>
              <a:ext cx="7370972" cy="1539719"/>
            </a:xfrm>
            <a:custGeom>
              <a:avLst/>
              <a:pathLst>
                <a:path w="7370972" h="1539719">
                  <a:moveTo>
                    <a:pt x="7370972" y="1539719"/>
                  </a:moveTo>
                  <a:lnTo>
                    <a:pt x="7293338" y="1538410"/>
                  </a:lnTo>
                  <a:lnTo>
                    <a:pt x="7215704" y="1536996"/>
                  </a:lnTo>
                  <a:lnTo>
                    <a:pt x="7138070" y="1535467"/>
                  </a:lnTo>
                  <a:lnTo>
                    <a:pt x="7060436" y="1533815"/>
                  </a:lnTo>
                  <a:lnTo>
                    <a:pt x="6982802" y="1532030"/>
                  </a:lnTo>
                  <a:lnTo>
                    <a:pt x="6905168" y="1530101"/>
                  </a:lnTo>
                  <a:lnTo>
                    <a:pt x="6827534" y="1528017"/>
                  </a:lnTo>
                  <a:lnTo>
                    <a:pt x="6749900" y="1525764"/>
                  </a:lnTo>
                  <a:lnTo>
                    <a:pt x="6672266" y="1523329"/>
                  </a:lnTo>
                  <a:lnTo>
                    <a:pt x="6594632" y="1520699"/>
                  </a:lnTo>
                  <a:lnTo>
                    <a:pt x="6516998" y="1517856"/>
                  </a:lnTo>
                  <a:lnTo>
                    <a:pt x="6439364" y="1514783"/>
                  </a:lnTo>
                  <a:lnTo>
                    <a:pt x="6361730" y="1511463"/>
                  </a:lnTo>
                  <a:lnTo>
                    <a:pt x="6284096" y="1507876"/>
                  </a:lnTo>
                  <a:lnTo>
                    <a:pt x="6206462" y="1503998"/>
                  </a:lnTo>
                  <a:lnTo>
                    <a:pt x="6128827" y="1499808"/>
                  </a:lnTo>
                  <a:lnTo>
                    <a:pt x="6051193" y="1495281"/>
                  </a:lnTo>
                  <a:lnTo>
                    <a:pt x="5973559" y="1490388"/>
                  </a:lnTo>
                  <a:lnTo>
                    <a:pt x="5895925" y="1485100"/>
                  </a:lnTo>
                  <a:lnTo>
                    <a:pt x="5818291" y="1479386"/>
                  </a:lnTo>
                  <a:lnTo>
                    <a:pt x="5740657" y="1473211"/>
                  </a:lnTo>
                  <a:lnTo>
                    <a:pt x="5663023" y="1466538"/>
                  </a:lnTo>
                  <a:lnTo>
                    <a:pt x="5585389" y="1459326"/>
                  </a:lnTo>
                  <a:lnTo>
                    <a:pt x="5507755" y="1451534"/>
                  </a:lnTo>
                  <a:lnTo>
                    <a:pt x="5430121" y="1443112"/>
                  </a:lnTo>
                  <a:lnTo>
                    <a:pt x="5352487" y="1434011"/>
                  </a:lnTo>
                  <a:lnTo>
                    <a:pt x="5274853" y="1424177"/>
                  </a:lnTo>
                  <a:lnTo>
                    <a:pt x="5197219" y="1413549"/>
                  </a:lnTo>
                  <a:lnTo>
                    <a:pt x="5119585" y="1402064"/>
                  </a:lnTo>
                  <a:lnTo>
                    <a:pt x="5041951" y="1389653"/>
                  </a:lnTo>
                  <a:lnTo>
                    <a:pt x="4964317" y="1376240"/>
                  </a:lnTo>
                  <a:lnTo>
                    <a:pt x="4886683" y="1361746"/>
                  </a:lnTo>
                  <a:lnTo>
                    <a:pt x="4809049" y="1346083"/>
                  </a:lnTo>
                  <a:lnTo>
                    <a:pt x="4731415" y="1329156"/>
                  </a:lnTo>
                  <a:lnTo>
                    <a:pt x="4653781" y="1310865"/>
                  </a:lnTo>
                  <a:lnTo>
                    <a:pt x="4576147" y="1291098"/>
                  </a:lnTo>
                  <a:lnTo>
                    <a:pt x="4498513" y="1269736"/>
                  </a:lnTo>
                  <a:lnTo>
                    <a:pt x="4420879" y="1246652"/>
                  </a:lnTo>
                  <a:lnTo>
                    <a:pt x="4343244" y="1221706"/>
                  </a:lnTo>
                  <a:lnTo>
                    <a:pt x="4265610" y="1194748"/>
                  </a:lnTo>
                  <a:lnTo>
                    <a:pt x="4187976" y="1165616"/>
                  </a:lnTo>
                  <a:lnTo>
                    <a:pt x="4110342" y="1134134"/>
                  </a:lnTo>
                  <a:lnTo>
                    <a:pt x="4032708" y="1100113"/>
                  </a:lnTo>
                  <a:lnTo>
                    <a:pt x="3955074" y="1063348"/>
                  </a:lnTo>
                  <a:lnTo>
                    <a:pt x="3877440" y="1023618"/>
                  </a:lnTo>
                  <a:lnTo>
                    <a:pt x="3799806" y="980683"/>
                  </a:lnTo>
                  <a:lnTo>
                    <a:pt x="3722172" y="934286"/>
                  </a:lnTo>
                  <a:lnTo>
                    <a:pt x="3644538" y="884146"/>
                  </a:lnTo>
                  <a:lnTo>
                    <a:pt x="3566904" y="829962"/>
                  </a:lnTo>
                  <a:lnTo>
                    <a:pt x="3489270" y="771408"/>
                  </a:lnTo>
                  <a:lnTo>
                    <a:pt x="3411636" y="708132"/>
                  </a:lnTo>
                  <a:lnTo>
                    <a:pt x="3334002" y="678443"/>
                  </a:lnTo>
                  <a:lnTo>
                    <a:pt x="3256368" y="666662"/>
                  </a:lnTo>
                  <a:lnTo>
                    <a:pt x="3178734" y="654722"/>
                  </a:lnTo>
                  <a:lnTo>
                    <a:pt x="3101100" y="642622"/>
                  </a:lnTo>
                  <a:lnTo>
                    <a:pt x="3023466" y="630359"/>
                  </a:lnTo>
                  <a:lnTo>
                    <a:pt x="2945832" y="617932"/>
                  </a:lnTo>
                  <a:lnTo>
                    <a:pt x="2868198" y="605338"/>
                  </a:lnTo>
                  <a:lnTo>
                    <a:pt x="2790564" y="592575"/>
                  </a:lnTo>
                  <a:lnTo>
                    <a:pt x="2712930" y="579641"/>
                  </a:lnTo>
                  <a:lnTo>
                    <a:pt x="2635295" y="566533"/>
                  </a:lnTo>
                  <a:lnTo>
                    <a:pt x="2557661" y="553249"/>
                  </a:lnTo>
                  <a:lnTo>
                    <a:pt x="2480027" y="539786"/>
                  </a:lnTo>
                  <a:lnTo>
                    <a:pt x="2402393" y="526143"/>
                  </a:lnTo>
                  <a:lnTo>
                    <a:pt x="2324759" y="512317"/>
                  </a:lnTo>
                  <a:lnTo>
                    <a:pt x="2247125" y="498305"/>
                  </a:lnTo>
                  <a:lnTo>
                    <a:pt x="2169491" y="484104"/>
                  </a:lnTo>
                  <a:lnTo>
                    <a:pt x="2091857" y="469714"/>
                  </a:lnTo>
                  <a:lnTo>
                    <a:pt x="2014223" y="455130"/>
                  </a:lnTo>
                  <a:lnTo>
                    <a:pt x="1936589" y="440350"/>
                  </a:lnTo>
                  <a:lnTo>
                    <a:pt x="1858955" y="425371"/>
                  </a:lnTo>
                  <a:lnTo>
                    <a:pt x="1781321" y="410192"/>
                  </a:lnTo>
                  <a:lnTo>
                    <a:pt x="1703687" y="394809"/>
                  </a:lnTo>
                  <a:lnTo>
                    <a:pt x="1626053" y="379219"/>
                  </a:lnTo>
                  <a:lnTo>
                    <a:pt x="1548419" y="363420"/>
                  </a:lnTo>
                  <a:lnTo>
                    <a:pt x="1470785" y="347409"/>
                  </a:lnTo>
                  <a:lnTo>
                    <a:pt x="1393151" y="331183"/>
                  </a:lnTo>
                  <a:lnTo>
                    <a:pt x="1315517" y="314739"/>
                  </a:lnTo>
                  <a:lnTo>
                    <a:pt x="1237883" y="298074"/>
                  </a:lnTo>
                  <a:lnTo>
                    <a:pt x="1160249" y="281186"/>
                  </a:lnTo>
                  <a:lnTo>
                    <a:pt x="1082615" y="264071"/>
                  </a:lnTo>
                  <a:lnTo>
                    <a:pt x="1004981" y="246726"/>
                  </a:lnTo>
                  <a:lnTo>
                    <a:pt x="927346" y="229148"/>
                  </a:lnTo>
                  <a:lnTo>
                    <a:pt x="849712" y="211334"/>
                  </a:lnTo>
                  <a:lnTo>
                    <a:pt x="772078" y="193281"/>
                  </a:lnTo>
                  <a:lnTo>
                    <a:pt x="694444" y="174985"/>
                  </a:lnTo>
                  <a:lnTo>
                    <a:pt x="616810" y="156444"/>
                  </a:lnTo>
                  <a:lnTo>
                    <a:pt x="539176" y="137654"/>
                  </a:lnTo>
                  <a:lnTo>
                    <a:pt x="461542" y="118612"/>
                  </a:lnTo>
                  <a:lnTo>
                    <a:pt x="383908" y="99314"/>
                  </a:lnTo>
                  <a:lnTo>
                    <a:pt x="306274" y="79757"/>
                  </a:lnTo>
                  <a:lnTo>
                    <a:pt x="228640" y="59937"/>
                  </a:lnTo>
                  <a:lnTo>
                    <a:pt x="151006" y="39851"/>
                  </a:lnTo>
                  <a:lnTo>
                    <a:pt x="73372" y="194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2631" y="1896563"/>
              <a:ext cx="6435859" cy="3568278"/>
            </a:xfrm>
            <a:custGeom>
              <a:avLst/>
              <a:pathLst>
                <a:path w="6435859" h="3568278">
                  <a:moveTo>
                    <a:pt x="0" y="0"/>
                  </a:moveTo>
                  <a:lnTo>
                    <a:pt x="69867" y="146718"/>
                  </a:lnTo>
                  <a:lnTo>
                    <a:pt x="147501" y="302501"/>
                  </a:lnTo>
                  <a:lnTo>
                    <a:pt x="225135" y="451363"/>
                  </a:lnTo>
                  <a:lnTo>
                    <a:pt x="302769" y="593609"/>
                  </a:lnTo>
                  <a:lnTo>
                    <a:pt x="380403" y="729536"/>
                  </a:lnTo>
                  <a:lnTo>
                    <a:pt x="458037" y="859422"/>
                  </a:lnTo>
                  <a:lnTo>
                    <a:pt x="535671" y="983537"/>
                  </a:lnTo>
                  <a:lnTo>
                    <a:pt x="613305" y="1102137"/>
                  </a:lnTo>
                  <a:lnTo>
                    <a:pt x="690939" y="1215467"/>
                  </a:lnTo>
                  <a:lnTo>
                    <a:pt x="768573" y="1323761"/>
                  </a:lnTo>
                  <a:lnTo>
                    <a:pt x="846207" y="1427244"/>
                  </a:lnTo>
                  <a:lnTo>
                    <a:pt x="923842" y="1526128"/>
                  </a:lnTo>
                  <a:lnTo>
                    <a:pt x="1001476" y="1620618"/>
                  </a:lnTo>
                  <a:lnTo>
                    <a:pt x="1079110" y="1710910"/>
                  </a:lnTo>
                  <a:lnTo>
                    <a:pt x="1156744" y="1797190"/>
                  </a:lnTo>
                  <a:lnTo>
                    <a:pt x="1234378" y="1879636"/>
                  </a:lnTo>
                  <a:lnTo>
                    <a:pt x="1312012" y="1958418"/>
                  </a:lnTo>
                  <a:lnTo>
                    <a:pt x="1389646" y="2033700"/>
                  </a:lnTo>
                  <a:lnTo>
                    <a:pt x="1467280" y="2105636"/>
                  </a:lnTo>
                  <a:lnTo>
                    <a:pt x="1544914" y="2174377"/>
                  </a:lnTo>
                  <a:lnTo>
                    <a:pt x="1622548" y="2240063"/>
                  </a:lnTo>
                  <a:lnTo>
                    <a:pt x="1700182" y="2302830"/>
                  </a:lnTo>
                  <a:lnTo>
                    <a:pt x="1777816" y="2362808"/>
                  </a:lnTo>
                  <a:lnTo>
                    <a:pt x="1855450" y="2420121"/>
                  </a:lnTo>
                  <a:lnTo>
                    <a:pt x="1933084" y="2474887"/>
                  </a:lnTo>
                  <a:lnTo>
                    <a:pt x="2010718" y="2527220"/>
                  </a:lnTo>
                  <a:lnTo>
                    <a:pt x="2088352" y="2577227"/>
                  </a:lnTo>
                  <a:lnTo>
                    <a:pt x="2165986" y="2625013"/>
                  </a:lnTo>
                  <a:lnTo>
                    <a:pt x="2243620" y="2670675"/>
                  </a:lnTo>
                  <a:lnTo>
                    <a:pt x="2321254" y="2714308"/>
                  </a:lnTo>
                  <a:lnTo>
                    <a:pt x="2398888" y="2756002"/>
                  </a:lnTo>
                  <a:lnTo>
                    <a:pt x="2476522" y="2795844"/>
                  </a:lnTo>
                  <a:lnTo>
                    <a:pt x="2554156" y="2833915"/>
                  </a:lnTo>
                  <a:lnTo>
                    <a:pt x="2631791" y="2870295"/>
                  </a:lnTo>
                  <a:lnTo>
                    <a:pt x="2709425" y="2905058"/>
                  </a:lnTo>
                  <a:lnTo>
                    <a:pt x="2787059" y="2938277"/>
                  </a:lnTo>
                  <a:lnTo>
                    <a:pt x="2864693" y="2970019"/>
                  </a:lnTo>
                  <a:lnTo>
                    <a:pt x="2942327" y="3000351"/>
                  </a:lnTo>
                  <a:lnTo>
                    <a:pt x="3019961" y="3029335"/>
                  </a:lnTo>
                  <a:lnTo>
                    <a:pt x="3097595" y="3057031"/>
                  </a:lnTo>
                  <a:lnTo>
                    <a:pt x="3175229" y="3083497"/>
                  </a:lnTo>
                  <a:lnTo>
                    <a:pt x="3252863" y="3108787"/>
                  </a:lnTo>
                  <a:lnTo>
                    <a:pt x="3330497" y="3132953"/>
                  </a:lnTo>
                  <a:lnTo>
                    <a:pt x="3408131" y="3156045"/>
                  </a:lnTo>
                  <a:lnTo>
                    <a:pt x="3485765" y="3178111"/>
                  </a:lnTo>
                  <a:lnTo>
                    <a:pt x="3563399" y="3199196"/>
                  </a:lnTo>
                  <a:lnTo>
                    <a:pt x="3641033" y="3219345"/>
                  </a:lnTo>
                  <a:lnTo>
                    <a:pt x="3718667" y="3238598"/>
                  </a:lnTo>
                  <a:lnTo>
                    <a:pt x="3796301" y="3256996"/>
                  </a:lnTo>
                  <a:lnTo>
                    <a:pt x="3873935" y="3274576"/>
                  </a:lnTo>
                  <a:lnTo>
                    <a:pt x="3951569" y="3291376"/>
                  </a:lnTo>
                  <a:lnTo>
                    <a:pt x="4029203" y="3307428"/>
                  </a:lnTo>
                  <a:lnTo>
                    <a:pt x="4106837" y="3322768"/>
                  </a:lnTo>
                  <a:lnTo>
                    <a:pt x="4184471" y="3337425"/>
                  </a:lnTo>
                  <a:lnTo>
                    <a:pt x="4262105" y="3351432"/>
                  </a:lnTo>
                  <a:lnTo>
                    <a:pt x="4339740" y="3364816"/>
                  </a:lnTo>
                  <a:lnTo>
                    <a:pt x="4417374" y="3377606"/>
                  </a:lnTo>
                  <a:lnTo>
                    <a:pt x="4495008" y="3389827"/>
                  </a:lnTo>
                  <a:lnTo>
                    <a:pt x="4572642" y="3401505"/>
                  </a:lnTo>
                  <a:lnTo>
                    <a:pt x="4650276" y="3412664"/>
                  </a:lnTo>
                  <a:lnTo>
                    <a:pt x="4727910" y="3423327"/>
                  </a:lnTo>
                  <a:lnTo>
                    <a:pt x="4805544" y="3433517"/>
                  </a:lnTo>
                  <a:lnTo>
                    <a:pt x="4883178" y="3443253"/>
                  </a:lnTo>
                  <a:lnTo>
                    <a:pt x="4960812" y="3452558"/>
                  </a:lnTo>
                  <a:lnTo>
                    <a:pt x="5038446" y="3461448"/>
                  </a:lnTo>
                  <a:lnTo>
                    <a:pt x="5116080" y="3469944"/>
                  </a:lnTo>
                  <a:lnTo>
                    <a:pt x="5193714" y="3478062"/>
                  </a:lnTo>
                  <a:lnTo>
                    <a:pt x="5271348" y="3485819"/>
                  </a:lnTo>
                  <a:lnTo>
                    <a:pt x="5348982" y="3493232"/>
                  </a:lnTo>
                  <a:lnTo>
                    <a:pt x="5426616" y="3500315"/>
                  </a:lnTo>
                  <a:lnTo>
                    <a:pt x="5504250" y="3507084"/>
                  </a:lnTo>
                  <a:lnTo>
                    <a:pt x="5581884" y="3513552"/>
                  </a:lnTo>
                  <a:lnTo>
                    <a:pt x="5659518" y="3519732"/>
                  </a:lnTo>
                  <a:lnTo>
                    <a:pt x="5737152" y="3525638"/>
                  </a:lnTo>
                  <a:lnTo>
                    <a:pt x="5814786" y="3531282"/>
                  </a:lnTo>
                  <a:lnTo>
                    <a:pt x="5892420" y="3536674"/>
                  </a:lnTo>
                  <a:lnTo>
                    <a:pt x="5970054" y="3541827"/>
                  </a:lnTo>
                  <a:lnTo>
                    <a:pt x="6047689" y="3546751"/>
                  </a:lnTo>
                  <a:lnTo>
                    <a:pt x="6125323" y="3551456"/>
                  </a:lnTo>
                  <a:lnTo>
                    <a:pt x="6202957" y="3555953"/>
                  </a:lnTo>
                  <a:lnTo>
                    <a:pt x="6280591" y="3560249"/>
                  </a:lnTo>
                  <a:lnTo>
                    <a:pt x="6358225" y="3564354"/>
                  </a:lnTo>
                  <a:lnTo>
                    <a:pt x="6435859" y="35682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2026-05-22T09:54:27Z</dcterms:modified>
  <cp:category/>
</cp:coreProperties>
</file>