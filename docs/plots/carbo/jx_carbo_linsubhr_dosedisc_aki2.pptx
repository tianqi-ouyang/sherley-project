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53563"/>
            </a:xfrm>
            <a:custGeom>
              <a:avLst/>
              <a:pathLst>
                <a:path w="7090630" h="3453563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4"/>
                  </a:lnTo>
                  <a:lnTo>
                    <a:pt x="1074337" y="1942116"/>
                  </a:lnTo>
                  <a:lnTo>
                    <a:pt x="1145960" y="1983550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6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8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70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5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8"/>
                  </a:lnTo>
                  <a:lnTo>
                    <a:pt x="4870331" y="1556176"/>
                  </a:lnTo>
                  <a:lnTo>
                    <a:pt x="4941954" y="1482321"/>
                  </a:lnTo>
                  <a:lnTo>
                    <a:pt x="5013576" y="1405864"/>
                  </a:lnTo>
                  <a:lnTo>
                    <a:pt x="5085199" y="1326713"/>
                  </a:lnTo>
                  <a:lnTo>
                    <a:pt x="5156821" y="1244774"/>
                  </a:lnTo>
                  <a:lnTo>
                    <a:pt x="5228444" y="1159949"/>
                  </a:lnTo>
                  <a:lnTo>
                    <a:pt x="5300066" y="1072135"/>
                  </a:lnTo>
                  <a:lnTo>
                    <a:pt x="5371689" y="981228"/>
                  </a:lnTo>
                  <a:lnTo>
                    <a:pt x="5443311" y="887118"/>
                  </a:lnTo>
                  <a:lnTo>
                    <a:pt x="5514934" y="789693"/>
                  </a:lnTo>
                  <a:lnTo>
                    <a:pt x="5586557" y="688836"/>
                  </a:lnTo>
                  <a:lnTo>
                    <a:pt x="5658179" y="584426"/>
                  </a:lnTo>
                  <a:lnTo>
                    <a:pt x="5729802" y="476337"/>
                  </a:lnTo>
                  <a:lnTo>
                    <a:pt x="5801424" y="364441"/>
                  </a:lnTo>
                  <a:lnTo>
                    <a:pt x="5873047" y="248603"/>
                  </a:lnTo>
                  <a:lnTo>
                    <a:pt x="5944669" y="128684"/>
                  </a:lnTo>
                  <a:lnTo>
                    <a:pt x="6016292" y="4540"/>
                  </a:lnTo>
                  <a:lnTo>
                    <a:pt x="6018822" y="0"/>
                  </a:lnTo>
                  <a:lnTo>
                    <a:pt x="7090630" y="0"/>
                  </a:lnTo>
                  <a:lnTo>
                    <a:pt x="7090630" y="3434578"/>
                  </a:lnTo>
                  <a:lnTo>
                    <a:pt x="7019007" y="3429165"/>
                  </a:lnTo>
                  <a:lnTo>
                    <a:pt x="6947385" y="3423617"/>
                  </a:lnTo>
                  <a:lnTo>
                    <a:pt x="6875762" y="3417932"/>
                  </a:lnTo>
                  <a:lnTo>
                    <a:pt x="6804139" y="3412105"/>
                  </a:lnTo>
                  <a:lnTo>
                    <a:pt x="6732517" y="3406134"/>
                  </a:lnTo>
                  <a:lnTo>
                    <a:pt x="6660894" y="3400015"/>
                  </a:lnTo>
                  <a:lnTo>
                    <a:pt x="6589272" y="3393744"/>
                  </a:lnTo>
                  <a:lnTo>
                    <a:pt x="6517649" y="3387317"/>
                  </a:lnTo>
                  <a:lnTo>
                    <a:pt x="6446027" y="3380730"/>
                  </a:lnTo>
                  <a:lnTo>
                    <a:pt x="6374404" y="3373980"/>
                  </a:lnTo>
                  <a:lnTo>
                    <a:pt x="6302782" y="3367062"/>
                  </a:lnTo>
                  <a:lnTo>
                    <a:pt x="6231159" y="3359973"/>
                  </a:lnTo>
                  <a:lnTo>
                    <a:pt x="6159537" y="3352708"/>
                  </a:lnTo>
                  <a:lnTo>
                    <a:pt x="6087914" y="3345262"/>
                  </a:lnTo>
                  <a:lnTo>
                    <a:pt x="6016292" y="3337632"/>
                  </a:lnTo>
                  <a:lnTo>
                    <a:pt x="5944669" y="3329812"/>
                  </a:lnTo>
                  <a:lnTo>
                    <a:pt x="5873047" y="3321798"/>
                  </a:lnTo>
                  <a:lnTo>
                    <a:pt x="5801424" y="3313585"/>
                  </a:lnTo>
                  <a:lnTo>
                    <a:pt x="5729802" y="3305168"/>
                  </a:lnTo>
                  <a:lnTo>
                    <a:pt x="5658179" y="3296542"/>
                  </a:lnTo>
                  <a:lnTo>
                    <a:pt x="5586557" y="3287703"/>
                  </a:lnTo>
                  <a:lnTo>
                    <a:pt x="5514934" y="3278643"/>
                  </a:lnTo>
                  <a:lnTo>
                    <a:pt x="5443311" y="3269359"/>
                  </a:lnTo>
                  <a:lnTo>
                    <a:pt x="5371689" y="3259844"/>
                  </a:lnTo>
                  <a:lnTo>
                    <a:pt x="5300066" y="3250093"/>
                  </a:lnTo>
                  <a:lnTo>
                    <a:pt x="5228444" y="3240101"/>
                  </a:lnTo>
                  <a:lnTo>
                    <a:pt x="5156821" y="3229860"/>
                  </a:lnTo>
                  <a:lnTo>
                    <a:pt x="5085199" y="3219364"/>
                  </a:lnTo>
                  <a:lnTo>
                    <a:pt x="5013576" y="3208609"/>
                  </a:lnTo>
                  <a:lnTo>
                    <a:pt x="4941954" y="3197586"/>
                  </a:lnTo>
                  <a:lnTo>
                    <a:pt x="4870331" y="3186289"/>
                  </a:lnTo>
                  <a:lnTo>
                    <a:pt x="4798709" y="3174713"/>
                  </a:lnTo>
                  <a:lnTo>
                    <a:pt x="4727086" y="3162848"/>
                  </a:lnTo>
                  <a:lnTo>
                    <a:pt x="4655464" y="3150690"/>
                  </a:lnTo>
                  <a:lnTo>
                    <a:pt x="4583841" y="3138229"/>
                  </a:lnTo>
                  <a:lnTo>
                    <a:pt x="4512219" y="3125459"/>
                  </a:lnTo>
                  <a:lnTo>
                    <a:pt x="4440596" y="3112372"/>
                  </a:lnTo>
                  <a:lnTo>
                    <a:pt x="4368974" y="3098961"/>
                  </a:lnTo>
                  <a:lnTo>
                    <a:pt x="4297351" y="3085216"/>
                  </a:lnTo>
                  <a:lnTo>
                    <a:pt x="4225729" y="3071130"/>
                  </a:lnTo>
                  <a:lnTo>
                    <a:pt x="4154106" y="3056695"/>
                  </a:lnTo>
                  <a:lnTo>
                    <a:pt x="4082483" y="3041901"/>
                  </a:lnTo>
                  <a:lnTo>
                    <a:pt x="4010861" y="3026740"/>
                  </a:lnTo>
                  <a:lnTo>
                    <a:pt x="3939238" y="3011202"/>
                  </a:lnTo>
                  <a:lnTo>
                    <a:pt x="3867616" y="2995279"/>
                  </a:lnTo>
                  <a:lnTo>
                    <a:pt x="3795993" y="2978960"/>
                  </a:lnTo>
                  <a:lnTo>
                    <a:pt x="3724371" y="2962237"/>
                  </a:lnTo>
                  <a:lnTo>
                    <a:pt x="3652748" y="2945098"/>
                  </a:lnTo>
                  <a:lnTo>
                    <a:pt x="3581126" y="2927534"/>
                  </a:lnTo>
                  <a:lnTo>
                    <a:pt x="3509503" y="2909534"/>
                  </a:lnTo>
                  <a:lnTo>
                    <a:pt x="3437881" y="2891087"/>
                  </a:lnTo>
                  <a:lnTo>
                    <a:pt x="3366258" y="2872182"/>
                  </a:lnTo>
                  <a:lnTo>
                    <a:pt x="3294636" y="2852807"/>
                  </a:lnTo>
                  <a:lnTo>
                    <a:pt x="3223013" y="2832952"/>
                  </a:lnTo>
                  <a:lnTo>
                    <a:pt x="3151391" y="2812604"/>
                  </a:lnTo>
                  <a:lnTo>
                    <a:pt x="3079768" y="2791751"/>
                  </a:lnTo>
                  <a:lnTo>
                    <a:pt x="3008146" y="2800432"/>
                  </a:lnTo>
                  <a:lnTo>
                    <a:pt x="2936523" y="2829432"/>
                  </a:lnTo>
                  <a:lnTo>
                    <a:pt x="2864901" y="2857446"/>
                  </a:lnTo>
                  <a:lnTo>
                    <a:pt x="2793278" y="2884506"/>
                  </a:lnTo>
                  <a:lnTo>
                    <a:pt x="2721655" y="2910646"/>
                  </a:lnTo>
                  <a:lnTo>
                    <a:pt x="2650033" y="2935895"/>
                  </a:lnTo>
                  <a:lnTo>
                    <a:pt x="2578410" y="2960286"/>
                  </a:lnTo>
                  <a:lnTo>
                    <a:pt x="2506788" y="2983847"/>
                  </a:lnTo>
                  <a:lnTo>
                    <a:pt x="2435165" y="3006606"/>
                  </a:lnTo>
                  <a:lnTo>
                    <a:pt x="2363543" y="3028590"/>
                  </a:lnTo>
                  <a:lnTo>
                    <a:pt x="2291920" y="3049826"/>
                  </a:lnTo>
                  <a:lnTo>
                    <a:pt x="2220298" y="3070340"/>
                  </a:lnTo>
                  <a:lnTo>
                    <a:pt x="2148675" y="3090155"/>
                  </a:lnTo>
                  <a:lnTo>
                    <a:pt x="2077053" y="3109297"/>
                  </a:lnTo>
                  <a:lnTo>
                    <a:pt x="2005430" y="3127787"/>
                  </a:lnTo>
                  <a:lnTo>
                    <a:pt x="1933808" y="3145647"/>
                  </a:lnTo>
                  <a:lnTo>
                    <a:pt x="1862185" y="3162900"/>
                  </a:lnTo>
                  <a:lnTo>
                    <a:pt x="1790563" y="3179566"/>
                  </a:lnTo>
                  <a:lnTo>
                    <a:pt x="1718940" y="3195665"/>
                  </a:lnTo>
                  <a:lnTo>
                    <a:pt x="1647318" y="3211215"/>
                  </a:lnTo>
                  <a:lnTo>
                    <a:pt x="1575695" y="3226237"/>
                  </a:lnTo>
                  <a:lnTo>
                    <a:pt x="1504073" y="3240747"/>
                  </a:lnTo>
                  <a:lnTo>
                    <a:pt x="1432450" y="3254764"/>
                  </a:lnTo>
                  <a:lnTo>
                    <a:pt x="1360827" y="3268304"/>
                  </a:lnTo>
                  <a:lnTo>
                    <a:pt x="1289205" y="3281383"/>
                  </a:lnTo>
                  <a:lnTo>
                    <a:pt x="1217582" y="3294016"/>
                  </a:lnTo>
                  <a:lnTo>
                    <a:pt x="1145960" y="3306220"/>
                  </a:lnTo>
                  <a:lnTo>
                    <a:pt x="1074337" y="3318009"/>
                  </a:lnTo>
                  <a:lnTo>
                    <a:pt x="1002715" y="3329397"/>
                  </a:lnTo>
                  <a:lnTo>
                    <a:pt x="931092" y="3340396"/>
                  </a:lnTo>
                  <a:lnTo>
                    <a:pt x="859470" y="3351022"/>
                  </a:lnTo>
                  <a:lnTo>
                    <a:pt x="787847" y="3361286"/>
                  </a:lnTo>
                  <a:lnTo>
                    <a:pt x="716225" y="3371201"/>
                  </a:lnTo>
                  <a:lnTo>
                    <a:pt x="644602" y="3380778"/>
                  </a:lnTo>
                  <a:lnTo>
                    <a:pt x="572980" y="3390030"/>
                  </a:lnTo>
                  <a:lnTo>
                    <a:pt x="501357" y="3398966"/>
                  </a:lnTo>
                  <a:lnTo>
                    <a:pt x="429735" y="3407599"/>
                  </a:lnTo>
                  <a:lnTo>
                    <a:pt x="358112" y="3415938"/>
                  </a:lnTo>
                  <a:lnTo>
                    <a:pt x="286490" y="3423993"/>
                  </a:lnTo>
                  <a:lnTo>
                    <a:pt x="214867" y="3431774"/>
                  </a:lnTo>
                  <a:lnTo>
                    <a:pt x="143245" y="3439290"/>
                  </a:lnTo>
                  <a:lnTo>
                    <a:pt x="71622" y="3446550"/>
                  </a:lnTo>
                  <a:lnTo>
                    <a:pt x="0" y="34535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018822" cy="2770410"/>
            </a:xfrm>
            <a:custGeom>
              <a:avLst/>
              <a:pathLst>
                <a:path w="6018822" h="2770410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4"/>
                  </a:lnTo>
                  <a:lnTo>
                    <a:pt x="1074337" y="1942116"/>
                  </a:lnTo>
                  <a:lnTo>
                    <a:pt x="1145960" y="1983550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6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8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70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5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8"/>
                  </a:lnTo>
                  <a:lnTo>
                    <a:pt x="4870331" y="1556176"/>
                  </a:lnTo>
                  <a:lnTo>
                    <a:pt x="4941954" y="1482321"/>
                  </a:lnTo>
                  <a:lnTo>
                    <a:pt x="5013576" y="1405864"/>
                  </a:lnTo>
                  <a:lnTo>
                    <a:pt x="5085199" y="1326713"/>
                  </a:lnTo>
                  <a:lnTo>
                    <a:pt x="5156821" y="1244774"/>
                  </a:lnTo>
                  <a:lnTo>
                    <a:pt x="5228444" y="1159949"/>
                  </a:lnTo>
                  <a:lnTo>
                    <a:pt x="5300066" y="1072135"/>
                  </a:lnTo>
                  <a:lnTo>
                    <a:pt x="5371689" y="981228"/>
                  </a:lnTo>
                  <a:lnTo>
                    <a:pt x="5443311" y="887118"/>
                  </a:lnTo>
                  <a:lnTo>
                    <a:pt x="5514934" y="789693"/>
                  </a:lnTo>
                  <a:lnTo>
                    <a:pt x="5586557" y="688836"/>
                  </a:lnTo>
                  <a:lnTo>
                    <a:pt x="5658179" y="584426"/>
                  </a:lnTo>
                  <a:lnTo>
                    <a:pt x="5729802" y="476337"/>
                  </a:lnTo>
                  <a:lnTo>
                    <a:pt x="5801424" y="364441"/>
                  </a:lnTo>
                  <a:lnTo>
                    <a:pt x="5873047" y="248603"/>
                  </a:lnTo>
                  <a:lnTo>
                    <a:pt x="5944669" y="128684"/>
                  </a:lnTo>
                  <a:lnTo>
                    <a:pt x="6016292" y="4540"/>
                  </a:lnTo>
                  <a:lnTo>
                    <a:pt x="60188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14"/>
              <a:ext cx="7090630" cy="661812"/>
            </a:xfrm>
            <a:custGeom>
              <a:avLst/>
              <a:pathLst>
                <a:path w="7090630" h="661812">
                  <a:moveTo>
                    <a:pt x="7090630" y="642827"/>
                  </a:moveTo>
                  <a:lnTo>
                    <a:pt x="7019007" y="637413"/>
                  </a:lnTo>
                  <a:lnTo>
                    <a:pt x="6947385" y="631866"/>
                  </a:lnTo>
                  <a:lnTo>
                    <a:pt x="6875762" y="626180"/>
                  </a:lnTo>
                  <a:lnTo>
                    <a:pt x="6804139" y="620354"/>
                  </a:lnTo>
                  <a:lnTo>
                    <a:pt x="6732517" y="614383"/>
                  </a:lnTo>
                  <a:lnTo>
                    <a:pt x="6660894" y="608263"/>
                  </a:lnTo>
                  <a:lnTo>
                    <a:pt x="6589272" y="601992"/>
                  </a:lnTo>
                  <a:lnTo>
                    <a:pt x="6517649" y="595565"/>
                  </a:lnTo>
                  <a:lnTo>
                    <a:pt x="6446027" y="588979"/>
                  </a:lnTo>
                  <a:lnTo>
                    <a:pt x="6374404" y="582229"/>
                  </a:lnTo>
                  <a:lnTo>
                    <a:pt x="6302782" y="575311"/>
                  </a:lnTo>
                  <a:lnTo>
                    <a:pt x="6231159" y="568222"/>
                  </a:lnTo>
                  <a:lnTo>
                    <a:pt x="6159537" y="560956"/>
                  </a:lnTo>
                  <a:lnTo>
                    <a:pt x="6087914" y="553511"/>
                  </a:lnTo>
                  <a:lnTo>
                    <a:pt x="6016292" y="545880"/>
                  </a:lnTo>
                  <a:lnTo>
                    <a:pt x="5944669" y="538061"/>
                  </a:lnTo>
                  <a:lnTo>
                    <a:pt x="5873047" y="530047"/>
                  </a:lnTo>
                  <a:lnTo>
                    <a:pt x="5801424" y="521834"/>
                  </a:lnTo>
                  <a:lnTo>
                    <a:pt x="5729802" y="513417"/>
                  </a:lnTo>
                  <a:lnTo>
                    <a:pt x="5658179" y="504791"/>
                  </a:lnTo>
                  <a:lnTo>
                    <a:pt x="5586557" y="495951"/>
                  </a:lnTo>
                  <a:lnTo>
                    <a:pt x="5514934" y="486892"/>
                  </a:lnTo>
                  <a:lnTo>
                    <a:pt x="5443311" y="477608"/>
                  </a:lnTo>
                  <a:lnTo>
                    <a:pt x="5371689" y="468093"/>
                  </a:lnTo>
                  <a:lnTo>
                    <a:pt x="5300066" y="458342"/>
                  </a:lnTo>
                  <a:lnTo>
                    <a:pt x="5228444" y="448349"/>
                  </a:lnTo>
                  <a:lnTo>
                    <a:pt x="5156821" y="438108"/>
                  </a:lnTo>
                  <a:lnTo>
                    <a:pt x="5085199" y="427613"/>
                  </a:lnTo>
                  <a:lnTo>
                    <a:pt x="5013576" y="416857"/>
                  </a:lnTo>
                  <a:lnTo>
                    <a:pt x="4941954" y="405834"/>
                  </a:lnTo>
                  <a:lnTo>
                    <a:pt x="4870331" y="394538"/>
                  </a:lnTo>
                  <a:lnTo>
                    <a:pt x="4798709" y="382961"/>
                  </a:lnTo>
                  <a:lnTo>
                    <a:pt x="4727086" y="371097"/>
                  </a:lnTo>
                  <a:lnTo>
                    <a:pt x="4655464" y="358938"/>
                  </a:lnTo>
                  <a:lnTo>
                    <a:pt x="4583841" y="346478"/>
                  </a:lnTo>
                  <a:lnTo>
                    <a:pt x="4512219" y="333708"/>
                  </a:lnTo>
                  <a:lnTo>
                    <a:pt x="4440596" y="320621"/>
                  </a:lnTo>
                  <a:lnTo>
                    <a:pt x="4368974" y="307209"/>
                  </a:lnTo>
                  <a:lnTo>
                    <a:pt x="4297351" y="293465"/>
                  </a:lnTo>
                  <a:lnTo>
                    <a:pt x="4225729" y="279379"/>
                  </a:lnTo>
                  <a:lnTo>
                    <a:pt x="4154106" y="264943"/>
                  </a:lnTo>
                  <a:lnTo>
                    <a:pt x="4082483" y="250149"/>
                  </a:lnTo>
                  <a:lnTo>
                    <a:pt x="4010861" y="234988"/>
                  </a:lnTo>
                  <a:lnTo>
                    <a:pt x="3939238" y="219451"/>
                  </a:lnTo>
                  <a:lnTo>
                    <a:pt x="3867616" y="203527"/>
                  </a:lnTo>
                  <a:lnTo>
                    <a:pt x="3795993" y="187209"/>
                  </a:lnTo>
                  <a:lnTo>
                    <a:pt x="3724371" y="170485"/>
                  </a:lnTo>
                  <a:lnTo>
                    <a:pt x="3652748" y="153347"/>
                  </a:lnTo>
                  <a:lnTo>
                    <a:pt x="3581126" y="135782"/>
                  </a:lnTo>
                  <a:lnTo>
                    <a:pt x="3509503" y="117782"/>
                  </a:lnTo>
                  <a:lnTo>
                    <a:pt x="3437881" y="99335"/>
                  </a:lnTo>
                  <a:lnTo>
                    <a:pt x="3366258" y="80430"/>
                  </a:lnTo>
                  <a:lnTo>
                    <a:pt x="3294636" y="61056"/>
                  </a:lnTo>
                  <a:lnTo>
                    <a:pt x="3223013" y="41201"/>
                  </a:lnTo>
                  <a:lnTo>
                    <a:pt x="3151391" y="20853"/>
                  </a:lnTo>
                  <a:lnTo>
                    <a:pt x="3079768" y="0"/>
                  </a:lnTo>
                  <a:lnTo>
                    <a:pt x="3008146" y="8680"/>
                  </a:lnTo>
                  <a:lnTo>
                    <a:pt x="2936523" y="37681"/>
                  </a:lnTo>
                  <a:lnTo>
                    <a:pt x="2864901" y="65694"/>
                  </a:lnTo>
                  <a:lnTo>
                    <a:pt x="2793278" y="92755"/>
                  </a:lnTo>
                  <a:lnTo>
                    <a:pt x="2721655" y="118894"/>
                  </a:lnTo>
                  <a:lnTo>
                    <a:pt x="2650033" y="144144"/>
                  </a:lnTo>
                  <a:lnTo>
                    <a:pt x="2578410" y="168535"/>
                  </a:lnTo>
                  <a:lnTo>
                    <a:pt x="2506788" y="192095"/>
                  </a:lnTo>
                  <a:lnTo>
                    <a:pt x="2435165" y="214854"/>
                  </a:lnTo>
                  <a:lnTo>
                    <a:pt x="2363543" y="236839"/>
                  </a:lnTo>
                  <a:lnTo>
                    <a:pt x="2291920" y="258075"/>
                  </a:lnTo>
                  <a:lnTo>
                    <a:pt x="2220298" y="278588"/>
                  </a:lnTo>
                  <a:lnTo>
                    <a:pt x="2148675" y="298404"/>
                  </a:lnTo>
                  <a:lnTo>
                    <a:pt x="2077053" y="317545"/>
                  </a:lnTo>
                  <a:lnTo>
                    <a:pt x="2005430" y="336035"/>
                  </a:lnTo>
                  <a:lnTo>
                    <a:pt x="1933808" y="353896"/>
                  </a:lnTo>
                  <a:lnTo>
                    <a:pt x="1862185" y="371149"/>
                  </a:lnTo>
                  <a:lnTo>
                    <a:pt x="1790563" y="387814"/>
                  </a:lnTo>
                  <a:lnTo>
                    <a:pt x="1718940" y="403913"/>
                  </a:lnTo>
                  <a:lnTo>
                    <a:pt x="1647318" y="419464"/>
                  </a:lnTo>
                  <a:lnTo>
                    <a:pt x="1575695" y="434485"/>
                  </a:lnTo>
                  <a:lnTo>
                    <a:pt x="1504073" y="448996"/>
                  </a:lnTo>
                  <a:lnTo>
                    <a:pt x="1432450" y="463013"/>
                  </a:lnTo>
                  <a:lnTo>
                    <a:pt x="1360827" y="476552"/>
                  </a:lnTo>
                  <a:lnTo>
                    <a:pt x="1289205" y="489631"/>
                  </a:lnTo>
                  <a:lnTo>
                    <a:pt x="1217582" y="502265"/>
                  </a:lnTo>
                  <a:lnTo>
                    <a:pt x="1145960" y="514469"/>
                  </a:lnTo>
                  <a:lnTo>
                    <a:pt x="1074337" y="526258"/>
                  </a:lnTo>
                  <a:lnTo>
                    <a:pt x="1002715" y="537645"/>
                  </a:lnTo>
                  <a:lnTo>
                    <a:pt x="931092" y="548645"/>
                  </a:lnTo>
                  <a:lnTo>
                    <a:pt x="859470" y="559271"/>
                  </a:lnTo>
                  <a:lnTo>
                    <a:pt x="787847" y="569535"/>
                  </a:lnTo>
                  <a:lnTo>
                    <a:pt x="716225" y="579449"/>
                  </a:lnTo>
                  <a:lnTo>
                    <a:pt x="644602" y="589027"/>
                  </a:lnTo>
                  <a:lnTo>
                    <a:pt x="572980" y="598278"/>
                  </a:lnTo>
                  <a:lnTo>
                    <a:pt x="501357" y="607215"/>
                  </a:lnTo>
                  <a:lnTo>
                    <a:pt x="429735" y="615847"/>
                  </a:lnTo>
                  <a:lnTo>
                    <a:pt x="358112" y="624186"/>
                  </a:lnTo>
                  <a:lnTo>
                    <a:pt x="286490" y="632241"/>
                  </a:lnTo>
                  <a:lnTo>
                    <a:pt x="214867" y="640022"/>
                  </a:lnTo>
                  <a:lnTo>
                    <a:pt x="143245" y="647538"/>
                  </a:lnTo>
                  <a:lnTo>
                    <a:pt x="71622" y="654799"/>
                  </a:lnTo>
                  <a:lnTo>
                    <a:pt x="0" y="6618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392833"/>
              <a:ext cx="7090630" cy="455000"/>
            </a:xfrm>
            <a:custGeom>
              <a:avLst/>
              <a:pathLst>
                <a:path w="7090630" h="455000">
                  <a:moveTo>
                    <a:pt x="0" y="455000"/>
                  </a:moveTo>
                  <a:lnTo>
                    <a:pt x="71622" y="451449"/>
                  </a:lnTo>
                  <a:lnTo>
                    <a:pt x="143245" y="447880"/>
                  </a:lnTo>
                  <a:lnTo>
                    <a:pt x="214867" y="444292"/>
                  </a:lnTo>
                  <a:lnTo>
                    <a:pt x="286490" y="440687"/>
                  </a:lnTo>
                  <a:lnTo>
                    <a:pt x="358112" y="437063"/>
                  </a:lnTo>
                  <a:lnTo>
                    <a:pt x="429735" y="433421"/>
                  </a:lnTo>
                  <a:lnTo>
                    <a:pt x="501357" y="429761"/>
                  </a:lnTo>
                  <a:lnTo>
                    <a:pt x="572980" y="426081"/>
                  </a:lnTo>
                  <a:lnTo>
                    <a:pt x="644602" y="422384"/>
                  </a:lnTo>
                  <a:lnTo>
                    <a:pt x="716225" y="418667"/>
                  </a:lnTo>
                  <a:lnTo>
                    <a:pt x="787847" y="414932"/>
                  </a:lnTo>
                  <a:lnTo>
                    <a:pt x="859470" y="411178"/>
                  </a:lnTo>
                  <a:lnTo>
                    <a:pt x="931092" y="407405"/>
                  </a:lnTo>
                  <a:lnTo>
                    <a:pt x="1002715" y="403613"/>
                  </a:lnTo>
                  <a:lnTo>
                    <a:pt x="1074337" y="399801"/>
                  </a:lnTo>
                  <a:lnTo>
                    <a:pt x="1145960" y="395970"/>
                  </a:lnTo>
                  <a:lnTo>
                    <a:pt x="1217582" y="392120"/>
                  </a:lnTo>
                  <a:lnTo>
                    <a:pt x="1289205" y="388250"/>
                  </a:lnTo>
                  <a:lnTo>
                    <a:pt x="1360827" y="384361"/>
                  </a:lnTo>
                  <a:lnTo>
                    <a:pt x="1432450" y="380452"/>
                  </a:lnTo>
                  <a:lnTo>
                    <a:pt x="1504073" y="376523"/>
                  </a:lnTo>
                  <a:lnTo>
                    <a:pt x="1575695" y="372575"/>
                  </a:lnTo>
                  <a:lnTo>
                    <a:pt x="1647318" y="368606"/>
                  </a:lnTo>
                  <a:lnTo>
                    <a:pt x="1718940" y="364618"/>
                  </a:lnTo>
                  <a:lnTo>
                    <a:pt x="1790563" y="360609"/>
                  </a:lnTo>
                  <a:lnTo>
                    <a:pt x="1862185" y="356579"/>
                  </a:lnTo>
                  <a:lnTo>
                    <a:pt x="1933808" y="352530"/>
                  </a:lnTo>
                  <a:lnTo>
                    <a:pt x="2005430" y="348460"/>
                  </a:lnTo>
                  <a:lnTo>
                    <a:pt x="2077053" y="344369"/>
                  </a:lnTo>
                  <a:lnTo>
                    <a:pt x="2148675" y="340257"/>
                  </a:lnTo>
                  <a:lnTo>
                    <a:pt x="2220298" y="336125"/>
                  </a:lnTo>
                  <a:lnTo>
                    <a:pt x="2291920" y="331972"/>
                  </a:lnTo>
                  <a:lnTo>
                    <a:pt x="2363543" y="327798"/>
                  </a:lnTo>
                  <a:lnTo>
                    <a:pt x="2435165" y="323602"/>
                  </a:lnTo>
                  <a:lnTo>
                    <a:pt x="2506788" y="319386"/>
                  </a:lnTo>
                  <a:lnTo>
                    <a:pt x="2578410" y="315148"/>
                  </a:lnTo>
                  <a:lnTo>
                    <a:pt x="2650033" y="310889"/>
                  </a:lnTo>
                  <a:lnTo>
                    <a:pt x="2721655" y="306608"/>
                  </a:lnTo>
                  <a:lnTo>
                    <a:pt x="2793278" y="302305"/>
                  </a:lnTo>
                  <a:lnTo>
                    <a:pt x="2864901" y="297980"/>
                  </a:lnTo>
                  <a:lnTo>
                    <a:pt x="2936523" y="293634"/>
                  </a:lnTo>
                  <a:lnTo>
                    <a:pt x="3008146" y="289266"/>
                  </a:lnTo>
                  <a:lnTo>
                    <a:pt x="3079768" y="284875"/>
                  </a:lnTo>
                  <a:lnTo>
                    <a:pt x="3151391" y="280463"/>
                  </a:lnTo>
                  <a:lnTo>
                    <a:pt x="3223013" y="276028"/>
                  </a:lnTo>
                  <a:lnTo>
                    <a:pt x="3294636" y="271570"/>
                  </a:lnTo>
                  <a:lnTo>
                    <a:pt x="3366258" y="267090"/>
                  </a:lnTo>
                  <a:lnTo>
                    <a:pt x="3437881" y="262587"/>
                  </a:lnTo>
                  <a:lnTo>
                    <a:pt x="3509503" y="258062"/>
                  </a:lnTo>
                  <a:lnTo>
                    <a:pt x="3581126" y="253513"/>
                  </a:lnTo>
                  <a:lnTo>
                    <a:pt x="3652748" y="248942"/>
                  </a:lnTo>
                  <a:lnTo>
                    <a:pt x="3724371" y="244347"/>
                  </a:lnTo>
                  <a:lnTo>
                    <a:pt x="3795993" y="239729"/>
                  </a:lnTo>
                  <a:lnTo>
                    <a:pt x="3867616" y="235088"/>
                  </a:lnTo>
                  <a:lnTo>
                    <a:pt x="3939238" y="230423"/>
                  </a:lnTo>
                  <a:lnTo>
                    <a:pt x="4010861" y="225735"/>
                  </a:lnTo>
                  <a:lnTo>
                    <a:pt x="4082483" y="221023"/>
                  </a:lnTo>
                  <a:lnTo>
                    <a:pt x="4154106" y="216287"/>
                  </a:lnTo>
                  <a:lnTo>
                    <a:pt x="4225729" y="211527"/>
                  </a:lnTo>
                  <a:lnTo>
                    <a:pt x="4297351" y="206743"/>
                  </a:lnTo>
                  <a:lnTo>
                    <a:pt x="4368974" y="201935"/>
                  </a:lnTo>
                  <a:lnTo>
                    <a:pt x="4440596" y="197102"/>
                  </a:lnTo>
                  <a:lnTo>
                    <a:pt x="4512219" y="192245"/>
                  </a:lnTo>
                  <a:lnTo>
                    <a:pt x="4583841" y="187363"/>
                  </a:lnTo>
                  <a:lnTo>
                    <a:pt x="4655464" y="182457"/>
                  </a:lnTo>
                  <a:lnTo>
                    <a:pt x="4727086" y="177526"/>
                  </a:lnTo>
                  <a:lnTo>
                    <a:pt x="4798709" y="172569"/>
                  </a:lnTo>
                  <a:lnTo>
                    <a:pt x="4870331" y="167588"/>
                  </a:lnTo>
                  <a:lnTo>
                    <a:pt x="4941954" y="162581"/>
                  </a:lnTo>
                  <a:lnTo>
                    <a:pt x="5013576" y="157550"/>
                  </a:lnTo>
                  <a:lnTo>
                    <a:pt x="5085199" y="152492"/>
                  </a:lnTo>
                  <a:lnTo>
                    <a:pt x="5156821" y="147409"/>
                  </a:lnTo>
                  <a:lnTo>
                    <a:pt x="5228444" y="142300"/>
                  </a:lnTo>
                  <a:lnTo>
                    <a:pt x="5300066" y="137166"/>
                  </a:lnTo>
                  <a:lnTo>
                    <a:pt x="5371689" y="132005"/>
                  </a:lnTo>
                  <a:lnTo>
                    <a:pt x="5443311" y="126819"/>
                  </a:lnTo>
                  <a:lnTo>
                    <a:pt x="5514934" y="121606"/>
                  </a:lnTo>
                  <a:lnTo>
                    <a:pt x="5586557" y="116366"/>
                  </a:lnTo>
                  <a:lnTo>
                    <a:pt x="5658179" y="111100"/>
                  </a:lnTo>
                  <a:lnTo>
                    <a:pt x="5729802" y="105808"/>
                  </a:lnTo>
                  <a:lnTo>
                    <a:pt x="5801424" y="100488"/>
                  </a:lnTo>
                  <a:lnTo>
                    <a:pt x="5873047" y="95142"/>
                  </a:lnTo>
                  <a:lnTo>
                    <a:pt x="5944669" y="89769"/>
                  </a:lnTo>
                  <a:lnTo>
                    <a:pt x="6016292" y="84368"/>
                  </a:lnTo>
                  <a:lnTo>
                    <a:pt x="6087914" y="78940"/>
                  </a:lnTo>
                  <a:lnTo>
                    <a:pt x="6159537" y="73485"/>
                  </a:lnTo>
                  <a:lnTo>
                    <a:pt x="6231159" y="68002"/>
                  </a:lnTo>
                  <a:lnTo>
                    <a:pt x="6302782" y="62491"/>
                  </a:lnTo>
                  <a:lnTo>
                    <a:pt x="6374404" y="56952"/>
                  </a:lnTo>
                  <a:lnTo>
                    <a:pt x="6446027" y="51386"/>
                  </a:lnTo>
                  <a:lnTo>
                    <a:pt x="6517649" y="45791"/>
                  </a:lnTo>
                  <a:lnTo>
                    <a:pt x="6589272" y="40168"/>
                  </a:lnTo>
                  <a:lnTo>
                    <a:pt x="6660894" y="34516"/>
                  </a:lnTo>
                  <a:lnTo>
                    <a:pt x="6732517" y="28836"/>
                  </a:lnTo>
                  <a:lnTo>
                    <a:pt x="6804139" y="23126"/>
                  </a:lnTo>
                  <a:lnTo>
                    <a:pt x="6875762" y="17388"/>
                  </a:lnTo>
                  <a:lnTo>
                    <a:pt x="6947385" y="11621"/>
                  </a:lnTo>
                  <a:lnTo>
                    <a:pt x="7019007" y="582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2026-05-26T13:56:40Z</dcterms:modified>
  <cp:category/>
</cp:coreProperties>
</file>