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68749"/>
            </a:xfrm>
            <a:custGeom>
              <a:avLst/>
              <a:pathLst>
                <a:path w="7090630" h="3468749">
                  <a:moveTo>
                    <a:pt x="0" y="2014536"/>
                  </a:moveTo>
                  <a:lnTo>
                    <a:pt x="71622" y="2038711"/>
                  </a:lnTo>
                  <a:lnTo>
                    <a:pt x="143245" y="2062530"/>
                  </a:lnTo>
                  <a:lnTo>
                    <a:pt x="214867" y="2085997"/>
                  </a:lnTo>
                  <a:lnTo>
                    <a:pt x="286490" y="2109118"/>
                  </a:lnTo>
                  <a:lnTo>
                    <a:pt x="358112" y="2131898"/>
                  </a:lnTo>
                  <a:lnTo>
                    <a:pt x="429735" y="2154341"/>
                  </a:lnTo>
                  <a:lnTo>
                    <a:pt x="501357" y="2176453"/>
                  </a:lnTo>
                  <a:lnTo>
                    <a:pt x="572980" y="2198239"/>
                  </a:lnTo>
                  <a:lnTo>
                    <a:pt x="644602" y="2219703"/>
                  </a:lnTo>
                  <a:lnTo>
                    <a:pt x="716225" y="2240851"/>
                  </a:lnTo>
                  <a:lnTo>
                    <a:pt x="787847" y="2261686"/>
                  </a:lnTo>
                  <a:lnTo>
                    <a:pt x="859470" y="2282214"/>
                  </a:lnTo>
                  <a:lnTo>
                    <a:pt x="931092" y="2302439"/>
                  </a:lnTo>
                  <a:lnTo>
                    <a:pt x="1002715" y="2322366"/>
                  </a:lnTo>
                  <a:lnTo>
                    <a:pt x="1074337" y="2341998"/>
                  </a:lnTo>
                  <a:lnTo>
                    <a:pt x="1145960" y="2361341"/>
                  </a:lnTo>
                  <a:lnTo>
                    <a:pt x="1217582" y="2380398"/>
                  </a:lnTo>
                  <a:lnTo>
                    <a:pt x="1289205" y="2399174"/>
                  </a:lnTo>
                  <a:lnTo>
                    <a:pt x="1360827" y="2417673"/>
                  </a:lnTo>
                  <a:lnTo>
                    <a:pt x="1432450" y="2435899"/>
                  </a:lnTo>
                  <a:lnTo>
                    <a:pt x="1504073" y="2453856"/>
                  </a:lnTo>
                  <a:lnTo>
                    <a:pt x="1575695" y="2471548"/>
                  </a:lnTo>
                  <a:lnTo>
                    <a:pt x="1647318" y="2488979"/>
                  </a:lnTo>
                  <a:lnTo>
                    <a:pt x="1718940" y="2506152"/>
                  </a:lnTo>
                  <a:lnTo>
                    <a:pt x="1790563" y="2523073"/>
                  </a:lnTo>
                  <a:lnTo>
                    <a:pt x="1862185" y="2539743"/>
                  </a:lnTo>
                  <a:lnTo>
                    <a:pt x="1933808" y="2556167"/>
                  </a:lnTo>
                  <a:lnTo>
                    <a:pt x="2005430" y="2572349"/>
                  </a:lnTo>
                  <a:lnTo>
                    <a:pt x="2077053" y="2588293"/>
                  </a:lnTo>
                  <a:lnTo>
                    <a:pt x="2148675" y="2604000"/>
                  </a:lnTo>
                  <a:lnTo>
                    <a:pt x="2220298" y="2619476"/>
                  </a:lnTo>
                  <a:lnTo>
                    <a:pt x="2291920" y="2634724"/>
                  </a:lnTo>
                  <a:lnTo>
                    <a:pt x="2363543" y="2649747"/>
                  </a:lnTo>
                  <a:lnTo>
                    <a:pt x="2435165" y="2664548"/>
                  </a:lnTo>
                  <a:lnTo>
                    <a:pt x="2506788" y="2679130"/>
                  </a:lnTo>
                  <a:lnTo>
                    <a:pt x="2578410" y="2693497"/>
                  </a:lnTo>
                  <a:lnTo>
                    <a:pt x="2650033" y="2707653"/>
                  </a:lnTo>
                  <a:lnTo>
                    <a:pt x="2721655" y="2721599"/>
                  </a:lnTo>
                  <a:lnTo>
                    <a:pt x="2793278" y="2735340"/>
                  </a:lnTo>
                  <a:lnTo>
                    <a:pt x="2864901" y="2748877"/>
                  </a:lnTo>
                  <a:lnTo>
                    <a:pt x="2936523" y="2762215"/>
                  </a:lnTo>
                  <a:lnTo>
                    <a:pt x="3008146" y="2775356"/>
                  </a:lnTo>
                  <a:lnTo>
                    <a:pt x="3079768" y="2769729"/>
                  </a:lnTo>
                  <a:lnTo>
                    <a:pt x="3151391" y="2736921"/>
                  </a:lnTo>
                  <a:lnTo>
                    <a:pt x="3223013" y="2702893"/>
                  </a:lnTo>
                  <a:lnTo>
                    <a:pt x="3294636" y="2667601"/>
                  </a:lnTo>
                  <a:lnTo>
                    <a:pt x="3366258" y="2630998"/>
                  </a:lnTo>
                  <a:lnTo>
                    <a:pt x="3437881" y="2593035"/>
                  </a:lnTo>
                  <a:lnTo>
                    <a:pt x="3509503" y="2553661"/>
                  </a:lnTo>
                  <a:lnTo>
                    <a:pt x="3581126" y="2512824"/>
                  </a:lnTo>
                  <a:lnTo>
                    <a:pt x="3652748" y="2470469"/>
                  </a:lnTo>
                  <a:lnTo>
                    <a:pt x="3724371" y="2426541"/>
                  </a:lnTo>
                  <a:lnTo>
                    <a:pt x="3795993" y="2380980"/>
                  </a:lnTo>
                  <a:lnTo>
                    <a:pt x="3867616" y="2333726"/>
                  </a:lnTo>
                  <a:lnTo>
                    <a:pt x="3939238" y="2284716"/>
                  </a:lnTo>
                  <a:lnTo>
                    <a:pt x="4010861" y="2233885"/>
                  </a:lnTo>
                  <a:lnTo>
                    <a:pt x="4082483" y="2181166"/>
                  </a:lnTo>
                  <a:lnTo>
                    <a:pt x="4154106" y="2126487"/>
                  </a:lnTo>
                  <a:lnTo>
                    <a:pt x="4225729" y="2069776"/>
                  </a:lnTo>
                  <a:lnTo>
                    <a:pt x="4297351" y="2010958"/>
                  </a:lnTo>
                  <a:lnTo>
                    <a:pt x="4368974" y="1949955"/>
                  </a:lnTo>
                  <a:lnTo>
                    <a:pt x="4440596" y="1886685"/>
                  </a:lnTo>
                  <a:lnTo>
                    <a:pt x="4512219" y="1821063"/>
                  </a:lnTo>
                  <a:lnTo>
                    <a:pt x="4583841" y="1753003"/>
                  </a:lnTo>
                  <a:lnTo>
                    <a:pt x="4655464" y="1682415"/>
                  </a:lnTo>
                  <a:lnTo>
                    <a:pt x="4727086" y="1609203"/>
                  </a:lnTo>
                  <a:lnTo>
                    <a:pt x="4798709" y="1533270"/>
                  </a:lnTo>
                  <a:lnTo>
                    <a:pt x="4870331" y="1454517"/>
                  </a:lnTo>
                  <a:lnTo>
                    <a:pt x="4941954" y="1372836"/>
                  </a:lnTo>
                  <a:lnTo>
                    <a:pt x="5013576" y="1288121"/>
                  </a:lnTo>
                  <a:lnTo>
                    <a:pt x="5085199" y="1200257"/>
                  </a:lnTo>
                  <a:lnTo>
                    <a:pt x="5156821" y="1109129"/>
                  </a:lnTo>
                  <a:lnTo>
                    <a:pt x="5228444" y="1014614"/>
                  </a:lnTo>
                  <a:lnTo>
                    <a:pt x="5300066" y="916588"/>
                  </a:lnTo>
                  <a:lnTo>
                    <a:pt x="5371689" y="814918"/>
                  </a:lnTo>
                  <a:lnTo>
                    <a:pt x="5443311" y="709471"/>
                  </a:lnTo>
                  <a:lnTo>
                    <a:pt x="5514934" y="600106"/>
                  </a:lnTo>
                  <a:lnTo>
                    <a:pt x="5586557" y="486676"/>
                  </a:lnTo>
                  <a:lnTo>
                    <a:pt x="5658179" y="369032"/>
                  </a:lnTo>
                  <a:lnTo>
                    <a:pt x="5729802" y="247016"/>
                  </a:lnTo>
                  <a:lnTo>
                    <a:pt x="5801424" y="120466"/>
                  </a:lnTo>
                  <a:lnTo>
                    <a:pt x="5867161" y="0"/>
                  </a:lnTo>
                  <a:lnTo>
                    <a:pt x="7090630" y="0"/>
                  </a:lnTo>
                  <a:lnTo>
                    <a:pt x="7090630" y="3276734"/>
                  </a:lnTo>
                  <a:lnTo>
                    <a:pt x="7019007" y="3271103"/>
                  </a:lnTo>
                  <a:lnTo>
                    <a:pt x="6947385" y="3265388"/>
                  </a:lnTo>
                  <a:lnTo>
                    <a:pt x="6875762" y="3259587"/>
                  </a:lnTo>
                  <a:lnTo>
                    <a:pt x="6804139" y="3253699"/>
                  </a:lnTo>
                  <a:lnTo>
                    <a:pt x="6732517" y="3247723"/>
                  </a:lnTo>
                  <a:lnTo>
                    <a:pt x="6660894" y="3241658"/>
                  </a:lnTo>
                  <a:lnTo>
                    <a:pt x="6589272" y="3235501"/>
                  </a:lnTo>
                  <a:lnTo>
                    <a:pt x="6517649" y="3229253"/>
                  </a:lnTo>
                  <a:lnTo>
                    <a:pt x="6446027" y="3222911"/>
                  </a:lnTo>
                  <a:lnTo>
                    <a:pt x="6374404" y="3216474"/>
                  </a:lnTo>
                  <a:lnTo>
                    <a:pt x="6302782" y="3209940"/>
                  </a:lnTo>
                  <a:lnTo>
                    <a:pt x="6231159" y="3203309"/>
                  </a:lnTo>
                  <a:lnTo>
                    <a:pt x="6159537" y="3196578"/>
                  </a:lnTo>
                  <a:lnTo>
                    <a:pt x="6087914" y="3189747"/>
                  </a:lnTo>
                  <a:lnTo>
                    <a:pt x="6016292" y="3182813"/>
                  </a:lnTo>
                  <a:lnTo>
                    <a:pt x="5944669" y="3175775"/>
                  </a:lnTo>
                  <a:lnTo>
                    <a:pt x="5873047" y="3168632"/>
                  </a:lnTo>
                  <a:lnTo>
                    <a:pt x="5801424" y="3161382"/>
                  </a:lnTo>
                  <a:lnTo>
                    <a:pt x="5729802" y="3154023"/>
                  </a:lnTo>
                  <a:lnTo>
                    <a:pt x="5658179" y="3146554"/>
                  </a:lnTo>
                  <a:lnTo>
                    <a:pt x="5586557" y="3138974"/>
                  </a:lnTo>
                  <a:lnTo>
                    <a:pt x="5514934" y="3131279"/>
                  </a:lnTo>
                  <a:lnTo>
                    <a:pt x="5443311" y="3123470"/>
                  </a:lnTo>
                  <a:lnTo>
                    <a:pt x="5371689" y="3115543"/>
                  </a:lnTo>
                  <a:lnTo>
                    <a:pt x="5300066" y="3107498"/>
                  </a:lnTo>
                  <a:lnTo>
                    <a:pt x="5228444" y="3099332"/>
                  </a:lnTo>
                  <a:lnTo>
                    <a:pt x="5156821" y="3091044"/>
                  </a:lnTo>
                  <a:lnTo>
                    <a:pt x="5085199" y="3082631"/>
                  </a:lnTo>
                  <a:lnTo>
                    <a:pt x="5013576" y="3074093"/>
                  </a:lnTo>
                  <a:lnTo>
                    <a:pt x="4941954" y="3065427"/>
                  </a:lnTo>
                  <a:lnTo>
                    <a:pt x="4870331" y="3056631"/>
                  </a:lnTo>
                  <a:lnTo>
                    <a:pt x="4798709" y="3047703"/>
                  </a:lnTo>
                  <a:lnTo>
                    <a:pt x="4727086" y="3038641"/>
                  </a:lnTo>
                  <a:lnTo>
                    <a:pt x="4655464" y="3029444"/>
                  </a:lnTo>
                  <a:lnTo>
                    <a:pt x="4583841" y="3020109"/>
                  </a:lnTo>
                  <a:lnTo>
                    <a:pt x="4512219" y="3010634"/>
                  </a:lnTo>
                  <a:lnTo>
                    <a:pt x="4440596" y="3001017"/>
                  </a:lnTo>
                  <a:lnTo>
                    <a:pt x="4368974" y="2991256"/>
                  </a:lnTo>
                  <a:lnTo>
                    <a:pt x="4297351" y="2981349"/>
                  </a:lnTo>
                  <a:lnTo>
                    <a:pt x="4225729" y="2971294"/>
                  </a:lnTo>
                  <a:lnTo>
                    <a:pt x="4154106" y="2961088"/>
                  </a:lnTo>
                  <a:lnTo>
                    <a:pt x="4082483" y="2950729"/>
                  </a:lnTo>
                  <a:lnTo>
                    <a:pt x="4010861" y="2940215"/>
                  </a:lnTo>
                  <a:lnTo>
                    <a:pt x="3939238" y="2929543"/>
                  </a:lnTo>
                  <a:lnTo>
                    <a:pt x="3867616" y="2918711"/>
                  </a:lnTo>
                  <a:lnTo>
                    <a:pt x="3795993" y="2907718"/>
                  </a:lnTo>
                  <a:lnTo>
                    <a:pt x="3724371" y="2896559"/>
                  </a:lnTo>
                  <a:lnTo>
                    <a:pt x="3652748" y="2885234"/>
                  </a:lnTo>
                  <a:lnTo>
                    <a:pt x="3581126" y="2873738"/>
                  </a:lnTo>
                  <a:lnTo>
                    <a:pt x="3509503" y="2862071"/>
                  </a:lnTo>
                  <a:lnTo>
                    <a:pt x="3437881" y="2850229"/>
                  </a:lnTo>
                  <a:lnTo>
                    <a:pt x="3366258" y="2838209"/>
                  </a:lnTo>
                  <a:lnTo>
                    <a:pt x="3294636" y="2826010"/>
                  </a:lnTo>
                  <a:lnTo>
                    <a:pt x="3223013" y="2813627"/>
                  </a:lnTo>
                  <a:lnTo>
                    <a:pt x="3151391" y="2801060"/>
                  </a:lnTo>
                  <a:lnTo>
                    <a:pt x="3079768" y="2788303"/>
                  </a:lnTo>
                  <a:lnTo>
                    <a:pt x="3008146" y="2801362"/>
                  </a:lnTo>
                  <a:lnTo>
                    <a:pt x="2936523" y="2831861"/>
                  </a:lnTo>
                  <a:lnTo>
                    <a:pt x="2864901" y="2861268"/>
                  </a:lnTo>
                  <a:lnTo>
                    <a:pt x="2793278" y="2889621"/>
                  </a:lnTo>
                  <a:lnTo>
                    <a:pt x="2721655" y="2916959"/>
                  </a:lnTo>
                  <a:lnTo>
                    <a:pt x="2650033" y="2943317"/>
                  </a:lnTo>
                  <a:lnTo>
                    <a:pt x="2578410" y="2968730"/>
                  </a:lnTo>
                  <a:lnTo>
                    <a:pt x="2506788" y="2993233"/>
                  </a:lnTo>
                  <a:lnTo>
                    <a:pt x="2435165" y="3016858"/>
                  </a:lnTo>
                  <a:lnTo>
                    <a:pt x="2363543" y="3039637"/>
                  </a:lnTo>
                  <a:lnTo>
                    <a:pt x="2291920" y="3061600"/>
                  </a:lnTo>
                  <a:lnTo>
                    <a:pt x="2220298" y="3082775"/>
                  </a:lnTo>
                  <a:lnTo>
                    <a:pt x="2148675" y="3103193"/>
                  </a:lnTo>
                  <a:lnTo>
                    <a:pt x="2077053" y="3122878"/>
                  </a:lnTo>
                  <a:lnTo>
                    <a:pt x="2005430" y="3141858"/>
                  </a:lnTo>
                  <a:lnTo>
                    <a:pt x="1933808" y="3160159"/>
                  </a:lnTo>
                  <a:lnTo>
                    <a:pt x="1862185" y="3177803"/>
                  </a:lnTo>
                  <a:lnTo>
                    <a:pt x="1790563" y="3194816"/>
                  </a:lnTo>
                  <a:lnTo>
                    <a:pt x="1718940" y="3211219"/>
                  </a:lnTo>
                  <a:lnTo>
                    <a:pt x="1647318" y="3227034"/>
                  </a:lnTo>
                  <a:lnTo>
                    <a:pt x="1575695" y="3242282"/>
                  </a:lnTo>
                  <a:lnTo>
                    <a:pt x="1504073" y="3256985"/>
                  </a:lnTo>
                  <a:lnTo>
                    <a:pt x="1432450" y="3271160"/>
                  </a:lnTo>
                  <a:lnTo>
                    <a:pt x="1360827" y="3284828"/>
                  </a:lnTo>
                  <a:lnTo>
                    <a:pt x="1289205" y="3298006"/>
                  </a:lnTo>
                  <a:lnTo>
                    <a:pt x="1217582" y="3310712"/>
                  </a:lnTo>
                  <a:lnTo>
                    <a:pt x="1145960" y="3322962"/>
                  </a:lnTo>
                  <a:lnTo>
                    <a:pt x="1074337" y="3334774"/>
                  </a:lnTo>
                  <a:lnTo>
                    <a:pt x="1002715" y="3346163"/>
                  </a:lnTo>
                  <a:lnTo>
                    <a:pt x="931092" y="3357143"/>
                  </a:lnTo>
                  <a:lnTo>
                    <a:pt x="859470" y="3367730"/>
                  </a:lnTo>
                  <a:lnTo>
                    <a:pt x="787847" y="3377938"/>
                  </a:lnTo>
                  <a:lnTo>
                    <a:pt x="716225" y="3387780"/>
                  </a:lnTo>
                  <a:lnTo>
                    <a:pt x="644602" y="3397270"/>
                  </a:lnTo>
                  <a:lnTo>
                    <a:pt x="572980" y="3406419"/>
                  </a:lnTo>
                  <a:lnTo>
                    <a:pt x="501357" y="3415241"/>
                  </a:lnTo>
                  <a:lnTo>
                    <a:pt x="429735" y="3423746"/>
                  </a:lnTo>
                  <a:lnTo>
                    <a:pt x="358112" y="3431947"/>
                  </a:lnTo>
                  <a:lnTo>
                    <a:pt x="286490" y="3439854"/>
                  </a:lnTo>
                  <a:lnTo>
                    <a:pt x="214867" y="3447478"/>
                  </a:lnTo>
                  <a:lnTo>
                    <a:pt x="143245" y="3454829"/>
                  </a:lnTo>
                  <a:lnTo>
                    <a:pt x="71622" y="3461916"/>
                  </a:lnTo>
                  <a:lnTo>
                    <a:pt x="0" y="34687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867161" cy="2775356"/>
            </a:xfrm>
            <a:custGeom>
              <a:avLst/>
              <a:pathLst>
                <a:path w="5867161" h="2775356">
                  <a:moveTo>
                    <a:pt x="0" y="2014536"/>
                  </a:moveTo>
                  <a:lnTo>
                    <a:pt x="71622" y="2038711"/>
                  </a:lnTo>
                  <a:lnTo>
                    <a:pt x="143245" y="2062530"/>
                  </a:lnTo>
                  <a:lnTo>
                    <a:pt x="214867" y="2085997"/>
                  </a:lnTo>
                  <a:lnTo>
                    <a:pt x="286490" y="2109118"/>
                  </a:lnTo>
                  <a:lnTo>
                    <a:pt x="358112" y="2131898"/>
                  </a:lnTo>
                  <a:lnTo>
                    <a:pt x="429735" y="2154341"/>
                  </a:lnTo>
                  <a:lnTo>
                    <a:pt x="501357" y="2176453"/>
                  </a:lnTo>
                  <a:lnTo>
                    <a:pt x="572980" y="2198239"/>
                  </a:lnTo>
                  <a:lnTo>
                    <a:pt x="644602" y="2219703"/>
                  </a:lnTo>
                  <a:lnTo>
                    <a:pt x="716225" y="2240851"/>
                  </a:lnTo>
                  <a:lnTo>
                    <a:pt x="787847" y="2261686"/>
                  </a:lnTo>
                  <a:lnTo>
                    <a:pt x="859470" y="2282214"/>
                  </a:lnTo>
                  <a:lnTo>
                    <a:pt x="931092" y="2302439"/>
                  </a:lnTo>
                  <a:lnTo>
                    <a:pt x="1002715" y="2322366"/>
                  </a:lnTo>
                  <a:lnTo>
                    <a:pt x="1074337" y="2341998"/>
                  </a:lnTo>
                  <a:lnTo>
                    <a:pt x="1145960" y="2361341"/>
                  </a:lnTo>
                  <a:lnTo>
                    <a:pt x="1217582" y="2380398"/>
                  </a:lnTo>
                  <a:lnTo>
                    <a:pt x="1289205" y="2399174"/>
                  </a:lnTo>
                  <a:lnTo>
                    <a:pt x="1360827" y="2417673"/>
                  </a:lnTo>
                  <a:lnTo>
                    <a:pt x="1432450" y="2435899"/>
                  </a:lnTo>
                  <a:lnTo>
                    <a:pt x="1504073" y="2453856"/>
                  </a:lnTo>
                  <a:lnTo>
                    <a:pt x="1575695" y="2471548"/>
                  </a:lnTo>
                  <a:lnTo>
                    <a:pt x="1647318" y="2488979"/>
                  </a:lnTo>
                  <a:lnTo>
                    <a:pt x="1718940" y="2506152"/>
                  </a:lnTo>
                  <a:lnTo>
                    <a:pt x="1790563" y="2523073"/>
                  </a:lnTo>
                  <a:lnTo>
                    <a:pt x="1862185" y="2539743"/>
                  </a:lnTo>
                  <a:lnTo>
                    <a:pt x="1933808" y="2556167"/>
                  </a:lnTo>
                  <a:lnTo>
                    <a:pt x="2005430" y="2572349"/>
                  </a:lnTo>
                  <a:lnTo>
                    <a:pt x="2077053" y="2588293"/>
                  </a:lnTo>
                  <a:lnTo>
                    <a:pt x="2148675" y="2604000"/>
                  </a:lnTo>
                  <a:lnTo>
                    <a:pt x="2220298" y="2619476"/>
                  </a:lnTo>
                  <a:lnTo>
                    <a:pt x="2291920" y="2634724"/>
                  </a:lnTo>
                  <a:lnTo>
                    <a:pt x="2363543" y="2649747"/>
                  </a:lnTo>
                  <a:lnTo>
                    <a:pt x="2435165" y="2664548"/>
                  </a:lnTo>
                  <a:lnTo>
                    <a:pt x="2506788" y="2679130"/>
                  </a:lnTo>
                  <a:lnTo>
                    <a:pt x="2578410" y="2693497"/>
                  </a:lnTo>
                  <a:lnTo>
                    <a:pt x="2650033" y="2707653"/>
                  </a:lnTo>
                  <a:lnTo>
                    <a:pt x="2721655" y="2721599"/>
                  </a:lnTo>
                  <a:lnTo>
                    <a:pt x="2793278" y="2735340"/>
                  </a:lnTo>
                  <a:lnTo>
                    <a:pt x="2864901" y="2748877"/>
                  </a:lnTo>
                  <a:lnTo>
                    <a:pt x="2936523" y="2762215"/>
                  </a:lnTo>
                  <a:lnTo>
                    <a:pt x="3008146" y="2775356"/>
                  </a:lnTo>
                  <a:lnTo>
                    <a:pt x="3079768" y="2769729"/>
                  </a:lnTo>
                  <a:lnTo>
                    <a:pt x="3151391" y="2736921"/>
                  </a:lnTo>
                  <a:lnTo>
                    <a:pt x="3223013" y="2702893"/>
                  </a:lnTo>
                  <a:lnTo>
                    <a:pt x="3294636" y="2667601"/>
                  </a:lnTo>
                  <a:lnTo>
                    <a:pt x="3366258" y="2630998"/>
                  </a:lnTo>
                  <a:lnTo>
                    <a:pt x="3437881" y="2593035"/>
                  </a:lnTo>
                  <a:lnTo>
                    <a:pt x="3509503" y="2553661"/>
                  </a:lnTo>
                  <a:lnTo>
                    <a:pt x="3581126" y="2512824"/>
                  </a:lnTo>
                  <a:lnTo>
                    <a:pt x="3652748" y="2470469"/>
                  </a:lnTo>
                  <a:lnTo>
                    <a:pt x="3724371" y="2426541"/>
                  </a:lnTo>
                  <a:lnTo>
                    <a:pt x="3795993" y="2380980"/>
                  </a:lnTo>
                  <a:lnTo>
                    <a:pt x="3867616" y="2333726"/>
                  </a:lnTo>
                  <a:lnTo>
                    <a:pt x="3939238" y="2284716"/>
                  </a:lnTo>
                  <a:lnTo>
                    <a:pt x="4010861" y="2233885"/>
                  </a:lnTo>
                  <a:lnTo>
                    <a:pt x="4082483" y="2181166"/>
                  </a:lnTo>
                  <a:lnTo>
                    <a:pt x="4154106" y="2126487"/>
                  </a:lnTo>
                  <a:lnTo>
                    <a:pt x="4225729" y="2069776"/>
                  </a:lnTo>
                  <a:lnTo>
                    <a:pt x="4297351" y="2010958"/>
                  </a:lnTo>
                  <a:lnTo>
                    <a:pt x="4368974" y="1949955"/>
                  </a:lnTo>
                  <a:lnTo>
                    <a:pt x="4440596" y="1886685"/>
                  </a:lnTo>
                  <a:lnTo>
                    <a:pt x="4512219" y="1821063"/>
                  </a:lnTo>
                  <a:lnTo>
                    <a:pt x="4583841" y="1753003"/>
                  </a:lnTo>
                  <a:lnTo>
                    <a:pt x="4655464" y="1682415"/>
                  </a:lnTo>
                  <a:lnTo>
                    <a:pt x="4727086" y="1609203"/>
                  </a:lnTo>
                  <a:lnTo>
                    <a:pt x="4798709" y="1533270"/>
                  </a:lnTo>
                  <a:lnTo>
                    <a:pt x="4870331" y="1454517"/>
                  </a:lnTo>
                  <a:lnTo>
                    <a:pt x="4941954" y="1372836"/>
                  </a:lnTo>
                  <a:lnTo>
                    <a:pt x="5013576" y="1288121"/>
                  </a:lnTo>
                  <a:lnTo>
                    <a:pt x="5085199" y="1200257"/>
                  </a:lnTo>
                  <a:lnTo>
                    <a:pt x="5156821" y="1109129"/>
                  </a:lnTo>
                  <a:lnTo>
                    <a:pt x="5228444" y="1014614"/>
                  </a:lnTo>
                  <a:lnTo>
                    <a:pt x="5300066" y="916588"/>
                  </a:lnTo>
                  <a:lnTo>
                    <a:pt x="5371689" y="814918"/>
                  </a:lnTo>
                  <a:lnTo>
                    <a:pt x="5443311" y="709471"/>
                  </a:lnTo>
                  <a:lnTo>
                    <a:pt x="5514934" y="600106"/>
                  </a:lnTo>
                  <a:lnTo>
                    <a:pt x="5586557" y="486676"/>
                  </a:lnTo>
                  <a:lnTo>
                    <a:pt x="5658179" y="369032"/>
                  </a:lnTo>
                  <a:lnTo>
                    <a:pt x="5729802" y="247016"/>
                  </a:lnTo>
                  <a:lnTo>
                    <a:pt x="5801424" y="120466"/>
                  </a:lnTo>
                  <a:lnTo>
                    <a:pt x="58671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4867"/>
              <a:ext cx="7090630" cy="680445"/>
            </a:xfrm>
            <a:custGeom>
              <a:avLst/>
              <a:pathLst>
                <a:path w="7090630" h="680445">
                  <a:moveTo>
                    <a:pt x="7090630" y="488430"/>
                  </a:moveTo>
                  <a:lnTo>
                    <a:pt x="7019007" y="482799"/>
                  </a:lnTo>
                  <a:lnTo>
                    <a:pt x="6947385" y="477084"/>
                  </a:lnTo>
                  <a:lnTo>
                    <a:pt x="6875762" y="471283"/>
                  </a:lnTo>
                  <a:lnTo>
                    <a:pt x="6804139" y="465395"/>
                  </a:lnTo>
                  <a:lnTo>
                    <a:pt x="6732517" y="459419"/>
                  </a:lnTo>
                  <a:lnTo>
                    <a:pt x="6660894" y="453354"/>
                  </a:lnTo>
                  <a:lnTo>
                    <a:pt x="6589272" y="447198"/>
                  </a:lnTo>
                  <a:lnTo>
                    <a:pt x="6517649" y="440949"/>
                  </a:lnTo>
                  <a:lnTo>
                    <a:pt x="6446027" y="434607"/>
                  </a:lnTo>
                  <a:lnTo>
                    <a:pt x="6374404" y="428170"/>
                  </a:lnTo>
                  <a:lnTo>
                    <a:pt x="6302782" y="421636"/>
                  </a:lnTo>
                  <a:lnTo>
                    <a:pt x="6231159" y="415005"/>
                  </a:lnTo>
                  <a:lnTo>
                    <a:pt x="6159537" y="408274"/>
                  </a:lnTo>
                  <a:lnTo>
                    <a:pt x="6087914" y="401443"/>
                  </a:lnTo>
                  <a:lnTo>
                    <a:pt x="6016292" y="394509"/>
                  </a:lnTo>
                  <a:lnTo>
                    <a:pt x="5944669" y="387471"/>
                  </a:lnTo>
                  <a:lnTo>
                    <a:pt x="5873047" y="380328"/>
                  </a:lnTo>
                  <a:lnTo>
                    <a:pt x="5801424" y="373078"/>
                  </a:lnTo>
                  <a:lnTo>
                    <a:pt x="5729802" y="365719"/>
                  </a:lnTo>
                  <a:lnTo>
                    <a:pt x="5658179" y="358250"/>
                  </a:lnTo>
                  <a:lnTo>
                    <a:pt x="5586557" y="350670"/>
                  </a:lnTo>
                  <a:lnTo>
                    <a:pt x="5514934" y="342975"/>
                  </a:lnTo>
                  <a:lnTo>
                    <a:pt x="5443311" y="335166"/>
                  </a:lnTo>
                  <a:lnTo>
                    <a:pt x="5371689" y="327239"/>
                  </a:lnTo>
                  <a:lnTo>
                    <a:pt x="5300066" y="319194"/>
                  </a:lnTo>
                  <a:lnTo>
                    <a:pt x="5228444" y="311028"/>
                  </a:lnTo>
                  <a:lnTo>
                    <a:pt x="5156821" y="302740"/>
                  </a:lnTo>
                  <a:lnTo>
                    <a:pt x="5085199" y="294327"/>
                  </a:lnTo>
                  <a:lnTo>
                    <a:pt x="5013576" y="285789"/>
                  </a:lnTo>
                  <a:lnTo>
                    <a:pt x="4941954" y="277123"/>
                  </a:lnTo>
                  <a:lnTo>
                    <a:pt x="4870331" y="268327"/>
                  </a:lnTo>
                  <a:lnTo>
                    <a:pt x="4798709" y="259399"/>
                  </a:lnTo>
                  <a:lnTo>
                    <a:pt x="4727086" y="250337"/>
                  </a:lnTo>
                  <a:lnTo>
                    <a:pt x="4655464" y="241140"/>
                  </a:lnTo>
                  <a:lnTo>
                    <a:pt x="4583841" y="231805"/>
                  </a:lnTo>
                  <a:lnTo>
                    <a:pt x="4512219" y="222330"/>
                  </a:lnTo>
                  <a:lnTo>
                    <a:pt x="4440596" y="212713"/>
                  </a:lnTo>
                  <a:lnTo>
                    <a:pt x="4368974" y="202952"/>
                  </a:lnTo>
                  <a:lnTo>
                    <a:pt x="4297351" y="193045"/>
                  </a:lnTo>
                  <a:lnTo>
                    <a:pt x="4225729" y="182990"/>
                  </a:lnTo>
                  <a:lnTo>
                    <a:pt x="4154106" y="172784"/>
                  </a:lnTo>
                  <a:lnTo>
                    <a:pt x="4082483" y="162425"/>
                  </a:lnTo>
                  <a:lnTo>
                    <a:pt x="4010861" y="151911"/>
                  </a:lnTo>
                  <a:lnTo>
                    <a:pt x="3939238" y="141239"/>
                  </a:lnTo>
                  <a:lnTo>
                    <a:pt x="3867616" y="130407"/>
                  </a:lnTo>
                  <a:lnTo>
                    <a:pt x="3795993" y="119414"/>
                  </a:lnTo>
                  <a:lnTo>
                    <a:pt x="3724371" y="108255"/>
                  </a:lnTo>
                  <a:lnTo>
                    <a:pt x="3652748" y="96930"/>
                  </a:lnTo>
                  <a:lnTo>
                    <a:pt x="3581126" y="85434"/>
                  </a:lnTo>
                  <a:lnTo>
                    <a:pt x="3509503" y="73767"/>
                  </a:lnTo>
                  <a:lnTo>
                    <a:pt x="3437881" y="61925"/>
                  </a:lnTo>
                  <a:lnTo>
                    <a:pt x="3366258" y="49905"/>
                  </a:lnTo>
                  <a:lnTo>
                    <a:pt x="3294636" y="37706"/>
                  </a:lnTo>
                  <a:lnTo>
                    <a:pt x="3223013" y="25323"/>
                  </a:lnTo>
                  <a:lnTo>
                    <a:pt x="3151391" y="12756"/>
                  </a:lnTo>
                  <a:lnTo>
                    <a:pt x="3079768" y="0"/>
                  </a:lnTo>
                  <a:lnTo>
                    <a:pt x="3008146" y="13058"/>
                  </a:lnTo>
                  <a:lnTo>
                    <a:pt x="2936523" y="43557"/>
                  </a:lnTo>
                  <a:lnTo>
                    <a:pt x="2864901" y="72964"/>
                  </a:lnTo>
                  <a:lnTo>
                    <a:pt x="2793278" y="101317"/>
                  </a:lnTo>
                  <a:lnTo>
                    <a:pt x="2721655" y="128655"/>
                  </a:lnTo>
                  <a:lnTo>
                    <a:pt x="2650033" y="155013"/>
                  </a:lnTo>
                  <a:lnTo>
                    <a:pt x="2578410" y="180426"/>
                  </a:lnTo>
                  <a:lnTo>
                    <a:pt x="2506788" y="204929"/>
                  </a:lnTo>
                  <a:lnTo>
                    <a:pt x="2435165" y="228554"/>
                  </a:lnTo>
                  <a:lnTo>
                    <a:pt x="2363543" y="251333"/>
                  </a:lnTo>
                  <a:lnTo>
                    <a:pt x="2291920" y="273296"/>
                  </a:lnTo>
                  <a:lnTo>
                    <a:pt x="2220298" y="294471"/>
                  </a:lnTo>
                  <a:lnTo>
                    <a:pt x="2148675" y="314889"/>
                  </a:lnTo>
                  <a:lnTo>
                    <a:pt x="2077053" y="334574"/>
                  </a:lnTo>
                  <a:lnTo>
                    <a:pt x="2005430" y="353554"/>
                  </a:lnTo>
                  <a:lnTo>
                    <a:pt x="1933808" y="371855"/>
                  </a:lnTo>
                  <a:lnTo>
                    <a:pt x="1862185" y="389499"/>
                  </a:lnTo>
                  <a:lnTo>
                    <a:pt x="1790563" y="406512"/>
                  </a:lnTo>
                  <a:lnTo>
                    <a:pt x="1718940" y="422915"/>
                  </a:lnTo>
                  <a:lnTo>
                    <a:pt x="1647318" y="438730"/>
                  </a:lnTo>
                  <a:lnTo>
                    <a:pt x="1575695" y="453979"/>
                  </a:lnTo>
                  <a:lnTo>
                    <a:pt x="1504073" y="468681"/>
                  </a:lnTo>
                  <a:lnTo>
                    <a:pt x="1432450" y="482856"/>
                  </a:lnTo>
                  <a:lnTo>
                    <a:pt x="1360827" y="496524"/>
                  </a:lnTo>
                  <a:lnTo>
                    <a:pt x="1289205" y="509702"/>
                  </a:lnTo>
                  <a:lnTo>
                    <a:pt x="1217582" y="522408"/>
                  </a:lnTo>
                  <a:lnTo>
                    <a:pt x="1145960" y="534659"/>
                  </a:lnTo>
                  <a:lnTo>
                    <a:pt x="1074337" y="546470"/>
                  </a:lnTo>
                  <a:lnTo>
                    <a:pt x="1002715" y="557859"/>
                  </a:lnTo>
                  <a:lnTo>
                    <a:pt x="931092" y="568839"/>
                  </a:lnTo>
                  <a:lnTo>
                    <a:pt x="859470" y="579426"/>
                  </a:lnTo>
                  <a:lnTo>
                    <a:pt x="787847" y="589634"/>
                  </a:lnTo>
                  <a:lnTo>
                    <a:pt x="716225" y="599476"/>
                  </a:lnTo>
                  <a:lnTo>
                    <a:pt x="644602" y="608966"/>
                  </a:lnTo>
                  <a:lnTo>
                    <a:pt x="572980" y="618115"/>
                  </a:lnTo>
                  <a:lnTo>
                    <a:pt x="501357" y="626937"/>
                  </a:lnTo>
                  <a:lnTo>
                    <a:pt x="429735" y="635442"/>
                  </a:lnTo>
                  <a:lnTo>
                    <a:pt x="358112" y="643643"/>
                  </a:lnTo>
                  <a:lnTo>
                    <a:pt x="286490" y="651550"/>
                  </a:lnTo>
                  <a:lnTo>
                    <a:pt x="214867" y="659174"/>
                  </a:lnTo>
                  <a:lnTo>
                    <a:pt x="143245" y="666525"/>
                  </a:lnTo>
                  <a:lnTo>
                    <a:pt x="71622" y="673612"/>
                  </a:lnTo>
                  <a:lnTo>
                    <a:pt x="0" y="6804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3949018"/>
              <a:ext cx="7090630" cy="1051337"/>
            </a:xfrm>
            <a:custGeom>
              <a:avLst/>
              <a:pathLst>
                <a:path w="7090630" h="1051337">
                  <a:moveTo>
                    <a:pt x="0" y="1051337"/>
                  </a:moveTo>
                  <a:lnTo>
                    <a:pt x="71622" y="1045372"/>
                  </a:lnTo>
                  <a:lnTo>
                    <a:pt x="143245" y="1039343"/>
                  </a:lnTo>
                  <a:lnTo>
                    <a:pt x="214867" y="1033248"/>
                  </a:lnTo>
                  <a:lnTo>
                    <a:pt x="286490" y="1027087"/>
                  </a:lnTo>
                  <a:lnTo>
                    <a:pt x="358112" y="1020859"/>
                  </a:lnTo>
                  <a:lnTo>
                    <a:pt x="429735" y="1014564"/>
                  </a:lnTo>
                  <a:lnTo>
                    <a:pt x="501357" y="1008199"/>
                  </a:lnTo>
                  <a:lnTo>
                    <a:pt x="572980" y="1001766"/>
                  </a:lnTo>
                  <a:lnTo>
                    <a:pt x="644602" y="995263"/>
                  </a:lnTo>
                  <a:lnTo>
                    <a:pt x="716225" y="988689"/>
                  </a:lnTo>
                  <a:lnTo>
                    <a:pt x="787847" y="982044"/>
                  </a:lnTo>
                  <a:lnTo>
                    <a:pt x="859470" y="975326"/>
                  </a:lnTo>
                  <a:lnTo>
                    <a:pt x="931092" y="968536"/>
                  </a:lnTo>
                  <a:lnTo>
                    <a:pt x="1002715" y="961672"/>
                  </a:lnTo>
                  <a:lnTo>
                    <a:pt x="1074337" y="954733"/>
                  </a:lnTo>
                  <a:lnTo>
                    <a:pt x="1145960" y="947718"/>
                  </a:lnTo>
                  <a:lnTo>
                    <a:pt x="1217582" y="940628"/>
                  </a:lnTo>
                  <a:lnTo>
                    <a:pt x="1289205" y="933460"/>
                  </a:lnTo>
                  <a:lnTo>
                    <a:pt x="1360827" y="926215"/>
                  </a:lnTo>
                  <a:lnTo>
                    <a:pt x="1432450" y="918891"/>
                  </a:lnTo>
                  <a:lnTo>
                    <a:pt x="1504073" y="911487"/>
                  </a:lnTo>
                  <a:lnTo>
                    <a:pt x="1575695" y="904003"/>
                  </a:lnTo>
                  <a:lnTo>
                    <a:pt x="1647318" y="896437"/>
                  </a:lnTo>
                  <a:lnTo>
                    <a:pt x="1718940" y="888789"/>
                  </a:lnTo>
                  <a:lnTo>
                    <a:pt x="1790563" y="881058"/>
                  </a:lnTo>
                  <a:lnTo>
                    <a:pt x="1862185" y="873243"/>
                  </a:lnTo>
                  <a:lnTo>
                    <a:pt x="1933808" y="865343"/>
                  </a:lnTo>
                  <a:lnTo>
                    <a:pt x="2005430" y="857358"/>
                  </a:lnTo>
                  <a:lnTo>
                    <a:pt x="2077053" y="849285"/>
                  </a:lnTo>
                  <a:lnTo>
                    <a:pt x="2148675" y="841125"/>
                  </a:lnTo>
                  <a:lnTo>
                    <a:pt x="2220298" y="832876"/>
                  </a:lnTo>
                  <a:lnTo>
                    <a:pt x="2291920" y="824538"/>
                  </a:lnTo>
                  <a:lnTo>
                    <a:pt x="2363543" y="816108"/>
                  </a:lnTo>
                  <a:lnTo>
                    <a:pt x="2435165" y="807588"/>
                  </a:lnTo>
                  <a:lnTo>
                    <a:pt x="2506788" y="798974"/>
                  </a:lnTo>
                  <a:lnTo>
                    <a:pt x="2578410" y="790267"/>
                  </a:lnTo>
                  <a:lnTo>
                    <a:pt x="2650033" y="781466"/>
                  </a:lnTo>
                  <a:lnTo>
                    <a:pt x="2721655" y="772569"/>
                  </a:lnTo>
                  <a:lnTo>
                    <a:pt x="2793278" y="763575"/>
                  </a:lnTo>
                  <a:lnTo>
                    <a:pt x="2864901" y="754483"/>
                  </a:lnTo>
                  <a:lnTo>
                    <a:pt x="2936523" y="745293"/>
                  </a:lnTo>
                  <a:lnTo>
                    <a:pt x="3008146" y="736002"/>
                  </a:lnTo>
                  <a:lnTo>
                    <a:pt x="3079768" y="726611"/>
                  </a:lnTo>
                  <a:lnTo>
                    <a:pt x="3151391" y="717118"/>
                  </a:lnTo>
                  <a:lnTo>
                    <a:pt x="3223013" y="707521"/>
                  </a:lnTo>
                  <a:lnTo>
                    <a:pt x="3294636" y="697820"/>
                  </a:lnTo>
                  <a:lnTo>
                    <a:pt x="3366258" y="688014"/>
                  </a:lnTo>
                  <a:lnTo>
                    <a:pt x="3437881" y="678101"/>
                  </a:lnTo>
                  <a:lnTo>
                    <a:pt x="3509503" y="668081"/>
                  </a:lnTo>
                  <a:lnTo>
                    <a:pt x="3581126" y="657951"/>
                  </a:lnTo>
                  <a:lnTo>
                    <a:pt x="3652748" y="647712"/>
                  </a:lnTo>
                  <a:lnTo>
                    <a:pt x="3724371" y="637361"/>
                  </a:lnTo>
                  <a:lnTo>
                    <a:pt x="3795993" y="626898"/>
                  </a:lnTo>
                  <a:lnTo>
                    <a:pt x="3867616" y="616321"/>
                  </a:lnTo>
                  <a:lnTo>
                    <a:pt x="3939238" y="605629"/>
                  </a:lnTo>
                  <a:lnTo>
                    <a:pt x="4010861" y="594821"/>
                  </a:lnTo>
                  <a:lnTo>
                    <a:pt x="4082483" y="583896"/>
                  </a:lnTo>
                  <a:lnTo>
                    <a:pt x="4154106" y="572851"/>
                  </a:lnTo>
                  <a:lnTo>
                    <a:pt x="4225729" y="561687"/>
                  </a:lnTo>
                  <a:lnTo>
                    <a:pt x="4297351" y="550401"/>
                  </a:lnTo>
                  <a:lnTo>
                    <a:pt x="4368974" y="538993"/>
                  </a:lnTo>
                  <a:lnTo>
                    <a:pt x="4440596" y="527461"/>
                  </a:lnTo>
                  <a:lnTo>
                    <a:pt x="4512219" y="515803"/>
                  </a:lnTo>
                  <a:lnTo>
                    <a:pt x="4583841" y="504019"/>
                  </a:lnTo>
                  <a:lnTo>
                    <a:pt x="4655464" y="492107"/>
                  </a:lnTo>
                  <a:lnTo>
                    <a:pt x="4727086" y="480065"/>
                  </a:lnTo>
                  <a:lnTo>
                    <a:pt x="4798709" y="467893"/>
                  </a:lnTo>
                  <a:lnTo>
                    <a:pt x="4870331" y="455588"/>
                  </a:lnTo>
                  <a:lnTo>
                    <a:pt x="4941954" y="443149"/>
                  </a:lnTo>
                  <a:lnTo>
                    <a:pt x="5013576" y="430575"/>
                  </a:lnTo>
                  <a:lnTo>
                    <a:pt x="5085199" y="417865"/>
                  </a:lnTo>
                  <a:lnTo>
                    <a:pt x="5156821" y="405016"/>
                  </a:lnTo>
                  <a:lnTo>
                    <a:pt x="5228444" y="392028"/>
                  </a:lnTo>
                  <a:lnTo>
                    <a:pt x="5300066" y="378899"/>
                  </a:lnTo>
                  <a:lnTo>
                    <a:pt x="5371689" y="365627"/>
                  </a:lnTo>
                  <a:lnTo>
                    <a:pt x="5443311" y="352211"/>
                  </a:lnTo>
                  <a:lnTo>
                    <a:pt x="5514934" y="338649"/>
                  </a:lnTo>
                  <a:lnTo>
                    <a:pt x="5586557" y="324939"/>
                  </a:lnTo>
                  <a:lnTo>
                    <a:pt x="5658179" y="311081"/>
                  </a:lnTo>
                  <a:lnTo>
                    <a:pt x="5729802" y="297072"/>
                  </a:lnTo>
                  <a:lnTo>
                    <a:pt x="5801424" y="282911"/>
                  </a:lnTo>
                  <a:lnTo>
                    <a:pt x="5873047" y="268595"/>
                  </a:lnTo>
                  <a:lnTo>
                    <a:pt x="5944669" y="254125"/>
                  </a:lnTo>
                  <a:lnTo>
                    <a:pt x="6016292" y="239497"/>
                  </a:lnTo>
                  <a:lnTo>
                    <a:pt x="6087914" y="224710"/>
                  </a:lnTo>
                  <a:lnTo>
                    <a:pt x="6159537" y="209762"/>
                  </a:lnTo>
                  <a:lnTo>
                    <a:pt x="6231159" y="194652"/>
                  </a:lnTo>
                  <a:lnTo>
                    <a:pt x="6302782" y="179378"/>
                  </a:lnTo>
                  <a:lnTo>
                    <a:pt x="6374404" y="163938"/>
                  </a:lnTo>
                  <a:lnTo>
                    <a:pt x="6446027" y="148330"/>
                  </a:lnTo>
                  <a:lnTo>
                    <a:pt x="6517649" y="132552"/>
                  </a:lnTo>
                  <a:lnTo>
                    <a:pt x="6589272" y="116603"/>
                  </a:lnTo>
                  <a:lnTo>
                    <a:pt x="6660894" y="100481"/>
                  </a:lnTo>
                  <a:lnTo>
                    <a:pt x="6732517" y="84183"/>
                  </a:lnTo>
                  <a:lnTo>
                    <a:pt x="6804139" y="67708"/>
                  </a:lnTo>
                  <a:lnTo>
                    <a:pt x="6875762" y="51055"/>
                  </a:lnTo>
                  <a:lnTo>
                    <a:pt x="6947385" y="34220"/>
                  </a:lnTo>
                  <a:lnTo>
                    <a:pt x="7019007" y="1720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2026-05-22T10:32:43Z</dcterms:modified>
  <cp:category/>
</cp:coreProperties>
</file>