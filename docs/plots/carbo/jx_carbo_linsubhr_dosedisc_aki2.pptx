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83600"/>
            </a:xfrm>
            <a:custGeom>
              <a:avLst/>
              <a:pathLst>
                <a:path w="7090630" h="3483600">
                  <a:moveTo>
                    <a:pt x="0" y="2432371"/>
                  </a:moveTo>
                  <a:lnTo>
                    <a:pt x="71622" y="2442038"/>
                  </a:lnTo>
                  <a:lnTo>
                    <a:pt x="143245" y="2451628"/>
                  </a:lnTo>
                  <a:lnTo>
                    <a:pt x="214867" y="2461143"/>
                  </a:lnTo>
                  <a:lnTo>
                    <a:pt x="286490" y="2470582"/>
                  </a:lnTo>
                  <a:lnTo>
                    <a:pt x="358112" y="2479946"/>
                  </a:lnTo>
                  <a:lnTo>
                    <a:pt x="429735" y="2489236"/>
                  </a:lnTo>
                  <a:lnTo>
                    <a:pt x="501357" y="2498453"/>
                  </a:lnTo>
                  <a:lnTo>
                    <a:pt x="572980" y="2507596"/>
                  </a:lnTo>
                  <a:lnTo>
                    <a:pt x="644602" y="2516667"/>
                  </a:lnTo>
                  <a:lnTo>
                    <a:pt x="716225" y="2525666"/>
                  </a:lnTo>
                  <a:lnTo>
                    <a:pt x="787847" y="2534594"/>
                  </a:lnTo>
                  <a:lnTo>
                    <a:pt x="859470" y="2543451"/>
                  </a:lnTo>
                  <a:lnTo>
                    <a:pt x="931092" y="2552238"/>
                  </a:lnTo>
                  <a:lnTo>
                    <a:pt x="1002715" y="2560955"/>
                  </a:lnTo>
                  <a:lnTo>
                    <a:pt x="1074337" y="2569604"/>
                  </a:lnTo>
                  <a:lnTo>
                    <a:pt x="1145960" y="2578183"/>
                  </a:lnTo>
                  <a:lnTo>
                    <a:pt x="1217582" y="2586695"/>
                  </a:lnTo>
                  <a:lnTo>
                    <a:pt x="1289205" y="2595140"/>
                  </a:lnTo>
                  <a:lnTo>
                    <a:pt x="1360827" y="2603517"/>
                  </a:lnTo>
                  <a:lnTo>
                    <a:pt x="1432450" y="2611828"/>
                  </a:lnTo>
                  <a:lnTo>
                    <a:pt x="1504073" y="2620074"/>
                  </a:lnTo>
                  <a:lnTo>
                    <a:pt x="1575695" y="2628254"/>
                  </a:lnTo>
                  <a:lnTo>
                    <a:pt x="1647318" y="2636369"/>
                  </a:lnTo>
                  <a:lnTo>
                    <a:pt x="1718940" y="2644420"/>
                  </a:lnTo>
                  <a:lnTo>
                    <a:pt x="1790563" y="2652407"/>
                  </a:lnTo>
                  <a:lnTo>
                    <a:pt x="1862185" y="2660331"/>
                  </a:lnTo>
                  <a:lnTo>
                    <a:pt x="1933808" y="2668192"/>
                  </a:lnTo>
                  <a:lnTo>
                    <a:pt x="2005430" y="2675990"/>
                  </a:lnTo>
                  <a:lnTo>
                    <a:pt x="2077053" y="2683727"/>
                  </a:lnTo>
                  <a:lnTo>
                    <a:pt x="2148675" y="2691403"/>
                  </a:lnTo>
                  <a:lnTo>
                    <a:pt x="2220298" y="2699018"/>
                  </a:lnTo>
                  <a:lnTo>
                    <a:pt x="2291920" y="2706573"/>
                  </a:lnTo>
                  <a:lnTo>
                    <a:pt x="2363543" y="2714067"/>
                  </a:lnTo>
                  <a:lnTo>
                    <a:pt x="2435165" y="2721503"/>
                  </a:lnTo>
                  <a:lnTo>
                    <a:pt x="2506788" y="2728879"/>
                  </a:lnTo>
                  <a:lnTo>
                    <a:pt x="2578410" y="2736197"/>
                  </a:lnTo>
                  <a:lnTo>
                    <a:pt x="2650033" y="2743457"/>
                  </a:lnTo>
                  <a:lnTo>
                    <a:pt x="2721655" y="2750660"/>
                  </a:lnTo>
                  <a:lnTo>
                    <a:pt x="2793278" y="2757805"/>
                  </a:lnTo>
                  <a:lnTo>
                    <a:pt x="2864901" y="2764894"/>
                  </a:lnTo>
                  <a:lnTo>
                    <a:pt x="2936523" y="2771927"/>
                  </a:lnTo>
                  <a:lnTo>
                    <a:pt x="3008146" y="2778904"/>
                  </a:lnTo>
                  <a:lnTo>
                    <a:pt x="3079768" y="2769006"/>
                  </a:lnTo>
                  <a:lnTo>
                    <a:pt x="3151391" y="2734357"/>
                  </a:lnTo>
                  <a:lnTo>
                    <a:pt x="3223013" y="2698349"/>
                  </a:lnTo>
                  <a:lnTo>
                    <a:pt x="3294636" y="2660930"/>
                  </a:lnTo>
                  <a:lnTo>
                    <a:pt x="3366258" y="2622043"/>
                  </a:lnTo>
                  <a:lnTo>
                    <a:pt x="3437881" y="2581631"/>
                  </a:lnTo>
                  <a:lnTo>
                    <a:pt x="3509503" y="2539635"/>
                  </a:lnTo>
                  <a:lnTo>
                    <a:pt x="3581126" y="2495992"/>
                  </a:lnTo>
                  <a:lnTo>
                    <a:pt x="3652748" y="2450637"/>
                  </a:lnTo>
                  <a:lnTo>
                    <a:pt x="3724371" y="2403504"/>
                  </a:lnTo>
                  <a:lnTo>
                    <a:pt x="3795993" y="2354523"/>
                  </a:lnTo>
                  <a:lnTo>
                    <a:pt x="3867616" y="2303622"/>
                  </a:lnTo>
                  <a:lnTo>
                    <a:pt x="3939238" y="2250724"/>
                  </a:lnTo>
                  <a:lnTo>
                    <a:pt x="4010861" y="2195752"/>
                  </a:lnTo>
                  <a:lnTo>
                    <a:pt x="4082483" y="2138625"/>
                  </a:lnTo>
                  <a:lnTo>
                    <a:pt x="4154106" y="2079258"/>
                  </a:lnTo>
                  <a:lnTo>
                    <a:pt x="4225729" y="2017562"/>
                  </a:lnTo>
                  <a:lnTo>
                    <a:pt x="4297351" y="1953448"/>
                  </a:lnTo>
                  <a:lnTo>
                    <a:pt x="4368974" y="1886819"/>
                  </a:lnTo>
                  <a:lnTo>
                    <a:pt x="4440596" y="1817578"/>
                  </a:lnTo>
                  <a:lnTo>
                    <a:pt x="4512219" y="1745622"/>
                  </a:lnTo>
                  <a:lnTo>
                    <a:pt x="4583841" y="1670844"/>
                  </a:lnTo>
                  <a:lnTo>
                    <a:pt x="4655464" y="1593134"/>
                  </a:lnTo>
                  <a:lnTo>
                    <a:pt x="4727086" y="1512377"/>
                  </a:lnTo>
                  <a:lnTo>
                    <a:pt x="4798709" y="1428453"/>
                  </a:lnTo>
                  <a:lnTo>
                    <a:pt x="4870331" y="1341239"/>
                  </a:lnTo>
                  <a:lnTo>
                    <a:pt x="4941954" y="1250605"/>
                  </a:lnTo>
                  <a:lnTo>
                    <a:pt x="5013576" y="1156416"/>
                  </a:lnTo>
                  <a:lnTo>
                    <a:pt x="5085199" y="1058535"/>
                  </a:lnTo>
                  <a:lnTo>
                    <a:pt x="5156821" y="956815"/>
                  </a:lnTo>
                  <a:lnTo>
                    <a:pt x="5228444" y="851107"/>
                  </a:lnTo>
                  <a:lnTo>
                    <a:pt x="5300066" y="741253"/>
                  </a:lnTo>
                  <a:lnTo>
                    <a:pt x="5371689" y="627092"/>
                  </a:lnTo>
                  <a:lnTo>
                    <a:pt x="5443311" y="508455"/>
                  </a:lnTo>
                  <a:lnTo>
                    <a:pt x="5514934" y="385166"/>
                  </a:lnTo>
                  <a:lnTo>
                    <a:pt x="5586557" y="257042"/>
                  </a:lnTo>
                  <a:lnTo>
                    <a:pt x="5658179" y="123894"/>
                  </a:lnTo>
                  <a:lnTo>
                    <a:pt x="5722310" y="0"/>
                  </a:lnTo>
                  <a:lnTo>
                    <a:pt x="7090630" y="0"/>
                  </a:lnTo>
                  <a:lnTo>
                    <a:pt x="7090630" y="3097385"/>
                  </a:lnTo>
                  <a:lnTo>
                    <a:pt x="7019007" y="3092951"/>
                  </a:lnTo>
                  <a:lnTo>
                    <a:pt x="6947385" y="3088482"/>
                  </a:lnTo>
                  <a:lnTo>
                    <a:pt x="6875762" y="3083977"/>
                  </a:lnTo>
                  <a:lnTo>
                    <a:pt x="6804139" y="3079436"/>
                  </a:lnTo>
                  <a:lnTo>
                    <a:pt x="6732517" y="3074859"/>
                  </a:lnTo>
                  <a:lnTo>
                    <a:pt x="6660894" y="3070245"/>
                  </a:lnTo>
                  <a:lnTo>
                    <a:pt x="6589272" y="3065595"/>
                  </a:lnTo>
                  <a:lnTo>
                    <a:pt x="6517649" y="3060907"/>
                  </a:lnTo>
                  <a:lnTo>
                    <a:pt x="6446027" y="3056182"/>
                  </a:lnTo>
                  <a:lnTo>
                    <a:pt x="6374404" y="3051419"/>
                  </a:lnTo>
                  <a:lnTo>
                    <a:pt x="6302782" y="3046618"/>
                  </a:lnTo>
                  <a:lnTo>
                    <a:pt x="6231159" y="3041779"/>
                  </a:lnTo>
                  <a:lnTo>
                    <a:pt x="6159537" y="3036901"/>
                  </a:lnTo>
                  <a:lnTo>
                    <a:pt x="6087914" y="3031984"/>
                  </a:lnTo>
                  <a:lnTo>
                    <a:pt x="6016292" y="3027028"/>
                  </a:lnTo>
                  <a:lnTo>
                    <a:pt x="5944669" y="3022032"/>
                  </a:lnTo>
                  <a:lnTo>
                    <a:pt x="5873047" y="3016997"/>
                  </a:lnTo>
                  <a:lnTo>
                    <a:pt x="5801424" y="3011921"/>
                  </a:lnTo>
                  <a:lnTo>
                    <a:pt x="5729802" y="3006805"/>
                  </a:lnTo>
                  <a:lnTo>
                    <a:pt x="5658179" y="3001648"/>
                  </a:lnTo>
                  <a:lnTo>
                    <a:pt x="5586557" y="2996449"/>
                  </a:lnTo>
                  <a:lnTo>
                    <a:pt x="5514934" y="2991209"/>
                  </a:lnTo>
                  <a:lnTo>
                    <a:pt x="5443311" y="2985928"/>
                  </a:lnTo>
                  <a:lnTo>
                    <a:pt x="5371689" y="2980604"/>
                  </a:lnTo>
                  <a:lnTo>
                    <a:pt x="5300066" y="2975237"/>
                  </a:lnTo>
                  <a:lnTo>
                    <a:pt x="5228444" y="2969828"/>
                  </a:lnTo>
                  <a:lnTo>
                    <a:pt x="5156821" y="2964376"/>
                  </a:lnTo>
                  <a:lnTo>
                    <a:pt x="5085199" y="2958880"/>
                  </a:lnTo>
                  <a:lnTo>
                    <a:pt x="5013576" y="2953340"/>
                  </a:lnTo>
                  <a:lnTo>
                    <a:pt x="4941954" y="2947756"/>
                  </a:lnTo>
                  <a:lnTo>
                    <a:pt x="4870331" y="2942127"/>
                  </a:lnTo>
                  <a:lnTo>
                    <a:pt x="4798709" y="2936454"/>
                  </a:lnTo>
                  <a:lnTo>
                    <a:pt x="4727086" y="2930735"/>
                  </a:lnTo>
                  <a:lnTo>
                    <a:pt x="4655464" y="2924970"/>
                  </a:lnTo>
                  <a:lnTo>
                    <a:pt x="4583841" y="2919159"/>
                  </a:lnTo>
                  <a:lnTo>
                    <a:pt x="4512219" y="2913302"/>
                  </a:lnTo>
                  <a:lnTo>
                    <a:pt x="4440596" y="2907399"/>
                  </a:lnTo>
                  <a:lnTo>
                    <a:pt x="4368974" y="2901448"/>
                  </a:lnTo>
                  <a:lnTo>
                    <a:pt x="4297351" y="2895449"/>
                  </a:lnTo>
                  <a:lnTo>
                    <a:pt x="4225729" y="2889403"/>
                  </a:lnTo>
                  <a:lnTo>
                    <a:pt x="4154106" y="2883308"/>
                  </a:lnTo>
                  <a:lnTo>
                    <a:pt x="4082483" y="2877165"/>
                  </a:lnTo>
                  <a:lnTo>
                    <a:pt x="4010861" y="2870973"/>
                  </a:lnTo>
                  <a:lnTo>
                    <a:pt x="3939238" y="2864731"/>
                  </a:lnTo>
                  <a:lnTo>
                    <a:pt x="3867616" y="2858439"/>
                  </a:lnTo>
                  <a:lnTo>
                    <a:pt x="3795993" y="2852097"/>
                  </a:lnTo>
                  <a:lnTo>
                    <a:pt x="3724371" y="2845705"/>
                  </a:lnTo>
                  <a:lnTo>
                    <a:pt x="3652748" y="2839261"/>
                  </a:lnTo>
                  <a:lnTo>
                    <a:pt x="3581126" y="2832766"/>
                  </a:lnTo>
                  <a:lnTo>
                    <a:pt x="3509503" y="2826219"/>
                  </a:lnTo>
                  <a:lnTo>
                    <a:pt x="3437881" y="2819620"/>
                  </a:lnTo>
                  <a:lnTo>
                    <a:pt x="3366258" y="2812968"/>
                  </a:lnTo>
                  <a:lnTo>
                    <a:pt x="3294636" y="2806263"/>
                  </a:lnTo>
                  <a:lnTo>
                    <a:pt x="3223013" y="2799505"/>
                  </a:lnTo>
                  <a:lnTo>
                    <a:pt x="3151391" y="2792692"/>
                  </a:lnTo>
                  <a:lnTo>
                    <a:pt x="3079768" y="2785825"/>
                  </a:lnTo>
                  <a:lnTo>
                    <a:pt x="3008146" y="2802348"/>
                  </a:lnTo>
                  <a:lnTo>
                    <a:pt x="2936523" y="2834431"/>
                  </a:lnTo>
                  <a:lnTo>
                    <a:pt x="2864901" y="2865304"/>
                  </a:lnTo>
                  <a:lnTo>
                    <a:pt x="2793278" y="2895012"/>
                  </a:lnTo>
                  <a:lnTo>
                    <a:pt x="2721655" y="2923599"/>
                  </a:lnTo>
                  <a:lnTo>
                    <a:pt x="2650033" y="2951108"/>
                  </a:lnTo>
                  <a:lnTo>
                    <a:pt x="2578410" y="2977578"/>
                  </a:lnTo>
                  <a:lnTo>
                    <a:pt x="2506788" y="3003050"/>
                  </a:lnTo>
                  <a:lnTo>
                    <a:pt x="2435165" y="3027561"/>
                  </a:lnTo>
                  <a:lnTo>
                    <a:pt x="2363543" y="3051146"/>
                  </a:lnTo>
                  <a:lnTo>
                    <a:pt x="2291920" y="3073842"/>
                  </a:lnTo>
                  <a:lnTo>
                    <a:pt x="2220298" y="3095682"/>
                  </a:lnTo>
                  <a:lnTo>
                    <a:pt x="2148675" y="3116697"/>
                  </a:lnTo>
                  <a:lnTo>
                    <a:pt x="2077053" y="3136920"/>
                  </a:lnTo>
                  <a:lnTo>
                    <a:pt x="2005430" y="3156379"/>
                  </a:lnTo>
                  <a:lnTo>
                    <a:pt x="1933808" y="3175104"/>
                  </a:lnTo>
                  <a:lnTo>
                    <a:pt x="1862185" y="3193123"/>
                  </a:lnTo>
                  <a:lnTo>
                    <a:pt x="1790563" y="3210462"/>
                  </a:lnTo>
                  <a:lnTo>
                    <a:pt x="1718940" y="3227146"/>
                  </a:lnTo>
                  <a:lnTo>
                    <a:pt x="1647318" y="3243201"/>
                  </a:lnTo>
                  <a:lnTo>
                    <a:pt x="1575695" y="3258650"/>
                  </a:lnTo>
                  <a:lnTo>
                    <a:pt x="1504073" y="3273517"/>
                  </a:lnTo>
                  <a:lnTo>
                    <a:pt x="1432450" y="3287822"/>
                  </a:lnTo>
                  <a:lnTo>
                    <a:pt x="1360827" y="3301587"/>
                  </a:lnTo>
                  <a:lnTo>
                    <a:pt x="1289205" y="3314833"/>
                  </a:lnTo>
                  <a:lnTo>
                    <a:pt x="1217582" y="3327580"/>
                  </a:lnTo>
                  <a:lnTo>
                    <a:pt x="1145960" y="3339845"/>
                  </a:lnTo>
                  <a:lnTo>
                    <a:pt x="1074337" y="3351648"/>
                  </a:lnTo>
                  <a:lnTo>
                    <a:pt x="1002715" y="3363005"/>
                  </a:lnTo>
                  <a:lnTo>
                    <a:pt x="931092" y="3373934"/>
                  </a:lnTo>
                  <a:lnTo>
                    <a:pt x="859470" y="3384450"/>
                  </a:lnTo>
                  <a:lnTo>
                    <a:pt x="787847" y="3394570"/>
                  </a:lnTo>
                  <a:lnTo>
                    <a:pt x="716225" y="3404307"/>
                  </a:lnTo>
                  <a:lnTo>
                    <a:pt x="644602" y="3413678"/>
                  </a:lnTo>
                  <a:lnTo>
                    <a:pt x="572980" y="3422694"/>
                  </a:lnTo>
                  <a:lnTo>
                    <a:pt x="501357" y="3431371"/>
                  </a:lnTo>
                  <a:lnTo>
                    <a:pt x="429735" y="3439720"/>
                  </a:lnTo>
                  <a:lnTo>
                    <a:pt x="358112" y="3447754"/>
                  </a:lnTo>
                  <a:lnTo>
                    <a:pt x="286490" y="3455485"/>
                  </a:lnTo>
                  <a:lnTo>
                    <a:pt x="214867" y="3462924"/>
                  </a:lnTo>
                  <a:lnTo>
                    <a:pt x="143245" y="3470083"/>
                  </a:lnTo>
                  <a:lnTo>
                    <a:pt x="71622" y="3476971"/>
                  </a:lnTo>
                  <a:lnTo>
                    <a:pt x="0" y="34836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722310" cy="2778904"/>
            </a:xfrm>
            <a:custGeom>
              <a:avLst/>
              <a:pathLst>
                <a:path w="5722310" h="2778904">
                  <a:moveTo>
                    <a:pt x="0" y="2432371"/>
                  </a:moveTo>
                  <a:lnTo>
                    <a:pt x="71622" y="2442038"/>
                  </a:lnTo>
                  <a:lnTo>
                    <a:pt x="143245" y="2451628"/>
                  </a:lnTo>
                  <a:lnTo>
                    <a:pt x="214867" y="2461143"/>
                  </a:lnTo>
                  <a:lnTo>
                    <a:pt x="286490" y="2470582"/>
                  </a:lnTo>
                  <a:lnTo>
                    <a:pt x="358112" y="2479946"/>
                  </a:lnTo>
                  <a:lnTo>
                    <a:pt x="429735" y="2489236"/>
                  </a:lnTo>
                  <a:lnTo>
                    <a:pt x="501357" y="2498453"/>
                  </a:lnTo>
                  <a:lnTo>
                    <a:pt x="572980" y="2507596"/>
                  </a:lnTo>
                  <a:lnTo>
                    <a:pt x="644602" y="2516667"/>
                  </a:lnTo>
                  <a:lnTo>
                    <a:pt x="716225" y="2525666"/>
                  </a:lnTo>
                  <a:lnTo>
                    <a:pt x="787847" y="2534594"/>
                  </a:lnTo>
                  <a:lnTo>
                    <a:pt x="859470" y="2543451"/>
                  </a:lnTo>
                  <a:lnTo>
                    <a:pt x="931092" y="2552238"/>
                  </a:lnTo>
                  <a:lnTo>
                    <a:pt x="1002715" y="2560955"/>
                  </a:lnTo>
                  <a:lnTo>
                    <a:pt x="1074337" y="2569604"/>
                  </a:lnTo>
                  <a:lnTo>
                    <a:pt x="1145960" y="2578183"/>
                  </a:lnTo>
                  <a:lnTo>
                    <a:pt x="1217582" y="2586695"/>
                  </a:lnTo>
                  <a:lnTo>
                    <a:pt x="1289205" y="2595140"/>
                  </a:lnTo>
                  <a:lnTo>
                    <a:pt x="1360827" y="2603517"/>
                  </a:lnTo>
                  <a:lnTo>
                    <a:pt x="1432450" y="2611828"/>
                  </a:lnTo>
                  <a:lnTo>
                    <a:pt x="1504073" y="2620074"/>
                  </a:lnTo>
                  <a:lnTo>
                    <a:pt x="1575695" y="2628254"/>
                  </a:lnTo>
                  <a:lnTo>
                    <a:pt x="1647318" y="2636369"/>
                  </a:lnTo>
                  <a:lnTo>
                    <a:pt x="1718940" y="2644420"/>
                  </a:lnTo>
                  <a:lnTo>
                    <a:pt x="1790563" y="2652407"/>
                  </a:lnTo>
                  <a:lnTo>
                    <a:pt x="1862185" y="2660331"/>
                  </a:lnTo>
                  <a:lnTo>
                    <a:pt x="1933808" y="2668192"/>
                  </a:lnTo>
                  <a:lnTo>
                    <a:pt x="2005430" y="2675990"/>
                  </a:lnTo>
                  <a:lnTo>
                    <a:pt x="2077053" y="2683727"/>
                  </a:lnTo>
                  <a:lnTo>
                    <a:pt x="2148675" y="2691403"/>
                  </a:lnTo>
                  <a:lnTo>
                    <a:pt x="2220298" y="2699018"/>
                  </a:lnTo>
                  <a:lnTo>
                    <a:pt x="2291920" y="2706573"/>
                  </a:lnTo>
                  <a:lnTo>
                    <a:pt x="2363543" y="2714067"/>
                  </a:lnTo>
                  <a:lnTo>
                    <a:pt x="2435165" y="2721503"/>
                  </a:lnTo>
                  <a:lnTo>
                    <a:pt x="2506788" y="2728879"/>
                  </a:lnTo>
                  <a:lnTo>
                    <a:pt x="2578410" y="2736197"/>
                  </a:lnTo>
                  <a:lnTo>
                    <a:pt x="2650033" y="2743457"/>
                  </a:lnTo>
                  <a:lnTo>
                    <a:pt x="2721655" y="2750660"/>
                  </a:lnTo>
                  <a:lnTo>
                    <a:pt x="2793278" y="2757805"/>
                  </a:lnTo>
                  <a:lnTo>
                    <a:pt x="2864901" y="2764894"/>
                  </a:lnTo>
                  <a:lnTo>
                    <a:pt x="2936523" y="2771927"/>
                  </a:lnTo>
                  <a:lnTo>
                    <a:pt x="3008146" y="2778904"/>
                  </a:lnTo>
                  <a:lnTo>
                    <a:pt x="3079768" y="2769006"/>
                  </a:lnTo>
                  <a:lnTo>
                    <a:pt x="3151391" y="2734357"/>
                  </a:lnTo>
                  <a:lnTo>
                    <a:pt x="3223013" y="2698349"/>
                  </a:lnTo>
                  <a:lnTo>
                    <a:pt x="3294636" y="2660930"/>
                  </a:lnTo>
                  <a:lnTo>
                    <a:pt x="3366258" y="2622043"/>
                  </a:lnTo>
                  <a:lnTo>
                    <a:pt x="3437881" y="2581631"/>
                  </a:lnTo>
                  <a:lnTo>
                    <a:pt x="3509503" y="2539635"/>
                  </a:lnTo>
                  <a:lnTo>
                    <a:pt x="3581126" y="2495992"/>
                  </a:lnTo>
                  <a:lnTo>
                    <a:pt x="3652748" y="2450637"/>
                  </a:lnTo>
                  <a:lnTo>
                    <a:pt x="3724371" y="2403504"/>
                  </a:lnTo>
                  <a:lnTo>
                    <a:pt x="3795993" y="2354523"/>
                  </a:lnTo>
                  <a:lnTo>
                    <a:pt x="3867616" y="2303622"/>
                  </a:lnTo>
                  <a:lnTo>
                    <a:pt x="3939238" y="2250724"/>
                  </a:lnTo>
                  <a:lnTo>
                    <a:pt x="4010861" y="2195752"/>
                  </a:lnTo>
                  <a:lnTo>
                    <a:pt x="4082483" y="2138625"/>
                  </a:lnTo>
                  <a:lnTo>
                    <a:pt x="4154106" y="2079258"/>
                  </a:lnTo>
                  <a:lnTo>
                    <a:pt x="4225729" y="2017562"/>
                  </a:lnTo>
                  <a:lnTo>
                    <a:pt x="4297351" y="1953448"/>
                  </a:lnTo>
                  <a:lnTo>
                    <a:pt x="4368974" y="1886819"/>
                  </a:lnTo>
                  <a:lnTo>
                    <a:pt x="4440596" y="1817578"/>
                  </a:lnTo>
                  <a:lnTo>
                    <a:pt x="4512219" y="1745622"/>
                  </a:lnTo>
                  <a:lnTo>
                    <a:pt x="4583841" y="1670844"/>
                  </a:lnTo>
                  <a:lnTo>
                    <a:pt x="4655464" y="1593134"/>
                  </a:lnTo>
                  <a:lnTo>
                    <a:pt x="4727086" y="1512377"/>
                  </a:lnTo>
                  <a:lnTo>
                    <a:pt x="4798709" y="1428453"/>
                  </a:lnTo>
                  <a:lnTo>
                    <a:pt x="4870331" y="1341239"/>
                  </a:lnTo>
                  <a:lnTo>
                    <a:pt x="4941954" y="1250605"/>
                  </a:lnTo>
                  <a:lnTo>
                    <a:pt x="5013576" y="1156416"/>
                  </a:lnTo>
                  <a:lnTo>
                    <a:pt x="5085199" y="1058535"/>
                  </a:lnTo>
                  <a:lnTo>
                    <a:pt x="5156821" y="956815"/>
                  </a:lnTo>
                  <a:lnTo>
                    <a:pt x="5228444" y="851107"/>
                  </a:lnTo>
                  <a:lnTo>
                    <a:pt x="5300066" y="741253"/>
                  </a:lnTo>
                  <a:lnTo>
                    <a:pt x="5371689" y="627092"/>
                  </a:lnTo>
                  <a:lnTo>
                    <a:pt x="5443311" y="508455"/>
                  </a:lnTo>
                  <a:lnTo>
                    <a:pt x="5514934" y="385166"/>
                  </a:lnTo>
                  <a:lnTo>
                    <a:pt x="5586557" y="257042"/>
                  </a:lnTo>
                  <a:lnTo>
                    <a:pt x="5658179" y="123894"/>
                  </a:lnTo>
                  <a:lnTo>
                    <a:pt x="5722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2389"/>
              <a:ext cx="7090630" cy="697774"/>
            </a:xfrm>
            <a:custGeom>
              <a:avLst/>
              <a:pathLst>
                <a:path w="7090630" h="697774">
                  <a:moveTo>
                    <a:pt x="7090630" y="311559"/>
                  </a:moveTo>
                  <a:lnTo>
                    <a:pt x="7019007" y="307125"/>
                  </a:lnTo>
                  <a:lnTo>
                    <a:pt x="6947385" y="302656"/>
                  </a:lnTo>
                  <a:lnTo>
                    <a:pt x="6875762" y="298151"/>
                  </a:lnTo>
                  <a:lnTo>
                    <a:pt x="6804139" y="293610"/>
                  </a:lnTo>
                  <a:lnTo>
                    <a:pt x="6732517" y="289033"/>
                  </a:lnTo>
                  <a:lnTo>
                    <a:pt x="6660894" y="284419"/>
                  </a:lnTo>
                  <a:lnTo>
                    <a:pt x="6589272" y="279769"/>
                  </a:lnTo>
                  <a:lnTo>
                    <a:pt x="6517649" y="275081"/>
                  </a:lnTo>
                  <a:lnTo>
                    <a:pt x="6446027" y="270356"/>
                  </a:lnTo>
                  <a:lnTo>
                    <a:pt x="6374404" y="265593"/>
                  </a:lnTo>
                  <a:lnTo>
                    <a:pt x="6302782" y="260792"/>
                  </a:lnTo>
                  <a:lnTo>
                    <a:pt x="6231159" y="255953"/>
                  </a:lnTo>
                  <a:lnTo>
                    <a:pt x="6159537" y="251075"/>
                  </a:lnTo>
                  <a:lnTo>
                    <a:pt x="6087914" y="246158"/>
                  </a:lnTo>
                  <a:lnTo>
                    <a:pt x="6016292" y="241202"/>
                  </a:lnTo>
                  <a:lnTo>
                    <a:pt x="5944669" y="236206"/>
                  </a:lnTo>
                  <a:lnTo>
                    <a:pt x="5873047" y="231171"/>
                  </a:lnTo>
                  <a:lnTo>
                    <a:pt x="5801424" y="226095"/>
                  </a:lnTo>
                  <a:lnTo>
                    <a:pt x="5729802" y="220979"/>
                  </a:lnTo>
                  <a:lnTo>
                    <a:pt x="5658179" y="215822"/>
                  </a:lnTo>
                  <a:lnTo>
                    <a:pt x="5586557" y="210623"/>
                  </a:lnTo>
                  <a:lnTo>
                    <a:pt x="5514934" y="205383"/>
                  </a:lnTo>
                  <a:lnTo>
                    <a:pt x="5443311" y="200102"/>
                  </a:lnTo>
                  <a:lnTo>
                    <a:pt x="5371689" y="194778"/>
                  </a:lnTo>
                  <a:lnTo>
                    <a:pt x="5300066" y="189412"/>
                  </a:lnTo>
                  <a:lnTo>
                    <a:pt x="5228444" y="184002"/>
                  </a:lnTo>
                  <a:lnTo>
                    <a:pt x="5156821" y="178550"/>
                  </a:lnTo>
                  <a:lnTo>
                    <a:pt x="5085199" y="173054"/>
                  </a:lnTo>
                  <a:lnTo>
                    <a:pt x="5013576" y="167514"/>
                  </a:lnTo>
                  <a:lnTo>
                    <a:pt x="4941954" y="161930"/>
                  </a:lnTo>
                  <a:lnTo>
                    <a:pt x="4870331" y="156301"/>
                  </a:lnTo>
                  <a:lnTo>
                    <a:pt x="4798709" y="150628"/>
                  </a:lnTo>
                  <a:lnTo>
                    <a:pt x="4727086" y="144909"/>
                  </a:lnTo>
                  <a:lnTo>
                    <a:pt x="4655464" y="139144"/>
                  </a:lnTo>
                  <a:lnTo>
                    <a:pt x="4583841" y="133334"/>
                  </a:lnTo>
                  <a:lnTo>
                    <a:pt x="4512219" y="127477"/>
                  </a:lnTo>
                  <a:lnTo>
                    <a:pt x="4440596" y="121573"/>
                  </a:lnTo>
                  <a:lnTo>
                    <a:pt x="4368974" y="115622"/>
                  </a:lnTo>
                  <a:lnTo>
                    <a:pt x="4297351" y="109623"/>
                  </a:lnTo>
                  <a:lnTo>
                    <a:pt x="4225729" y="103577"/>
                  </a:lnTo>
                  <a:lnTo>
                    <a:pt x="4154106" y="97482"/>
                  </a:lnTo>
                  <a:lnTo>
                    <a:pt x="4082483" y="91339"/>
                  </a:lnTo>
                  <a:lnTo>
                    <a:pt x="4010861" y="85147"/>
                  </a:lnTo>
                  <a:lnTo>
                    <a:pt x="3939238" y="78905"/>
                  </a:lnTo>
                  <a:lnTo>
                    <a:pt x="3867616" y="72613"/>
                  </a:lnTo>
                  <a:lnTo>
                    <a:pt x="3795993" y="66271"/>
                  </a:lnTo>
                  <a:lnTo>
                    <a:pt x="3724371" y="59879"/>
                  </a:lnTo>
                  <a:lnTo>
                    <a:pt x="3652748" y="53435"/>
                  </a:lnTo>
                  <a:lnTo>
                    <a:pt x="3581126" y="46940"/>
                  </a:lnTo>
                  <a:lnTo>
                    <a:pt x="3509503" y="40393"/>
                  </a:lnTo>
                  <a:lnTo>
                    <a:pt x="3437881" y="33794"/>
                  </a:lnTo>
                  <a:lnTo>
                    <a:pt x="3366258" y="27142"/>
                  </a:lnTo>
                  <a:lnTo>
                    <a:pt x="3294636" y="20437"/>
                  </a:lnTo>
                  <a:lnTo>
                    <a:pt x="3223013" y="13679"/>
                  </a:lnTo>
                  <a:lnTo>
                    <a:pt x="3151391" y="6866"/>
                  </a:lnTo>
                  <a:lnTo>
                    <a:pt x="3079768" y="0"/>
                  </a:lnTo>
                  <a:lnTo>
                    <a:pt x="3008146" y="16522"/>
                  </a:lnTo>
                  <a:lnTo>
                    <a:pt x="2936523" y="48605"/>
                  </a:lnTo>
                  <a:lnTo>
                    <a:pt x="2864901" y="79478"/>
                  </a:lnTo>
                  <a:lnTo>
                    <a:pt x="2793278" y="109186"/>
                  </a:lnTo>
                  <a:lnTo>
                    <a:pt x="2721655" y="137773"/>
                  </a:lnTo>
                  <a:lnTo>
                    <a:pt x="2650033" y="165282"/>
                  </a:lnTo>
                  <a:lnTo>
                    <a:pt x="2578410" y="191752"/>
                  </a:lnTo>
                  <a:lnTo>
                    <a:pt x="2506788" y="217224"/>
                  </a:lnTo>
                  <a:lnTo>
                    <a:pt x="2435165" y="241735"/>
                  </a:lnTo>
                  <a:lnTo>
                    <a:pt x="2363543" y="265321"/>
                  </a:lnTo>
                  <a:lnTo>
                    <a:pt x="2291920" y="288016"/>
                  </a:lnTo>
                  <a:lnTo>
                    <a:pt x="2220298" y="309856"/>
                  </a:lnTo>
                  <a:lnTo>
                    <a:pt x="2148675" y="330871"/>
                  </a:lnTo>
                  <a:lnTo>
                    <a:pt x="2077053" y="351094"/>
                  </a:lnTo>
                  <a:lnTo>
                    <a:pt x="2005430" y="370553"/>
                  </a:lnTo>
                  <a:lnTo>
                    <a:pt x="1933808" y="389278"/>
                  </a:lnTo>
                  <a:lnTo>
                    <a:pt x="1862185" y="407297"/>
                  </a:lnTo>
                  <a:lnTo>
                    <a:pt x="1790563" y="424636"/>
                  </a:lnTo>
                  <a:lnTo>
                    <a:pt x="1718940" y="441320"/>
                  </a:lnTo>
                  <a:lnTo>
                    <a:pt x="1647318" y="457375"/>
                  </a:lnTo>
                  <a:lnTo>
                    <a:pt x="1575695" y="472824"/>
                  </a:lnTo>
                  <a:lnTo>
                    <a:pt x="1504073" y="487691"/>
                  </a:lnTo>
                  <a:lnTo>
                    <a:pt x="1432450" y="501996"/>
                  </a:lnTo>
                  <a:lnTo>
                    <a:pt x="1360827" y="515761"/>
                  </a:lnTo>
                  <a:lnTo>
                    <a:pt x="1289205" y="529008"/>
                  </a:lnTo>
                  <a:lnTo>
                    <a:pt x="1217582" y="541754"/>
                  </a:lnTo>
                  <a:lnTo>
                    <a:pt x="1145960" y="554019"/>
                  </a:lnTo>
                  <a:lnTo>
                    <a:pt x="1074337" y="565822"/>
                  </a:lnTo>
                  <a:lnTo>
                    <a:pt x="1002715" y="577179"/>
                  </a:lnTo>
                  <a:lnTo>
                    <a:pt x="931092" y="588108"/>
                  </a:lnTo>
                  <a:lnTo>
                    <a:pt x="859470" y="598624"/>
                  </a:lnTo>
                  <a:lnTo>
                    <a:pt x="787847" y="608744"/>
                  </a:lnTo>
                  <a:lnTo>
                    <a:pt x="716225" y="618481"/>
                  </a:lnTo>
                  <a:lnTo>
                    <a:pt x="644602" y="627852"/>
                  </a:lnTo>
                  <a:lnTo>
                    <a:pt x="572980" y="636868"/>
                  </a:lnTo>
                  <a:lnTo>
                    <a:pt x="501357" y="645545"/>
                  </a:lnTo>
                  <a:lnTo>
                    <a:pt x="429735" y="653894"/>
                  </a:lnTo>
                  <a:lnTo>
                    <a:pt x="358112" y="661928"/>
                  </a:lnTo>
                  <a:lnTo>
                    <a:pt x="286490" y="669659"/>
                  </a:lnTo>
                  <a:lnTo>
                    <a:pt x="214867" y="677098"/>
                  </a:lnTo>
                  <a:lnTo>
                    <a:pt x="143245" y="684257"/>
                  </a:lnTo>
                  <a:lnTo>
                    <a:pt x="71622" y="691145"/>
                  </a:lnTo>
                  <a:lnTo>
                    <a:pt x="0" y="697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492849"/>
              <a:ext cx="7090630" cy="1602177"/>
            </a:xfrm>
            <a:custGeom>
              <a:avLst/>
              <a:pathLst>
                <a:path w="7090630" h="1602177">
                  <a:moveTo>
                    <a:pt x="0" y="1602177"/>
                  </a:moveTo>
                  <a:lnTo>
                    <a:pt x="71622" y="1595196"/>
                  </a:lnTo>
                  <a:lnTo>
                    <a:pt x="143245" y="1588107"/>
                  </a:lnTo>
                  <a:lnTo>
                    <a:pt x="214867" y="1580909"/>
                  </a:lnTo>
                  <a:lnTo>
                    <a:pt x="286490" y="1573601"/>
                  </a:lnTo>
                  <a:lnTo>
                    <a:pt x="358112" y="1566180"/>
                  </a:lnTo>
                  <a:lnTo>
                    <a:pt x="429735" y="1558646"/>
                  </a:lnTo>
                  <a:lnTo>
                    <a:pt x="501357" y="1550995"/>
                  </a:lnTo>
                  <a:lnTo>
                    <a:pt x="572980" y="1543227"/>
                  </a:lnTo>
                  <a:lnTo>
                    <a:pt x="644602" y="1535339"/>
                  </a:lnTo>
                  <a:lnTo>
                    <a:pt x="716225" y="1527331"/>
                  </a:lnTo>
                  <a:lnTo>
                    <a:pt x="787847" y="1519199"/>
                  </a:lnTo>
                  <a:lnTo>
                    <a:pt x="859470" y="1510942"/>
                  </a:lnTo>
                  <a:lnTo>
                    <a:pt x="931092" y="1502558"/>
                  </a:lnTo>
                  <a:lnTo>
                    <a:pt x="1002715" y="1494045"/>
                  </a:lnTo>
                  <a:lnTo>
                    <a:pt x="1074337" y="1485402"/>
                  </a:lnTo>
                  <a:lnTo>
                    <a:pt x="1145960" y="1476625"/>
                  </a:lnTo>
                  <a:lnTo>
                    <a:pt x="1217582" y="1467714"/>
                  </a:lnTo>
                  <a:lnTo>
                    <a:pt x="1289205" y="1458665"/>
                  </a:lnTo>
                  <a:lnTo>
                    <a:pt x="1360827" y="1449478"/>
                  </a:lnTo>
                  <a:lnTo>
                    <a:pt x="1432450" y="1440149"/>
                  </a:lnTo>
                  <a:lnTo>
                    <a:pt x="1504073" y="1430677"/>
                  </a:lnTo>
                  <a:lnTo>
                    <a:pt x="1575695" y="1421060"/>
                  </a:lnTo>
                  <a:lnTo>
                    <a:pt x="1647318" y="1411294"/>
                  </a:lnTo>
                  <a:lnTo>
                    <a:pt x="1718940" y="1401379"/>
                  </a:lnTo>
                  <a:lnTo>
                    <a:pt x="1790563" y="1391311"/>
                  </a:lnTo>
                  <a:lnTo>
                    <a:pt x="1862185" y="1381088"/>
                  </a:lnTo>
                  <a:lnTo>
                    <a:pt x="1933808" y="1370708"/>
                  </a:lnTo>
                  <a:lnTo>
                    <a:pt x="2005430" y="1360169"/>
                  </a:lnTo>
                  <a:lnTo>
                    <a:pt x="2077053" y="1349467"/>
                  </a:lnTo>
                  <a:lnTo>
                    <a:pt x="2148675" y="1338601"/>
                  </a:lnTo>
                  <a:lnTo>
                    <a:pt x="2220298" y="1327568"/>
                  </a:lnTo>
                  <a:lnTo>
                    <a:pt x="2291920" y="1316366"/>
                  </a:lnTo>
                  <a:lnTo>
                    <a:pt x="2363543" y="1304991"/>
                  </a:lnTo>
                  <a:lnTo>
                    <a:pt x="2435165" y="1293442"/>
                  </a:lnTo>
                  <a:lnTo>
                    <a:pt x="2506788" y="1281714"/>
                  </a:lnTo>
                  <a:lnTo>
                    <a:pt x="2578410" y="1269807"/>
                  </a:lnTo>
                  <a:lnTo>
                    <a:pt x="2650033" y="1257717"/>
                  </a:lnTo>
                  <a:lnTo>
                    <a:pt x="2721655" y="1245440"/>
                  </a:lnTo>
                  <a:lnTo>
                    <a:pt x="2793278" y="1232975"/>
                  </a:lnTo>
                  <a:lnTo>
                    <a:pt x="2864901" y="1220319"/>
                  </a:lnTo>
                  <a:lnTo>
                    <a:pt x="2936523" y="1207468"/>
                  </a:lnTo>
                  <a:lnTo>
                    <a:pt x="3008146" y="1194419"/>
                  </a:lnTo>
                  <a:lnTo>
                    <a:pt x="3079768" y="1181170"/>
                  </a:lnTo>
                  <a:lnTo>
                    <a:pt x="3151391" y="1167717"/>
                  </a:lnTo>
                  <a:lnTo>
                    <a:pt x="3223013" y="1154057"/>
                  </a:lnTo>
                  <a:lnTo>
                    <a:pt x="3294636" y="1140187"/>
                  </a:lnTo>
                  <a:lnTo>
                    <a:pt x="3366258" y="1126105"/>
                  </a:lnTo>
                  <a:lnTo>
                    <a:pt x="3437881" y="1111805"/>
                  </a:lnTo>
                  <a:lnTo>
                    <a:pt x="3509503" y="1097286"/>
                  </a:lnTo>
                  <a:lnTo>
                    <a:pt x="3581126" y="1082544"/>
                  </a:lnTo>
                  <a:lnTo>
                    <a:pt x="3652748" y="1067575"/>
                  </a:lnTo>
                  <a:lnTo>
                    <a:pt x="3724371" y="1052376"/>
                  </a:lnTo>
                  <a:lnTo>
                    <a:pt x="3795993" y="1036943"/>
                  </a:lnTo>
                  <a:lnTo>
                    <a:pt x="3867616" y="1021273"/>
                  </a:lnTo>
                  <a:lnTo>
                    <a:pt x="3939238" y="1005362"/>
                  </a:lnTo>
                  <a:lnTo>
                    <a:pt x="4010861" y="989207"/>
                  </a:lnTo>
                  <a:lnTo>
                    <a:pt x="4082483" y="972803"/>
                  </a:lnTo>
                  <a:lnTo>
                    <a:pt x="4154106" y="956148"/>
                  </a:lnTo>
                  <a:lnTo>
                    <a:pt x="4225729" y="939236"/>
                  </a:lnTo>
                  <a:lnTo>
                    <a:pt x="4297351" y="922064"/>
                  </a:lnTo>
                  <a:lnTo>
                    <a:pt x="4368974" y="904628"/>
                  </a:lnTo>
                  <a:lnTo>
                    <a:pt x="4440596" y="886924"/>
                  </a:lnTo>
                  <a:lnTo>
                    <a:pt x="4512219" y="868948"/>
                  </a:lnTo>
                  <a:lnTo>
                    <a:pt x="4583841" y="850696"/>
                  </a:lnTo>
                  <a:lnTo>
                    <a:pt x="4655464" y="832163"/>
                  </a:lnTo>
                  <a:lnTo>
                    <a:pt x="4727086" y="813346"/>
                  </a:lnTo>
                  <a:lnTo>
                    <a:pt x="4798709" y="794239"/>
                  </a:lnTo>
                  <a:lnTo>
                    <a:pt x="4870331" y="774838"/>
                  </a:lnTo>
                  <a:lnTo>
                    <a:pt x="4941954" y="755139"/>
                  </a:lnTo>
                  <a:lnTo>
                    <a:pt x="5013576" y="735138"/>
                  </a:lnTo>
                  <a:lnTo>
                    <a:pt x="5085199" y="714829"/>
                  </a:lnTo>
                  <a:lnTo>
                    <a:pt x="5156821" y="694208"/>
                  </a:lnTo>
                  <a:lnTo>
                    <a:pt x="5228444" y="673269"/>
                  </a:lnTo>
                  <a:lnTo>
                    <a:pt x="5300066" y="652009"/>
                  </a:lnTo>
                  <a:lnTo>
                    <a:pt x="5371689" y="630422"/>
                  </a:lnTo>
                  <a:lnTo>
                    <a:pt x="5443311" y="608504"/>
                  </a:lnTo>
                  <a:lnTo>
                    <a:pt x="5514934" y="586248"/>
                  </a:lnTo>
                  <a:lnTo>
                    <a:pt x="5586557" y="563650"/>
                  </a:lnTo>
                  <a:lnTo>
                    <a:pt x="5658179" y="540705"/>
                  </a:lnTo>
                  <a:lnTo>
                    <a:pt x="5729802" y="517407"/>
                  </a:lnTo>
                  <a:lnTo>
                    <a:pt x="5801424" y="493751"/>
                  </a:lnTo>
                  <a:lnTo>
                    <a:pt x="5873047" y="469732"/>
                  </a:lnTo>
                  <a:lnTo>
                    <a:pt x="5944669" y="445343"/>
                  </a:lnTo>
                  <a:lnTo>
                    <a:pt x="6016292" y="420579"/>
                  </a:lnTo>
                  <a:lnTo>
                    <a:pt x="6087914" y="395435"/>
                  </a:lnTo>
                  <a:lnTo>
                    <a:pt x="6159537" y="369904"/>
                  </a:lnTo>
                  <a:lnTo>
                    <a:pt x="6231159" y="343981"/>
                  </a:lnTo>
                  <a:lnTo>
                    <a:pt x="6302782" y="317659"/>
                  </a:lnTo>
                  <a:lnTo>
                    <a:pt x="6374404" y="290933"/>
                  </a:lnTo>
                  <a:lnTo>
                    <a:pt x="6446027" y="263796"/>
                  </a:lnTo>
                  <a:lnTo>
                    <a:pt x="6517649" y="236241"/>
                  </a:lnTo>
                  <a:lnTo>
                    <a:pt x="6589272" y="208264"/>
                  </a:lnTo>
                  <a:lnTo>
                    <a:pt x="6660894" y="179856"/>
                  </a:lnTo>
                  <a:lnTo>
                    <a:pt x="6732517" y="151011"/>
                  </a:lnTo>
                  <a:lnTo>
                    <a:pt x="6804139" y="121723"/>
                  </a:lnTo>
                  <a:lnTo>
                    <a:pt x="6875762" y="91985"/>
                  </a:lnTo>
                  <a:lnTo>
                    <a:pt x="6947385" y="61790"/>
                  </a:lnTo>
                  <a:lnTo>
                    <a:pt x="7019007" y="311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2026-05-22T09:54:33Z</dcterms:modified>
  <cp:category/>
</cp:coreProperties>
</file>