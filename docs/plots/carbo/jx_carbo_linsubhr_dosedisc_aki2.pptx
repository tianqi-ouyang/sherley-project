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293872"/>
            </a:xfrm>
            <a:custGeom>
              <a:avLst/>
              <a:pathLst>
                <a:path w="7090630" h="3293872">
                  <a:moveTo>
                    <a:pt x="0" y="1127019"/>
                  </a:moveTo>
                  <a:lnTo>
                    <a:pt x="71622" y="1184106"/>
                  </a:lnTo>
                  <a:lnTo>
                    <a:pt x="143245" y="1239810"/>
                  </a:lnTo>
                  <a:lnTo>
                    <a:pt x="214867" y="1294164"/>
                  </a:lnTo>
                  <a:lnTo>
                    <a:pt x="286490" y="1347202"/>
                  </a:lnTo>
                  <a:lnTo>
                    <a:pt x="358112" y="1398955"/>
                  </a:lnTo>
                  <a:lnTo>
                    <a:pt x="429735" y="1449454"/>
                  </a:lnTo>
                  <a:lnTo>
                    <a:pt x="501357" y="1498731"/>
                  </a:lnTo>
                  <a:lnTo>
                    <a:pt x="572980" y="1546813"/>
                  </a:lnTo>
                  <a:lnTo>
                    <a:pt x="644602" y="1593731"/>
                  </a:lnTo>
                  <a:lnTo>
                    <a:pt x="716225" y="1639513"/>
                  </a:lnTo>
                  <a:lnTo>
                    <a:pt x="787847" y="1684185"/>
                  </a:lnTo>
                  <a:lnTo>
                    <a:pt x="859470" y="1727775"/>
                  </a:lnTo>
                  <a:lnTo>
                    <a:pt x="931092" y="1770310"/>
                  </a:lnTo>
                  <a:lnTo>
                    <a:pt x="1002715" y="1811814"/>
                  </a:lnTo>
                  <a:lnTo>
                    <a:pt x="1074337" y="1852313"/>
                  </a:lnTo>
                  <a:lnTo>
                    <a:pt x="1145960" y="1891831"/>
                  </a:lnTo>
                  <a:lnTo>
                    <a:pt x="1217582" y="1930392"/>
                  </a:lnTo>
                  <a:lnTo>
                    <a:pt x="1289205" y="1968018"/>
                  </a:lnTo>
                  <a:lnTo>
                    <a:pt x="1360827" y="2004733"/>
                  </a:lnTo>
                  <a:lnTo>
                    <a:pt x="1432450" y="2040559"/>
                  </a:lnTo>
                  <a:lnTo>
                    <a:pt x="1504073" y="2075517"/>
                  </a:lnTo>
                  <a:lnTo>
                    <a:pt x="1575695" y="2109628"/>
                  </a:lnTo>
                  <a:lnTo>
                    <a:pt x="1647318" y="2142913"/>
                  </a:lnTo>
                  <a:lnTo>
                    <a:pt x="1718940" y="2175392"/>
                  </a:lnTo>
                  <a:lnTo>
                    <a:pt x="1790563" y="2207084"/>
                  </a:lnTo>
                  <a:lnTo>
                    <a:pt x="1862185" y="2238008"/>
                  </a:lnTo>
                  <a:lnTo>
                    <a:pt x="1933808" y="2268184"/>
                  </a:lnTo>
                  <a:lnTo>
                    <a:pt x="2005430" y="2297628"/>
                  </a:lnTo>
                  <a:lnTo>
                    <a:pt x="2077053" y="2326359"/>
                  </a:lnTo>
                  <a:lnTo>
                    <a:pt x="2148675" y="2354394"/>
                  </a:lnTo>
                  <a:lnTo>
                    <a:pt x="2220298" y="2381750"/>
                  </a:lnTo>
                  <a:lnTo>
                    <a:pt x="2291920" y="2408444"/>
                  </a:lnTo>
                  <a:lnTo>
                    <a:pt x="2363543" y="2434491"/>
                  </a:lnTo>
                  <a:lnTo>
                    <a:pt x="2435165" y="2459906"/>
                  </a:lnTo>
                  <a:lnTo>
                    <a:pt x="2506788" y="2484707"/>
                  </a:lnTo>
                  <a:lnTo>
                    <a:pt x="2578410" y="2508906"/>
                  </a:lnTo>
                  <a:lnTo>
                    <a:pt x="2650033" y="2532520"/>
                  </a:lnTo>
                  <a:lnTo>
                    <a:pt x="2721655" y="2555561"/>
                  </a:lnTo>
                  <a:lnTo>
                    <a:pt x="2793278" y="2578044"/>
                  </a:lnTo>
                  <a:lnTo>
                    <a:pt x="2864901" y="2599983"/>
                  </a:lnTo>
                  <a:lnTo>
                    <a:pt x="2936523" y="2621390"/>
                  </a:lnTo>
                  <a:lnTo>
                    <a:pt x="3008146" y="2642279"/>
                  </a:lnTo>
                  <a:lnTo>
                    <a:pt x="3079768" y="2642307"/>
                  </a:lnTo>
                  <a:lnTo>
                    <a:pt x="3151391" y="2612664"/>
                  </a:lnTo>
                  <a:lnTo>
                    <a:pt x="3223013" y="2581978"/>
                  </a:lnTo>
                  <a:lnTo>
                    <a:pt x="3294636" y="2550210"/>
                  </a:lnTo>
                  <a:lnTo>
                    <a:pt x="3366258" y="2517323"/>
                  </a:lnTo>
                  <a:lnTo>
                    <a:pt x="3437881" y="2483277"/>
                  </a:lnTo>
                  <a:lnTo>
                    <a:pt x="3509503" y="2448032"/>
                  </a:lnTo>
                  <a:lnTo>
                    <a:pt x="3581126" y="2411546"/>
                  </a:lnTo>
                  <a:lnTo>
                    <a:pt x="3652748" y="2373774"/>
                  </a:lnTo>
                  <a:lnTo>
                    <a:pt x="3724371" y="2334671"/>
                  </a:lnTo>
                  <a:lnTo>
                    <a:pt x="3795993" y="2294191"/>
                  </a:lnTo>
                  <a:lnTo>
                    <a:pt x="3867616" y="2252285"/>
                  </a:lnTo>
                  <a:lnTo>
                    <a:pt x="3939238" y="2208902"/>
                  </a:lnTo>
                  <a:lnTo>
                    <a:pt x="4010861" y="2163992"/>
                  </a:lnTo>
                  <a:lnTo>
                    <a:pt x="4082483" y="2117499"/>
                  </a:lnTo>
                  <a:lnTo>
                    <a:pt x="4154106" y="2069368"/>
                  </a:lnTo>
                  <a:lnTo>
                    <a:pt x="4225729" y="2019542"/>
                  </a:lnTo>
                  <a:lnTo>
                    <a:pt x="4297351" y="1967960"/>
                  </a:lnTo>
                  <a:lnTo>
                    <a:pt x="4368974" y="1914562"/>
                  </a:lnTo>
                  <a:lnTo>
                    <a:pt x="4440596" y="1859282"/>
                  </a:lnTo>
                  <a:lnTo>
                    <a:pt x="4512219" y="1802054"/>
                  </a:lnTo>
                  <a:lnTo>
                    <a:pt x="4583841" y="1742811"/>
                  </a:lnTo>
                  <a:lnTo>
                    <a:pt x="4655464" y="1681481"/>
                  </a:lnTo>
                  <a:lnTo>
                    <a:pt x="4727086" y="1617990"/>
                  </a:lnTo>
                  <a:lnTo>
                    <a:pt x="4798709" y="1552262"/>
                  </a:lnTo>
                  <a:lnTo>
                    <a:pt x="4870331" y="1484219"/>
                  </a:lnTo>
                  <a:lnTo>
                    <a:pt x="4941954" y="1413779"/>
                  </a:lnTo>
                  <a:lnTo>
                    <a:pt x="5013576" y="1340857"/>
                  </a:lnTo>
                  <a:lnTo>
                    <a:pt x="5085199" y="1265366"/>
                  </a:lnTo>
                  <a:lnTo>
                    <a:pt x="5156821" y="1187216"/>
                  </a:lnTo>
                  <a:lnTo>
                    <a:pt x="5228444" y="1106313"/>
                  </a:lnTo>
                  <a:lnTo>
                    <a:pt x="5300066" y="1022560"/>
                  </a:lnTo>
                  <a:lnTo>
                    <a:pt x="5371689" y="935856"/>
                  </a:lnTo>
                  <a:lnTo>
                    <a:pt x="5443311" y="846098"/>
                  </a:lnTo>
                  <a:lnTo>
                    <a:pt x="5514934" y="753178"/>
                  </a:lnTo>
                  <a:lnTo>
                    <a:pt x="5586557" y="656984"/>
                  </a:lnTo>
                  <a:lnTo>
                    <a:pt x="5658179" y="557402"/>
                  </a:lnTo>
                  <a:lnTo>
                    <a:pt x="5729802" y="454312"/>
                  </a:lnTo>
                  <a:lnTo>
                    <a:pt x="5801424" y="347589"/>
                  </a:lnTo>
                  <a:lnTo>
                    <a:pt x="5873047" y="237108"/>
                  </a:lnTo>
                  <a:lnTo>
                    <a:pt x="5944669" y="122734"/>
                  </a:lnTo>
                  <a:lnTo>
                    <a:pt x="6016292" y="4330"/>
                  </a:lnTo>
                  <a:lnTo>
                    <a:pt x="6018822" y="0"/>
                  </a:lnTo>
                  <a:lnTo>
                    <a:pt x="7090630" y="0"/>
                  </a:lnTo>
                  <a:lnTo>
                    <a:pt x="7090630" y="3275764"/>
                  </a:lnTo>
                  <a:lnTo>
                    <a:pt x="7019007" y="3270601"/>
                  </a:lnTo>
                  <a:lnTo>
                    <a:pt x="6947385" y="3265310"/>
                  </a:lnTo>
                  <a:lnTo>
                    <a:pt x="6875762" y="3259888"/>
                  </a:lnTo>
                  <a:lnTo>
                    <a:pt x="6804139" y="3254331"/>
                  </a:lnTo>
                  <a:lnTo>
                    <a:pt x="6732517" y="3248636"/>
                  </a:lnTo>
                  <a:lnTo>
                    <a:pt x="6660894" y="3242799"/>
                  </a:lnTo>
                  <a:lnTo>
                    <a:pt x="6589272" y="3236818"/>
                  </a:lnTo>
                  <a:lnTo>
                    <a:pt x="6517649" y="3230688"/>
                  </a:lnTo>
                  <a:lnTo>
                    <a:pt x="6446027" y="3224406"/>
                  </a:lnTo>
                  <a:lnTo>
                    <a:pt x="6374404" y="3217968"/>
                  </a:lnTo>
                  <a:lnTo>
                    <a:pt x="6302782" y="3211371"/>
                  </a:lnTo>
                  <a:lnTo>
                    <a:pt x="6231159" y="3204609"/>
                  </a:lnTo>
                  <a:lnTo>
                    <a:pt x="6159537" y="3197680"/>
                  </a:lnTo>
                  <a:lnTo>
                    <a:pt x="6087914" y="3190579"/>
                  </a:lnTo>
                  <a:lnTo>
                    <a:pt x="6016292" y="3183301"/>
                  </a:lnTo>
                  <a:lnTo>
                    <a:pt x="5944669" y="3175843"/>
                  </a:lnTo>
                  <a:lnTo>
                    <a:pt x="5873047" y="3168199"/>
                  </a:lnTo>
                  <a:lnTo>
                    <a:pt x="5801424" y="3160366"/>
                  </a:lnTo>
                  <a:lnTo>
                    <a:pt x="5729802" y="3152338"/>
                  </a:lnTo>
                  <a:lnTo>
                    <a:pt x="5658179" y="3144112"/>
                  </a:lnTo>
                  <a:lnTo>
                    <a:pt x="5586557" y="3135680"/>
                  </a:lnTo>
                  <a:lnTo>
                    <a:pt x="5514934" y="3127040"/>
                  </a:lnTo>
                  <a:lnTo>
                    <a:pt x="5443311" y="3118185"/>
                  </a:lnTo>
                  <a:lnTo>
                    <a:pt x="5371689" y="3109110"/>
                  </a:lnTo>
                  <a:lnTo>
                    <a:pt x="5300066" y="3099810"/>
                  </a:lnTo>
                  <a:lnTo>
                    <a:pt x="5228444" y="3090279"/>
                  </a:lnTo>
                  <a:lnTo>
                    <a:pt x="5156821" y="3080512"/>
                  </a:lnTo>
                  <a:lnTo>
                    <a:pt x="5085199" y="3070502"/>
                  </a:lnTo>
                  <a:lnTo>
                    <a:pt x="5013576" y="3060244"/>
                  </a:lnTo>
                  <a:lnTo>
                    <a:pt x="4941954" y="3049731"/>
                  </a:lnTo>
                  <a:lnTo>
                    <a:pt x="4870331" y="3038957"/>
                  </a:lnTo>
                  <a:lnTo>
                    <a:pt x="4798709" y="3027915"/>
                  </a:lnTo>
                  <a:lnTo>
                    <a:pt x="4727086" y="3016599"/>
                  </a:lnTo>
                  <a:lnTo>
                    <a:pt x="4655464" y="3005003"/>
                  </a:lnTo>
                  <a:lnTo>
                    <a:pt x="4583841" y="2993119"/>
                  </a:lnTo>
                  <a:lnTo>
                    <a:pt x="4512219" y="2980939"/>
                  </a:lnTo>
                  <a:lnTo>
                    <a:pt x="4440596" y="2968457"/>
                  </a:lnTo>
                  <a:lnTo>
                    <a:pt x="4368974" y="2955666"/>
                  </a:lnTo>
                  <a:lnTo>
                    <a:pt x="4297351" y="2942557"/>
                  </a:lnTo>
                  <a:lnTo>
                    <a:pt x="4225729" y="2929122"/>
                  </a:lnTo>
                  <a:lnTo>
                    <a:pt x="4154106" y="2915354"/>
                  </a:lnTo>
                  <a:lnTo>
                    <a:pt x="4082483" y="2901244"/>
                  </a:lnTo>
                  <a:lnTo>
                    <a:pt x="4010861" y="2886784"/>
                  </a:lnTo>
                  <a:lnTo>
                    <a:pt x="3939238" y="2871965"/>
                  </a:lnTo>
                  <a:lnTo>
                    <a:pt x="3867616" y="2856778"/>
                  </a:lnTo>
                  <a:lnTo>
                    <a:pt x="3795993" y="2841214"/>
                  </a:lnTo>
                  <a:lnTo>
                    <a:pt x="3724371" y="2825264"/>
                  </a:lnTo>
                  <a:lnTo>
                    <a:pt x="3652748" y="2808918"/>
                  </a:lnTo>
                  <a:lnTo>
                    <a:pt x="3581126" y="2792166"/>
                  </a:lnTo>
                  <a:lnTo>
                    <a:pt x="3509503" y="2774998"/>
                  </a:lnTo>
                  <a:lnTo>
                    <a:pt x="3437881" y="2757404"/>
                  </a:lnTo>
                  <a:lnTo>
                    <a:pt x="3366258" y="2739373"/>
                  </a:lnTo>
                  <a:lnTo>
                    <a:pt x="3294636" y="2720895"/>
                  </a:lnTo>
                  <a:lnTo>
                    <a:pt x="3223013" y="2701958"/>
                  </a:lnTo>
                  <a:lnTo>
                    <a:pt x="3151391" y="2682550"/>
                  </a:lnTo>
                  <a:lnTo>
                    <a:pt x="3079768" y="2662661"/>
                  </a:lnTo>
                  <a:lnTo>
                    <a:pt x="3008146" y="2670941"/>
                  </a:lnTo>
                  <a:lnTo>
                    <a:pt x="2936523" y="2698600"/>
                  </a:lnTo>
                  <a:lnTo>
                    <a:pt x="2864901" y="2725319"/>
                  </a:lnTo>
                  <a:lnTo>
                    <a:pt x="2793278" y="2751128"/>
                  </a:lnTo>
                  <a:lnTo>
                    <a:pt x="2721655" y="2776058"/>
                  </a:lnTo>
                  <a:lnTo>
                    <a:pt x="2650033" y="2800141"/>
                  </a:lnTo>
                  <a:lnTo>
                    <a:pt x="2578410" y="2823403"/>
                  </a:lnTo>
                  <a:lnTo>
                    <a:pt x="2506788" y="2845875"/>
                  </a:lnTo>
                  <a:lnTo>
                    <a:pt x="2435165" y="2867581"/>
                  </a:lnTo>
                  <a:lnTo>
                    <a:pt x="2363543" y="2888549"/>
                  </a:lnTo>
                  <a:lnTo>
                    <a:pt x="2291920" y="2908803"/>
                  </a:lnTo>
                  <a:lnTo>
                    <a:pt x="2220298" y="2928368"/>
                  </a:lnTo>
                  <a:lnTo>
                    <a:pt x="2148675" y="2947268"/>
                  </a:lnTo>
                  <a:lnTo>
                    <a:pt x="2077053" y="2965524"/>
                  </a:lnTo>
                  <a:lnTo>
                    <a:pt x="2005430" y="2983159"/>
                  </a:lnTo>
                  <a:lnTo>
                    <a:pt x="1933808" y="3000194"/>
                  </a:lnTo>
                  <a:lnTo>
                    <a:pt x="1862185" y="3016649"/>
                  </a:lnTo>
                  <a:lnTo>
                    <a:pt x="1790563" y="3032544"/>
                  </a:lnTo>
                  <a:lnTo>
                    <a:pt x="1718940" y="3047898"/>
                  </a:lnTo>
                  <a:lnTo>
                    <a:pt x="1647318" y="3062730"/>
                  </a:lnTo>
                  <a:lnTo>
                    <a:pt x="1575695" y="3077057"/>
                  </a:lnTo>
                  <a:lnTo>
                    <a:pt x="1504073" y="3090896"/>
                  </a:lnTo>
                  <a:lnTo>
                    <a:pt x="1432450" y="3104265"/>
                  </a:lnTo>
                  <a:lnTo>
                    <a:pt x="1360827" y="3117179"/>
                  </a:lnTo>
                  <a:lnTo>
                    <a:pt x="1289205" y="3129653"/>
                  </a:lnTo>
                  <a:lnTo>
                    <a:pt x="1217582" y="3141702"/>
                  </a:lnTo>
                  <a:lnTo>
                    <a:pt x="1145960" y="3153342"/>
                  </a:lnTo>
                  <a:lnTo>
                    <a:pt x="1074337" y="3164586"/>
                  </a:lnTo>
                  <a:lnTo>
                    <a:pt x="1002715" y="3175446"/>
                  </a:lnTo>
                  <a:lnTo>
                    <a:pt x="931092" y="3185938"/>
                  </a:lnTo>
                  <a:lnTo>
                    <a:pt x="859470" y="3196072"/>
                  </a:lnTo>
                  <a:lnTo>
                    <a:pt x="787847" y="3205862"/>
                  </a:lnTo>
                  <a:lnTo>
                    <a:pt x="716225" y="3215318"/>
                  </a:lnTo>
                  <a:lnTo>
                    <a:pt x="644602" y="3224452"/>
                  </a:lnTo>
                  <a:lnTo>
                    <a:pt x="572980" y="3233276"/>
                  </a:lnTo>
                  <a:lnTo>
                    <a:pt x="501357" y="3241799"/>
                  </a:lnTo>
                  <a:lnTo>
                    <a:pt x="429735" y="3250033"/>
                  </a:lnTo>
                  <a:lnTo>
                    <a:pt x="358112" y="3257986"/>
                  </a:lnTo>
                  <a:lnTo>
                    <a:pt x="286490" y="3265669"/>
                  </a:lnTo>
                  <a:lnTo>
                    <a:pt x="214867" y="3273090"/>
                  </a:lnTo>
                  <a:lnTo>
                    <a:pt x="143245" y="3280258"/>
                  </a:lnTo>
                  <a:lnTo>
                    <a:pt x="71622" y="3287183"/>
                  </a:lnTo>
                  <a:lnTo>
                    <a:pt x="0" y="3293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6018822" cy="2642307"/>
            </a:xfrm>
            <a:custGeom>
              <a:avLst/>
              <a:pathLst>
                <a:path w="6018822" h="2642307">
                  <a:moveTo>
                    <a:pt x="0" y="1127019"/>
                  </a:moveTo>
                  <a:lnTo>
                    <a:pt x="71622" y="1184106"/>
                  </a:lnTo>
                  <a:lnTo>
                    <a:pt x="143245" y="1239810"/>
                  </a:lnTo>
                  <a:lnTo>
                    <a:pt x="214867" y="1294164"/>
                  </a:lnTo>
                  <a:lnTo>
                    <a:pt x="286490" y="1347202"/>
                  </a:lnTo>
                  <a:lnTo>
                    <a:pt x="358112" y="1398955"/>
                  </a:lnTo>
                  <a:lnTo>
                    <a:pt x="429735" y="1449454"/>
                  </a:lnTo>
                  <a:lnTo>
                    <a:pt x="501357" y="1498731"/>
                  </a:lnTo>
                  <a:lnTo>
                    <a:pt x="572980" y="1546813"/>
                  </a:lnTo>
                  <a:lnTo>
                    <a:pt x="644602" y="1593731"/>
                  </a:lnTo>
                  <a:lnTo>
                    <a:pt x="716225" y="1639513"/>
                  </a:lnTo>
                  <a:lnTo>
                    <a:pt x="787847" y="1684185"/>
                  </a:lnTo>
                  <a:lnTo>
                    <a:pt x="859470" y="1727775"/>
                  </a:lnTo>
                  <a:lnTo>
                    <a:pt x="931092" y="1770310"/>
                  </a:lnTo>
                  <a:lnTo>
                    <a:pt x="1002715" y="1811814"/>
                  </a:lnTo>
                  <a:lnTo>
                    <a:pt x="1074337" y="1852313"/>
                  </a:lnTo>
                  <a:lnTo>
                    <a:pt x="1145960" y="1891831"/>
                  </a:lnTo>
                  <a:lnTo>
                    <a:pt x="1217582" y="1930392"/>
                  </a:lnTo>
                  <a:lnTo>
                    <a:pt x="1289205" y="1968018"/>
                  </a:lnTo>
                  <a:lnTo>
                    <a:pt x="1360827" y="2004733"/>
                  </a:lnTo>
                  <a:lnTo>
                    <a:pt x="1432450" y="2040559"/>
                  </a:lnTo>
                  <a:lnTo>
                    <a:pt x="1504073" y="2075517"/>
                  </a:lnTo>
                  <a:lnTo>
                    <a:pt x="1575695" y="2109628"/>
                  </a:lnTo>
                  <a:lnTo>
                    <a:pt x="1647318" y="2142913"/>
                  </a:lnTo>
                  <a:lnTo>
                    <a:pt x="1718940" y="2175392"/>
                  </a:lnTo>
                  <a:lnTo>
                    <a:pt x="1790563" y="2207084"/>
                  </a:lnTo>
                  <a:lnTo>
                    <a:pt x="1862185" y="2238008"/>
                  </a:lnTo>
                  <a:lnTo>
                    <a:pt x="1933808" y="2268184"/>
                  </a:lnTo>
                  <a:lnTo>
                    <a:pt x="2005430" y="2297628"/>
                  </a:lnTo>
                  <a:lnTo>
                    <a:pt x="2077053" y="2326359"/>
                  </a:lnTo>
                  <a:lnTo>
                    <a:pt x="2148675" y="2354394"/>
                  </a:lnTo>
                  <a:lnTo>
                    <a:pt x="2220298" y="2381750"/>
                  </a:lnTo>
                  <a:lnTo>
                    <a:pt x="2291920" y="2408444"/>
                  </a:lnTo>
                  <a:lnTo>
                    <a:pt x="2363543" y="2434491"/>
                  </a:lnTo>
                  <a:lnTo>
                    <a:pt x="2435165" y="2459906"/>
                  </a:lnTo>
                  <a:lnTo>
                    <a:pt x="2506788" y="2484707"/>
                  </a:lnTo>
                  <a:lnTo>
                    <a:pt x="2578410" y="2508906"/>
                  </a:lnTo>
                  <a:lnTo>
                    <a:pt x="2650033" y="2532520"/>
                  </a:lnTo>
                  <a:lnTo>
                    <a:pt x="2721655" y="2555561"/>
                  </a:lnTo>
                  <a:lnTo>
                    <a:pt x="2793278" y="2578044"/>
                  </a:lnTo>
                  <a:lnTo>
                    <a:pt x="2864901" y="2599983"/>
                  </a:lnTo>
                  <a:lnTo>
                    <a:pt x="2936523" y="2621390"/>
                  </a:lnTo>
                  <a:lnTo>
                    <a:pt x="3008146" y="2642279"/>
                  </a:lnTo>
                  <a:lnTo>
                    <a:pt x="3079768" y="2642307"/>
                  </a:lnTo>
                  <a:lnTo>
                    <a:pt x="3151391" y="2612664"/>
                  </a:lnTo>
                  <a:lnTo>
                    <a:pt x="3223013" y="2581978"/>
                  </a:lnTo>
                  <a:lnTo>
                    <a:pt x="3294636" y="2550210"/>
                  </a:lnTo>
                  <a:lnTo>
                    <a:pt x="3366258" y="2517323"/>
                  </a:lnTo>
                  <a:lnTo>
                    <a:pt x="3437881" y="2483277"/>
                  </a:lnTo>
                  <a:lnTo>
                    <a:pt x="3509503" y="2448032"/>
                  </a:lnTo>
                  <a:lnTo>
                    <a:pt x="3581126" y="2411546"/>
                  </a:lnTo>
                  <a:lnTo>
                    <a:pt x="3652748" y="2373774"/>
                  </a:lnTo>
                  <a:lnTo>
                    <a:pt x="3724371" y="2334671"/>
                  </a:lnTo>
                  <a:lnTo>
                    <a:pt x="3795993" y="2294191"/>
                  </a:lnTo>
                  <a:lnTo>
                    <a:pt x="3867616" y="2252285"/>
                  </a:lnTo>
                  <a:lnTo>
                    <a:pt x="3939238" y="2208902"/>
                  </a:lnTo>
                  <a:lnTo>
                    <a:pt x="4010861" y="2163992"/>
                  </a:lnTo>
                  <a:lnTo>
                    <a:pt x="4082483" y="2117499"/>
                  </a:lnTo>
                  <a:lnTo>
                    <a:pt x="4154106" y="2069368"/>
                  </a:lnTo>
                  <a:lnTo>
                    <a:pt x="4225729" y="2019542"/>
                  </a:lnTo>
                  <a:lnTo>
                    <a:pt x="4297351" y="1967960"/>
                  </a:lnTo>
                  <a:lnTo>
                    <a:pt x="4368974" y="1914562"/>
                  </a:lnTo>
                  <a:lnTo>
                    <a:pt x="4440596" y="1859282"/>
                  </a:lnTo>
                  <a:lnTo>
                    <a:pt x="4512219" y="1802054"/>
                  </a:lnTo>
                  <a:lnTo>
                    <a:pt x="4583841" y="1742811"/>
                  </a:lnTo>
                  <a:lnTo>
                    <a:pt x="4655464" y="1681481"/>
                  </a:lnTo>
                  <a:lnTo>
                    <a:pt x="4727086" y="1617990"/>
                  </a:lnTo>
                  <a:lnTo>
                    <a:pt x="4798709" y="1552262"/>
                  </a:lnTo>
                  <a:lnTo>
                    <a:pt x="4870331" y="1484219"/>
                  </a:lnTo>
                  <a:lnTo>
                    <a:pt x="4941954" y="1413779"/>
                  </a:lnTo>
                  <a:lnTo>
                    <a:pt x="5013576" y="1340857"/>
                  </a:lnTo>
                  <a:lnTo>
                    <a:pt x="5085199" y="1265366"/>
                  </a:lnTo>
                  <a:lnTo>
                    <a:pt x="5156821" y="1187216"/>
                  </a:lnTo>
                  <a:lnTo>
                    <a:pt x="5228444" y="1106313"/>
                  </a:lnTo>
                  <a:lnTo>
                    <a:pt x="5300066" y="1022560"/>
                  </a:lnTo>
                  <a:lnTo>
                    <a:pt x="5371689" y="935856"/>
                  </a:lnTo>
                  <a:lnTo>
                    <a:pt x="5443311" y="846098"/>
                  </a:lnTo>
                  <a:lnTo>
                    <a:pt x="5514934" y="753178"/>
                  </a:lnTo>
                  <a:lnTo>
                    <a:pt x="5586557" y="656984"/>
                  </a:lnTo>
                  <a:lnTo>
                    <a:pt x="5658179" y="557402"/>
                  </a:lnTo>
                  <a:lnTo>
                    <a:pt x="5729802" y="454312"/>
                  </a:lnTo>
                  <a:lnTo>
                    <a:pt x="5801424" y="347589"/>
                  </a:lnTo>
                  <a:lnTo>
                    <a:pt x="5873047" y="237108"/>
                  </a:lnTo>
                  <a:lnTo>
                    <a:pt x="5944669" y="122734"/>
                  </a:lnTo>
                  <a:lnTo>
                    <a:pt x="6016292" y="4330"/>
                  </a:lnTo>
                  <a:lnTo>
                    <a:pt x="60188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736164"/>
              <a:ext cx="7090630" cy="631210"/>
            </a:xfrm>
            <a:custGeom>
              <a:avLst/>
              <a:pathLst>
                <a:path w="7090630" h="631210">
                  <a:moveTo>
                    <a:pt x="7090630" y="613103"/>
                  </a:moveTo>
                  <a:lnTo>
                    <a:pt x="7019007" y="607940"/>
                  </a:lnTo>
                  <a:lnTo>
                    <a:pt x="6947385" y="602648"/>
                  </a:lnTo>
                  <a:lnTo>
                    <a:pt x="6875762" y="597226"/>
                  </a:lnTo>
                  <a:lnTo>
                    <a:pt x="6804139" y="591669"/>
                  </a:lnTo>
                  <a:lnTo>
                    <a:pt x="6732517" y="585974"/>
                  </a:lnTo>
                  <a:lnTo>
                    <a:pt x="6660894" y="580137"/>
                  </a:lnTo>
                  <a:lnTo>
                    <a:pt x="6589272" y="574156"/>
                  </a:lnTo>
                  <a:lnTo>
                    <a:pt x="6517649" y="568026"/>
                  </a:lnTo>
                  <a:lnTo>
                    <a:pt x="6446027" y="561744"/>
                  </a:lnTo>
                  <a:lnTo>
                    <a:pt x="6374404" y="555307"/>
                  </a:lnTo>
                  <a:lnTo>
                    <a:pt x="6302782" y="548709"/>
                  </a:lnTo>
                  <a:lnTo>
                    <a:pt x="6231159" y="541947"/>
                  </a:lnTo>
                  <a:lnTo>
                    <a:pt x="6159537" y="535018"/>
                  </a:lnTo>
                  <a:lnTo>
                    <a:pt x="6087914" y="527917"/>
                  </a:lnTo>
                  <a:lnTo>
                    <a:pt x="6016292" y="520639"/>
                  </a:lnTo>
                  <a:lnTo>
                    <a:pt x="5944669" y="513181"/>
                  </a:lnTo>
                  <a:lnTo>
                    <a:pt x="5873047" y="505537"/>
                  </a:lnTo>
                  <a:lnTo>
                    <a:pt x="5801424" y="497704"/>
                  </a:lnTo>
                  <a:lnTo>
                    <a:pt x="5729802" y="489677"/>
                  </a:lnTo>
                  <a:lnTo>
                    <a:pt x="5658179" y="481450"/>
                  </a:lnTo>
                  <a:lnTo>
                    <a:pt x="5586557" y="473018"/>
                  </a:lnTo>
                  <a:lnTo>
                    <a:pt x="5514934" y="464378"/>
                  </a:lnTo>
                  <a:lnTo>
                    <a:pt x="5443311" y="455523"/>
                  </a:lnTo>
                  <a:lnTo>
                    <a:pt x="5371689" y="446448"/>
                  </a:lnTo>
                  <a:lnTo>
                    <a:pt x="5300066" y="437148"/>
                  </a:lnTo>
                  <a:lnTo>
                    <a:pt x="5228444" y="427618"/>
                  </a:lnTo>
                  <a:lnTo>
                    <a:pt x="5156821" y="417850"/>
                  </a:lnTo>
                  <a:lnTo>
                    <a:pt x="5085199" y="407840"/>
                  </a:lnTo>
                  <a:lnTo>
                    <a:pt x="5013576" y="397582"/>
                  </a:lnTo>
                  <a:lnTo>
                    <a:pt x="4941954" y="387069"/>
                  </a:lnTo>
                  <a:lnTo>
                    <a:pt x="4870331" y="376295"/>
                  </a:lnTo>
                  <a:lnTo>
                    <a:pt x="4798709" y="365253"/>
                  </a:lnTo>
                  <a:lnTo>
                    <a:pt x="4727086" y="353938"/>
                  </a:lnTo>
                  <a:lnTo>
                    <a:pt x="4655464" y="342341"/>
                  </a:lnTo>
                  <a:lnTo>
                    <a:pt x="4583841" y="330457"/>
                  </a:lnTo>
                  <a:lnTo>
                    <a:pt x="4512219" y="318277"/>
                  </a:lnTo>
                  <a:lnTo>
                    <a:pt x="4440596" y="305796"/>
                  </a:lnTo>
                  <a:lnTo>
                    <a:pt x="4368974" y="293004"/>
                  </a:lnTo>
                  <a:lnTo>
                    <a:pt x="4297351" y="279895"/>
                  </a:lnTo>
                  <a:lnTo>
                    <a:pt x="4225729" y="266460"/>
                  </a:lnTo>
                  <a:lnTo>
                    <a:pt x="4154106" y="252692"/>
                  </a:lnTo>
                  <a:lnTo>
                    <a:pt x="4082483" y="238582"/>
                  </a:lnTo>
                  <a:lnTo>
                    <a:pt x="4010861" y="224122"/>
                  </a:lnTo>
                  <a:lnTo>
                    <a:pt x="3939238" y="209303"/>
                  </a:lnTo>
                  <a:lnTo>
                    <a:pt x="3867616" y="194116"/>
                  </a:lnTo>
                  <a:lnTo>
                    <a:pt x="3795993" y="178552"/>
                  </a:lnTo>
                  <a:lnTo>
                    <a:pt x="3724371" y="162602"/>
                  </a:lnTo>
                  <a:lnTo>
                    <a:pt x="3652748" y="146256"/>
                  </a:lnTo>
                  <a:lnTo>
                    <a:pt x="3581126" y="129504"/>
                  </a:lnTo>
                  <a:lnTo>
                    <a:pt x="3509503" y="112336"/>
                  </a:lnTo>
                  <a:lnTo>
                    <a:pt x="3437881" y="94742"/>
                  </a:lnTo>
                  <a:lnTo>
                    <a:pt x="3366258" y="76711"/>
                  </a:lnTo>
                  <a:lnTo>
                    <a:pt x="3294636" y="58233"/>
                  </a:lnTo>
                  <a:lnTo>
                    <a:pt x="3223013" y="39296"/>
                  </a:lnTo>
                  <a:lnTo>
                    <a:pt x="3151391" y="19888"/>
                  </a:lnTo>
                  <a:lnTo>
                    <a:pt x="3079768" y="0"/>
                  </a:lnTo>
                  <a:lnTo>
                    <a:pt x="3008146" y="8279"/>
                  </a:lnTo>
                  <a:lnTo>
                    <a:pt x="2936523" y="35938"/>
                  </a:lnTo>
                  <a:lnTo>
                    <a:pt x="2864901" y="62657"/>
                  </a:lnTo>
                  <a:lnTo>
                    <a:pt x="2793278" y="88466"/>
                  </a:lnTo>
                  <a:lnTo>
                    <a:pt x="2721655" y="113396"/>
                  </a:lnTo>
                  <a:lnTo>
                    <a:pt x="2650033" y="137479"/>
                  </a:lnTo>
                  <a:lnTo>
                    <a:pt x="2578410" y="160742"/>
                  </a:lnTo>
                  <a:lnTo>
                    <a:pt x="2506788" y="183213"/>
                  </a:lnTo>
                  <a:lnTo>
                    <a:pt x="2435165" y="204919"/>
                  </a:lnTo>
                  <a:lnTo>
                    <a:pt x="2363543" y="225887"/>
                  </a:lnTo>
                  <a:lnTo>
                    <a:pt x="2291920" y="246141"/>
                  </a:lnTo>
                  <a:lnTo>
                    <a:pt x="2220298" y="265707"/>
                  </a:lnTo>
                  <a:lnTo>
                    <a:pt x="2148675" y="284606"/>
                  </a:lnTo>
                  <a:lnTo>
                    <a:pt x="2077053" y="302862"/>
                  </a:lnTo>
                  <a:lnTo>
                    <a:pt x="2005430" y="320497"/>
                  </a:lnTo>
                  <a:lnTo>
                    <a:pt x="1933808" y="337532"/>
                  </a:lnTo>
                  <a:lnTo>
                    <a:pt x="1862185" y="353987"/>
                  </a:lnTo>
                  <a:lnTo>
                    <a:pt x="1790563" y="369882"/>
                  </a:lnTo>
                  <a:lnTo>
                    <a:pt x="1718940" y="385236"/>
                  </a:lnTo>
                  <a:lnTo>
                    <a:pt x="1647318" y="400068"/>
                  </a:lnTo>
                  <a:lnTo>
                    <a:pt x="1575695" y="414395"/>
                  </a:lnTo>
                  <a:lnTo>
                    <a:pt x="1504073" y="428234"/>
                  </a:lnTo>
                  <a:lnTo>
                    <a:pt x="1432450" y="441603"/>
                  </a:lnTo>
                  <a:lnTo>
                    <a:pt x="1360827" y="454517"/>
                  </a:lnTo>
                  <a:lnTo>
                    <a:pt x="1289205" y="466991"/>
                  </a:lnTo>
                  <a:lnTo>
                    <a:pt x="1217582" y="479040"/>
                  </a:lnTo>
                  <a:lnTo>
                    <a:pt x="1145960" y="490680"/>
                  </a:lnTo>
                  <a:lnTo>
                    <a:pt x="1074337" y="501924"/>
                  </a:lnTo>
                  <a:lnTo>
                    <a:pt x="1002715" y="512785"/>
                  </a:lnTo>
                  <a:lnTo>
                    <a:pt x="931092" y="523276"/>
                  </a:lnTo>
                  <a:lnTo>
                    <a:pt x="859470" y="533410"/>
                  </a:lnTo>
                  <a:lnTo>
                    <a:pt x="787847" y="543200"/>
                  </a:lnTo>
                  <a:lnTo>
                    <a:pt x="716225" y="552656"/>
                  </a:lnTo>
                  <a:lnTo>
                    <a:pt x="644602" y="561790"/>
                  </a:lnTo>
                  <a:lnTo>
                    <a:pt x="572980" y="570614"/>
                  </a:lnTo>
                  <a:lnTo>
                    <a:pt x="501357" y="579138"/>
                  </a:lnTo>
                  <a:lnTo>
                    <a:pt x="429735" y="587371"/>
                  </a:lnTo>
                  <a:lnTo>
                    <a:pt x="358112" y="595324"/>
                  </a:lnTo>
                  <a:lnTo>
                    <a:pt x="286490" y="603007"/>
                  </a:lnTo>
                  <a:lnTo>
                    <a:pt x="214867" y="610428"/>
                  </a:lnTo>
                  <a:lnTo>
                    <a:pt x="143245" y="617596"/>
                  </a:lnTo>
                  <a:lnTo>
                    <a:pt x="71622" y="624521"/>
                  </a:lnTo>
                  <a:lnTo>
                    <a:pt x="0" y="6312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454346"/>
              <a:ext cx="7090630" cy="433961"/>
            </a:xfrm>
            <a:custGeom>
              <a:avLst/>
              <a:pathLst>
                <a:path w="7090630" h="433961">
                  <a:moveTo>
                    <a:pt x="0" y="433961"/>
                  </a:moveTo>
                  <a:lnTo>
                    <a:pt x="71622" y="430574"/>
                  </a:lnTo>
                  <a:lnTo>
                    <a:pt x="143245" y="427170"/>
                  </a:lnTo>
                  <a:lnTo>
                    <a:pt x="214867" y="423749"/>
                  </a:lnTo>
                  <a:lnTo>
                    <a:pt x="286490" y="420310"/>
                  </a:lnTo>
                  <a:lnTo>
                    <a:pt x="358112" y="416854"/>
                  </a:lnTo>
                  <a:lnTo>
                    <a:pt x="429735" y="413380"/>
                  </a:lnTo>
                  <a:lnTo>
                    <a:pt x="501357" y="409889"/>
                  </a:lnTo>
                  <a:lnTo>
                    <a:pt x="572980" y="406380"/>
                  </a:lnTo>
                  <a:lnTo>
                    <a:pt x="644602" y="402853"/>
                  </a:lnTo>
                  <a:lnTo>
                    <a:pt x="716225" y="399308"/>
                  </a:lnTo>
                  <a:lnTo>
                    <a:pt x="787847" y="395746"/>
                  </a:lnTo>
                  <a:lnTo>
                    <a:pt x="859470" y="392165"/>
                  </a:lnTo>
                  <a:lnTo>
                    <a:pt x="931092" y="388567"/>
                  </a:lnTo>
                  <a:lnTo>
                    <a:pt x="1002715" y="384950"/>
                  </a:lnTo>
                  <a:lnTo>
                    <a:pt x="1074337" y="381314"/>
                  </a:lnTo>
                  <a:lnTo>
                    <a:pt x="1145960" y="377661"/>
                  </a:lnTo>
                  <a:lnTo>
                    <a:pt x="1217582" y="373989"/>
                  </a:lnTo>
                  <a:lnTo>
                    <a:pt x="1289205" y="370298"/>
                  </a:lnTo>
                  <a:lnTo>
                    <a:pt x="1360827" y="366588"/>
                  </a:lnTo>
                  <a:lnTo>
                    <a:pt x="1432450" y="362860"/>
                  </a:lnTo>
                  <a:lnTo>
                    <a:pt x="1504073" y="359113"/>
                  </a:lnTo>
                  <a:lnTo>
                    <a:pt x="1575695" y="355347"/>
                  </a:lnTo>
                  <a:lnTo>
                    <a:pt x="1647318" y="351562"/>
                  </a:lnTo>
                  <a:lnTo>
                    <a:pt x="1718940" y="347758"/>
                  </a:lnTo>
                  <a:lnTo>
                    <a:pt x="1790563" y="343934"/>
                  </a:lnTo>
                  <a:lnTo>
                    <a:pt x="1862185" y="340091"/>
                  </a:lnTo>
                  <a:lnTo>
                    <a:pt x="1933808" y="336229"/>
                  </a:lnTo>
                  <a:lnTo>
                    <a:pt x="2005430" y="332347"/>
                  </a:lnTo>
                  <a:lnTo>
                    <a:pt x="2077053" y="328445"/>
                  </a:lnTo>
                  <a:lnTo>
                    <a:pt x="2148675" y="324524"/>
                  </a:lnTo>
                  <a:lnTo>
                    <a:pt x="2220298" y="320583"/>
                  </a:lnTo>
                  <a:lnTo>
                    <a:pt x="2291920" y="316622"/>
                  </a:lnTo>
                  <a:lnTo>
                    <a:pt x="2363543" y="312641"/>
                  </a:lnTo>
                  <a:lnTo>
                    <a:pt x="2435165" y="308639"/>
                  </a:lnTo>
                  <a:lnTo>
                    <a:pt x="2506788" y="304618"/>
                  </a:lnTo>
                  <a:lnTo>
                    <a:pt x="2578410" y="300576"/>
                  </a:lnTo>
                  <a:lnTo>
                    <a:pt x="2650033" y="296513"/>
                  </a:lnTo>
                  <a:lnTo>
                    <a:pt x="2721655" y="292430"/>
                  </a:lnTo>
                  <a:lnTo>
                    <a:pt x="2793278" y="288326"/>
                  </a:lnTo>
                  <a:lnTo>
                    <a:pt x="2864901" y="284202"/>
                  </a:lnTo>
                  <a:lnTo>
                    <a:pt x="2936523" y="280057"/>
                  </a:lnTo>
                  <a:lnTo>
                    <a:pt x="3008146" y="275890"/>
                  </a:lnTo>
                  <a:lnTo>
                    <a:pt x="3079768" y="271703"/>
                  </a:lnTo>
                  <a:lnTo>
                    <a:pt x="3151391" y="267494"/>
                  </a:lnTo>
                  <a:lnTo>
                    <a:pt x="3223013" y="263264"/>
                  </a:lnTo>
                  <a:lnTo>
                    <a:pt x="3294636" y="259013"/>
                  </a:lnTo>
                  <a:lnTo>
                    <a:pt x="3366258" y="254740"/>
                  </a:lnTo>
                  <a:lnTo>
                    <a:pt x="3437881" y="250445"/>
                  </a:lnTo>
                  <a:lnTo>
                    <a:pt x="3509503" y="246129"/>
                  </a:lnTo>
                  <a:lnTo>
                    <a:pt x="3581126" y="241791"/>
                  </a:lnTo>
                  <a:lnTo>
                    <a:pt x="3652748" y="237431"/>
                  </a:lnTo>
                  <a:lnTo>
                    <a:pt x="3724371" y="233049"/>
                  </a:lnTo>
                  <a:lnTo>
                    <a:pt x="3795993" y="228644"/>
                  </a:lnTo>
                  <a:lnTo>
                    <a:pt x="3867616" y="224218"/>
                  </a:lnTo>
                  <a:lnTo>
                    <a:pt x="3939238" y="219769"/>
                  </a:lnTo>
                  <a:lnTo>
                    <a:pt x="4010861" y="215297"/>
                  </a:lnTo>
                  <a:lnTo>
                    <a:pt x="4082483" y="210803"/>
                  </a:lnTo>
                  <a:lnTo>
                    <a:pt x="4154106" y="206286"/>
                  </a:lnTo>
                  <a:lnTo>
                    <a:pt x="4225729" y="201746"/>
                  </a:lnTo>
                  <a:lnTo>
                    <a:pt x="4297351" y="197183"/>
                  </a:lnTo>
                  <a:lnTo>
                    <a:pt x="4368974" y="192597"/>
                  </a:lnTo>
                  <a:lnTo>
                    <a:pt x="4440596" y="187988"/>
                  </a:lnTo>
                  <a:lnTo>
                    <a:pt x="4512219" y="183356"/>
                  </a:lnTo>
                  <a:lnTo>
                    <a:pt x="4583841" y="178700"/>
                  </a:lnTo>
                  <a:lnTo>
                    <a:pt x="4655464" y="174020"/>
                  </a:lnTo>
                  <a:lnTo>
                    <a:pt x="4727086" y="169317"/>
                  </a:lnTo>
                  <a:lnTo>
                    <a:pt x="4798709" y="164590"/>
                  </a:lnTo>
                  <a:lnTo>
                    <a:pt x="4870331" y="159839"/>
                  </a:lnTo>
                  <a:lnTo>
                    <a:pt x="4941954" y="155064"/>
                  </a:lnTo>
                  <a:lnTo>
                    <a:pt x="5013576" y="150264"/>
                  </a:lnTo>
                  <a:lnTo>
                    <a:pt x="5085199" y="145441"/>
                  </a:lnTo>
                  <a:lnTo>
                    <a:pt x="5156821" y="140593"/>
                  </a:lnTo>
                  <a:lnTo>
                    <a:pt x="5228444" y="135721"/>
                  </a:lnTo>
                  <a:lnTo>
                    <a:pt x="5300066" y="130823"/>
                  </a:lnTo>
                  <a:lnTo>
                    <a:pt x="5371689" y="125901"/>
                  </a:lnTo>
                  <a:lnTo>
                    <a:pt x="5443311" y="120955"/>
                  </a:lnTo>
                  <a:lnTo>
                    <a:pt x="5514934" y="115983"/>
                  </a:lnTo>
                  <a:lnTo>
                    <a:pt x="5586557" y="110985"/>
                  </a:lnTo>
                  <a:lnTo>
                    <a:pt x="5658179" y="105963"/>
                  </a:lnTo>
                  <a:lnTo>
                    <a:pt x="5729802" y="100915"/>
                  </a:lnTo>
                  <a:lnTo>
                    <a:pt x="5801424" y="95842"/>
                  </a:lnTo>
                  <a:lnTo>
                    <a:pt x="5873047" y="90743"/>
                  </a:lnTo>
                  <a:lnTo>
                    <a:pt x="5944669" y="85618"/>
                  </a:lnTo>
                  <a:lnTo>
                    <a:pt x="6016292" y="80467"/>
                  </a:lnTo>
                  <a:lnTo>
                    <a:pt x="6087914" y="75290"/>
                  </a:lnTo>
                  <a:lnTo>
                    <a:pt x="6159537" y="70087"/>
                  </a:lnTo>
                  <a:lnTo>
                    <a:pt x="6231159" y="64857"/>
                  </a:lnTo>
                  <a:lnTo>
                    <a:pt x="6302782" y="59602"/>
                  </a:lnTo>
                  <a:lnTo>
                    <a:pt x="6374404" y="54319"/>
                  </a:lnTo>
                  <a:lnTo>
                    <a:pt x="6446027" y="49010"/>
                  </a:lnTo>
                  <a:lnTo>
                    <a:pt x="6517649" y="43673"/>
                  </a:lnTo>
                  <a:lnTo>
                    <a:pt x="6589272" y="38310"/>
                  </a:lnTo>
                  <a:lnTo>
                    <a:pt x="6660894" y="32920"/>
                  </a:lnTo>
                  <a:lnTo>
                    <a:pt x="6732517" y="27502"/>
                  </a:lnTo>
                  <a:lnTo>
                    <a:pt x="6804139" y="22057"/>
                  </a:lnTo>
                  <a:lnTo>
                    <a:pt x="6875762" y="16584"/>
                  </a:lnTo>
                  <a:lnTo>
                    <a:pt x="6947385" y="11084"/>
                  </a:lnTo>
                  <a:lnTo>
                    <a:pt x="7019007" y="55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4333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2026-06-02T08:49:32Z</dcterms:modified>
  <cp:category/>
</cp:coreProperties>
</file>