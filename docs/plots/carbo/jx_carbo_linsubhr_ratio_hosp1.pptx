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12551"/>
            </a:xfrm>
            <a:custGeom>
              <a:avLst/>
              <a:pathLst>
                <a:path w="7370972" h="3612551">
                  <a:moveTo>
                    <a:pt x="1528089" y="0"/>
                  </a:moveTo>
                  <a:lnTo>
                    <a:pt x="1548419" y="58152"/>
                  </a:lnTo>
                  <a:lnTo>
                    <a:pt x="1626053" y="267297"/>
                  </a:lnTo>
                  <a:lnTo>
                    <a:pt x="1703687" y="464273"/>
                  </a:lnTo>
                  <a:lnTo>
                    <a:pt x="1781321" y="649788"/>
                  </a:lnTo>
                  <a:lnTo>
                    <a:pt x="1858955" y="824509"/>
                  </a:lnTo>
                  <a:lnTo>
                    <a:pt x="1936589" y="989064"/>
                  </a:lnTo>
                  <a:lnTo>
                    <a:pt x="2014223" y="1144044"/>
                  </a:lnTo>
                  <a:lnTo>
                    <a:pt x="2091857" y="1290006"/>
                  </a:lnTo>
                  <a:lnTo>
                    <a:pt x="2169491" y="1427476"/>
                  </a:lnTo>
                  <a:lnTo>
                    <a:pt x="2247125" y="1556947"/>
                  </a:lnTo>
                  <a:lnTo>
                    <a:pt x="2324759" y="1678885"/>
                  </a:lnTo>
                  <a:lnTo>
                    <a:pt x="2402393" y="1793728"/>
                  </a:lnTo>
                  <a:lnTo>
                    <a:pt x="2480027" y="1901889"/>
                  </a:lnTo>
                  <a:lnTo>
                    <a:pt x="2557661" y="2003756"/>
                  </a:lnTo>
                  <a:lnTo>
                    <a:pt x="2635295" y="2099697"/>
                  </a:lnTo>
                  <a:lnTo>
                    <a:pt x="2712930" y="2190055"/>
                  </a:lnTo>
                  <a:lnTo>
                    <a:pt x="2790564" y="2275155"/>
                  </a:lnTo>
                  <a:lnTo>
                    <a:pt x="2868198" y="2355304"/>
                  </a:lnTo>
                  <a:lnTo>
                    <a:pt x="2945832" y="2430790"/>
                  </a:lnTo>
                  <a:lnTo>
                    <a:pt x="3023466" y="2501883"/>
                  </a:lnTo>
                  <a:lnTo>
                    <a:pt x="3101100" y="2568840"/>
                  </a:lnTo>
                  <a:lnTo>
                    <a:pt x="3178734" y="2631901"/>
                  </a:lnTo>
                  <a:lnTo>
                    <a:pt x="3256368" y="2691293"/>
                  </a:lnTo>
                  <a:lnTo>
                    <a:pt x="3334002" y="2747229"/>
                  </a:lnTo>
                  <a:lnTo>
                    <a:pt x="3411636" y="2779927"/>
                  </a:lnTo>
                  <a:lnTo>
                    <a:pt x="3489270" y="2770602"/>
                  </a:lnTo>
                  <a:lnTo>
                    <a:pt x="3566904" y="2761177"/>
                  </a:lnTo>
                  <a:lnTo>
                    <a:pt x="3644538" y="2751651"/>
                  </a:lnTo>
                  <a:lnTo>
                    <a:pt x="3722172" y="2742024"/>
                  </a:lnTo>
                  <a:lnTo>
                    <a:pt x="3799806" y="2732293"/>
                  </a:lnTo>
                  <a:lnTo>
                    <a:pt x="3877440" y="2722459"/>
                  </a:lnTo>
                  <a:lnTo>
                    <a:pt x="3955074" y="2712520"/>
                  </a:lnTo>
                  <a:lnTo>
                    <a:pt x="4032708" y="2702474"/>
                  </a:lnTo>
                  <a:lnTo>
                    <a:pt x="4110342" y="2692321"/>
                  </a:lnTo>
                  <a:lnTo>
                    <a:pt x="4187976" y="2682060"/>
                  </a:lnTo>
                  <a:lnTo>
                    <a:pt x="4265610" y="2671689"/>
                  </a:lnTo>
                  <a:lnTo>
                    <a:pt x="4343244" y="2661207"/>
                  </a:lnTo>
                  <a:lnTo>
                    <a:pt x="4420879" y="2650613"/>
                  </a:lnTo>
                  <a:lnTo>
                    <a:pt x="4498513" y="2639906"/>
                  </a:lnTo>
                  <a:lnTo>
                    <a:pt x="4576147" y="2629084"/>
                  </a:lnTo>
                  <a:lnTo>
                    <a:pt x="4653781" y="2618147"/>
                  </a:lnTo>
                  <a:lnTo>
                    <a:pt x="4731415" y="2607093"/>
                  </a:lnTo>
                  <a:lnTo>
                    <a:pt x="4809049" y="2595921"/>
                  </a:lnTo>
                  <a:lnTo>
                    <a:pt x="4886683" y="2584629"/>
                  </a:lnTo>
                  <a:lnTo>
                    <a:pt x="4964317" y="2573217"/>
                  </a:lnTo>
                  <a:lnTo>
                    <a:pt x="5041951" y="2561683"/>
                  </a:lnTo>
                  <a:lnTo>
                    <a:pt x="5119585" y="2550026"/>
                  </a:lnTo>
                  <a:lnTo>
                    <a:pt x="5197219" y="2538244"/>
                  </a:lnTo>
                  <a:lnTo>
                    <a:pt x="5274853" y="2526336"/>
                  </a:lnTo>
                  <a:lnTo>
                    <a:pt x="5352487" y="2514301"/>
                  </a:lnTo>
                  <a:lnTo>
                    <a:pt x="5430121" y="2502138"/>
                  </a:lnTo>
                  <a:lnTo>
                    <a:pt x="5507755" y="2489844"/>
                  </a:lnTo>
                  <a:lnTo>
                    <a:pt x="5585389" y="2477419"/>
                  </a:lnTo>
                  <a:lnTo>
                    <a:pt x="5663023" y="2464861"/>
                  </a:lnTo>
                  <a:lnTo>
                    <a:pt x="5740657" y="2452169"/>
                  </a:lnTo>
                  <a:lnTo>
                    <a:pt x="5818291" y="2439342"/>
                  </a:lnTo>
                  <a:lnTo>
                    <a:pt x="5895925" y="2426377"/>
                  </a:lnTo>
                  <a:lnTo>
                    <a:pt x="5973559" y="2413274"/>
                  </a:lnTo>
                  <a:lnTo>
                    <a:pt x="6051193" y="2400031"/>
                  </a:lnTo>
                  <a:lnTo>
                    <a:pt x="6128827" y="2386646"/>
                  </a:lnTo>
                  <a:lnTo>
                    <a:pt x="6206462" y="2373119"/>
                  </a:lnTo>
                  <a:lnTo>
                    <a:pt x="6284096" y="2359446"/>
                  </a:lnTo>
                  <a:lnTo>
                    <a:pt x="6361730" y="2345628"/>
                  </a:lnTo>
                  <a:lnTo>
                    <a:pt x="6439364" y="2331662"/>
                  </a:lnTo>
                  <a:lnTo>
                    <a:pt x="6516998" y="2317547"/>
                  </a:lnTo>
                  <a:lnTo>
                    <a:pt x="6594632" y="2303281"/>
                  </a:lnTo>
                  <a:lnTo>
                    <a:pt x="6672266" y="2288862"/>
                  </a:lnTo>
                  <a:lnTo>
                    <a:pt x="6749900" y="2274290"/>
                  </a:lnTo>
                  <a:lnTo>
                    <a:pt x="6827534" y="2259562"/>
                  </a:lnTo>
                  <a:lnTo>
                    <a:pt x="6905168" y="2244676"/>
                  </a:lnTo>
                  <a:lnTo>
                    <a:pt x="6982802" y="2229631"/>
                  </a:lnTo>
                  <a:lnTo>
                    <a:pt x="7060436" y="2214426"/>
                  </a:lnTo>
                  <a:lnTo>
                    <a:pt x="7138070" y="2199058"/>
                  </a:lnTo>
                  <a:lnTo>
                    <a:pt x="7215704" y="2183526"/>
                  </a:lnTo>
                  <a:lnTo>
                    <a:pt x="7293338" y="2167828"/>
                  </a:lnTo>
                  <a:lnTo>
                    <a:pt x="7370972" y="2151962"/>
                  </a:lnTo>
                  <a:lnTo>
                    <a:pt x="7370972" y="3612551"/>
                  </a:lnTo>
                  <a:lnTo>
                    <a:pt x="7293338" y="3610074"/>
                  </a:lnTo>
                  <a:lnTo>
                    <a:pt x="7215704" y="3607444"/>
                  </a:lnTo>
                  <a:lnTo>
                    <a:pt x="7138070" y="3604652"/>
                  </a:lnTo>
                  <a:lnTo>
                    <a:pt x="7060436" y="3601687"/>
                  </a:lnTo>
                  <a:lnTo>
                    <a:pt x="6982802" y="3598539"/>
                  </a:lnTo>
                  <a:lnTo>
                    <a:pt x="6905168" y="3595196"/>
                  </a:lnTo>
                  <a:lnTo>
                    <a:pt x="6827534" y="3591647"/>
                  </a:lnTo>
                  <a:lnTo>
                    <a:pt x="6749900" y="3587879"/>
                  </a:lnTo>
                  <a:lnTo>
                    <a:pt x="6672266" y="3583878"/>
                  </a:lnTo>
                  <a:lnTo>
                    <a:pt x="6594632" y="3579630"/>
                  </a:lnTo>
                  <a:lnTo>
                    <a:pt x="6516998" y="3575119"/>
                  </a:lnTo>
                  <a:lnTo>
                    <a:pt x="6439364" y="3570329"/>
                  </a:lnTo>
                  <a:lnTo>
                    <a:pt x="6361730" y="3565244"/>
                  </a:lnTo>
                  <a:lnTo>
                    <a:pt x="6284096" y="3559845"/>
                  </a:lnTo>
                  <a:lnTo>
                    <a:pt x="6206462" y="3554112"/>
                  </a:lnTo>
                  <a:lnTo>
                    <a:pt x="6128827" y="3548024"/>
                  </a:lnTo>
                  <a:lnTo>
                    <a:pt x="6051193" y="3541561"/>
                  </a:lnTo>
                  <a:lnTo>
                    <a:pt x="5973559" y="3534698"/>
                  </a:lnTo>
                  <a:lnTo>
                    <a:pt x="5895925" y="3527412"/>
                  </a:lnTo>
                  <a:lnTo>
                    <a:pt x="5818291" y="3519675"/>
                  </a:lnTo>
                  <a:lnTo>
                    <a:pt x="5740657" y="3511460"/>
                  </a:lnTo>
                  <a:lnTo>
                    <a:pt x="5663023" y="3502738"/>
                  </a:lnTo>
                  <a:lnTo>
                    <a:pt x="5585389" y="3493477"/>
                  </a:lnTo>
                  <a:lnTo>
                    <a:pt x="5507755" y="3483644"/>
                  </a:lnTo>
                  <a:lnTo>
                    <a:pt x="5430121" y="3473203"/>
                  </a:lnTo>
                  <a:lnTo>
                    <a:pt x="5352487" y="3462117"/>
                  </a:lnTo>
                  <a:lnTo>
                    <a:pt x="5274853" y="3450347"/>
                  </a:lnTo>
                  <a:lnTo>
                    <a:pt x="5197219" y="3437849"/>
                  </a:lnTo>
                  <a:lnTo>
                    <a:pt x="5119585" y="3424579"/>
                  </a:lnTo>
                  <a:lnTo>
                    <a:pt x="5041951" y="3410489"/>
                  </a:lnTo>
                  <a:lnTo>
                    <a:pt x="4964317" y="3395529"/>
                  </a:lnTo>
                  <a:lnTo>
                    <a:pt x="4886683" y="3379645"/>
                  </a:lnTo>
                  <a:lnTo>
                    <a:pt x="4809049" y="3362779"/>
                  </a:lnTo>
                  <a:lnTo>
                    <a:pt x="4731415" y="3344871"/>
                  </a:lnTo>
                  <a:lnTo>
                    <a:pt x="4653781" y="3325857"/>
                  </a:lnTo>
                  <a:lnTo>
                    <a:pt x="4576147" y="3305669"/>
                  </a:lnTo>
                  <a:lnTo>
                    <a:pt x="4498513" y="3284233"/>
                  </a:lnTo>
                  <a:lnTo>
                    <a:pt x="4420879" y="3261472"/>
                  </a:lnTo>
                  <a:lnTo>
                    <a:pt x="4343244" y="3237306"/>
                  </a:lnTo>
                  <a:lnTo>
                    <a:pt x="4265610" y="3211647"/>
                  </a:lnTo>
                  <a:lnTo>
                    <a:pt x="4187976" y="3184402"/>
                  </a:lnTo>
                  <a:lnTo>
                    <a:pt x="4110342" y="3155475"/>
                  </a:lnTo>
                  <a:lnTo>
                    <a:pt x="4032708" y="3124760"/>
                  </a:lnTo>
                  <a:lnTo>
                    <a:pt x="3955074" y="3092147"/>
                  </a:lnTo>
                  <a:lnTo>
                    <a:pt x="3877440" y="3057520"/>
                  </a:lnTo>
                  <a:lnTo>
                    <a:pt x="3799806" y="3020754"/>
                  </a:lnTo>
                  <a:lnTo>
                    <a:pt x="3722172" y="2981716"/>
                  </a:lnTo>
                  <a:lnTo>
                    <a:pt x="3644538" y="2940266"/>
                  </a:lnTo>
                  <a:lnTo>
                    <a:pt x="3566904" y="2896256"/>
                  </a:lnTo>
                  <a:lnTo>
                    <a:pt x="3489270" y="2849527"/>
                  </a:lnTo>
                  <a:lnTo>
                    <a:pt x="3411636" y="2799910"/>
                  </a:lnTo>
                  <a:lnTo>
                    <a:pt x="3334002" y="2789154"/>
                  </a:lnTo>
                  <a:lnTo>
                    <a:pt x="3256368" y="2798283"/>
                  </a:lnTo>
                  <a:lnTo>
                    <a:pt x="3178734" y="2807316"/>
                  </a:lnTo>
                  <a:lnTo>
                    <a:pt x="3101100" y="2816253"/>
                  </a:lnTo>
                  <a:lnTo>
                    <a:pt x="3023466" y="2825095"/>
                  </a:lnTo>
                  <a:lnTo>
                    <a:pt x="2945832" y="2833845"/>
                  </a:lnTo>
                  <a:lnTo>
                    <a:pt x="2868198" y="2842501"/>
                  </a:lnTo>
                  <a:lnTo>
                    <a:pt x="2790564" y="2851066"/>
                  </a:lnTo>
                  <a:lnTo>
                    <a:pt x="2712930" y="2859541"/>
                  </a:lnTo>
                  <a:lnTo>
                    <a:pt x="2635295" y="2867926"/>
                  </a:lnTo>
                  <a:lnTo>
                    <a:pt x="2557661" y="2876222"/>
                  </a:lnTo>
                  <a:lnTo>
                    <a:pt x="2480027" y="2884431"/>
                  </a:lnTo>
                  <a:lnTo>
                    <a:pt x="2402393" y="2892553"/>
                  </a:lnTo>
                  <a:lnTo>
                    <a:pt x="2324759" y="2900589"/>
                  </a:lnTo>
                  <a:lnTo>
                    <a:pt x="2247125" y="2908540"/>
                  </a:lnTo>
                  <a:lnTo>
                    <a:pt x="2169491" y="2916407"/>
                  </a:lnTo>
                  <a:lnTo>
                    <a:pt x="2091857" y="2924191"/>
                  </a:lnTo>
                  <a:lnTo>
                    <a:pt x="2014223" y="2931892"/>
                  </a:lnTo>
                  <a:lnTo>
                    <a:pt x="1936589" y="2939512"/>
                  </a:lnTo>
                  <a:lnTo>
                    <a:pt x="1858955" y="2947052"/>
                  </a:lnTo>
                  <a:lnTo>
                    <a:pt x="1781321" y="2954512"/>
                  </a:lnTo>
                  <a:lnTo>
                    <a:pt x="1703687" y="2961893"/>
                  </a:lnTo>
                  <a:lnTo>
                    <a:pt x="1626053" y="2969195"/>
                  </a:lnTo>
                  <a:lnTo>
                    <a:pt x="1548419" y="2976421"/>
                  </a:lnTo>
                  <a:lnTo>
                    <a:pt x="1470785" y="2983571"/>
                  </a:lnTo>
                  <a:lnTo>
                    <a:pt x="1393151" y="2990644"/>
                  </a:lnTo>
                  <a:lnTo>
                    <a:pt x="1315517" y="2997643"/>
                  </a:lnTo>
                  <a:lnTo>
                    <a:pt x="1237883" y="3004568"/>
                  </a:lnTo>
                  <a:lnTo>
                    <a:pt x="1160249" y="3011420"/>
                  </a:lnTo>
                  <a:lnTo>
                    <a:pt x="1082615" y="3018199"/>
                  </a:lnTo>
                  <a:lnTo>
                    <a:pt x="1004981" y="3024907"/>
                  </a:lnTo>
                  <a:lnTo>
                    <a:pt x="927346" y="3031543"/>
                  </a:lnTo>
                  <a:lnTo>
                    <a:pt x="849712" y="3038110"/>
                  </a:lnTo>
                  <a:lnTo>
                    <a:pt x="772078" y="3044607"/>
                  </a:lnTo>
                  <a:lnTo>
                    <a:pt x="694444" y="3051035"/>
                  </a:lnTo>
                  <a:lnTo>
                    <a:pt x="616810" y="3057396"/>
                  </a:lnTo>
                  <a:lnTo>
                    <a:pt x="539176" y="3063689"/>
                  </a:lnTo>
                  <a:lnTo>
                    <a:pt x="461542" y="3069916"/>
                  </a:lnTo>
                  <a:lnTo>
                    <a:pt x="383908" y="3076077"/>
                  </a:lnTo>
                  <a:lnTo>
                    <a:pt x="306274" y="3082172"/>
                  </a:lnTo>
                  <a:lnTo>
                    <a:pt x="228640" y="3088204"/>
                  </a:lnTo>
                  <a:lnTo>
                    <a:pt x="151006" y="3094171"/>
                  </a:lnTo>
                  <a:lnTo>
                    <a:pt x="73372" y="3100075"/>
                  </a:lnTo>
                  <a:lnTo>
                    <a:pt x="0" y="31055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45607" y="1896563"/>
              <a:ext cx="5842883" cy="2779927"/>
            </a:xfrm>
            <a:custGeom>
              <a:avLst/>
              <a:pathLst>
                <a:path w="5842883" h="2779927">
                  <a:moveTo>
                    <a:pt x="0" y="0"/>
                  </a:moveTo>
                  <a:lnTo>
                    <a:pt x="20330" y="58152"/>
                  </a:lnTo>
                  <a:lnTo>
                    <a:pt x="97964" y="267297"/>
                  </a:lnTo>
                  <a:lnTo>
                    <a:pt x="175598" y="464273"/>
                  </a:lnTo>
                  <a:lnTo>
                    <a:pt x="253232" y="649788"/>
                  </a:lnTo>
                  <a:lnTo>
                    <a:pt x="330866" y="824509"/>
                  </a:lnTo>
                  <a:lnTo>
                    <a:pt x="408500" y="989064"/>
                  </a:lnTo>
                  <a:lnTo>
                    <a:pt x="486134" y="1144044"/>
                  </a:lnTo>
                  <a:lnTo>
                    <a:pt x="563768" y="1290006"/>
                  </a:lnTo>
                  <a:lnTo>
                    <a:pt x="641402" y="1427476"/>
                  </a:lnTo>
                  <a:lnTo>
                    <a:pt x="719036" y="1556947"/>
                  </a:lnTo>
                  <a:lnTo>
                    <a:pt x="796670" y="1678885"/>
                  </a:lnTo>
                  <a:lnTo>
                    <a:pt x="874304" y="1793728"/>
                  </a:lnTo>
                  <a:lnTo>
                    <a:pt x="951938" y="1901889"/>
                  </a:lnTo>
                  <a:lnTo>
                    <a:pt x="1029572" y="2003756"/>
                  </a:lnTo>
                  <a:lnTo>
                    <a:pt x="1107206" y="2099697"/>
                  </a:lnTo>
                  <a:lnTo>
                    <a:pt x="1184840" y="2190055"/>
                  </a:lnTo>
                  <a:lnTo>
                    <a:pt x="1262474" y="2275155"/>
                  </a:lnTo>
                  <a:lnTo>
                    <a:pt x="1340108" y="2355304"/>
                  </a:lnTo>
                  <a:lnTo>
                    <a:pt x="1417742" y="2430790"/>
                  </a:lnTo>
                  <a:lnTo>
                    <a:pt x="1495376" y="2501883"/>
                  </a:lnTo>
                  <a:lnTo>
                    <a:pt x="1573010" y="2568840"/>
                  </a:lnTo>
                  <a:lnTo>
                    <a:pt x="1650644" y="2631901"/>
                  </a:lnTo>
                  <a:lnTo>
                    <a:pt x="1728279" y="2691293"/>
                  </a:lnTo>
                  <a:lnTo>
                    <a:pt x="1805913" y="2747229"/>
                  </a:lnTo>
                  <a:lnTo>
                    <a:pt x="1883547" y="2779927"/>
                  </a:lnTo>
                  <a:lnTo>
                    <a:pt x="1961181" y="2770602"/>
                  </a:lnTo>
                  <a:lnTo>
                    <a:pt x="2038815" y="2761177"/>
                  </a:lnTo>
                  <a:lnTo>
                    <a:pt x="2116449" y="2751651"/>
                  </a:lnTo>
                  <a:lnTo>
                    <a:pt x="2194083" y="2742024"/>
                  </a:lnTo>
                  <a:lnTo>
                    <a:pt x="2271717" y="2732293"/>
                  </a:lnTo>
                  <a:lnTo>
                    <a:pt x="2349351" y="2722459"/>
                  </a:lnTo>
                  <a:lnTo>
                    <a:pt x="2426985" y="2712520"/>
                  </a:lnTo>
                  <a:lnTo>
                    <a:pt x="2504619" y="2702474"/>
                  </a:lnTo>
                  <a:lnTo>
                    <a:pt x="2582253" y="2692321"/>
                  </a:lnTo>
                  <a:lnTo>
                    <a:pt x="2659887" y="2682060"/>
                  </a:lnTo>
                  <a:lnTo>
                    <a:pt x="2737521" y="2671689"/>
                  </a:lnTo>
                  <a:lnTo>
                    <a:pt x="2815155" y="2661207"/>
                  </a:lnTo>
                  <a:lnTo>
                    <a:pt x="2892789" y="2650613"/>
                  </a:lnTo>
                  <a:lnTo>
                    <a:pt x="2970423" y="2639906"/>
                  </a:lnTo>
                  <a:lnTo>
                    <a:pt x="3048057" y="2629084"/>
                  </a:lnTo>
                  <a:lnTo>
                    <a:pt x="3125691" y="2618147"/>
                  </a:lnTo>
                  <a:lnTo>
                    <a:pt x="3203325" y="2607093"/>
                  </a:lnTo>
                  <a:lnTo>
                    <a:pt x="3280959" y="2595921"/>
                  </a:lnTo>
                  <a:lnTo>
                    <a:pt x="3358593" y="2584629"/>
                  </a:lnTo>
                  <a:lnTo>
                    <a:pt x="3436228" y="2573217"/>
                  </a:lnTo>
                  <a:lnTo>
                    <a:pt x="3513862" y="2561683"/>
                  </a:lnTo>
                  <a:lnTo>
                    <a:pt x="3591496" y="2550026"/>
                  </a:lnTo>
                  <a:lnTo>
                    <a:pt x="3669130" y="2538244"/>
                  </a:lnTo>
                  <a:lnTo>
                    <a:pt x="3746764" y="2526336"/>
                  </a:lnTo>
                  <a:lnTo>
                    <a:pt x="3824398" y="2514301"/>
                  </a:lnTo>
                  <a:lnTo>
                    <a:pt x="3902032" y="2502138"/>
                  </a:lnTo>
                  <a:lnTo>
                    <a:pt x="3979666" y="2489844"/>
                  </a:lnTo>
                  <a:lnTo>
                    <a:pt x="4057300" y="2477419"/>
                  </a:lnTo>
                  <a:lnTo>
                    <a:pt x="4134934" y="2464861"/>
                  </a:lnTo>
                  <a:lnTo>
                    <a:pt x="4212568" y="2452169"/>
                  </a:lnTo>
                  <a:lnTo>
                    <a:pt x="4290202" y="2439342"/>
                  </a:lnTo>
                  <a:lnTo>
                    <a:pt x="4367836" y="2426377"/>
                  </a:lnTo>
                  <a:lnTo>
                    <a:pt x="4445470" y="2413274"/>
                  </a:lnTo>
                  <a:lnTo>
                    <a:pt x="4523104" y="2400031"/>
                  </a:lnTo>
                  <a:lnTo>
                    <a:pt x="4600738" y="2386646"/>
                  </a:lnTo>
                  <a:lnTo>
                    <a:pt x="4678372" y="2373119"/>
                  </a:lnTo>
                  <a:lnTo>
                    <a:pt x="4756006" y="2359446"/>
                  </a:lnTo>
                  <a:lnTo>
                    <a:pt x="4833640" y="2345628"/>
                  </a:lnTo>
                  <a:lnTo>
                    <a:pt x="4911274" y="2331662"/>
                  </a:lnTo>
                  <a:lnTo>
                    <a:pt x="4988908" y="2317547"/>
                  </a:lnTo>
                  <a:lnTo>
                    <a:pt x="5066542" y="2303281"/>
                  </a:lnTo>
                  <a:lnTo>
                    <a:pt x="5144177" y="2288862"/>
                  </a:lnTo>
                  <a:lnTo>
                    <a:pt x="5221811" y="2274290"/>
                  </a:lnTo>
                  <a:lnTo>
                    <a:pt x="5299445" y="2259562"/>
                  </a:lnTo>
                  <a:lnTo>
                    <a:pt x="5377079" y="2244676"/>
                  </a:lnTo>
                  <a:lnTo>
                    <a:pt x="5454713" y="2229631"/>
                  </a:lnTo>
                  <a:lnTo>
                    <a:pt x="5532347" y="2214426"/>
                  </a:lnTo>
                  <a:lnTo>
                    <a:pt x="5609981" y="2199058"/>
                  </a:lnTo>
                  <a:lnTo>
                    <a:pt x="5687615" y="2183526"/>
                  </a:lnTo>
                  <a:lnTo>
                    <a:pt x="5765249" y="2167828"/>
                  </a:lnTo>
                  <a:lnTo>
                    <a:pt x="5842883" y="2151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5717"/>
              <a:ext cx="7370972" cy="823397"/>
            </a:xfrm>
            <a:custGeom>
              <a:avLst/>
              <a:pathLst>
                <a:path w="7370972" h="823397">
                  <a:moveTo>
                    <a:pt x="7370972" y="823397"/>
                  </a:moveTo>
                  <a:lnTo>
                    <a:pt x="7293338" y="820920"/>
                  </a:lnTo>
                  <a:lnTo>
                    <a:pt x="7215704" y="818290"/>
                  </a:lnTo>
                  <a:lnTo>
                    <a:pt x="7138070" y="815498"/>
                  </a:lnTo>
                  <a:lnTo>
                    <a:pt x="7060436" y="812533"/>
                  </a:lnTo>
                  <a:lnTo>
                    <a:pt x="6982802" y="809385"/>
                  </a:lnTo>
                  <a:lnTo>
                    <a:pt x="6905168" y="806042"/>
                  </a:lnTo>
                  <a:lnTo>
                    <a:pt x="6827534" y="802493"/>
                  </a:lnTo>
                  <a:lnTo>
                    <a:pt x="6749900" y="798725"/>
                  </a:lnTo>
                  <a:lnTo>
                    <a:pt x="6672266" y="794724"/>
                  </a:lnTo>
                  <a:lnTo>
                    <a:pt x="6594632" y="790475"/>
                  </a:lnTo>
                  <a:lnTo>
                    <a:pt x="6516998" y="785965"/>
                  </a:lnTo>
                  <a:lnTo>
                    <a:pt x="6439364" y="781175"/>
                  </a:lnTo>
                  <a:lnTo>
                    <a:pt x="6361730" y="776090"/>
                  </a:lnTo>
                  <a:lnTo>
                    <a:pt x="6284096" y="770690"/>
                  </a:lnTo>
                  <a:lnTo>
                    <a:pt x="6206462" y="764957"/>
                  </a:lnTo>
                  <a:lnTo>
                    <a:pt x="6128827" y="758870"/>
                  </a:lnTo>
                  <a:lnTo>
                    <a:pt x="6051193" y="752407"/>
                  </a:lnTo>
                  <a:lnTo>
                    <a:pt x="5973559" y="745544"/>
                  </a:lnTo>
                  <a:lnTo>
                    <a:pt x="5895925" y="738258"/>
                  </a:lnTo>
                  <a:lnTo>
                    <a:pt x="5818291" y="730521"/>
                  </a:lnTo>
                  <a:lnTo>
                    <a:pt x="5740657" y="722306"/>
                  </a:lnTo>
                  <a:lnTo>
                    <a:pt x="5663023" y="713584"/>
                  </a:lnTo>
                  <a:lnTo>
                    <a:pt x="5585389" y="704323"/>
                  </a:lnTo>
                  <a:lnTo>
                    <a:pt x="5507755" y="694490"/>
                  </a:lnTo>
                  <a:lnTo>
                    <a:pt x="5430121" y="684049"/>
                  </a:lnTo>
                  <a:lnTo>
                    <a:pt x="5352487" y="672963"/>
                  </a:lnTo>
                  <a:lnTo>
                    <a:pt x="5274853" y="661192"/>
                  </a:lnTo>
                  <a:lnTo>
                    <a:pt x="5197219" y="648695"/>
                  </a:lnTo>
                  <a:lnTo>
                    <a:pt x="5119585" y="635425"/>
                  </a:lnTo>
                  <a:lnTo>
                    <a:pt x="5041951" y="621335"/>
                  </a:lnTo>
                  <a:lnTo>
                    <a:pt x="4964317" y="606375"/>
                  </a:lnTo>
                  <a:lnTo>
                    <a:pt x="4886683" y="590491"/>
                  </a:lnTo>
                  <a:lnTo>
                    <a:pt x="4809049" y="573625"/>
                  </a:lnTo>
                  <a:lnTo>
                    <a:pt x="4731415" y="555717"/>
                  </a:lnTo>
                  <a:lnTo>
                    <a:pt x="4653781" y="536703"/>
                  </a:lnTo>
                  <a:lnTo>
                    <a:pt x="4576147" y="516514"/>
                  </a:lnTo>
                  <a:lnTo>
                    <a:pt x="4498513" y="495079"/>
                  </a:lnTo>
                  <a:lnTo>
                    <a:pt x="4420879" y="472318"/>
                  </a:lnTo>
                  <a:lnTo>
                    <a:pt x="4343244" y="448152"/>
                  </a:lnTo>
                  <a:lnTo>
                    <a:pt x="4265610" y="422493"/>
                  </a:lnTo>
                  <a:lnTo>
                    <a:pt x="4187976" y="395248"/>
                  </a:lnTo>
                  <a:lnTo>
                    <a:pt x="4110342" y="366320"/>
                  </a:lnTo>
                  <a:lnTo>
                    <a:pt x="4032708" y="335605"/>
                  </a:lnTo>
                  <a:lnTo>
                    <a:pt x="3955074" y="302993"/>
                  </a:lnTo>
                  <a:lnTo>
                    <a:pt x="3877440" y="268366"/>
                  </a:lnTo>
                  <a:lnTo>
                    <a:pt x="3799806" y="231599"/>
                  </a:lnTo>
                  <a:lnTo>
                    <a:pt x="3722172" y="192562"/>
                  </a:lnTo>
                  <a:lnTo>
                    <a:pt x="3644538" y="151112"/>
                  </a:lnTo>
                  <a:lnTo>
                    <a:pt x="3566904" y="107102"/>
                  </a:lnTo>
                  <a:lnTo>
                    <a:pt x="3489270" y="60372"/>
                  </a:lnTo>
                  <a:lnTo>
                    <a:pt x="3411636" y="10756"/>
                  </a:lnTo>
                  <a:lnTo>
                    <a:pt x="3334002" y="0"/>
                  </a:lnTo>
                  <a:lnTo>
                    <a:pt x="3256368" y="9129"/>
                  </a:lnTo>
                  <a:lnTo>
                    <a:pt x="3178734" y="18161"/>
                  </a:lnTo>
                  <a:lnTo>
                    <a:pt x="3101100" y="27098"/>
                  </a:lnTo>
                  <a:lnTo>
                    <a:pt x="3023466" y="35941"/>
                  </a:lnTo>
                  <a:lnTo>
                    <a:pt x="2945832" y="44690"/>
                  </a:lnTo>
                  <a:lnTo>
                    <a:pt x="2868198" y="53347"/>
                  </a:lnTo>
                  <a:lnTo>
                    <a:pt x="2790564" y="61912"/>
                  </a:lnTo>
                  <a:lnTo>
                    <a:pt x="2712930" y="70387"/>
                  </a:lnTo>
                  <a:lnTo>
                    <a:pt x="2635295" y="78772"/>
                  </a:lnTo>
                  <a:lnTo>
                    <a:pt x="2557661" y="87068"/>
                  </a:lnTo>
                  <a:lnTo>
                    <a:pt x="2480027" y="95277"/>
                  </a:lnTo>
                  <a:lnTo>
                    <a:pt x="2402393" y="103399"/>
                  </a:lnTo>
                  <a:lnTo>
                    <a:pt x="2324759" y="111435"/>
                  </a:lnTo>
                  <a:lnTo>
                    <a:pt x="2247125" y="119386"/>
                  </a:lnTo>
                  <a:lnTo>
                    <a:pt x="2169491" y="127253"/>
                  </a:lnTo>
                  <a:lnTo>
                    <a:pt x="2091857" y="135037"/>
                  </a:lnTo>
                  <a:lnTo>
                    <a:pt x="2014223" y="142738"/>
                  </a:lnTo>
                  <a:lnTo>
                    <a:pt x="1936589" y="150358"/>
                  </a:lnTo>
                  <a:lnTo>
                    <a:pt x="1858955" y="157898"/>
                  </a:lnTo>
                  <a:lnTo>
                    <a:pt x="1781321" y="165357"/>
                  </a:lnTo>
                  <a:lnTo>
                    <a:pt x="1703687" y="172738"/>
                  </a:lnTo>
                  <a:lnTo>
                    <a:pt x="1626053" y="180041"/>
                  </a:lnTo>
                  <a:lnTo>
                    <a:pt x="1548419" y="187267"/>
                  </a:lnTo>
                  <a:lnTo>
                    <a:pt x="1470785" y="194416"/>
                  </a:lnTo>
                  <a:lnTo>
                    <a:pt x="1393151" y="201490"/>
                  </a:lnTo>
                  <a:lnTo>
                    <a:pt x="1315517" y="208489"/>
                  </a:lnTo>
                  <a:lnTo>
                    <a:pt x="1237883" y="215414"/>
                  </a:lnTo>
                  <a:lnTo>
                    <a:pt x="1160249" y="222266"/>
                  </a:lnTo>
                  <a:lnTo>
                    <a:pt x="1082615" y="229045"/>
                  </a:lnTo>
                  <a:lnTo>
                    <a:pt x="1004981" y="235753"/>
                  </a:lnTo>
                  <a:lnTo>
                    <a:pt x="927346" y="242389"/>
                  </a:lnTo>
                  <a:lnTo>
                    <a:pt x="849712" y="248956"/>
                  </a:lnTo>
                  <a:lnTo>
                    <a:pt x="772078" y="255453"/>
                  </a:lnTo>
                  <a:lnTo>
                    <a:pt x="694444" y="261881"/>
                  </a:lnTo>
                  <a:lnTo>
                    <a:pt x="616810" y="268242"/>
                  </a:lnTo>
                  <a:lnTo>
                    <a:pt x="539176" y="274535"/>
                  </a:lnTo>
                  <a:lnTo>
                    <a:pt x="461542" y="280762"/>
                  </a:lnTo>
                  <a:lnTo>
                    <a:pt x="383908" y="286922"/>
                  </a:lnTo>
                  <a:lnTo>
                    <a:pt x="306274" y="293018"/>
                  </a:lnTo>
                  <a:lnTo>
                    <a:pt x="228640" y="299049"/>
                  </a:lnTo>
                  <a:lnTo>
                    <a:pt x="151006" y="305017"/>
                  </a:lnTo>
                  <a:lnTo>
                    <a:pt x="73372" y="310921"/>
                  </a:lnTo>
                  <a:lnTo>
                    <a:pt x="0" y="316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9642"/>
              <a:ext cx="7370972" cy="2304277"/>
            </a:xfrm>
            <a:custGeom>
              <a:avLst/>
              <a:pathLst>
                <a:path w="7370972" h="2304277">
                  <a:moveTo>
                    <a:pt x="0" y="0"/>
                  </a:moveTo>
                  <a:lnTo>
                    <a:pt x="73372" y="58770"/>
                  </a:lnTo>
                  <a:lnTo>
                    <a:pt x="151006" y="119439"/>
                  </a:lnTo>
                  <a:lnTo>
                    <a:pt x="228640" y="178630"/>
                  </a:lnTo>
                  <a:lnTo>
                    <a:pt x="306274" y="236379"/>
                  </a:lnTo>
                  <a:lnTo>
                    <a:pt x="383908" y="292722"/>
                  </a:lnTo>
                  <a:lnTo>
                    <a:pt x="461542" y="347692"/>
                  </a:lnTo>
                  <a:lnTo>
                    <a:pt x="539176" y="401324"/>
                  </a:lnTo>
                  <a:lnTo>
                    <a:pt x="616810" y="453649"/>
                  </a:lnTo>
                  <a:lnTo>
                    <a:pt x="694444" y="504700"/>
                  </a:lnTo>
                  <a:lnTo>
                    <a:pt x="772078" y="554507"/>
                  </a:lnTo>
                  <a:lnTo>
                    <a:pt x="849712" y="603101"/>
                  </a:lnTo>
                  <a:lnTo>
                    <a:pt x="927346" y="650512"/>
                  </a:lnTo>
                  <a:lnTo>
                    <a:pt x="1004981" y="696768"/>
                  </a:lnTo>
                  <a:lnTo>
                    <a:pt x="1082615" y="741897"/>
                  </a:lnTo>
                  <a:lnTo>
                    <a:pt x="1160249" y="785926"/>
                  </a:lnTo>
                  <a:lnTo>
                    <a:pt x="1237883" y="828884"/>
                  </a:lnTo>
                  <a:lnTo>
                    <a:pt x="1315517" y="870795"/>
                  </a:lnTo>
                  <a:lnTo>
                    <a:pt x="1393151" y="911685"/>
                  </a:lnTo>
                  <a:lnTo>
                    <a:pt x="1470785" y="951579"/>
                  </a:lnTo>
                  <a:lnTo>
                    <a:pt x="1548419" y="990502"/>
                  </a:lnTo>
                  <a:lnTo>
                    <a:pt x="1626053" y="1028476"/>
                  </a:lnTo>
                  <a:lnTo>
                    <a:pt x="1703687" y="1065526"/>
                  </a:lnTo>
                  <a:lnTo>
                    <a:pt x="1781321" y="1101673"/>
                  </a:lnTo>
                  <a:lnTo>
                    <a:pt x="1858955" y="1136939"/>
                  </a:lnTo>
                  <a:lnTo>
                    <a:pt x="1936589" y="1171347"/>
                  </a:lnTo>
                  <a:lnTo>
                    <a:pt x="2014223" y="1204917"/>
                  </a:lnTo>
                  <a:lnTo>
                    <a:pt x="2091857" y="1237669"/>
                  </a:lnTo>
                  <a:lnTo>
                    <a:pt x="2169491" y="1269623"/>
                  </a:lnTo>
                  <a:lnTo>
                    <a:pt x="2247125" y="1300799"/>
                  </a:lnTo>
                  <a:lnTo>
                    <a:pt x="2324759" y="1331215"/>
                  </a:lnTo>
                  <a:lnTo>
                    <a:pt x="2402393" y="1360891"/>
                  </a:lnTo>
                  <a:lnTo>
                    <a:pt x="2480027" y="1389844"/>
                  </a:lnTo>
                  <a:lnTo>
                    <a:pt x="2557661" y="1418091"/>
                  </a:lnTo>
                  <a:lnTo>
                    <a:pt x="2635295" y="1445651"/>
                  </a:lnTo>
                  <a:lnTo>
                    <a:pt x="2712930" y="1472539"/>
                  </a:lnTo>
                  <a:lnTo>
                    <a:pt x="2790564" y="1498772"/>
                  </a:lnTo>
                  <a:lnTo>
                    <a:pt x="2868198" y="1524367"/>
                  </a:lnTo>
                  <a:lnTo>
                    <a:pt x="2945832" y="1549338"/>
                  </a:lnTo>
                  <a:lnTo>
                    <a:pt x="3023466" y="1573701"/>
                  </a:lnTo>
                  <a:lnTo>
                    <a:pt x="3101100" y="1597470"/>
                  </a:lnTo>
                  <a:lnTo>
                    <a:pt x="3178734" y="1620660"/>
                  </a:lnTo>
                  <a:lnTo>
                    <a:pt x="3256368" y="1643286"/>
                  </a:lnTo>
                  <a:lnTo>
                    <a:pt x="3334002" y="1665360"/>
                  </a:lnTo>
                  <a:lnTo>
                    <a:pt x="3411636" y="1686897"/>
                  </a:lnTo>
                  <a:lnTo>
                    <a:pt x="3489270" y="1707909"/>
                  </a:lnTo>
                  <a:lnTo>
                    <a:pt x="3566904" y="1728410"/>
                  </a:lnTo>
                  <a:lnTo>
                    <a:pt x="3644538" y="1748411"/>
                  </a:lnTo>
                  <a:lnTo>
                    <a:pt x="3722172" y="1767925"/>
                  </a:lnTo>
                  <a:lnTo>
                    <a:pt x="3799806" y="1786963"/>
                  </a:lnTo>
                  <a:lnTo>
                    <a:pt x="3877440" y="1805538"/>
                  </a:lnTo>
                  <a:lnTo>
                    <a:pt x="3955074" y="1823660"/>
                  </a:lnTo>
                  <a:lnTo>
                    <a:pt x="4032708" y="1841341"/>
                  </a:lnTo>
                  <a:lnTo>
                    <a:pt x="4110342" y="1858592"/>
                  </a:lnTo>
                  <a:lnTo>
                    <a:pt x="4187976" y="1875422"/>
                  </a:lnTo>
                  <a:lnTo>
                    <a:pt x="4265610" y="1891842"/>
                  </a:lnTo>
                  <a:lnTo>
                    <a:pt x="4343244" y="1907863"/>
                  </a:lnTo>
                  <a:lnTo>
                    <a:pt x="4420879" y="1923493"/>
                  </a:lnTo>
                  <a:lnTo>
                    <a:pt x="4498513" y="1938742"/>
                  </a:lnTo>
                  <a:lnTo>
                    <a:pt x="4576147" y="1953620"/>
                  </a:lnTo>
                  <a:lnTo>
                    <a:pt x="4653781" y="1968135"/>
                  </a:lnTo>
                  <a:lnTo>
                    <a:pt x="4731415" y="1982297"/>
                  </a:lnTo>
                  <a:lnTo>
                    <a:pt x="4809049" y="1996115"/>
                  </a:lnTo>
                  <a:lnTo>
                    <a:pt x="4886683" y="2009595"/>
                  </a:lnTo>
                  <a:lnTo>
                    <a:pt x="4964317" y="2022747"/>
                  </a:lnTo>
                  <a:lnTo>
                    <a:pt x="5041951" y="2035579"/>
                  </a:lnTo>
                  <a:lnTo>
                    <a:pt x="5119585" y="2048098"/>
                  </a:lnTo>
                  <a:lnTo>
                    <a:pt x="5197219" y="2060313"/>
                  </a:lnTo>
                  <a:lnTo>
                    <a:pt x="5274853" y="2072229"/>
                  </a:lnTo>
                  <a:lnTo>
                    <a:pt x="5352487" y="2083856"/>
                  </a:lnTo>
                  <a:lnTo>
                    <a:pt x="5430121" y="2095199"/>
                  </a:lnTo>
                  <a:lnTo>
                    <a:pt x="5507755" y="2106266"/>
                  </a:lnTo>
                  <a:lnTo>
                    <a:pt x="5585389" y="2117064"/>
                  </a:lnTo>
                  <a:lnTo>
                    <a:pt x="5663023" y="2127598"/>
                  </a:lnTo>
                  <a:lnTo>
                    <a:pt x="5740657" y="2137876"/>
                  </a:lnTo>
                  <a:lnTo>
                    <a:pt x="5818291" y="2147904"/>
                  </a:lnTo>
                  <a:lnTo>
                    <a:pt x="5895925" y="2157687"/>
                  </a:lnTo>
                  <a:lnTo>
                    <a:pt x="5973559" y="2167232"/>
                  </a:lnTo>
                  <a:lnTo>
                    <a:pt x="6051193" y="2176545"/>
                  </a:lnTo>
                  <a:lnTo>
                    <a:pt x="6128827" y="2185631"/>
                  </a:lnTo>
                  <a:lnTo>
                    <a:pt x="6206462" y="2194495"/>
                  </a:lnTo>
                  <a:lnTo>
                    <a:pt x="6284096" y="2203143"/>
                  </a:lnTo>
                  <a:lnTo>
                    <a:pt x="6361730" y="2211581"/>
                  </a:lnTo>
                  <a:lnTo>
                    <a:pt x="6439364" y="2219814"/>
                  </a:lnTo>
                  <a:lnTo>
                    <a:pt x="6516998" y="2227845"/>
                  </a:lnTo>
                  <a:lnTo>
                    <a:pt x="6594632" y="2235682"/>
                  </a:lnTo>
                  <a:lnTo>
                    <a:pt x="6672266" y="2243327"/>
                  </a:lnTo>
                  <a:lnTo>
                    <a:pt x="6749900" y="2250786"/>
                  </a:lnTo>
                  <a:lnTo>
                    <a:pt x="6827534" y="2258063"/>
                  </a:lnTo>
                  <a:lnTo>
                    <a:pt x="6905168" y="2265164"/>
                  </a:lnTo>
                  <a:lnTo>
                    <a:pt x="6982802" y="2272091"/>
                  </a:lnTo>
                  <a:lnTo>
                    <a:pt x="7060436" y="2278849"/>
                  </a:lnTo>
                  <a:lnTo>
                    <a:pt x="7138070" y="2285443"/>
                  </a:lnTo>
                  <a:lnTo>
                    <a:pt x="7215704" y="2291876"/>
                  </a:lnTo>
                  <a:lnTo>
                    <a:pt x="7293338" y="2298153"/>
                  </a:lnTo>
                  <a:lnTo>
                    <a:pt x="7370972" y="23042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2026-05-26T11:33:16Z</dcterms:modified>
  <cp:category/>
</cp:coreProperties>
</file>