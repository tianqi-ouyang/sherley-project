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79294"/>
            </a:xfrm>
            <a:custGeom>
              <a:avLst/>
              <a:pathLst>
                <a:path w="7370972" h="3579294">
                  <a:moveTo>
                    <a:pt x="1073845" y="0"/>
                  </a:moveTo>
                  <a:lnTo>
                    <a:pt x="1082615" y="20251"/>
                  </a:lnTo>
                  <a:lnTo>
                    <a:pt x="1160249" y="191104"/>
                  </a:lnTo>
                  <a:lnTo>
                    <a:pt x="1237883" y="353920"/>
                  </a:lnTo>
                  <a:lnTo>
                    <a:pt x="1315517" y="509078"/>
                  </a:lnTo>
                  <a:lnTo>
                    <a:pt x="1393151" y="656938"/>
                  </a:lnTo>
                  <a:lnTo>
                    <a:pt x="1470785" y="797843"/>
                  </a:lnTo>
                  <a:lnTo>
                    <a:pt x="1548419" y="932121"/>
                  </a:lnTo>
                  <a:lnTo>
                    <a:pt x="1626053" y="1060083"/>
                  </a:lnTo>
                  <a:lnTo>
                    <a:pt x="1703687" y="1182026"/>
                  </a:lnTo>
                  <a:lnTo>
                    <a:pt x="1781321" y="1298234"/>
                  </a:lnTo>
                  <a:lnTo>
                    <a:pt x="1858955" y="1408975"/>
                  </a:lnTo>
                  <a:lnTo>
                    <a:pt x="1936589" y="1514508"/>
                  </a:lnTo>
                  <a:lnTo>
                    <a:pt x="2014223" y="1615077"/>
                  </a:lnTo>
                  <a:lnTo>
                    <a:pt x="2091857" y="1710915"/>
                  </a:lnTo>
                  <a:lnTo>
                    <a:pt x="2169491" y="1802246"/>
                  </a:lnTo>
                  <a:lnTo>
                    <a:pt x="2247125" y="1889281"/>
                  </a:lnTo>
                  <a:lnTo>
                    <a:pt x="2324759" y="1972222"/>
                  </a:lnTo>
                  <a:lnTo>
                    <a:pt x="2402393" y="2051262"/>
                  </a:lnTo>
                  <a:lnTo>
                    <a:pt x="2480027" y="2126584"/>
                  </a:lnTo>
                  <a:lnTo>
                    <a:pt x="2557661" y="2198363"/>
                  </a:lnTo>
                  <a:lnTo>
                    <a:pt x="2635295" y="2266767"/>
                  </a:lnTo>
                  <a:lnTo>
                    <a:pt x="2712930" y="2331952"/>
                  </a:lnTo>
                  <a:lnTo>
                    <a:pt x="2790564" y="2394072"/>
                  </a:lnTo>
                  <a:lnTo>
                    <a:pt x="2868198" y="2453270"/>
                  </a:lnTo>
                  <a:lnTo>
                    <a:pt x="2945832" y="2509683"/>
                  </a:lnTo>
                  <a:lnTo>
                    <a:pt x="3023466" y="2563443"/>
                  </a:lnTo>
                  <a:lnTo>
                    <a:pt x="3101100" y="2614675"/>
                  </a:lnTo>
                  <a:lnTo>
                    <a:pt x="3178734" y="2663496"/>
                  </a:lnTo>
                  <a:lnTo>
                    <a:pt x="3256368" y="2710022"/>
                  </a:lnTo>
                  <a:lnTo>
                    <a:pt x="3334002" y="2754359"/>
                  </a:lnTo>
                  <a:lnTo>
                    <a:pt x="3411636" y="2781804"/>
                  </a:lnTo>
                  <a:lnTo>
                    <a:pt x="3489270" y="2778254"/>
                  </a:lnTo>
                  <a:lnTo>
                    <a:pt x="3566904" y="2774690"/>
                  </a:lnTo>
                  <a:lnTo>
                    <a:pt x="3644538" y="2771111"/>
                  </a:lnTo>
                  <a:lnTo>
                    <a:pt x="3722172" y="2767518"/>
                  </a:lnTo>
                  <a:lnTo>
                    <a:pt x="3799806" y="2763910"/>
                  </a:lnTo>
                  <a:lnTo>
                    <a:pt x="3877440" y="2760287"/>
                  </a:lnTo>
                  <a:lnTo>
                    <a:pt x="3955074" y="2756649"/>
                  </a:lnTo>
                  <a:lnTo>
                    <a:pt x="4032708" y="2752997"/>
                  </a:lnTo>
                  <a:lnTo>
                    <a:pt x="4110342" y="2749330"/>
                  </a:lnTo>
                  <a:lnTo>
                    <a:pt x="4187976" y="2745647"/>
                  </a:lnTo>
                  <a:lnTo>
                    <a:pt x="4265610" y="2741950"/>
                  </a:lnTo>
                  <a:lnTo>
                    <a:pt x="4343244" y="2738238"/>
                  </a:lnTo>
                  <a:lnTo>
                    <a:pt x="4420879" y="2734510"/>
                  </a:lnTo>
                  <a:lnTo>
                    <a:pt x="4498513" y="2730768"/>
                  </a:lnTo>
                  <a:lnTo>
                    <a:pt x="4576147" y="2727010"/>
                  </a:lnTo>
                  <a:lnTo>
                    <a:pt x="4653781" y="2723236"/>
                  </a:lnTo>
                  <a:lnTo>
                    <a:pt x="4731415" y="2719448"/>
                  </a:lnTo>
                  <a:lnTo>
                    <a:pt x="4809049" y="2715644"/>
                  </a:lnTo>
                  <a:lnTo>
                    <a:pt x="4886683" y="2711824"/>
                  </a:lnTo>
                  <a:lnTo>
                    <a:pt x="4964317" y="2707989"/>
                  </a:lnTo>
                  <a:lnTo>
                    <a:pt x="5041951" y="2704138"/>
                  </a:lnTo>
                  <a:lnTo>
                    <a:pt x="5119585" y="2700272"/>
                  </a:lnTo>
                  <a:lnTo>
                    <a:pt x="5197219" y="2696390"/>
                  </a:lnTo>
                  <a:lnTo>
                    <a:pt x="5274853" y="2692492"/>
                  </a:lnTo>
                  <a:lnTo>
                    <a:pt x="5352487" y="2688578"/>
                  </a:lnTo>
                  <a:lnTo>
                    <a:pt x="5430121" y="2684648"/>
                  </a:lnTo>
                  <a:lnTo>
                    <a:pt x="5507755" y="2680702"/>
                  </a:lnTo>
                  <a:lnTo>
                    <a:pt x="5585389" y="2676740"/>
                  </a:lnTo>
                  <a:lnTo>
                    <a:pt x="5663023" y="2672762"/>
                  </a:lnTo>
                  <a:lnTo>
                    <a:pt x="5740657" y="2668767"/>
                  </a:lnTo>
                  <a:lnTo>
                    <a:pt x="5818291" y="2664757"/>
                  </a:lnTo>
                  <a:lnTo>
                    <a:pt x="5895925" y="2660730"/>
                  </a:lnTo>
                  <a:lnTo>
                    <a:pt x="5973559" y="2656686"/>
                  </a:lnTo>
                  <a:lnTo>
                    <a:pt x="6051193" y="2652627"/>
                  </a:lnTo>
                  <a:lnTo>
                    <a:pt x="6128827" y="2648550"/>
                  </a:lnTo>
                  <a:lnTo>
                    <a:pt x="6206462" y="2644457"/>
                  </a:lnTo>
                  <a:lnTo>
                    <a:pt x="6284096" y="2640347"/>
                  </a:lnTo>
                  <a:lnTo>
                    <a:pt x="6361730" y="2636221"/>
                  </a:lnTo>
                  <a:lnTo>
                    <a:pt x="6439364" y="2632078"/>
                  </a:lnTo>
                  <a:lnTo>
                    <a:pt x="6516998" y="2627917"/>
                  </a:lnTo>
                  <a:lnTo>
                    <a:pt x="6594632" y="2623740"/>
                  </a:lnTo>
                  <a:lnTo>
                    <a:pt x="6672266" y="2619546"/>
                  </a:lnTo>
                  <a:lnTo>
                    <a:pt x="6749900" y="2615335"/>
                  </a:lnTo>
                  <a:lnTo>
                    <a:pt x="6827534" y="2611106"/>
                  </a:lnTo>
                  <a:lnTo>
                    <a:pt x="6905168" y="2606861"/>
                  </a:lnTo>
                  <a:lnTo>
                    <a:pt x="6982802" y="2602598"/>
                  </a:lnTo>
                  <a:lnTo>
                    <a:pt x="7060436" y="2598317"/>
                  </a:lnTo>
                  <a:lnTo>
                    <a:pt x="7138070" y="2594019"/>
                  </a:lnTo>
                  <a:lnTo>
                    <a:pt x="7215704" y="2589704"/>
                  </a:lnTo>
                  <a:lnTo>
                    <a:pt x="7293338" y="2585371"/>
                  </a:lnTo>
                  <a:lnTo>
                    <a:pt x="7370972" y="2581020"/>
                  </a:lnTo>
                  <a:lnTo>
                    <a:pt x="7370972" y="3579294"/>
                  </a:lnTo>
                  <a:lnTo>
                    <a:pt x="7293338" y="3575674"/>
                  </a:lnTo>
                  <a:lnTo>
                    <a:pt x="7215704" y="3571874"/>
                  </a:lnTo>
                  <a:lnTo>
                    <a:pt x="7138070" y="3567888"/>
                  </a:lnTo>
                  <a:lnTo>
                    <a:pt x="7060436" y="3563705"/>
                  </a:lnTo>
                  <a:lnTo>
                    <a:pt x="6982802" y="3559315"/>
                  </a:lnTo>
                  <a:lnTo>
                    <a:pt x="6905168" y="3554708"/>
                  </a:lnTo>
                  <a:lnTo>
                    <a:pt x="6827534" y="3549875"/>
                  </a:lnTo>
                  <a:lnTo>
                    <a:pt x="6749900" y="3544802"/>
                  </a:lnTo>
                  <a:lnTo>
                    <a:pt x="6672266" y="3539480"/>
                  </a:lnTo>
                  <a:lnTo>
                    <a:pt x="6594632" y="3533894"/>
                  </a:lnTo>
                  <a:lnTo>
                    <a:pt x="6516998" y="3528033"/>
                  </a:lnTo>
                  <a:lnTo>
                    <a:pt x="6439364" y="3521882"/>
                  </a:lnTo>
                  <a:lnTo>
                    <a:pt x="6361730" y="3515428"/>
                  </a:lnTo>
                  <a:lnTo>
                    <a:pt x="6284096" y="3508656"/>
                  </a:lnTo>
                  <a:lnTo>
                    <a:pt x="6206462" y="3501549"/>
                  </a:lnTo>
                  <a:lnTo>
                    <a:pt x="6128827" y="3494091"/>
                  </a:lnTo>
                  <a:lnTo>
                    <a:pt x="6051193" y="3486266"/>
                  </a:lnTo>
                  <a:lnTo>
                    <a:pt x="5973559" y="3478054"/>
                  </a:lnTo>
                  <a:lnTo>
                    <a:pt x="5895925" y="3469437"/>
                  </a:lnTo>
                  <a:lnTo>
                    <a:pt x="5818291" y="3460394"/>
                  </a:lnTo>
                  <a:lnTo>
                    <a:pt x="5740657" y="3450905"/>
                  </a:lnTo>
                  <a:lnTo>
                    <a:pt x="5663023" y="3440948"/>
                  </a:lnTo>
                  <a:lnTo>
                    <a:pt x="5585389" y="3430499"/>
                  </a:lnTo>
                  <a:lnTo>
                    <a:pt x="5507755" y="3419535"/>
                  </a:lnTo>
                  <a:lnTo>
                    <a:pt x="5430121" y="3408029"/>
                  </a:lnTo>
                  <a:lnTo>
                    <a:pt x="5352487" y="3395955"/>
                  </a:lnTo>
                  <a:lnTo>
                    <a:pt x="5274853" y="3383286"/>
                  </a:lnTo>
                  <a:lnTo>
                    <a:pt x="5197219" y="3369991"/>
                  </a:lnTo>
                  <a:lnTo>
                    <a:pt x="5119585" y="3356040"/>
                  </a:lnTo>
                  <a:lnTo>
                    <a:pt x="5041951" y="3341401"/>
                  </a:lnTo>
                  <a:lnTo>
                    <a:pt x="4964317" y="3326039"/>
                  </a:lnTo>
                  <a:lnTo>
                    <a:pt x="4886683" y="3309918"/>
                  </a:lnTo>
                  <a:lnTo>
                    <a:pt x="4809049" y="3293002"/>
                  </a:lnTo>
                  <a:lnTo>
                    <a:pt x="4731415" y="3275251"/>
                  </a:lnTo>
                  <a:lnTo>
                    <a:pt x="4653781" y="3256624"/>
                  </a:lnTo>
                  <a:lnTo>
                    <a:pt x="4576147" y="3237078"/>
                  </a:lnTo>
                  <a:lnTo>
                    <a:pt x="4498513" y="3216567"/>
                  </a:lnTo>
                  <a:lnTo>
                    <a:pt x="4420879" y="3195043"/>
                  </a:lnTo>
                  <a:lnTo>
                    <a:pt x="4343244" y="3172457"/>
                  </a:lnTo>
                  <a:lnTo>
                    <a:pt x="4265610" y="3148756"/>
                  </a:lnTo>
                  <a:lnTo>
                    <a:pt x="4187976" y="3123886"/>
                  </a:lnTo>
                  <a:lnTo>
                    <a:pt x="4110342" y="3097788"/>
                  </a:lnTo>
                  <a:lnTo>
                    <a:pt x="4032708" y="3070402"/>
                  </a:lnTo>
                  <a:lnTo>
                    <a:pt x="3955074" y="3041664"/>
                  </a:lnTo>
                  <a:lnTo>
                    <a:pt x="3877440" y="3011507"/>
                  </a:lnTo>
                  <a:lnTo>
                    <a:pt x="3799806" y="2979863"/>
                  </a:lnTo>
                  <a:lnTo>
                    <a:pt x="3722172" y="2946656"/>
                  </a:lnTo>
                  <a:lnTo>
                    <a:pt x="3644538" y="2911810"/>
                  </a:lnTo>
                  <a:lnTo>
                    <a:pt x="3566904" y="2875245"/>
                  </a:lnTo>
                  <a:lnTo>
                    <a:pt x="3489270" y="2836874"/>
                  </a:lnTo>
                  <a:lnTo>
                    <a:pt x="3411636" y="2796610"/>
                  </a:lnTo>
                  <a:lnTo>
                    <a:pt x="3334002" y="2785340"/>
                  </a:lnTo>
                  <a:lnTo>
                    <a:pt x="3256368" y="2788861"/>
                  </a:lnTo>
                  <a:lnTo>
                    <a:pt x="3178734" y="2792368"/>
                  </a:lnTo>
                  <a:lnTo>
                    <a:pt x="3101100" y="2795860"/>
                  </a:lnTo>
                  <a:lnTo>
                    <a:pt x="3023466" y="2799339"/>
                  </a:lnTo>
                  <a:lnTo>
                    <a:pt x="2945832" y="2802803"/>
                  </a:lnTo>
                  <a:lnTo>
                    <a:pt x="2868198" y="2806253"/>
                  </a:lnTo>
                  <a:lnTo>
                    <a:pt x="2790564" y="2809689"/>
                  </a:lnTo>
                  <a:lnTo>
                    <a:pt x="2712930" y="2813111"/>
                  </a:lnTo>
                  <a:lnTo>
                    <a:pt x="2635295" y="2816520"/>
                  </a:lnTo>
                  <a:lnTo>
                    <a:pt x="2557661" y="2819914"/>
                  </a:lnTo>
                  <a:lnTo>
                    <a:pt x="2480027" y="2823295"/>
                  </a:lnTo>
                  <a:lnTo>
                    <a:pt x="2402393" y="2826662"/>
                  </a:lnTo>
                  <a:lnTo>
                    <a:pt x="2324759" y="2830015"/>
                  </a:lnTo>
                  <a:lnTo>
                    <a:pt x="2247125" y="2833355"/>
                  </a:lnTo>
                  <a:lnTo>
                    <a:pt x="2169491" y="2836681"/>
                  </a:lnTo>
                  <a:lnTo>
                    <a:pt x="2091857" y="2839994"/>
                  </a:lnTo>
                  <a:lnTo>
                    <a:pt x="2014223" y="2843293"/>
                  </a:lnTo>
                  <a:lnTo>
                    <a:pt x="1936589" y="2846579"/>
                  </a:lnTo>
                  <a:lnTo>
                    <a:pt x="1858955" y="2849851"/>
                  </a:lnTo>
                  <a:lnTo>
                    <a:pt x="1781321" y="2853111"/>
                  </a:lnTo>
                  <a:lnTo>
                    <a:pt x="1703687" y="2856357"/>
                  </a:lnTo>
                  <a:lnTo>
                    <a:pt x="1626053" y="2859589"/>
                  </a:lnTo>
                  <a:lnTo>
                    <a:pt x="1548419" y="2862809"/>
                  </a:lnTo>
                  <a:lnTo>
                    <a:pt x="1470785" y="2866016"/>
                  </a:lnTo>
                  <a:lnTo>
                    <a:pt x="1393151" y="2869209"/>
                  </a:lnTo>
                  <a:lnTo>
                    <a:pt x="1315517" y="2872390"/>
                  </a:lnTo>
                  <a:lnTo>
                    <a:pt x="1237883" y="2875557"/>
                  </a:lnTo>
                  <a:lnTo>
                    <a:pt x="1160249" y="2878712"/>
                  </a:lnTo>
                  <a:lnTo>
                    <a:pt x="1082615" y="2881854"/>
                  </a:lnTo>
                  <a:lnTo>
                    <a:pt x="1004981" y="2884984"/>
                  </a:lnTo>
                  <a:lnTo>
                    <a:pt x="927346" y="2888100"/>
                  </a:lnTo>
                  <a:lnTo>
                    <a:pt x="849712" y="2891204"/>
                  </a:lnTo>
                  <a:lnTo>
                    <a:pt x="772078" y="2894295"/>
                  </a:lnTo>
                  <a:lnTo>
                    <a:pt x="694444" y="2897374"/>
                  </a:lnTo>
                  <a:lnTo>
                    <a:pt x="616810" y="2900440"/>
                  </a:lnTo>
                  <a:lnTo>
                    <a:pt x="539176" y="2903494"/>
                  </a:lnTo>
                  <a:lnTo>
                    <a:pt x="461542" y="2906536"/>
                  </a:lnTo>
                  <a:lnTo>
                    <a:pt x="383908" y="2909565"/>
                  </a:lnTo>
                  <a:lnTo>
                    <a:pt x="306274" y="2912581"/>
                  </a:lnTo>
                  <a:lnTo>
                    <a:pt x="228640" y="2915586"/>
                  </a:lnTo>
                  <a:lnTo>
                    <a:pt x="151006" y="2918578"/>
                  </a:lnTo>
                  <a:lnTo>
                    <a:pt x="73372" y="2921558"/>
                  </a:lnTo>
                  <a:lnTo>
                    <a:pt x="0" y="29243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1363" y="1896563"/>
              <a:ext cx="6297127" cy="2781804"/>
            </a:xfrm>
            <a:custGeom>
              <a:avLst/>
              <a:pathLst>
                <a:path w="6297127" h="2781804">
                  <a:moveTo>
                    <a:pt x="0" y="0"/>
                  </a:moveTo>
                  <a:lnTo>
                    <a:pt x="8769" y="20251"/>
                  </a:lnTo>
                  <a:lnTo>
                    <a:pt x="86403" y="191104"/>
                  </a:lnTo>
                  <a:lnTo>
                    <a:pt x="164037" y="353920"/>
                  </a:lnTo>
                  <a:lnTo>
                    <a:pt x="241671" y="509078"/>
                  </a:lnTo>
                  <a:lnTo>
                    <a:pt x="319305" y="656938"/>
                  </a:lnTo>
                  <a:lnTo>
                    <a:pt x="396939" y="797843"/>
                  </a:lnTo>
                  <a:lnTo>
                    <a:pt x="474573" y="932121"/>
                  </a:lnTo>
                  <a:lnTo>
                    <a:pt x="552207" y="1060083"/>
                  </a:lnTo>
                  <a:lnTo>
                    <a:pt x="629841" y="1182026"/>
                  </a:lnTo>
                  <a:lnTo>
                    <a:pt x="707475" y="1298234"/>
                  </a:lnTo>
                  <a:lnTo>
                    <a:pt x="785109" y="1408975"/>
                  </a:lnTo>
                  <a:lnTo>
                    <a:pt x="862743" y="1514508"/>
                  </a:lnTo>
                  <a:lnTo>
                    <a:pt x="940378" y="1615077"/>
                  </a:lnTo>
                  <a:lnTo>
                    <a:pt x="1018012" y="1710915"/>
                  </a:lnTo>
                  <a:lnTo>
                    <a:pt x="1095646" y="1802246"/>
                  </a:lnTo>
                  <a:lnTo>
                    <a:pt x="1173280" y="1889281"/>
                  </a:lnTo>
                  <a:lnTo>
                    <a:pt x="1250914" y="1972222"/>
                  </a:lnTo>
                  <a:lnTo>
                    <a:pt x="1328548" y="2051262"/>
                  </a:lnTo>
                  <a:lnTo>
                    <a:pt x="1406182" y="2126584"/>
                  </a:lnTo>
                  <a:lnTo>
                    <a:pt x="1483816" y="2198363"/>
                  </a:lnTo>
                  <a:lnTo>
                    <a:pt x="1561450" y="2266767"/>
                  </a:lnTo>
                  <a:lnTo>
                    <a:pt x="1639084" y="2331952"/>
                  </a:lnTo>
                  <a:lnTo>
                    <a:pt x="1716718" y="2394072"/>
                  </a:lnTo>
                  <a:lnTo>
                    <a:pt x="1794352" y="2453270"/>
                  </a:lnTo>
                  <a:lnTo>
                    <a:pt x="1871986" y="2509683"/>
                  </a:lnTo>
                  <a:lnTo>
                    <a:pt x="1949620" y="2563443"/>
                  </a:lnTo>
                  <a:lnTo>
                    <a:pt x="2027254" y="2614675"/>
                  </a:lnTo>
                  <a:lnTo>
                    <a:pt x="2104888" y="2663496"/>
                  </a:lnTo>
                  <a:lnTo>
                    <a:pt x="2182522" y="2710022"/>
                  </a:lnTo>
                  <a:lnTo>
                    <a:pt x="2260156" y="2754359"/>
                  </a:lnTo>
                  <a:lnTo>
                    <a:pt x="2337790" y="2781804"/>
                  </a:lnTo>
                  <a:lnTo>
                    <a:pt x="2415424" y="2778254"/>
                  </a:lnTo>
                  <a:lnTo>
                    <a:pt x="2493058" y="2774690"/>
                  </a:lnTo>
                  <a:lnTo>
                    <a:pt x="2570692" y="2771111"/>
                  </a:lnTo>
                  <a:lnTo>
                    <a:pt x="2648326" y="2767518"/>
                  </a:lnTo>
                  <a:lnTo>
                    <a:pt x="2725961" y="2763910"/>
                  </a:lnTo>
                  <a:lnTo>
                    <a:pt x="2803595" y="2760287"/>
                  </a:lnTo>
                  <a:lnTo>
                    <a:pt x="2881229" y="2756649"/>
                  </a:lnTo>
                  <a:lnTo>
                    <a:pt x="2958863" y="2752997"/>
                  </a:lnTo>
                  <a:lnTo>
                    <a:pt x="3036497" y="2749330"/>
                  </a:lnTo>
                  <a:lnTo>
                    <a:pt x="3114131" y="2745647"/>
                  </a:lnTo>
                  <a:lnTo>
                    <a:pt x="3191765" y="2741950"/>
                  </a:lnTo>
                  <a:lnTo>
                    <a:pt x="3269399" y="2738238"/>
                  </a:lnTo>
                  <a:lnTo>
                    <a:pt x="3347033" y="2734510"/>
                  </a:lnTo>
                  <a:lnTo>
                    <a:pt x="3424667" y="2730768"/>
                  </a:lnTo>
                  <a:lnTo>
                    <a:pt x="3502301" y="2727010"/>
                  </a:lnTo>
                  <a:lnTo>
                    <a:pt x="3579935" y="2723236"/>
                  </a:lnTo>
                  <a:lnTo>
                    <a:pt x="3657569" y="2719448"/>
                  </a:lnTo>
                  <a:lnTo>
                    <a:pt x="3735203" y="2715644"/>
                  </a:lnTo>
                  <a:lnTo>
                    <a:pt x="3812837" y="2711824"/>
                  </a:lnTo>
                  <a:lnTo>
                    <a:pt x="3890471" y="2707989"/>
                  </a:lnTo>
                  <a:lnTo>
                    <a:pt x="3968105" y="2704138"/>
                  </a:lnTo>
                  <a:lnTo>
                    <a:pt x="4045739" y="2700272"/>
                  </a:lnTo>
                  <a:lnTo>
                    <a:pt x="4123373" y="2696390"/>
                  </a:lnTo>
                  <a:lnTo>
                    <a:pt x="4201007" y="2692492"/>
                  </a:lnTo>
                  <a:lnTo>
                    <a:pt x="4278641" y="2688578"/>
                  </a:lnTo>
                  <a:lnTo>
                    <a:pt x="4356275" y="2684648"/>
                  </a:lnTo>
                  <a:lnTo>
                    <a:pt x="4433910" y="2680702"/>
                  </a:lnTo>
                  <a:lnTo>
                    <a:pt x="4511544" y="2676740"/>
                  </a:lnTo>
                  <a:lnTo>
                    <a:pt x="4589178" y="2672762"/>
                  </a:lnTo>
                  <a:lnTo>
                    <a:pt x="4666812" y="2668767"/>
                  </a:lnTo>
                  <a:lnTo>
                    <a:pt x="4744446" y="2664757"/>
                  </a:lnTo>
                  <a:lnTo>
                    <a:pt x="4822080" y="2660730"/>
                  </a:lnTo>
                  <a:lnTo>
                    <a:pt x="4899714" y="2656686"/>
                  </a:lnTo>
                  <a:lnTo>
                    <a:pt x="4977348" y="2652627"/>
                  </a:lnTo>
                  <a:lnTo>
                    <a:pt x="5054982" y="2648550"/>
                  </a:lnTo>
                  <a:lnTo>
                    <a:pt x="5132616" y="2644457"/>
                  </a:lnTo>
                  <a:lnTo>
                    <a:pt x="5210250" y="2640347"/>
                  </a:lnTo>
                  <a:lnTo>
                    <a:pt x="5287884" y="2636221"/>
                  </a:lnTo>
                  <a:lnTo>
                    <a:pt x="5365518" y="2632078"/>
                  </a:lnTo>
                  <a:lnTo>
                    <a:pt x="5443152" y="2627917"/>
                  </a:lnTo>
                  <a:lnTo>
                    <a:pt x="5520786" y="2623740"/>
                  </a:lnTo>
                  <a:lnTo>
                    <a:pt x="5598420" y="2619546"/>
                  </a:lnTo>
                  <a:lnTo>
                    <a:pt x="5676054" y="2615335"/>
                  </a:lnTo>
                  <a:lnTo>
                    <a:pt x="5753688" y="2611106"/>
                  </a:lnTo>
                  <a:lnTo>
                    <a:pt x="5831322" y="2606861"/>
                  </a:lnTo>
                  <a:lnTo>
                    <a:pt x="5908956" y="2602598"/>
                  </a:lnTo>
                  <a:lnTo>
                    <a:pt x="5986590" y="2598317"/>
                  </a:lnTo>
                  <a:lnTo>
                    <a:pt x="6064224" y="2594019"/>
                  </a:lnTo>
                  <a:lnTo>
                    <a:pt x="6141859" y="2589704"/>
                  </a:lnTo>
                  <a:lnTo>
                    <a:pt x="6219493" y="2585371"/>
                  </a:lnTo>
                  <a:lnTo>
                    <a:pt x="6297127" y="2581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903"/>
              <a:ext cx="7370972" cy="793954"/>
            </a:xfrm>
            <a:custGeom>
              <a:avLst/>
              <a:pathLst>
                <a:path w="7370972" h="793954">
                  <a:moveTo>
                    <a:pt x="7370972" y="793954"/>
                  </a:moveTo>
                  <a:lnTo>
                    <a:pt x="7293338" y="790333"/>
                  </a:lnTo>
                  <a:lnTo>
                    <a:pt x="7215704" y="786534"/>
                  </a:lnTo>
                  <a:lnTo>
                    <a:pt x="7138070" y="782548"/>
                  </a:lnTo>
                  <a:lnTo>
                    <a:pt x="7060436" y="778365"/>
                  </a:lnTo>
                  <a:lnTo>
                    <a:pt x="6982802" y="773975"/>
                  </a:lnTo>
                  <a:lnTo>
                    <a:pt x="6905168" y="769368"/>
                  </a:lnTo>
                  <a:lnTo>
                    <a:pt x="6827534" y="764534"/>
                  </a:lnTo>
                  <a:lnTo>
                    <a:pt x="6749900" y="759462"/>
                  </a:lnTo>
                  <a:lnTo>
                    <a:pt x="6672266" y="754139"/>
                  </a:lnTo>
                  <a:lnTo>
                    <a:pt x="6594632" y="748554"/>
                  </a:lnTo>
                  <a:lnTo>
                    <a:pt x="6516998" y="742693"/>
                  </a:lnTo>
                  <a:lnTo>
                    <a:pt x="6439364" y="736542"/>
                  </a:lnTo>
                  <a:lnTo>
                    <a:pt x="6361730" y="730088"/>
                  </a:lnTo>
                  <a:lnTo>
                    <a:pt x="6284096" y="723316"/>
                  </a:lnTo>
                  <a:lnTo>
                    <a:pt x="6206462" y="716209"/>
                  </a:lnTo>
                  <a:lnTo>
                    <a:pt x="6128827" y="708751"/>
                  </a:lnTo>
                  <a:lnTo>
                    <a:pt x="6051193" y="700926"/>
                  </a:lnTo>
                  <a:lnTo>
                    <a:pt x="5973559" y="692714"/>
                  </a:lnTo>
                  <a:lnTo>
                    <a:pt x="5895925" y="684096"/>
                  </a:lnTo>
                  <a:lnTo>
                    <a:pt x="5818291" y="675054"/>
                  </a:lnTo>
                  <a:lnTo>
                    <a:pt x="5740657" y="665565"/>
                  </a:lnTo>
                  <a:lnTo>
                    <a:pt x="5663023" y="655608"/>
                  </a:lnTo>
                  <a:lnTo>
                    <a:pt x="5585389" y="645159"/>
                  </a:lnTo>
                  <a:lnTo>
                    <a:pt x="5507755" y="634194"/>
                  </a:lnTo>
                  <a:lnTo>
                    <a:pt x="5430121" y="622689"/>
                  </a:lnTo>
                  <a:lnTo>
                    <a:pt x="5352487" y="610615"/>
                  </a:lnTo>
                  <a:lnTo>
                    <a:pt x="5274853" y="597946"/>
                  </a:lnTo>
                  <a:lnTo>
                    <a:pt x="5197219" y="584651"/>
                  </a:lnTo>
                  <a:lnTo>
                    <a:pt x="5119585" y="570700"/>
                  </a:lnTo>
                  <a:lnTo>
                    <a:pt x="5041951" y="556061"/>
                  </a:lnTo>
                  <a:lnTo>
                    <a:pt x="4964317" y="540698"/>
                  </a:lnTo>
                  <a:lnTo>
                    <a:pt x="4886683" y="524578"/>
                  </a:lnTo>
                  <a:lnTo>
                    <a:pt x="4809049" y="507662"/>
                  </a:lnTo>
                  <a:lnTo>
                    <a:pt x="4731415" y="489911"/>
                  </a:lnTo>
                  <a:lnTo>
                    <a:pt x="4653781" y="471284"/>
                  </a:lnTo>
                  <a:lnTo>
                    <a:pt x="4576147" y="451738"/>
                  </a:lnTo>
                  <a:lnTo>
                    <a:pt x="4498513" y="431226"/>
                  </a:lnTo>
                  <a:lnTo>
                    <a:pt x="4420879" y="409703"/>
                  </a:lnTo>
                  <a:lnTo>
                    <a:pt x="4343244" y="387117"/>
                  </a:lnTo>
                  <a:lnTo>
                    <a:pt x="4265610" y="363416"/>
                  </a:lnTo>
                  <a:lnTo>
                    <a:pt x="4187976" y="338546"/>
                  </a:lnTo>
                  <a:lnTo>
                    <a:pt x="4110342" y="312448"/>
                  </a:lnTo>
                  <a:lnTo>
                    <a:pt x="4032708" y="285061"/>
                  </a:lnTo>
                  <a:lnTo>
                    <a:pt x="3955074" y="256324"/>
                  </a:lnTo>
                  <a:lnTo>
                    <a:pt x="3877440" y="226167"/>
                  </a:lnTo>
                  <a:lnTo>
                    <a:pt x="3799806" y="194522"/>
                  </a:lnTo>
                  <a:lnTo>
                    <a:pt x="3722172" y="161316"/>
                  </a:lnTo>
                  <a:lnTo>
                    <a:pt x="3644538" y="126470"/>
                  </a:lnTo>
                  <a:lnTo>
                    <a:pt x="3566904" y="89905"/>
                  </a:lnTo>
                  <a:lnTo>
                    <a:pt x="3489270" y="51534"/>
                  </a:lnTo>
                  <a:lnTo>
                    <a:pt x="3411636" y="11270"/>
                  </a:lnTo>
                  <a:lnTo>
                    <a:pt x="3334002" y="0"/>
                  </a:lnTo>
                  <a:lnTo>
                    <a:pt x="3256368" y="3521"/>
                  </a:lnTo>
                  <a:lnTo>
                    <a:pt x="3178734" y="7027"/>
                  </a:lnTo>
                  <a:lnTo>
                    <a:pt x="3101100" y="10520"/>
                  </a:lnTo>
                  <a:lnTo>
                    <a:pt x="3023466" y="13998"/>
                  </a:lnTo>
                  <a:lnTo>
                    <a:pt x="2945832" y="17463"/>
                  </a:lnTo>
                  <a:lnTo>
                    <a:pt x="2868198" y="20913"/>
                  </a:lnTo>
                  <a:lnTo>
                    <a:pt x="2790564" y="24349"/>
                  </a:lnTo>
                  <a:lnTo>
                    <a:pt x="2712930" y="27771"/>
                  </a:lnTo>
                  <a:lnTo>
                    <a:pt x="2635295" y="31180"/>
                  </a:lnTo>
                  <a:lnTo>
                    <a:pt x="2557661" y="34574"/>
                  </a:lnTo>
                  <a:lnTo>
                    <a:pt x="2480027" y="37955"/>
                  </a:lnTo>
                  <a:lnTo>
                    <a:pt x="2402393" y="41322"/>
                  </a:lnTo>
                  <a:lnTo>
                    <a:pt x="2324759" y="44675"/>
                  </a:lnTo>
                  <a:lnTo>
                    <a:pt x="2247125" y="48015"/>
                  </a:lnTo>
                  <a:lnTo>
                    <a:pt x="2169491" y="51341"/>
                  </a:lnTo>
                  <a:lnTo>
                    <a:pt x="2091857" y="54654"/>
                  </a:lnTo>
                  <a:lnTo>
                    <a:pt x="2014223" y="57953"/>
                  </a:lnTo>
                  <a:lnTo>
                    <a:pt x="1936589" y="61239"/>
                  </a:lnTo>
                  <a:lnTo>
                    <a:pt x="1858955" y="64511"/>
                  </a:lnTo>
                  <a:lnTo>
                    <a:pt x="1781321" y="67770"/>
                  </a:lnTo>
                  <a:lnTo>
                    <a:pt x="1703687" y="71016"/>
                  </a:lnTo>
                  <a:lnTo>
                    <a:pt x="1626053" y="74249"/>
                  </a:lnTo>
                  <a:lnTo>
                    <a:pt x="1548419" y="77469"/>
                  </a:lnTo>
                  <a:lnTo>
                    <a:pt x="1470785" y="80675"/>
                  </a:lnTo>
                  <a:lnTo>
                    <a:pt x="1393151" y="83869"/>
                  </a:lnTo>
                  <a:lnTo>
                    <a:pt x="1315517" y="87050"/>
                  </a:lnTo>
                  <a:lnTo>
                    <a:pt x="1237883" y="90217"/>
                  </a:lnTo>
                  <a:lnTo>
                    <a:pt x="1160249" y="93372"/>
                  </a:lnTo>
                  <a:lnTo>
                    <a:pt x="1082615" y="96514"/>
                  </a:lnTo>
                  <a:lnTo>
                    <a:pt x="1004981" y="99643"/>
                  </a:lnTo>
                  <a:lnTo>
                    <a:pt x="927346" y="102760"/>
                  </a:lnTo>
                  <a:lnTo>
                    <a:pt x="849712" y="105864"/>
                  </a:lnTo>
                  <a:lnTo>
                    <a:pt x="772078" y="108955"/>
                  </a:lnTo>
                  <a:lnTo>
                    <a:pt x="694444" y="112034"/>
                  </a:lnTo>
                  <a:lnTo>
                    <a:pt x="616810" y="115100"/>
                  </a:lnTo>
                  <a:lnTo>
                    <a:pt x="539176" y="118154"/>
                  </a:lnTo>
                  <a:lnTo>
                    <a:pt x="461542" y="121195"/>
                  </a:lnTo>
                  <a:lnTo>
                    <a:pt x="383908" y="124224"/>
                  </a:lnTo>
                  <a:lnTo>
                    <a:pt x="306274" y="127241"/>
                  </a:lnTo>
                  <a:lnTo>
                    <a:pt x="228640" y="130246"/>
                  </a:lnTo>
                  <a:lnTo>
                    <a:pt x="151006" y="133238"/>
                  </a:lnTo>
                  <a:lnTo>
                    <a:pt x="73372" y="136218"/>
                  </a:lnTo>
                  <a:lnTo>
                    <a:pt x="0" y="139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73374"/>
              <a:ext cx="7370972" cy="1995470"/>
            </a:xfrm>
            <a:custGeom>
              <a:avLst/>
              <a:pathLst>
                <a:path w="7370972" h="1995470">
                  <a:moveTo>
                    <a:pt x="0" y="0"/>
                  </a:moveTo>
                  <a:lnTo>
                    <a:pt x="73372" y="46975"/>
                  </a:lnTo>
                  <a:lnTo>
                    <a:pt x="151006" y="95594"/>
                  </a:lnTo>
                  <a:lnTo>
                    <a:pt x="228640" y="143152"/>
                  </a:lnTo>
                  <a:lnTo>
                    <a:pt x="306274" y="189673"/>
                  </a:lnTo>
                  <a:lnTo>
                    <a:pt x="383908" y="235180"/>
                  </a:lnTo>
                  <a:lnTo>
                    <a:pt x="461542" y="279694"/>
                  </a:lnTo>
                  <a:lnTo>
                    <a:pt x="539176" y="323236"/>
                  </a:lnTo>
                  <a:lnTo>
                    <a:pt x="616810" y="365829"/>
                  </a:lnTo>
                  <a:lnTo>
                    <a:pt x="694444" y="407493"/>
                  </a:lnTo>
                  <a:lnTo>
                    <a:pt x="772078" y="448248"/>
                  </a:lnTo>
                  <a:lnTo>
                    <a:pt x="849712" y="488114"/>
                  </a:lnTo>
                  <a:lnTo>
                    <a:pt x="927346" y="527111"/>
                  </a:lnTo>
                  <a:lnTo>
                    <a:pt x="1004981" y="565256"/>
                  </a:lnTo>
                  <a:lnTo>
                    <a:pt x="1082615" y="602570"/>
                  </a:lnTo>
                  <a:lnTo>
                    <a:pt x="1160249" y="639070"/>
                  </a:lnTo>
                  <a:lnTo>
                    <a:pt x="1237883" y="674773"/>
                  </a:lnTo>
                  <a:lnTo>
                    <a:pt x="1315517" y="709698"/>
                  </a:lnTo>
                  <a:lnTo>
                    <a:pt x="1393151" y="743861"/>
                  </a:lnTo>
                  <a:lnTo>
                    <a:pt x="1470785" y="777278"/>
                  </a:lnTo>
                  <a:lnTo>
                    <a:pt x="1548419" y="809967"/>
                  </a:lnTo>
                  <a:lnTo>
                    <a:pt x="1626053" y="841943"/>
                  </a:lnTo>
                  <a:lnTo>
                    <a:pt x="1703687" y="873221"/>
                  </a:lnTo>
                  <a:lnTo>
                    <a:pt x="1781321" y="903817"/>
                  </a:lnTo>
                  <a:lnTo>
                    <a:pt x="1858955" y="933745"/>
                  </a:lnTo>
                  <a:lnTo>
                    <a:pt x="1936589" y="963021"/>
                  </a:lnTo>
                  <a:lnTo>
                    <a:pt x="2014223" y="991658"/>
                  </a:lnTo>
                  <a:lnTo>
                    <a:pt x="2091857" y="1019670"/>
                  </a:lnTo>
                  <a:lnTo>
                    <a:pt x="2169491" y="1047071"/>
                  </a:lnTo>
                  <a:lnTo>
                    <a:pt x="2247125" y="1073875"/>
                  </a:lnTo>
                  <a:lnTo>
                    <a:pt x="2324759" y="1100094"/>
                  </a:lnTo>
                  <a:lnTo>
                    <a:pt x="2402393" y="1125741"/>
                  </a:lnTo>
                  <a:lnTo>
                    <a:pt x="2480027" y="1150828"/>
                  </a:lnTo>
                  <a:lnTo>
                    <a:pt x="2557661" y="1175369"/>
                  </a:lnTo>
                  <a:lnTo>
                    <a:pt x="2635295" y="1199373"/>
                  </a:lnTo>
                  <a:lnTo>
                    <a:pt x="2712930" y="1222855"/>
                  </a:lnTo>
                  <a:lnTo>
                    <a:pt x="2790564" y="1245824"/>
                  </a:lnTo>
                  <a:lnTo>
                    <a:pt x="2868198" y="1268292"/>
                  </a:lnTo>
                  <a:lnTo>
                    <a:pt x="2945832" y="1290270"/>
                  </a:lnTo>
                  <a:lnTo>
                    <a:pt x="3023466" y="1311769"/>
                  </a:lnTo>
                  <a:lnTo>
                    <a:pt x="3101100" y="1332798"/>
                  </a:lnTo>
                  <a:lnTo>
                    <a:pt x="3178734" y="1353369"/>
                  </a:lnTo>
                  <a:lnTo>
                    <a:pt x="3256368" y="1373491"/>
                  </a:lnTo>
                  <a:lnTo>
                    <a:pt x="3334002" y="1393174"/>
                  </a:lnTo>
                  <a:lnTo>
                    <a:pt x="3411636" y="1412428"/>
                  </a:lnTo>
                  <a:lnTo>
                    <a:pt x="3489270" y="1431262"/>
                  </a:lnTo>
                  <a:lnTo>
                    <a:pt x="3566904" y="1449685"/>
                  </a:lnTo>
                  <a:lnTo>
                    <a:pt x="3644538" y="1467706"/>
                  </a:lnTo>
                  <a:lnTo>
                    <a:pt x="3722172" y="1485334"/>
                  </a:lnTo>
                  <a:lnTo>
                    <a:pt x="3799806" y="1502578"/>
                  </a:lnTo>
                  <a:lnTo>
                    <a:pt x="3877440" y="1519445"/>
                  </a:lnTo>
                  <a:lnTo>
                    <a:pt x="3955074" y="1535945"/>
                  </a:lnTo>
                  <a:lnTo>
                    <a:pt x="4032708" y="1552084"/>
                  </a:lnTo>
                  <a:lnTo>
                    <a:pt x="4110342" y="1567872"/>
                  </a:lnTo>
                  <a:lnTo>
                    <a:pt x="4187976" y="1583315"/>
                  </a:lnTo>
                  <a:lnTo>
                    <a:pt x="4265610" y="1598421"/>
                  </a:lnTo>
                  <a:lnTo>
                    <a:pt x="4343244" y="1613198"/>
                  </a:lnTo>
                  <a:lnTo>
                    <a:pt x="4420879" y="1627652"/>
                  </a:lnTo>
                  <a:lnTo>
                    <a:pt x="4498513" y="1641791"/>
                  </a:lnTo>
                  <a:lnTo>
                    <a:pt x="4576147" y="1655622"/>
                  </a:lnTo>
                  <a:lnTo>
                    <a:pt x="4653781" y="1669151"/>
                  </a:lnTo>
                  <a:lnTo>
                    <a:pt x="4731415" y="1682385"/>
                  </a:lnTo>
                  <a:lnTo>
                    <a:pt x="4809049" y="1695330"/>
                  </a:lnTo>
                  <a:lnTo>
                    <a:pt x="4886683" y="1707993"/>
                  </a:lnTo>
                  <a:lnTo>
                    <a:pt x="4964317" y="1720379"/>
                  </a:lnTo>
                  <a:lnTo>
                    <a:pt x="5041951" y="1732496"/>
                  </a:lnTo>
                  <a:lnTo>
                    <a:pt x="5119585" y="1744348"/>
                  </a:lnTo>
                  <a:lnTo>
                    <a:pt x="5197219" y="1755941"/>
                  </a:lnTo>
                  <a:lnTo>
                    <a:pt x="5274853" y="1767282"/>
                  </a:lnTo>
                  <a:lnTo>
                    <a:pt x="5352487" y="1778375"/>
                  </a:lnTo>
                  <a:lnTo>
                    <a:pt x="5430121" y="1789226"/>
                  </a:lnTo>
                  <a:lnTo>
                    <a:pt x="5507755" y="1799841"/>
                  </a:lnTo>
                  <a:lnTo>
                    <a:pt x="5585389" y="1810224"/>
                  </a:lnTo>
                  <a:lnTo>
                    <a:pt x="5663023" y="1820381"/>
                  </a:lnTo>
                  <a:lnTo>
                    <a:pt x="5740657" y="1830316"/>
                  </a:lnTo>
                  <a:lnTo>
                    <a:pt x="5818291" y="1840034"/>
                  </a:lnTo>
                  <a:lnTo>
                    <a:pt x="5895925" y="1849540"/>
                  </a:lnTo>
                  <a:lnTo>
                    <a:pt x="5973559" y="1858839"/>
                  </a:lnTo>
                  <a:lnTo>
                    <a:pt x="6051193" y="1867935"/>
                  </a:lnTo>
                  <a:lnTo>
                    <a:pt x="6128827" y="1876833"/>
                  </a:lnTo>
                  <a:lnTo>
                    <a:pt x="6206462" y="1885536"/>
                  </a:lnTo>
                  <a:lnTo>
                    <a:pt x="6284096" y="1894050"/>
                  </a:lnTo>
                  <a:lnTo>
                    <a:pt x="6361730" y="1902378"/>
                  </a:lnTo>
                  <a:lnTo>
                    <a:pt x="6439364" y="1910524"/>
                  </a:lnTo>
                  <a:lnTo>
                    <a:pt x="6516998" y="1918493"/>
                  </a:lnTo>
                  <a:lnTo>
                    <a:pt x="6594632" y="1926288"/>
                  </a:lnTo>
                  <a:lnTo>
                    <a:pt x="6672266" y="1933913"/>
                  </a:lnTo>
                  <a:lnTo>
                    <a:pt x="6749900" y="1941371"/>
                  </a:lnTo>
                  <a:lnTo>
                    <a:pt x="6827534" y="1948667"/>
                  </a:lnTo>
                  <a:lnTo>
                    <a:pt x="6905168" y="1955804"/>
                  </a:lnTo>
                  <a:lnTo>
                    <a:pt x="6982802" y="1962784"/>
                  </a:lnTo>
                  <a:lnTo>
                    <a:pt x="7060436" y="1969613"/>
                  </a:lnTo>
                  <a:lnTo>
                    <a:pt x="7138070" y="1976293"/>
                  </a:lnTo>
                  <a:lnTo>
                    <a:pt x="7215704" y="1982827"/>
                  </a:lnTo>
                  <a:lnTo>
                    <a:pt x="7293338" y="1989218"/>
                  </a:lnTo>
                  <a:lnTo>
                    <a:pt x="7370972" y="1995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2026-05-22T09:54:35Z</dcterms:modified>
  <cp:category/>
</cp:coreProperties>
</file>