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08957"/>
            </a:xfrm>
            <a:custGeom>
              <a:avLst/>
              <a:pathLst>
                <a:path w="7370972" h="3608957">
                  <a:moveTo>
                    <a:pt x="1474397" y="0"/>
                  </a:moveTo>
                  <a:lnTo>
                    <a:pt x="1548419" y="197670"/>
                  </a:lnTo>
                  <a:lnTo>
                    <a:pt x="1626053" y="393251"/>
                  </a:lnTo>
                  <a:lnTo>
                    <a:pt x="1703687" y="577761"/>
                  </a:lnTo>
                  <a:lnTo>
                    <a:pt x="1781321" y="751825"/>
                  </a:lnTo>
                  <a:lnTo>
                    <a:pt x="1858955" y="916036"/>
                  </a:lnTo>
                  <a:lnTo>
                    <a:pt x="1936589" y="1070952"/>
                  </a:lnTo>
                  <a:lnTo>
                    <a:pt x="2014223" y="1217097"/>
                  </a:lnTo>
                  <a:lnTo>
                    <a:pt x="2091857" y="1354970"/>
                  </a:lnTo>
                  <a:lnTo>
                    <a:pt x="2169491" y="1485038"/>
                  </a:lnTo>
                  <a:lnTo>
                    <a:pt x="2247125" y="1607743"/>
                  </a:lnTo>
                  <a:lnTo>
                    <a:pt x="2324759" y="1723502"/>
                  </a:lnTo>
                  <a:lnTo>
                    <a:pt x="2402393" y="1832707"/>
                  </a:lnTo>
                  <a:lnTo>
                    <a:pt x="2480027" y="1935731"/>
                  </a:lnTo>
                  <a:lnTo>
                    <a:pt x="2557661" y="2032923"/>
                  </a:lnTo>
                  <a:lnTo>
                    <a:pt x="2635295" y="2124613"/>
                  </a:lnTo>
                  <a:lnTo>
                    <a:pt x="2712930" y="2211113"/>
                  </a:lnTo>
                  <a:lnTo>
                    <a:pt x="2790564" y="2292716"/>
                  </a:lnTo>
                  <a:lnTo>
                    <a:pt x="2868198" y="2369699"/>
                  </a:lnTo>
                  <a:lnTo>
                    <a:pt x="2945832" y="2442325"/>
                  </a:lnTo>
                  <a:lnTo>
                    <a:pt x="3023466" y="2510839"/>
                  </a:lnTo>
                  <a:lnTo>
                    <a:pt x="3101100" y="2575475"/>
                  </a:lnTo>
                  <a:lnTo>
                    <a:pt x="3178734" y="2636452"/>
                  </a:lnTo>
                  <a:lnTo>
                    <a:pt x="3256368" y="2693977"/>
                  </a:lnTo>
                  <a:lnTo>
                    <a:pt x="3334002" y="2748246"/>
                  </a:lnTo>
                  <a:lnTo>
                    <a:pt x="3411636" y="2778312"/>
                  </a:lnTo>
                  <a:lnTo>
                    <a:pt x="3489270" y="2763976"/>
                  </a:lnTo>
                  <a:lnTo>
                    <a:pt x="3566904" y="2749406"/>
                  </a:lnTo>
                  <a:lnTo>
                    <a:pt x="3644538" y="2734597"/>
                  </a:lnTo>
                  <a:lnTo>
                    <a:pt x="3722172" y="2719545"/>
                  </a:lnTo>
                  <a:lnTo>
                    <a:pt x="3799806" y="2704246"/>
                  </a:lnTo>
                  <a:lnTo>
                    <a:pt x="3877440" y="2688697"/>
                  </a:lnTo>
                  <a:lnTo>
                    <a:pt x="3955074" y="2672892"/>
                  </a:lnTo>
                  <a:lnTo>
                    <a:pt x="4032708" y="2656828"/>
                  </a:lnTo>
                  <a:lnTo>
                    <a:pt x="4110342" y="2640501"/>
                  </a:lnTo>
                  <a:lnTo>
                    <a:pt x="4187976" y="2623907"/>
                  </a:lnTo>
                  <a:lnTo>
                    <a:pt x="4265610" y="2607040"/>
                  </a:lnTo>
                  <a:lnTo>
                    <a:pt x="4343244" y="2589896"/>
                  </a:lnTo>
                  <a:lnTo>
                    <a:pt x="4420879" y="2572472"/>
                  </a:lnTo>
                  <a:lnTo>
                    <a:pt x="4498513" y="2554762"/>
                  </a:lnTo>
                  <a:lnTo>
                    <a:pt x="4576147" y="2536761"/>
                  </a:lnTo>
                  <a:lnTo>
                    <a:pt x="4653781" y="2518466"/>
                  </a:lnTo>
                  <a:lnTo>
                    <a:pt x="4731415" y="2499870"/>
                  </a:lnTo>
                  <a:lnTo>
                    <a:pt x="4809049" y="2480970"/>
                  </a:lnTo>
                  <a:lnTo>
                    <a:pt x="4886683" y="2461759"/>
                  </a:lnTo>
                  <a:lnTo>
                    <a:pt x="4964317" y="2442234"/>
                  </a:lnTo>
                  <a:lnTo>
                    <a:pt x="5041951" y="2422388"/>
                  </a:lnTo>
                  <a:lnTo>
                    <a:pt x="5119585" y="2402218"/>
                  </a:lnTo>
                  <a:lnTo>
                    <a:pt x="5197219" y="2381716"/>
                  </a:lnTo>
                  <a:lnTo>
                    <a:pt x="5274853" y="2360878"/>
                  </a:lnTo>
                  <a:lnTo>
                    <a:pt x="5352487" y="2339699"/>
                  </a:lnTo>
                  <a:lnTo>
                    <a:pt x="5430121" y="2318172"/>
                  </a:lnTo>
                  <a:lnTo>
                    <a:pt x="5507755" y="2296293"/>
                  </a:lnTo>
                  <a:lnTo>
                    <a:pt x="5585389" y="2274055"/>
                  </a:lnTo>
                  <a:lnTo>
                    <a:pt x="5663023" y="2251452"/>
                  </a:lnTo>
                  <a:lnTo>
                    <a:pt x="5740657" y="2228478"/>
                  </a:lnTo>
                  <a:lnTo>
                    <a:pt x="5818291" y="2205128"/>
                  </a:lnTo>
                  <a:lnTo>
                    <a:pt x="5895925" y="2181395"/>
                  </a:lnTo>
                  <a:lnTo>
                    <a:pt x="5973559" y="2157273"/>
                  </a:lnTo>
                  <a:lnTo>
                    <a:pt x="6051193" y="2132755"/>
                  </a:lnTo>
                  <a:lnTo>
                    <a:pt x="6128827" y="2107836"/>
                  </a:lnTo>
                  <a:lnTo>
                    <a:pt x="6206462" y="2082508"/>
                  </a:lnTo>
                  <a:lnTo>
                    <a:pt x="6284096" y="2056764"/>
                  </a:lnTo>
                  <a:lnTo>
                    <a:pt x="6361730" y="2030599"/>
                  </a:lnTo>
                  <a:lnTo>
                    <a:pt x="6439364" y="2004004"/>
                  </a:lnTo>
                  <a:lnTo>
                    <a:pt x="6516998" y="1976974"/>
                  </a:lnTo>
                  <a:lnTo>
                    <a:pt x="6594632" y="1949500"/>
                  </a:lnTo>
                  <a:lnTo>
                    <a:pt x="6672266" y="1921576"/>
                  </a:lnTo>
                  <a:lnTo>
                    <a:pt x="6749900" y="1893194"/>
                  </a:lnTo>
                  <a:lnTo>
                    <a:pt x="6827534" y="1864346"/>
                  </a:lnTo>
                  <a:lnTo>
                    <a:pt x="6905168" y="1835026"/>
                  </a:lnTo>
                  <a:lnTo>
                    <a:pt x="6982802" y="1805225"/>
                  </a:lnTo>
                  <a:lnTo>
                    <a:pt x="7060436" y="1774935"/>
                  </a:lnTo>
                  <a:lnTo>
                    <a:pt x="7138070" y="1744149"/>
                  </a:lnTo>
                  <a:lnTo>
                    <a:pt x="7215704" y="1712858"/>
                  </a:lnTo>
                  <a:lnTo>
                    <a:pt x="7293338" y="1681054"/>
                  </a:lnTo>
                  <a:lnTo>
                    <a:pt x="7370972" y="1648728"/>
                  </a:lnTo>
                  <a:lnTo>
                    <a:pt x="7370972" y="3608957"/>
                  </a:lnTo>
                  <a:lnTo>
                    <a:pt x="7293338" y="3606336"/>
                  </a:lnTo>
                  <a:lnTo>
                    <a:pt x="7215704" y="3603557"/>
                  </a:lnTo>
                  <a:lnTo>
                    <a:pt x="7138070" y="3600612"/>
                  </a:lnTo>
                  <a:lnTo>
                    <a:pt x="7060436" y="3597490"/>
                  </a:lnTo>
                  <a:lnTo>
                    <a:pt x="6982802" y="3594180"/>
                  </a:lnTo>
                  <a:lnTo>
                    <a:pt x="6905168" y="3590672"/>
                  </a:lnTo>
                  <a:lnTo>
                    <a:pt x="6827534" y="3586954"/>
                  </a:lnTo>
                  <a:lnTo>
                    <a:pt x="6749900" y="3583012"/>
                  </a:lnTo>
                  <a:lnTo>
                    <a:pt x="6672266" y="3578834"/>
                  </a:lnTo>
                  <a:lnTo>
                    <a:pt x="6594632" y="3574405"/>
                  </a:lnTo>
                  <a:lnTo>
                    <a:pt x="6516998" y="3569710"/>
                  </a:lnTo>
                  <a:lnTo>
                    <a:pt x="6439364" y="3564733"/>
                  </a:lnTo>
                  <a:lnTo>
                    <a:pt x="6361730" y="3559458"/>
                  </a:lnTo>
                  <a:lnTo>
                    <a:pt x="6284096" y="3553867"/>
                  </a:lnTo>
                  <a:lnTo>
                    <a:pt x="6206462" y="3547940"/>
                  </a:lnTo>
                  <a:lnTo>
                    <a:pt x="6128827" y="3541657"/>
                  </a:lnTo>
                  <a:lnTo>
                    <a:pt x="6051193" y="3534997"/>
                  </a:lnTo>
                  <a:lnTo>
                    <a:pt x="5973559" y="3527938"/>
                  </a:lnTo>
                  <a:lnTo>
                    <a:pt x="5895925" y="3520455"/>
                  </a:lnTo>
                  <a:lnTo>
                    <a:pt x="5818291" y="3512523"/>
                  </a:lnTo>
                  <a:lnTo>
                    <a:pt x="5740657" y="3504115"/>
                  </a:lnTo>
                  <a:lnTo>
                    <a:pt x="5663023" y="3495202"/>
                  </a:lnTo>
                  <a:lnTo>
                    <a:pt x="5585389" y="3485755"/>
                  </a:lnTo>
                  <a:lnTo>
                    <a:pt x="5507755" y="3475741"/>
                  </a:lnTo>
                  <a:lnTo>
                    <a:pt x="5430121" y="3465126"/>
                  </a:lnTo>
                  <a:lnTo>
                    <a:pt x="5352487" y="3453874"/>
                  </a:lnTo>
                  <a:lnTo>
                    <a:pt x="5274853" y="3441946"/>
                  </a:lnTo>
                  <a:lnTo>
                    <a:pt x="5197219" y="3429303"/>
                  </a:lnTo>
                  <a:lnTo>
                    <a:pt x="5119585" y="3415902"/>
                  </a:lnTo>
                  <a:lnTo>
                    <a:pt x="5041951" y="3401696"/>
                  </a:lnTo>
                  <a:lnTo>
                    <a:pt x="4964317" y="3386638"/>
                  </a:lnTo>
                  <a:lnTo>
                    <a:pt x="4886683" y="3370676"/>
                  </a:lnTo>
                  <a:lnTo>
                    <a:pt x="4809049" y="3353757"/>
                  </a:lnTo>
                  <a:lnTo>
                    <a:pt x="4731415" y="3335822"/>
                  </a:lnTo>
                  <a:lnTo>
                    <a:pt x="4653781" y="3316811"/>
                  </a:lnTo>
                  <a:lnTo>
                    <a:pt x="4576147" y="3296659"/>
                  </a:lnTo>
                  <a:lnTo>
                    <a:pt x="4498513" y="3275298"/>
                  </a:lnTo>
                  <a:lnTo>
                    <a:pt x="4420879" y="3252656"/>
                  </a:lnTo>
                  <a:lnTo>
                    <a:pt x="4343244" y="3228654"/>
                  </a:lnTo>
                  <a:lnTo>
                    <a:pt x="4265610" y="3203213"/>
                  </a:lnTo>
                  <a:lnTo>
                    <a:pt x="4187976" y="3176244"/>
                  </a:lnTo>
                  <a:lnTo>
                    <a:pt x="4110342" y="3147658"/>
                  </a:lnTo>
                  <a:lnTo>
                    <a:pt x="4032708" y="3117356"/>
                  </a:lnTo>
                  <a:lnTo>
                    <a:pt x="3955074" y="3085236"/>
                  </a:lnTo>
                  <a:lnTo>
                    <a:pt x="3877440" y="3051188"/>
                  </a:lnTo>
                  <a:lnTo>
                    <a:pt x="3799806" y="3015098"/>
                  </a:lnTo>
                  <a:lnTo>
                    <a:pt x="3722172" y="2976842"/>
                  </a:lnTo>
                  <a:lnTo>
                    <a:pt x="3644538" y="2936290"/>
                  </a:lnTo>
                  <a:lnTo>
                    <a:pt x="3566904" y="2893305"/>
                  </a:lnTo>
                  <a:lnTo>
                    <a:pt x="3489270" y="2847741"/>
                  </a:lnTo>
                  <a:lnTo>
                    <a:pt x="3411636" y="2799442"/>
                  </a:lnTo>
                  <a:lnTo>
                    <a:pt x="3334002" y="2792416"/>
                  </a:lnTo>
                  <a:lnTo>
                    <a:pt x="3256368" y="2806292"/>
                  </a:lnTo>
                  <a:lnTo>
                    <a:pt x="3178734" y="2819945"/>
                  </a:lnTo>
                  <a:lnTo>
                    <a:pt x="3101100" y="2833377"/>
                  </a:lnTo>
                  <a:lnTo>
                    <a:pt x="3023466" y="2846593"/>
                  </a:lnTo>
                  <a:lnTo>
                    <a:pt x="2945832" y="2859596"/>
                  </a:lnTo>
                  <a:lnTo>
                    <a:pt x="2868198" y="2872388"/>
                  </a:lnTo>
                  <a:lnTo>
                    <a:pt x="2790564" y="2884975"/>
                  </a:lnTo>
                  <a:lnTo>
                    <a:pt x="2712930" y="2897358"/>
                  </a:lnTo>
                  <a:lnTo>
                    <a:pt x="2635295" y="2909542"/>
                  </a:lnTo>
                  <a:lnTo>
                    <a:pt x="2557661" y="2921529"/>
                  </a:lnTo>
                  <a:lnTo>
                    <a:pt x="2480027" y="2933323"/>
                  </a:lnTo>
                  <a:lnTo>
                    <a:pt x="2402393" y="2944926"/>
                  </a:lnTo>
                  <a:lnTo>
                    <a:pt x="2324759" y="2956342"/>
                  </a:lnTo>
                  <a:lnTo>
                    <a:pt x="2247125" y="2967575"/>
                  </a:lnTo>
                  <a:lnTo>
                    <a:pt x="2169491" y="2978626"/>
                  </a:lnTo>
                  <a:lnTo>
                    <a:pt x="2091857" y="2989498"/>
                  </a:lnTo>
                  <a:lnTo>
                    <a:pt x="2014223" y="3000196"/>
                  </a:lnTo>
                  <a:lnTo>
                    <a:pt x="1936589" y="3010720"/>
                  </a:lnTo>
                  <a:lnTo>
                    <a:pt x="1858955" y="3021075"/>
                  </a:lnTo>
                  <a:lnTo>
                    <a:pt x="1781321" y="3031263"/>
                  </a:lnTo>
                  <a:lnTo>
                    <a:pt x="1703687" y="3041287"/>
                  </a:lnTo>
                  <a:lnTo>
                    <a:pt x="1626053" y="3051149"/>
                  </a:lnTo>
                  <a:lnTo>
                    <a:pt x="1548419" y="3060852"/>
                  </a:lnTo>
                  <a:lnTo>
                    <a:pt x="1470785" y="3070398"/>
                  </a:lnTo>
                  <a:lnTo>
                    <a:pt x="1393151" y="3079790"/>
                  </a:lnTo>
                  <a:lnTo>
                    <a:pt x="1315517" y="3089031"/>
                  </a:lnTo>
                  <a:lnTo>
                    <a:pt x="1237883" y="3098123"/>
                  </a:lnTo>
                  <a:lnTo>
                    <a:pt x="1160249" y="3107068"/>
                  </a:lnTo>
                  <a:lnTo>
                    <a:pt x="1082615" y="3115869"/>
                  </a:lnTo>
                  <a:lnTo>
                    <a:pt x="1004981" y="3124527"/>
                  </a:lnTo>
                  <a:lnTo>
                    <a:pt x="927346" y="3133047"/>
                  </a:lnTo>
                  <a:lnTo>
                    <a:pt x="849712" y="3141428"/>
                  </a:lnTo>
                  <a:lnTo>
                    <a:pt x="772078" y="3149675"/>
                  </a:lnTo>
                  <a:lnTo>
                    <a:pt x="694444" y="3157788"/>
                  </a:lnTo>
                  <a:lnTo>
                    <a:pt x="616810" y="3165771"/>
                  </a:lnTo>
                  <a:lnTo>
                    <a:pt x="539176" y="3173625"/>
                  </a:lnTo>
                  <a:lnTo>
                    <a:pt x="461542" y="3181352"/>
                  </a:lnTo>
                  <a:lnTo>
                    <a:pt x="383908" y="3188954"/>
                  </a:lnTo>
                  <a:lnTo>
                    <a:pt x="306274" y="3196434"/>
                  </a:lnTo>
                  <a:lnTo>
                    <a:pt x="228640" y="3203793"/>
                  </a:lnTo>
                  <a:lnTo>
                    <a:pt x="151006" y="3211034"/>
                  </a:lnTo>
                  <a:lnTo>
                    <a:pt x="73372" y="3218158"/>
                  </a:lnTo>
                  <a:lnTo>
                    <a:pt x="0" y="32247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91915" y="1896563"/>
              <a:ext cx="5896575" cy="2778312"/>
            </a:xfrm>
            <a:custGeom>
              <a:avLst/>
              <a:pathLst>
                <a:path w="5896575" h="2778312">
                  <a:moveTo>
                    <a:pt x="0" y="0"/>
                  </a:moveTo>
                  <a:lnTo>
                    <a:pt x="74021" y="197670"/>
                  </a:lnTo>
                  <a:lnTo>
                    <a:pt x="151655" y="393251"/>
                  </a:lnTo>
                  <a:lnTo>
                    <a:pt x="229290" y="577761"/>
                  </a:lnTo>
                  <a:lnTo>
                    <a:pt x="306924" y="751825"/>
                  </a:lnTo>
                  <a:lnTo>
                    <a:pt x="384558" y="916036"/>
                  </a:lnTo>
                  <a:lnTo>
                    <a:pt x="462192" y="1070952"/>
                  </a:lnTo>
                  <a:lnTo>
                    <a:pt x="539826" y="1217097"/>
                  </a:lnTo>
                  <a:lnTo>
                    <a:pt x="617460" y="1354970"/>
                  </a:lnTo>
                  <a:lnTo>
                    <a:pt x="695094" y="1485038"/>
                  </a:lnTo>
                  <a:lnTo>
                    <a:pt x="772728" y="1607743"/>
                  </a:lnTo>
                  <a:lnTo>
                    <a:pt x="850362" y="1723502"/>
                  </a:lnTo>
                  <a:lnTo>
                    <a:pt x="927996" y="1832707"/>
                  </a:lnTo>
                  <a:lnTo>
                    <a:pt x="1005630" y="1935731"/>
                  </a:lnTo>
                  <a:lnTo>
                    <a:pt x="1083264" y="2032923"/>
                  </a:lnTo>
                  <a:lnTo>
                    <a:pt x="1160898" y="2124613"/>
                  </a:lnTo>
                  <a:lnTo>
                    <a:pt x="1238532" y="2211113"/>
                  </a:lnTo>
                  <a:lnTo>
                    <a:pt x="1316166" y="2292716"/>
                  </a:lnTo>
                  <a:lnTo>
                    <a:pt x="1393800" y="2369699"/>
                  </a:lnTo>
                  <a:lnTo>
                    <a:pt x="1471434" y="2442325"/>
                  </a:lnTo>
                  <a:lnTo>
                    <a:pt x="1549068" y="2510839"/>
                  </a:lnTo>
                  <a:lnTo>
                    <a:pt x="1626702" y="2575475"/>
                  </a:lnTo>
                  <a:lnTo>
                    <a:pt x="1704336" y="2636452"/>
                  </a:lnTo>
                  <a:lnTo>
                    <a:pt x="1781970" y="2693977"/>
                  </a:lnTo>
                  <a:lnTo>
                    <a:pt x="1859604" y="2748246"/>
                  </a:lnTo>
                  <a:lnTo>
                    <a:pt x="1937239" y="2778312"/>
                  </a:lnTo>
                  <a:lnTo>
                    <a:pt x="2014873" y="2763976"/>
                  </a:lnTo>
                  <a:lnTo>
                    <a:pt x="2092507" y="2749406"/>
                  </a:lnTo>
                  <a:lnTo>
                    <a:pt x="2170141" y="2734597"/>
                  </a:lnTo>
                  <a:lnTo>
                    <a:pt x="2247775" y="2719545"/>
                  </a:lnTo>
                  <a:lnTo>
                    <a:pt x="2325409" y="2704246"/>
                  </a:lnTo>
                  <a:lnTo>
                    <a:pt x="2403043" y="2688697"/>
                  </a:lnTo>
                  <a:lnTo>
                    <a:pt x="2480677" y="2672892"/>
                  </a:lnTo>
                  <a:lnTo>
                    <a:pt x="2558311" y="2656828"/>
                  </a:lnTo>
                  <a:lnTo>
                    <a:pt x="2635945" y="2640501"/>
                  </a:lnTo>
                  <a:lnTo>
                    <a:pt x="2713579" y="2623907"/>
                  </a:lnTo>
                  <a:lnTo>
                    <a:pt x="2791213" y="2607040"/>
                  </a:lnTo>
                  <a:lnTo>
                    <a:pt x="2868847" y="2589896"/>
                  </a:lnTo>
                  <a:lnTo>
                    <a:pt x="2946481" y="2572472"/>
                  </a:lnTo>
                  <a:lnTo>
                    <a:pt x="3024115" y="2554762"/>
                  </a:lnTo>
                  <a:lnTo>
                    <a:pt x="3101749" y="2536761"/>
                  </a:lnTo>
                  <a:lnTo>
                    <a:pt x="3179383" y="2518466"/>
                  </a:lnTo>
                  <a:lnTo>
                    <a:pt x="3257017" y="2499870"/>
                  </a:lnTo>
                  <a:lnTo>
                    <a:pt x="3334651" y="2480970"/>
                  </a:lnTo>
                  <a:lnTo>
                    <a:pt x="3412285" y="2461759"/>
                  </a:lnTo>
                  <a:lnTo>
                    <a:pt x="3489919" y="2442234"/>
                  </a:lnTo>
                  <a:lnTo>
                    <a:pt x="3567553" y="2422388"/>
                  </a:lnTo>
                  <a:lnTo>
                    <a:pt x="3645187" y="2402218"/>
                  </a:lnTo>
                  <a:lnTo>
                    <a:pt x="3722822" y="2381716"/>
                  </a:lnTo>
                  <a:lnTo>
                    <a:pt x="3800456" y="2360878"/>
                  </a:lnTo>
                  <a:lnTo>
                    <a:pt x="3878090" y="2339699"/>
                  </a:lnTo>
                  <a:lnTo>
                    <a:pt x="3955724" y="2318172"/>
                  </a:lnTo>
                  <a:lnTo>
                    <a:pt x="4033358" y="2296293"/>
                  </a:lnTo>
                  <a:lnTo>
                    <a:pt x="4110992" y="2274055"/>
                  </a:lnTo>
                  <a:lnTo>
                    <a:pt x="4188626" y="2251452"/>
                  </a:lnTo>
                  <a:lnTo>
                    <a:pt x="4266260" y="2228478"/>
                  </a:lnTo>
                  <a:lnTo>
                    <a:pt x="4343894" y="2205128"/>
                  </a:lnTo>
                  <a:lnTo>
                    <a:pt x="4421528" y="2181395"/>
                  </a:lnTo>
                  <a:lnTo>
                    <a:pt x="4499162" y="2157273"/>
                  </a:lnTo>
                  <a:lnTo>
                    <a:pt x="4576796" y="2132755"/>
                  </a:lnTo>
                  <a:lnTo>
                    <a:pt x="4654430" y="2107836"/>
                  </a:lnTo>
                  <a:lnTo>
                    <a:pt x="4732064" y="2082508"/>
                  </a:lnTo>
                  <a:lnTo>
                    <a:pt x="4809698" y="2056764"/>
                  </a:lnTo>
                  <a:lnTo>
                    <a:pt x="4887332" y="2030599"/>
                  </a:lnTo>
                  <a:lnTo>
                    <a:pt x="4964966" y="2004004"/>
                  </a:lnTo>
                  <a:lnTo>
                    <a:pt x="5042600" y="1976974"/>
                  </a:lnTo>
                  <a:lnTo>
                    <a:pt x="5120234" y="1949500"/>
                  </a:lnTo>
                  <a:lnTo>
                    <a:pt x="5197868" y="1921576"/>
                  </a:lnTo>
                  <a:lnTo>
                    <a:pt x="5275502" y="1893194"/>
                  </a:lnTo>
                  <a:lnTo>
                    <a:pt x="5353136" y="1864346"/>
                  </a:lnTo>
                  <a:lnTo>
                    <a:pt x="5430771" y="1835026"/>
                  </a:lnTo>
                  <a:lnTo>
                    <a:pt x="5508405" y="1805225"/>
                  </a:lnTo>
                  <a:lnTo>
                    <a:pt x="5586039" y="1774935"/>
                  </a:lnTo>
                  <a:lnTo>
                    <a:pt x="5663673" y="1744149"/>
                  </a:lnTo>
                  <a:lnTo>
                    <a:pt x="5741307" y="1712858"/>
                  </a:lnTo>
                  <a:lnTo>
                    <a:pt x="5818941" y="1681054"/>
                  </a:lnTo>
                  <a:lnTo>
                    <a:pt x="5896575" y="1648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8979"/>
              <a:ext cx="7370972" cy="816541"/>
            </a:xfrm>
            <a:custGeom>
              <a:avLst/>
              <a:pathLst>
                <a:path w="7370972" h="816541">
                  <a:moveTo>
                    <a:pt x="7370972" y="816541"/>
                  </a:moveTo>
                  <a:lnTo>
                    <a:pt x="7293338" y="813920"/>
                  </a:lnTo>
                  <a:lnTo>
                    <a:pt x="7215704" y="811141"/>
                  </a:lnTo>
                  <a:lnTo>
                    <a:pt x="7138070" y="808196"/>
                  </a:lnTo>
                  <a:lnTo>
                    <a:pt x="7060436" y="805074"/>
                  </a:lnTo>
                  <a:lnTo>
                    <a:pt x="6982802" y="801764"/>
                  </a:lnTo>
                  <a:lnTo>
                    <a:pt x="6905168" y="798256"/>
                  </a:lnTo>
                  <a:lnTo>
                    <a:pt x="6827534" y="794537"/>
                  </a:lnTo>
                  <a:lnTo>
                    <a:pt x="6749900" y="790596"/>
                  </a:lnTo>
                  <a:lnTo>
                    <a:pt x="6672266" y="786417"/>
                  </a:lnTo>
                  <a:lnTo>
                    <a:pt x="6594632" y="781988"/>
                  </a:lnTo>
                  <a:lnTo>
                    <a:pt x="6516998" y="777294"/>
                  </a:lnTo>
                  <a:lnTo>
                    <a:pt x="6439364" y="772317"/>
                  </a:lnTo>
                  <a:lnTo>
                    <a:pt x="6361730" y="767042"/>
                  </a:lnTo>
                  <a:lnTo>
                    <a:pt x="6284096" y="761451"/>
                  </a:lnTo>
                  <a:lnTo>
                    <a:pt x="6206462" y="755524"/>
                  </a:lnTo>
                  <a:lnTo>
                    <a:pt x="6128827" y="749241"/>
                  </a:lnTo>
                  <a:lnTo>
                    <a:pt x="6051193" y="742581"/>
                  </a:lnTo>
                  <a:lnTo>
                    <a:pt x="5973559" y="735522"/>
                  </a:lnTo>
                  <a:lnTo>
                    <a:pt x="5895925" y="728039"/>
                  </a:lnTo>
                  <a:lnTo>
                    <a:pt x="5818291" y="720107"/>
                  </a:lnTo>
                  <a:lnTo>
                    <a:pt x="5740657" y="711699"/>
                  </a:lnTo>
                  <a:lnTo>
                    <a:pt x="5663023" y="702786"/>
                  </a:lnTo>
                  <a:lnTo>
                    <a:pt x="5585389" y="693339"/>
                  </a:lnTo>
                  <a:lnTo>
                    <a:pt x="5507755" y="683325"/>
                  </a:lnTo>
                  <a:lnTo>
                    <a:pt x="5430121" y="672710"/>
                  </a:lnTo>
                  <a:lnTo>
                    <a:pt x="5352487" y="661457"/>
                  </a:lnTo>
                  <a:lnTo>
                    <a:pt x="5274853" y="649530"/>
                  </a:lnTo>
                  <a:lnTo>
                    <a:pt x="5197219" y="636887"/>
                  </a:lnTo>
                  <a:lnTo>
                    <a:pt x="5119585" y="623486"/>
                  </a:lnTo>
                  <a:lnTo>
                    <a:pt x="5041951" y="609280"/>
                  </a:lnTo>
                  <a:lnTo>
                    <a:pt x="4964317" y="594222"/>
                  </a:lnTo>
                  <a:lnTo>
                    <a:pt x="4886683" y="578260"/>
                  </a:lnTo>
                  <a:lnTo>
                    <a:pt x="4809049" y="561341"/>
                  </a:lnTo>
                  <a:lnTo>
                    <a:pt x="4731415" y="543406"/>
                  </a:lnTo>
                  <a:lnTo>
                    <a:pt x="4653781" y="524395"/>
                  </a:lnTo>
                  <a:lnTo>
                    <a:pt x="4576147" y="504243"/>
                  </a:lnTo>
                  <a:lnTo>
                    <a:pt x="4498513" y="482882"/>
                  </a:lnTo>
                  <a:lnTo>
                    <a:pt x="4420879" y="460239"/>
                  </a:lnTo>
                  <a:lnTo>
                    <a:pt x="4343244" y="436238"/>
                  </a:lnTo>
                  <a:lnTo>
                    <a:pt x="4265610" y="410796"/>
                  </a:lnTo>
                  <a:lnTo>
                    <a:pt x="4187976" y="383828"/>
                  </a:lnTo>
                  <a:lnTo>
                    <a:pt x="4110342" y="355242"/>
                  </a:lnTo>
                  <a:lnTo>
                    <a:pt x="4032708" y="324940"/>
                  </a:lnTo>
                  <a:lnTo>
                    <a:pt x="3955074" y="292820"/>
                  </a:lnTo>
                  <a:lnTo>
                    <a:pt x="3877440" y="258772"/>
                  </a:lnTo>
                  <a:lnTo>
                    <a:pt x="3799806" y="222682"/>
                  </a:lnTo>
                  <a:lnTo>
                    <a:pt x="3722172" y="184426"/>
                  </a:lnTo>
                  <a:lnTo>
                    <a:pt x="3644538" y="143874"/>
                  </a:lnTo>
                  <a:lnTo>
                    <a:pt x="3566904" y="100889"/>
                  </a:lnTo>
                  <a:lnTo>
                    <a:pt x="3489270" y="55324"/>
                  </a:lnTo>
                  <a:lnTo>
                    <a:pt x="3411636" y="7026"/>
                  </a:lnTo>
                  <a:lnTo>
                    <a:pt x="3334002" y="0"/>
                  </a:lnTo>
                  <a:lnTo>
                    <a:pt x="3256368" y="13876"/>
                  </a:lnTo>
                  <a:lnTo>
                    <a:pt x="3178734" y="27529"/>
                  </a:lnTo>
                  <a:lnTo>
                    <a:pt x="3101100" y="40961"/>
                  </a:lnTo>
                  <a:lnTo>
                    <a:pt x="3023466" y="54177"/>
                  </a:lnTo>
                  <a:lnTo>
                    <a:pt x="2945832" y="67179"/>
                  </a:lnTo>
                  <a:lnTo>
                    <a:pt x="2868198" y="79972"/>
                  </a:lnTo>
                  <a:lnTo>
                    <a:pt x="2790564" y="92559"/>
                  </a:lnTo>
                  <a:lnTo>
                    <a:pt x="2712930" y="104942"/>
                  </a:lnTo>
                  <a:lnTo>
                    <a:pt x="2635295" y="117126"/>
                  </a:lnTo>
                  <a:lnTo>
                    <a:pt x="2557661" y="129113"/>
                  </a:lnTo>
                  <a:lnTo>
                    <a:pt x="2480027" y="140906"/>
                  </a:lnTo>
                  <a:lnTo>
                    <a:pt x="2402393" y="152510"/>
                  </a:lnTo>
                  <a:lnTo>
                    <a:pt x="2324759" y="163926"/>
                  </a:lnTo>
                  <a:lnTo>
                    <a:pt x="2247125" y="175158"/>
                  </a:lnTo>
                  <a:lnTo>
                    <a:pt x="2169491" y="186209"/>
                  </a:lnTo>
                  <a:lnTo>
                    <a:pt x="2091857" y="197082"/>
                  </a:lnTo>
                  <a:lnTo>
                    <a:pt x="2014223" y="207779"/>
                  </a:lnTo>
                  <a:lnTo>
                    <a:pt x="1936589" y="218304"/>
                  </a:lnTo>
                  <a:lnTo>
                    <a:pt x="1858955" y="228659"/>
                  </a:lnTo>
                  <a:lnTo>
                    <a:pt x="1781321" y="238847"/>
                  </a:lnTo>
                  <a:lnTo>
                    <a:pt x="1703687" y="248871"/>
                  </a:lnTo>
                  <a:lnTo>
                    <a:pt x="1626053" y="258733"/>
                  </a:lnTo>
                  <a:lnTo>
                    <a:pt x="1548419" y="268435"/>
                  </a:lnTo>
                  <a:lnTo>
                    <a:pt x="1470785" y="277982"/>
                  </a:lnTo>
                  <a:lnTo>
                    <a:pt x="1393151" y="287374"/>
                  </a:lnTo>
                  <a:lnTo>
                    <a:pt x="1315517" y="296615"/>
                  </a:lnTo>
                  <a:lnTo>
                    <a:pt x="1237883" y="305707"/>
                  </a:lnTo>
                  <a:lnTo>
                    <a:pt x="1160249" y="314652"/>
                  </a:lnTo>
                  <a:lnTo>
                    <a:pt x="1082615" y="323452"/>
                  </a:lnTo>
                  <a:lnTo>
                    <a:pt x="1004981" y="332111"/>
                  </a:lnTo>
                  <a:lnTo>
                    <a:pt x="927346" y="340630"/>
                  </a:lnTo>
                  <a:lnTo>
                    <a:pt x="849712" y="349012"/>
                  </a:lnTo>
                  <a:lnTo>
                    <a:pt x="772078" y="357259"/>
                  </a:lnTo>
                  <a:lnTo>
                    <a:pt x="694444" y="365372"/>
                  </a:lnTo>
                  <a:lnTo>
                    <a:pt x="616810" y="373355"/>
                  </a:lnTo>
                  <a:lnTo>
                    <a:pt x="539176" y="381209"/>
                  </a:lnTo>
                  <a:lnTo>
                    <a:pt x="461542" y="388936"/>
                  </a:lnTo>
                  <a:lnTo>
                    <a:pt x="383908" y="396538"/>
                  </a:lnTo>
                  <a:lnTo>
                    <a:pt x="306274" y="404018"/>
                  </a:lnTo>
                  <a:lnTo>
                    <a:pt x="228640" y="411377"/>
                  </a:lnTo>
                  <a:lnTo>
                    <a:pt x="151006" y="418618"/>
                  </a:lnTo>
                  <a:lnTo>
                    <a:pt x="73372" y="425741"/>
                  </a:lnTo>
                  <a:lnTo>
                    <a:pt x="0" y="432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75187"/>
              <a:ext cx="7370972" cy="1878143"/>
            </a:xfrm>
            <a:custGeom>
              <a:avLst/>
              <a:pathLst>
                <a:path w="7370972" h="1878143">
                  <a:moveTo>
                    <a:pt x="0" y="0"/>
                  </a:moveTo>
                  <a:lnTo>
                    <a:pt x="73372" y="42758"/>
                  </a:lnTo>
                  <a:lnTo>
                    <a:pt x="151006" y="87060"/>
                  </a:lnTo>
                  <a:lnTo>
                    <a:pt x="228640" y="130440"/>
                  </a:lnTo>
                  <a:lnTo>
                    <a:pt x="306274" y="172919"/>
                  </a:lnTo>
                  <a:lnTo>
                    <a:pt x="383908" y="214515"/>
                  </a:lnTo>
                  <a:lnTo>
                    <a:pt x="461542" y="255246"/>
                  </a:lnTo>
                  <a:lnTo>
                    <a:pt x="539176" y="295131"/>
                  </a:lnTo>
                  <a:lnTo>
                    <a:pt x="616810" y="334187"/>
                  </a:lnTo>
                  <a:lnTo>
                    <a:pt x="694444" y="372430"/>
                  </a:lnTo>
                  <a:lnTo>
                    <a:pt x="772078" y="409879"/>
                  </a:lnTo>
                  <a:lnTo>
                    <a:pt x="849712" y="446549"/>
                  </a:lnTo>
                  <a:lnTo>
                    <a:pt x="927346" y="482457"/>
                  </a:lnTo>
                  <a:lnTo>
                    <a:pt x="1004981" y="517619"/>
                  </a:lnTo>
                  <a:lnTo>
                    <a:pt x="1082615" y="552050"/>
                  </a:lnTo>
                  <a:lnTo>
                    <a:pt x="1160249" y="585765"/>
                  </a:lnTo>
                  <a:lnTo>
                    <a:pt x="1237883" y="618779"/>
                  </a:lnTo>
                  <a:lnTo>
                    <a:pt x="1315517" y="651107"/>
                  </a:lnTo>
                  <a:lnTo>
                    <a:pt x="1393151" y="682763"/>
                  </a:lnTo>
                  <a:lnTo>
                    <a:pt x="1470785" y="713762"/>
                  </a:lnTo>
                  <a:lnTo>
                    <a:pt x="1548419" y="744115"/>
                  </a:lnTo>
                  <a:lnTo>
                    <a:pt x="1626053" y="773838"/>
                  </a:lnTo>
                  <a:lnTo>
                    <a:pt x="1703687" y="802943"/>
                  </a:lnTo>
                  <a:lnTo>
                    <a:pt x="1781321" y="831443"/>
                  </a:lnTo>
                  <a:lnTo>
                    <a:pt x="1858955" y="859350"/>
                  </a:lnTo>
                  <a:lnTo>
                    <a:pt x="1936589" y="886678"/>
                  </a:lnTo>
                  <a:lnTo>
                    <a:pt x="2014223" y="913437"/>
                  </a:lnTo>
                  <a:lnTo>
                    <a:pt x="2091857" y="939640"/>
                  </a:lnTo>
                  <a:lnTo>
                    <a:pt x="2169491" y="965299"/>
                  </a:lnTo>
                  <a:lnTo>
                    <a:pt x="2247125" y="990424"/>
                  </a:lnTo>
                  <a:lnTo>
                    <a:pt x="2324759" y="1015027"/>
                  </a:lnTo>
                  <a:lnTo>
                    <a:pt x="2402393" y="1039118"/>
                  </a:lnTo>
                  <a:lnTo>
                    <a:pt x="2480027" y="1062709"/>
                  </a:lnTo>
                  <a:lnTo>
                    <a:pt x="2557661" y="1085809"/>
                  </a:lnTo>
                  <a:lnTo>
                    <a:pt x="2635295" y="1108429"/>
                  </a:lnTo>
                  <a:lnTo>
                    <a:pt x="2712930" y="1130579"/>
                  </a:lnTo>
                  <a:lnTo>
                    <a:pt x="2790564" y="1152268"/>
                  </a:lnTo>
                  <a:lnTo>
                    <a:pt x="2868198" y="1173507"/>
                  </a:lnTo>
                  <a:lnTo>
                    <a:pt x="2945832" y="1194304"/>
                  </a:lnTo>
                  <a:lnTo>
                    <a:pt x="3023466" y="1214669"/>
                  </a:lnTo>
                  <a:lnTo>
                    <a:pt x="3101100" y="1234611"/>
                  </a:lnTo>
                  <a:lnTo>
                    <a:pt x="3178734" y="1254138"/>
                  </a:lnTo>
                  <a:lnTo>
                    <a:pt x="3256368" y="1273259"/>
                  </a:lnTo>
                  <a:lnTo>
                    <a:pt x="3334002" y="1291983"/>
                  </a:lnTo>
                  <a:lnTo>
                    <a:pt x="3411636" y="1310317"/>
                  </a:lnTo>
                  <a:lnTo>
                    <a:pt x="3489270" y="1328270"/>
                  </a:lnTo>
                  <a:lnTo>
                    <a:pt x="3566904" y="1345851"/>
                  </a:lnTo>
                  <a:lnTo>
                    <a:pt x="3644538" y="1363065"/>
                  </a:lnTo>
                  <a:lnTo>
                    <a:pt x="3722172" y="1379922"/>
                  </a:lnTo>
                  <a:lnTo>
                    <a:pt x="3799806" y="1396429"/>
                  </a:lnTo>
                  <a:lnTo>
                    <a:pt x="3877440" y="1412592"/>
                  </a:lnTo>
                  <a:lnTo>
                    <a:pt x="3955074" y="1428420"/>
                  </a:lnTo>
                  <a:lnTo>
                    <a:pt x="4032708" y="1443918"/>
                  </a:lnTo>
                  <a:lnTo>
                    <a:pt x="4110342" y="1459094"/>
                  </a:lnTo>
                  <a:lnTo>
                    <a:pt x="4187976" y="1473955"/>
                  </a:lnTo>
                  <a:lnTo>
                    <a:pt x="4265610" y="1488507"/>
                  </a:lnTo>
                  <a:lnTo>
                    <a:pt x="4343244" y="1502756"/>
                  </a:lnTo>
                  <a:lnTo>
                    <a:pt x="4420879" y="1516710"/>
                  </a:lnTo>
                  <a:lnTo>
                    <a:pt x="4498513" y="1530373"/>
                  </a:lnTo>
                  <a:lnTo>
                    <a:pt x="4576147" y="1543752"/>
                  </a:lnTo>
                  <a:lnTo>
                    <a:pt x="4653781" y="1556853"/>
                  </a:lnTo>
                  <a:lnTo>
                    <a:pt x="4731415" y="1569682"/>
                  </a:lnTo>
                  <a:lnTo>
                    <a:pt x="4809049" y="1582244"/>
                  </a:lnTo>
                  <a:lnTo>
                    <a:pt x="4886683" y="1594545"/>
                  </a:lnTo>
                  <a:lnTo>
                    <a:pt x="4964317" y="1606590"/>
                  </a:lnTo>
                  <a:lnTo>
                    <a:pt x="5041951" y="1618385"/>
                  </a:lnTo>
                  <a:lnTo>
                    <a:pt x="5119585" y="1629935"/>
                  </a:lnTo>
                  <a:lnTo>
                    <a:pt x="5197219" y="1641244"/>
                  </a:lnTo>
                  <a:lnTo>
                    <a:pt x="5274853" y="1652319"/>
                  </a:lnTo>
                  <a:lnTo>
                    <a:pt x="5352487" y="1663163"/>
                  </a:lnTo>
                  <a:lnTo>
                    <a:pt x="5430121" y="1673782"/>
                  </a:lnTo>
                  <a:lnTo>
                    <a:pt x="5507755" y="1684180"/>
                  </a:lnTo>
                  <a:lnTo>
                    <a:pt x="5585389" y="1694362"/>
                  </a:lnTo>
                  <a:lnTo>
                    <a:pt x="5663023" y="1704333"/>
                  </a:lnTo>
                  <a:lnTo>
                    <a:pt x="5740657" y="1714096"/>
                  </a:lnTo>
                  <a:lnTo>
                    <a:pt x="5818291" y="1723656"/>
                  </a:lnTo>
                  <a:lnTo>
                    <a:pt x="5895925" y="1733018"/>
                  </a:lnTo>
                  <a:lnTo>
                    <a:pt x="5973559" y="1742184"/>
                  </a:lnTo>
                  <a:lnTo>
                    <a:pt x="6051193" y="1751161"/>
                  </a:lnTo>
                  <a:lnTo>
                    <a:pt x="6128827" y="1759951"/>
                  </a:lnTo>
                  <a:lnTo>
                    <a:pt x="6206462" y="1768558"/>
                  </a:lnTo>
                  <a:lnTo>
                    <a:pt x="6284096" y="1776986"/>
                  </a:lnTo>
                  <a:lnTo>
                    <a:pt x="6361730" y="1785239"/>
                  </a:lnTo>
                  <a:lnTo>
                    <a:pt x="6439364" y="1793320"/>
                  </a:lnTo>
                  <a:lnTo>
                    <a:pt x="6516998" y="1801233"/>
                  </a:lnTo>
                  <a:lnTo>
                    <a:pt x="6594632" y="1808982"/>
                  </a:lnTo>
                  <a:lnTo>
                    <a:pt x="6672266" y="1816570"/>
                  </a:lnTo>
                  <a:lnTo>
                    <a:pt x="6749900" y="1824000"/>
                  </a:lnTo>
                  <a:lnTo>
                    <a:pt x="6827534" y="1831276"/>
                  </a:lnTo>
                  <a:lnTo>
                    <a:pt x="6905168" y="1838400"/>
                  </a:lnTo>
                  <a:lnTo>
                    <a:pt x="6982802" y="1845377"/>
                  </a:lnTo>
                  <a:lnTo>
                    <a:pt x="7060436" y="1852208"/>
                  </a:lnTo>
                  <a:lnTo>
                    <a:pt x="7138070" y="1858897"/>
                  </a:lnTo>
                  <a:lnTo>
                    <a:pt x="7215704" y="1865448"/>
                  </a:lnTo>
                  <a:lnTo>
                    <a:pt x="7293338" y="1871862"/>
                  </a:lnTo>
                  <a:lnTo>
                    <a:pt x="7370972" y="18781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2026-05-22T10:32:44Z</dcterms:modified>
  <cp:category/>
</cp:coreProperties>
</file>