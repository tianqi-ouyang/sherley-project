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70972" cy="3445508"/>
            </a:xfrm>
            <a:custGeom>
              <a:avLst/>
              <a:pathLst>
                <a:path w="7370972" h="3445508">
                  <a:moveTo>
                    <a:pt x="1528089" y="0"/>
                  </a:moveTo>
                  <a:lnTo>
                    <a:pt x="1548419" y="55463"/>
                  </a:lnTo>
                  <a:lnTo>
                    <a:pt x="1626053" y="254937"/>
                  </a:lnTo>
                  <a:lnTo>
                    <a:pt x="1703687" y="442805"/>
                  </a:lnTo>
                  <a:lnTo>
                    <a:pt x="1781321" y="619742"/>
                  </a:lnTo>
                  <a:lnTo>
                    <a:pt x="1858955" y="786384"/>
                  </a:lnTo>
                  <a:lnTo>
                    <a:pt x="1936589" y="943330"/>
                  </a:lnTo>
                  <a:lnTo>
                    <a:pt x="2014223" y="1091144"/>
                  </a:lnTo>
                  <a:lnTo>
                    <a:pt x="2091857" y="1230357"/>
                  </a:lnTo>
                  <a:lnTo>
                    <a:pt x="2169491" y="1361470"/>
                  </a:lnTo>
                  <a:lnTo>
                    <a:pt x="2247125" y="1484955"/>
                  </a:lnTo>
                  <a:lnTo>
                    <a:pt x="2324759" y="1601254"/>
                  </a:lnTo>
                  <a:lnTo>
                    <a:pt x="2402393" y="1710787"/>
                  </a:lnTo>
                  <a:lnTo>
                    <a:pt x="2480027" y="1813946"/>
                  </a:lnTo>
                  <a:lnTo>
                    <a:pt x="2557661" y="1911103"/>
                  </a:lnTo>
                  <a:lnTo>
                    <a:pt x="2635295" y="2002607"/>
                  </a:lnTo>
                  <a:lnTo>
                    <a:pt x="2712930" y="2088787"/>
                  </a:lnTo>
                  <a:lnTo>
                    <a:pt x="2790564" y="2169953"/>
                  </a:lnTo>
                  <a:lnTo>
                    <a:pt x="2868198" y="2246396"/>
                  </a:lnTo>
                  <a:lnTo>
                    <a:pt x="2945832" y="2318391"/>
                  </a:lnTo>
                  <a:lnTo>
                    <a:pt x="3023466" y="2386197"/>
                  </a:lnTo>
                  <a:lnTo>
                    <a:pt x="3101100" y="2450058"/>
                  </a:lnTo>
                  <a:lnTo>
                    <a:pt x="3178734" y="2510203"/>
                  </a:lnTo>
                  <a:lnTo>
                    <a:pt x="3256368" y="2566848"/>
                  </a:lnTo>
                  <a:lnTo>
                    <a:pt x="3334002" y="2620198"/>
                  </a:lnTo>
                  <a:lnTo>
                    <a:pt x="3411636" y="2651384"/>
                  </a:lnTo>
                  <a:lnTo>
                    <a:pt x="3489270" y="2642490"/>
                  </a:lnTo>
                  <a:lnTo>
                    <a:pt x="3566904" y="2633501"/>
                  </a:lnTo>
                  <a:lnTo>
                    <a:pt x="3644538" y="2624416"/>
                  </a:lnTo>
                  <a:lnTo>
                    <a:pt x="3722172" y="2615233"/>
                  </a:lnTo>
                  <a:lnTo>
                    <a:pt x="3799806" y="2605953"/>
                  </a:lnTo>
                  <a:lnTo>
                    <a:pt x="3877440" y="2596573"/>
                  </a:lnTo>
                  <a:lnTo>
                    <a:pt x="3955074" y="2587094"/>
                  </a:lnTo>
                  <a:lnTo>
                    <a:pt x="4032708" y="2577513"/>
                  </a:lnTo>
                  <a:lnTo>
                    <a:pt x="4110342" y="2567829"/>
                  </a:lnTo>
                  <a:lnTo>
                    <a:pt x="4187976" y="2558042"/>
                  </a:lnTo>
                  <a:lnTo>
                    <a:pt x="4265610" y="2548151"/>
                  </a:lnTo>
                  <a:lnTo>
                    <a:pt x="4343244" y="2538153"/>
                  </a:lnTo>
                  <a:lnTo>
                    <a:pt x="4420879" y="2528049"/>
                  </a:lnTo>
                  <a:lnTo>
                    <a:pt x="4498513" y="2517837"/>
                  </a:lnTo>
                  <a:lnTo>
                    <a:pt x="4576147" y="2507516"/>
                  </a:lnTo>
                  <a:lnTo>
                    <a:pt x="4653781" y="2497085"/>
                  </a:lnTo>
                  <a:lnTo>
                    <a:pt x="4731415" y="2486542"/>
                  </a:lnTo>
                  <a:lnTo>
                    <a:pt x="4809049" y="2475886"/>
                  </a:lnTo>
                  <a:lnTo>
                    <a:pt x="4886683" y="2465117"/>
                  </a:lnTo>
                  <a:lnTo>
                    <a:pt x="4964317" y="2454233"/>
                  </a:lnTo>
                  <a:lnTo>
                    <a:pt x="5041951" y="2443232"/>
                  </a:lnTo>
                  <a:lnTo>
                    <a:pt x="5119585" y="2432114"/>
                  </a:lnTo>
                  <a:lnTo>
                    <a:pt x="5197219" y="2420876"/>
                  </a:lnTo>
                  <a:lnTo>
                    <a:pt x="5274853" y="2409519"/>
                  </a:lnTo>
                  <a:lnTo>
                    <a:pt x="5352487" y="2398041"/>
                  </a:lnTo>
                  <a:lnTo>
                    <a:pt x="5430121" y="2386440"/>
                  </a:lnTo>
                  <a:lnTo>
                    <a:pt x="5507755" y="2374714"/>
                  </a:lnTo>
                  <a:lnTo>
                    <a:pt x="5585389" y="2362864"/>
                  </a:lnTo>
                  <a:lnTo>
                    <a:pt x="5663023" y="2350887"/>
                  </a:lnTo>
                  <a:lnTo>
                    <a:pt x="5740657" y="2338782"/>
                  </a:lnTo>
                  <a:lnTo>
                    <a:pt x="5818291" y="2326547"/>
                  </a:lnTo>
                  <a:lnTo>
                    <a:pt x="5895925" y="2314182"/>
                  </a:lnTo>
                  <a:lnTo>
                    <a:pt x="5973559" y="2301685"/>
                  </a:lnTo>
                  <a:lnTo>
                    <a:pt x="6051193" y="2289054"/>
                  </a:lnTo>
                  <a:lnTo>
                    <a:pt x="6128827" y="2276289"/>
                  </a:lnTo>
                  <a:lnTo>
                    <a:pt x="6206462" y="2263386"/>
                  </a:lnTo>
                  <a:lnTo>
                    <a:pt x="6284096" y="2250346"/>
                  </a:lnTo>
                  <a:lnTo>
                    <a:pt x="6361730" y="2237167"/>
                  </a:lnTo>
                  <a:lnTo>
                    <a:pt x="6439364" y="2223847"/>
                  </a:lnTo>
                  <a:lnTo>
                    <a:pt x="6516998" y="2210384"/>
                  </a:lnTo>
                  <a:lnTo>
                    <a:pt x="6594632" y="2196778"/>
                  </a:lnTo>
                  <a:lnTo>
                    <a:pt x="6672266" y="2183026"/>
                  </a:lnTo>
                  <a:lnTo>
                    <a:pt x="6749900" y="2169127"/>
                  </a:lnTo>
                  <a:lnTo>
                    <a:pt x="6827534" y="2155080"/>
                  </a:lnTo>
                  <a:lnTo>
                    <a:pt x="6905168" y="2140883"/>
                  </a:lnTo>
                  <a:lnTo>
                    <a:pt x="6982802" y="2126534"/>
                  </a:lnTo>
                  <a:lnTo>
                    <a:pt x="7060436" y="2112032"/>
                  </a:lnTo>
                  <a:lnTo>
                    <a:pt x="7138070" y="2097374"/>
                  </a:lnTo>
                  <a:lnTo>
                    <a:pt x="7215704" y="2082560"/>
                  </a:lnTo>
                  <a:lnTo>
                    <a:pt x="7293338" y="2067588"/>
                  </a:lnTo>
                  <a:lnTo>
                    <a:pt x="7370972" y="2052456"/>
                  </a:lnTo>
                  <a:lnTo>
                    <a:pt x="7370972" y="3445508"/>
                  </a:lnTo>
                  <a:lnTo>
                    <a:pt x="7293338" y="3443146"/>
                  </a:lnTo>
                  <a:lnTo>
                    <a:pt x="7215704" y="3440637"/>
                  </a:lnTo>
                  <a:lnTo>
                    <a:pt x="7138070" y="3437974"/>
                  </a:lnTo>
                  <a:lnTo>
                    <a:pt x="7060436" y="3435146"/>
                  </a:lnTo>
                  <a:lnTo>
                    <a:pt x="6982802" y="3432144"/>
                  </a:lnTo>
                  <a:lnTo>
                    <a:pt x="6905168" y="3428956"/>
                  </a:lnTo>
                  <a:lnTo>
                    <a:pt x="6827534" y="3425571"/>
                  </a:lnTo>
                  <a:lnTo>
                    <a:pt x="6749900" y="3421977"/>
                  </a:lnTo>
                  <a:lnTo>
                    <a:pt x="6672266" y="3418161"/>
                  </a:lnTo>
                  <a:lnTo>
                    <a:pt x="6594632" y="3414109"/>
                  </a:lnTo>
                  <a:lnTo>
                    <a:pt x="6516998" y="3409807"/>
                  </a:lnTo>
                  <a:lnTo>
                    <a:pt x="6439364" y="3405239"/>
                  </a:lnTo>
                  <a:lnTo>
                    <a:pt x="6361730" y="3400388"/>
                  </a:lnTo>
                  <a:lnTo>
                    <a:pt x="6284096" y="3395239"/>
                  </a:lnTo>
                  <a:lnTo>
                    <a:pt x="6206462" y="3389771"/>
                  </a:lnTo>
                  <a:lnTo>
                    <a:pt x="6128827" y="3383965"/>
                  </a:lnTo>
                  <a:lnTo>
                    <a:pt x="6051193" y="3377800"/>
                  </a:lnTo>
                  <a:lnTo>
                    <a:pt x="5973559" y="3371255"/>
                  </a:lnTo>
                  <a:lnTo>
                    <a:pt x="5895925" y="3364306"/>
                  </a:lnTo>
                  <a:lnTo>
                    <a:pt x="5818291" y="3356927"/>
                  </a:lnTo>
                  <a:lnTo>
                    <a:pt x="5740657" y="3349092"/>
                  </a:lnTo>
                  <a:lnTo>
                    <a:pt x="5663023" y="3340773"/>
                  </a:lnTo>
                  <a:lnTo>
                    <a:pt x="5585389" y="3331940"/>
                  </a:lnTo>
                  <a:lnTo>
                    <a:pt x="5507755" y="3322561"/>
                  </a:lnTo>
                  <a:lnTo>
                    <a:pt x="5430121" y="3312603"/>
                  </a:lnTo>
                  <a:lnTo>
                    <a:pt x="5352487" y="3302030"/>
                  </a:lnTo>
                  <a:lnTo>
                    <a:pt x="5274853" y="3290804"/>
                  </a:lnTo>
                  <a:lnTo>
                    <a:pt x="5197219" y="3278884"/>
                  </a:lnTo>
                  <a:lnTo>
                    <a:pt x="5119585" y="3266228"/>
                  </a:lnTo>
                  <a:lnTo>
                    <a:pt x="5041951" y="3252790"/>
                  </a:lnTo>
                  <a:lnTo>
                    <a:pt x="4964317" y="3238521"/>
                  </a:lnTo>
                  <a:lnTo>
                    <a:pt x="4886683" y="3223371"/>
                  </a:lnTo>
                  <a:lnTo>
                    <a:pt x="4809049" y="3207285"/>
                  </a:lnTo>
                  <a:lnTo>
                    <a:pt x="4731415" y="3190206"/>
                  </a:lnTo>
                  <a:lnTo>
                    <a:pt x="4653781" y="3172071"/>
                  </a:lnTo>
                  <a:lnTo>
                    <a:pt x="4576147" y="3152816"/>
                  </a:lnTo>
                  <a:lnTo>
                    <a:pt x="4498513" y="3132371"/>
                  </a:lnTo>
                  <a:lnTo>
                    <a:pt x="4420879" y="3110663"/>
                  </a:lnTo>
                  <a:lnTo>
                    <a:pt x="4343244" y="3087614"/>
                  </a:lnTo>
                  <a:lnTo>
                    <a:pt x="4265610" y="3063141"/>
                  </a:lnTo>
                  <a:lnTo>
                    <a:pt x="4187976" y="3037157"/>
                  </a:lnTo>
                  <a:lnTo>
                    <a:pt x="4110342" y="3009567"/>
                  </a:lnTo>
                  <a:lnTo>
                    <a:pt x="4032708" y="2980272"/>
                  </a:lnTo>
                  <a:lnTo>
                    <a:pt x="3955074" y="2949167"/>
                  </a:lnTo>
                  <a:lnTo>
                    <a:pt x="3877440" y="2916141"/>
                  </a:lnTo>
                  <a:lnTo>
                    <a:pt x="3799806" y="2881075"/>
                  </a:lnTo>
                  <a:lnTo>
                    <a:pt x="3722172" y="2843842"/>
                  </a:lnTo>
                  <a:lnTo>
                    <a:pt x="3644538" y="2804309"/>
                  </a:lnTo>
                  <a:lnTo>
                    <a:pt x="3566904" y="2762334"/>
                  </a:lnTo>
                  <a:lnTo>
                    <a:pt x="3489270" y="2717766"/>
                  </a:lnTo>
                  <a:lnTo>
                    <a:pt x="3411636" y="2670444"/>
                  </a:lnTo>
                  <a:lnTo>
                    <a:pt x="3334002" y="2660184"/>
                  </a:lnTo>
                  <a:lnTo>
                    <a:pt x="3256368" y="2668891"/>
                  </a:lnTo>
                  <a:lnTo>
                    <a:pt x="3178734" y="2677506"/>
                  </a:lnTo>
                  <a:lnTo>
                    <a:pt x="3101100" y="2686030"/>
                  </a:lnTo>
                  <a:lnTo>
                    <a:pt x="3023466" y="2694464"/>
                  </a:lnTo>
                  <a:lnTo>
                    <a:pt x="2945832" y="2702809"/>
                  </a:lnTo>
                  <a:lnTo>
                    <a:pt x="2868198" y="2711065"/>
                  </a:lnTo>
                  <a:lnTo>
                    <a:pt x="2790564" y="2719234"/>
                  </a:lnTo>
                  <a:lnTo>
                    <a:pt x="2712930" y="2727317"/>
                  </a:lnTo>
                  <a:lnTo>
                    <a:pt x="2635295" y="2735314"/>
                  </a:lnTo>
                  <a:lnTo>
                    <a:pt x="2557661" y="2743227"/>
                  </a:lnTo>
                  <a:lnTo>
                    <a:pt x="2480027" y="2751056"/>
                  </a:lnTo>
                  <a:lnTo>
                    <a:pt x="2402393" y="2758802"/>
                  </a:lnTo>
                  <a:lnTo>
                    <a:pt x="2324759" y="2766467"/>
                  </a:lnTo>
                  <a:lnTo>
                    <a:pt x="2247125" y="2774050"/>
                  </a:lnTo>
                  <a:lnTo>
                    <a:pt x="2169491" y="2781553"/>
                  </a:lnTo>
                  <a:lnTo>
                    <a:pt x="2091857" y="2788977"/>
                  </a:lnTo>
                  <a:lnTo>
                    <a:pt x="2014223" y="2796323"/>
                  </a:lnTo>
                  <a:lnTo>
                    <a:pt x="1936589" y="2803590"/>
                  </a:lnTo>
                  <a:lnTo>
                    <a:pt x="1858955" y="2810781"/>
                  </a:lnTo>
                  <a:lnTo>
                    <a:pt x="1781321" y="2817896"/>
                  </a:lnTo>
                  <a:lnTo>
                    <a:pt x="1703687" y="2824936"/>
                  </a:lnTo>
                  <a:lnTo>
                    <a:pt x="1626053" y="2831901"/>
                  </a:lnTo>
                  <a:lnTo>
                    <a:pt x="1548419" y="2838793"/>
                  </a:lnTo>
                  <a:lnTo>
                    <a:pt x="1470785" y="2845611"/>
                  </a:lnTo>
                  <a:lnTo>
                    <a:pt x="1393151" y="2852358"/>
                  </a:lnTo>
                  <a:lnTo>
                    <a:pt x="1315517" y="2859033"/>
                  </a:lnTo>
                  <a:lnTo>
                    <a:pt x="1237883" y="2865638"/>
                  </a:lnTo>
                  <a:lnTo>
                    <a:pt x="1160249" y="2872173"/>
                  </a:lnTo>
                  <a:lnTo>
                    <a:pt x="1082615" y="2878639"/>
                  </a:lnTo>
                  <a:lnTo>
                    <a:pt x="1004981" y="2885036"/>
                  </a:lnTo>
                  <a:lnTo>
                    <a:pt x="927346" y="2891366"/>
                  </a:lnTo>
                  <a:lnTo>
                    <a:pt x="849712" y="2897629"/>
                  </a:lnTo>
                  <a:lnTo>
                    <a:pt x="772078" y="2903826"/>
                  </a:lnTo>
                  <a:lnTo>
                    <a:pt x="694444" y="2909957"/>
                  </a:lnTo>
                  <a:lnTo>
                    <a:pt x="616810" y="2916023"/>
                  </a:lnTo>
                  <a:lnTo>
                    <a:pt x="539176" y="2922025"/>
                  </a:lnTo>
                  <a:lnTo>
                    <a:pt x="461542" y="2927964"/>
                  </a:lnTo>
                  <a:lnTo>
                    <a:pt x="383908" y="2933840"/>
                  </a:lnTo>
                  <a:lnTo>
                    <a:pt x="306274" y="2939654"/>
                  </a:lnTo>
                  <a:lnTo>
                    <a:pt x="228640" y="2945406"/>
                  </a:lnTo>
                  <a:lnTo>
                    <a:pt x="151006" y="2951098"/>
                  </a:lnTo>
                  <a:lnTo>
                    <a:pt x="73372" y="2956729"/>
                  </a:lnTo>
                  <a:lnTo>
                    <a:pt x="0" y="296199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45607" y="2073503"/>
              <a:ext cx="5842883" cy="2651384"/>
            </a:xfrm>
            <a:custGeom>
              <a:avLst/>
              <a:pathLst>
                <a:path w="5842883" h="2651384">
                  <a:moveTo>
                    <a:pt x="0" y="0"/>
                  </a:moveTo>
                  <a:lnTo>
                    <a:pt x="20330" y="55463"/>
                  </a:lnTo>
                  <a:lnTo>
                    <a:pt x="97964" y="254937"/>
                  </a:lnTo>
                  <a:lnTo>
                    <a:pt x="175598" y="442805"/>
                  </a:lnTo>
                  <a:lnTo>
                    <a:pt x="253232" y="619742"/>
                  </a:lnTo>
                  <a:lnTo>
                    <a:pt x="330866" y="786384"/>
                  </a:lnTo>
                  <a:lnTo>
                    <a:pt x="408500" y="943330"/>
                  </a:lnTo>
                  <a:lnTo>
                    <a:pt x="486134" y="1091144"/>
                  </a:lnTo>
                  <a:lnTo>
                    <a:pt x="563768" y="1230357"/>
                  </a:lnTo>
                  <a:lnTo>
                    <a:pt x="641402" y="1361470"/>
                  </a:lnTo>
                  <a:lnTo>
                    <a:pt x="719036" y="1484955"/>
                  </a:lnTo>
                  <a:lnTo>
                    <a:pt x="796670" y="1601254"/>
                  </a:lnTo>
                  <a:lnTo>
                    <a:pt x="874304" y="1710787"/>
                  </a:lnTo>
                  <a:lnTo>
                    <a:pt x="951938" y="1813946"/>
                  </a:lnTo>
                  <a:lnTo>
                    <a:pt x="1029572" y="1911103"/>
                  </a:lnTo>
                  <a:lnTo>
                    <a:pt x="1107206" y="2002607"/>
                  </a:lnTo>
                  <a:lnTo>
                    <a:pt x="1184840" y="2088787"/>
                  </a:lnTo>
                  <a:lnTo>
                    <a:pt x="1262474" y="2169953"/>
                  </a:lnTo>
                  <a:lnTo>
                    <a:pt x="1340108" y="2246396"/>
                  </a:lnTo>
                  <a:lnTo>
                    <a:pt x="1417742" y="2318391"/>
                  </a:lnTo>
                  <a:lnTo>
                    <a:pt x="1495376" y="2386197"/>
                  </a:lnTo>
                  <a:lnTo>
                    <a:pt x="1573010" y="2450058"/>
                  </a:lnTo>
                  <a:lnTo>
                    <a:pt x="1650644" y="2510203"/>
                  </a:lnTo>
                  <a:lnTo>
                    <a:pt x="1728279" y="2566848"/>
                  </a:lnTo>
                  <a:lnTo>
                    <a:pt x="1805913" y="2620198"/>
                  </a:lnTo>
                  <a:lnTo>
                    <a:pt x="1883547" y="2651384"/>
                  </a:lnTo>
                  <a:lnTo>
                    <a:pt x="1961181" y="2642490"/>
                  </a:lnTo>
                  <a:lnTo>
                    <a:pt x="2038815" y="2633501"/>
                  </a:lnTo>
                  <a:lnTo>
                    <a:pt x="2116449" y="2624416"/>
                  </a:lnTo>
                  <a:lnTo>
                    <a:pt x="2194083" y="2615233"/>
                  </a:lnTo>
                  <a:lnTo>
                    <a:pt x="2271717" y="2605953"/>
                  </a:lnTo>
                  <a:lnTo>
                    <a:pt x="2349351" y="2596573"/>
                  </a:lnTo>
                  <a:lnTo>
                    <a:pt x="2426985" y="2587094"/>
                  </a:lnTo>
                  <a:lnTo>
                    <a:pt x="2504619" y="2577513"/>
                  </a:lnTo>
                  <a:lnTo>
                    <a:pt x="2582253" y="2567829"/>
                  </a:lnTo>
                  <a:lnTo>
                    <a:pt x="2659887" y="2558042"/>
                  </a:lnTo>
                  <a:lnTo>
                    <a:pt x="2737521" y="2548151"/>
                  </a:lnTo>
                  <a:lnTo>
                    <a:pt x="2815155" y="2538153"/>
                  </a:lnTo>
                  <a:lnTo>
                    <a:pt x="2892789" y="2528049"/>
                  </a:lnTo>
                  <a:lnTo>
                    <a:pt x="2970423" y="2517837"/>
                  </a:lnTo>
                  <a:lnTo>
                    <a:pt x="3048057" y="2507516"/>
                  </a:lnTo>
                  <a:lnTo>
                    <a:pt x="3125691" y="2497085"/>
                  </a:lnTo>
                  <a:lnTo>
                    <a:pt x="3203325" y="2486542"/>
                  </a:lnTo>
                  <a:lnTo>
                    <a:pt x="3280959" y="2475886"/>
                  </a:lnTo>
                  <a:lnTo>
                    <a:pt x="3358593" y="2465117"/>
                  </a:lnTo>
                  <a:lnTo>
                    <a:pt x="3436228" y="2454233"/>
                  </a:lnTo>
                  <a:lnTo>
                    <a:pt x="3513862" y="2443232"/>
                  </a:lnTo>
                  <a:lnTo>
                    <a:pt x="3591496" y="2432114"/>
                  </a:lnTo>
                  <a:lnTo>
                    <a:pt x="3669130" y="2420876"/>
                  </a:lnTo>
                  <a:lnTo>
                    <a:pt x="3746764" y="2409519"/>
                  </a:lnTo>
                  <a:lnTo>
                    <a:pt x="3824398" y="2398041"/>
                  </a:lnTo>
                  <a:lnTo>
                    <a:pt x="3902032" y="2386440"/>
                  </a:lnTo>
                  <a:lnTo>
                    <a:pt x="3979666" y="2374714"/>
                  </a:lnTo>
                  <a:lnTo>
                    <a:pt x="4057300" y="2362864"/>
                  </a:lnTo>
                  <a:lnTo>
                    <a:pt x="4134934" y="2350887"/>
                  </a:lnTo>
                  <a:lnTo>
                    <a:pt x="4212568" y="2338782"/>
                  </a:lnTo>
                  <a:lnTo>
                    <a:pt x="4290202" y="2326547"/>
                  </a:lnTo>
                  <a:lnTo>
                    <a:pt x="4367836" y="2314182"/>
                  </a:lnTo>
                  <a:lnTo>
                    <a:pt x="4445470" y="2301685"/>
                  </a:lnTo>
                  <a:lnTo>
                    <a:pt x="4523104" y="2289054"/>
                  </a:lnTo>
                  <a:lnTo>
                    <a:pt x="4600738" y="2276289"/>
                  </a:lnTo>
                  <a:lnTo>
                    <a:pt x="4678372" y="2263386"/>
                  </a:lnTo>
                  <a:lnTo>
                    <a:pt x="4756006" y="2250346"/>
                  </a:lnTo>
                  <a:lnTo>
                    <a:pt x="4833640" y="2237167"/>
                  </a:lnTo>
                  <a:lnTo>
                    <a:pt x="4911274" y="2223847"/>
                  </a:lnTo>
                  <a:lnTo>
                    <a:pt x="4988908" y="2210384"/>
                  </a:lnTo>
                  <a:lnTo>
                    <a:pt x="5066542" y="2196778"/>
                  </a:lnTo>
                  <a:lnTo>
                    <a:pt x="5144177" y="2183026"/>
                  </a:lnTo>
                  <a:lnTo>
                    <a:pt x="5221811" y="2169127"/>
                  </a:lnTo>
                  <a:lnTo>
                    <a:pt x="5299445" y="2155080"/>
                  </a:lnTo>
                  <a:lnTo>
                    <a:pt x="5377079" y="2140883"/>
                  </a:lnTo>
                  <a:lnTo>
                    <a:pt x="5454713" y="2126534"/>
                  </a:lnTo>
                  <a:lnTo>
                    <a:pt x="5532347" y="2112032"/>
                  </a:lnTo>
                  <a:lnTo>
                    <a:pt x="5609981" y="2097374"/>
                  </a:lnTo>
                  <a:lnTo>
                    <a:pt x="5687615" y="2082560"/>
                  </a:lnTo>
                  <a:lnTo>
                    <a:pt x="5765249" y="2067588"/>
                  </a:lnTo>
                  <a:lnTo>
                    <a:pt x="5842883" y="20524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33687"/>
              <a:ext cx="7370972" cy="785323"/>
            </a:xfrm>
            <a:custGeom>
              <a:avLst/>
              <a:pathLst>
                <a:path w="7370972" h="785323">
                  <a:moveTo>
                    <a:pt x="7370972" y="785323"/>
                  </a:moveTo>
                  <a:lnTo>
                    <a:pt x="7293338" y="782961"/>
                  </a:lnTo>
                  <a:lnTo>
                    <a:pt x="7215704" y="780453"/>
                  </a:lnTo>
                  <a:lnTo>
                    <a:pt x="7138070" y="777789"/>
                  </a:lnTo>
                  <a:lnTo>
                    <a:pt x="7060436" y="774961"/>
                  </a:lnTo>
                  <a:lnTo>
                    <a:pt x="6982802" y="771959"/>
                  </a:lnTo>
                  <a:lnTo>
                    <a:pt x="6905168" y="768771"/>
                  </a:lnTo>
                  <a:lnTo>
                    <a:pt x="6827534" y="765386"/>
                  </a:lnTo>
                  <a:lnTo>
                    <a:pt x="6749900" y="761792"/>
                  </a:lnTo>
                  <a:lnTo>
                    <a:pt x="6672266" y="757976"/>
                  </a:lnTo>
                  <a:lnTo>
                    <a:pt x="6594632" y="753924"/>
                  </a:lnTo>
                  <a:lnTo>
                    <a:pt x="6516998" y="749622"/>
                  </a:lnTo>
                  <a:lnTo>
                    <a:pt x="6439364" y="745054"/>
                  </a:lnTo>
                  <a:lnTo>
                    <a:pt x="6361730" y="740204"/>
                  </a:lnTo>
                  <a:lnTo>
                    <a:pt x="6284096" y="735054"/>
                  </a:lnTo>
                  <a:lnTo>
                    <a:pt x="6206462" y="729586"/>
                  </a:lnTo>
                  <a:lnTo>
                    <a:pt x="6128827" y="723780"/>
                  </a:lnTo>
                  <a:lnTo>
                    <a:pt x="6051193" y="717616"/>
                  </a:lnTo>
                  <a:lnTo>
                    <a:pt x="5973559" y="711070"/>
                  </a:lnTo>
                  <a:lnTo>
                    <a:pt x="5895925" y="704121"/>
                  </a:lnTo>
                  <a:lnTo>
                    <a:pt x="5818291" y="696742"/>
                  </a:lnTo>
                  <a:lnTo>
                    <a:pt x="5740657" y="688907"/>
                  </a:lnTo>
                  <a:lnTo>
                    <a:pt x="5663023" y="680588"/>
                  </a:lnTo>
                  <a:lnTo>
                    <a:pt x="5585389" y="671755"/>
                  </a:lnTo>
                  <a:lnTo>
                    <a:pt x="5507755" y="662377"/>
                  </a:lnTo>
                  <a:lnTo>
                    <a:pt x="5430121" y="652419"/>
                  </a:lnTo>
                  <a:lnTo>
                    <a:pt x="5352487" y="641846"/>
                  </a:lnTo>
                  <a:lnTo>
                    <a:pt x="5274853" y="630619"/>
                  </a:lnTo>
                  <a:lnTo>
                    <a:pt x="5197219" y="618699"/>
                  </a:lnTo>
                  <a:lnTo>
                    <a:pt x="5119585" y="606043"/>
                  </a:lnTo>
                  <a:lnTo>
                    <a:pt x="5041951" y="592605"/>
                  </a:lnTo>
                  <a:lnTo>
                    <a:pt x="4964317" y="578336"/>
                  </a:lnTo>
                  <a:lnTo>
                    <a:pt x="4886683" y="563186"/>
                  </a:lnTo>
                  <a:lnTo>
                    <a:pt x="4809049" y="547101"/>
                  </a:lnTo>
                  <a:lnTo>
                    <a:pt x="4731415" y="530021"/>
                  </a:lnTo>
                  <a:lnTo>
                    <a:pt x="4653781" y="511886"/>
                  </a:lnTo>
                  <a:lnTo>
                    <a:pt x="4576147" y="492631"/>
                  </a:lnTo>
                  <a:lnTo>
                    <a:pt x="4498513" y="472186"/>
                  </a:lnTo>
                  <a:lnTo>
                    <a:pt x="4420879" y="450478"/>
                  </a:lnTo>
                  <a:lnTo>
                    <a:pt x="4343244" y="427430"/>
                  </a:lnTo>
                  <a:lnTo>
                    <a:pt x="4265610" y="402957"/>
                  </a:lnTo>
                  <a:lnTo>
                    <a:pt x="4187976" y="376972"/>
                  </a:lnTo>
                  <a:lnTo>
                    <a:pt x="4110342" y="349382"/>
                  </a:lnTo>
                  <a:lnTo>
                    <a:pt x="4032708" y="320087"/>
                  </a:lnTo>
                  <a:lnTo>
                    <a:pt x="3955074" y="288983"/>
                  </a:lnTo>
                  <a:lnTo>
                    <a:pt x="3877440" y="255957"/>
                  </a:lnTo>
                  <a:lnTo>
                    <a:pt x="3799806" y="220890"/>
                  </a:lnTo>
                  <a:lnTo>
                    <a:pt x="3722172" y="183658"/>
                  </a:lnTo>
                  <a:lnTo>
                    <a:pt x="3644538" y="144125"/>
                  </a:lnTo>
                  <a:lnTo>
                    <a:pt x="3566904" y="102149"/>
                  </a:lnTo>
                  <a:lnTo>
                    <a:pt x="3489270" y="57581"/>
                  </a:lnTo>
                  <a:lnTo>
                    <a:pt x="3411636" y="10259"/>
                  </a:lnTo>
                  <a:lnTo>
                    <a:pt x="3334002" y="0"/>
                  </a:lnTo>
                  <a:lnTo>
                    <a:pt x="3256368" y="8707"/>
                  </a:lnTo>
                  <a:lnTo>
                    <a:pt x="3178734" y="17322"/>
                  </a:lnTo>
                  <a:lnTo>
                    <a:pt x="3101100" y="25845"/>
                  </a:lnTo>
                  <a:lnTo>
                    <a:pt x="3023466" y="34279"/>
                  </a:lnTo>
                  <a:lnTo>
                    <a:pt x="2945832" y="42624"/>
                  </a:lnTo>
                  <a:lnTo>
                    <a:pt x="2868198" y="50880"/>
                  </a:lnTo>
                  <a:lnTo>
                    <a:pt x="2790564" y="59049"/>
                  </a:lnTo>
                  <a:lnTo>
                    <a:pt x="2712930" y="67132"/>
                  </a:lnTo>
                  <a:lnTo>
                    <a:pt x="2635295" y="75129"/>
                  </a:lnTo>
                  <a:lnTo>
                    <a:pt x="2557661" y="83042"/>
                  </a:lnTo>
                  <a:lnTo>
                    <a:pt x="2480027" y="90871"/>
                  </a:lnTo>
                  <a:lnTo>
                    <a:pt x="2402393" y="98618"/>
                  </a:lnTo>
                  <a:lnTo>
                    <a:pt x="2324759" y="106282"/>
                  </a:lnTo>
                  <a:lnTo>
                    <a:pt x="2247125" y="113865"/>
                  </a:lnTo>
                  <a:lnTo>
                    <a:pt x="2169491" y="121369"/>
                  </a:lnTo>
                  <a:lnTo>
                    <a:pt x="2091857" y="128792"/>
                  </a:lnTo>
                  <a:lnTo>
                    <a:pt x="2014223" y="136138"/>
                  </a:lnTo>
                  <a:lnTo>
                    <a:pt x="1936589" y="143406"/>
                  </a:lnTo>
                  <a:lnTo>
                    <a:pt x="1858955" y="150596"/>
                  </a:lnTo>
                  <a:lnTo>
                    <a:pt x="1781321" y="157711"/>
                  </a:lnTo>
                  <a:lnTo>
                    <a:pt x="1703687" y="164751"/>
                  </a:lnTo>
                  <a:lnTo>
                    <a:pt x="1626053" y="171716"/>
                  </a:lnTo>
                  <a:lnTo>
                    <a:pt x="1548419" y="178608"/>
                  </a:lnTo>
                  <a:lnTo>
                    <a:pt x="1470785" y="185427"/>
                  </a:lnTo>
                  <a:lnTo>
                    <a:pt x="1393151" y="192173"/>
                  </a:lnTo>
                  <a:lnTo>
                    <a:pt x="1315517" y="198848"/>
                  </a:lnTo>
                  <a:lnTo>
                    <a:pt x="1237883" y="205453"/>
                  </a:lnTo>
                  <a:lnTo>
                    <a:pt x="1160249" y="211988"/>
                  </a:lnTo>
                  <a:lnTo>
                    <a:pt x="1082615" y="218454"/>
                  </a:lnTo>
                  <a:lnTo>
                    <a:pt x="1004981" y="224851"/>
                  </a:lnTo>
                  <a:lnTo>
                    <a:pt x="927346" y="231181"/>
                  </a:lnTo>
                  <a:lnTo>
                    <a:pt x="849712" y="237444"/>
                  </a:lnTo>
                  <a:lnTo>
                    <a:pt x="772078" y="243641"/>
                  </a:lnTo>
                  <a:lnTo>
                    <a:pt x="694444" y="249772"/>
                  </a:lnTo>
                  <a:lnTo>
                    <a:pt x="616810" y="255838"/>
                  </a:lnTo>
                  <a:lnTo>
                    <a:pt x="539176" y="261840"/>
                  </a:lnTo>
                  <a:lnTo>
                    <a:pt x="461542" y="267779"/>
                  </a:lnTo>
                  <a:lnTo>
                    <a:pt x="383908" y="273655"/>
                  </a:lnTo>
                  <a:lnTo>
                    <a:pt x="306274" y="279469"/>
                  </a:lnTo>
                  <a:lnTo>
                    <a:pt x="228640" y="285221"/>
                  </a:lnTo>
                  <a:lnTo>
                    <a:pt x="151006" y="290913"/>
                  </a:lnTo>
                  <a:lnTo>
                    <a:pt x="73372" y="296544"/>
                  </a:lnTo>
                  <a:lnTo>
                    <a:pt x="0" y="3018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125576"/>
              <a:ext cx="7370972" cy="2197728"/>
            </a:xfrm>
            <a:custGeom>
              <a:avLst/>
              <a:pathLst>
                <a:path w="7370972" h="2197728">
                  <a:moveTo>
                    <a:pt x="0" y="0"/>
                  </a:moveTo>
                  <a:lnTo>
                    <a:pt x="73372" y="56052"/>
                  </a:lnTo>
                  <a:lnTo>
                    <a:pt x="151006" y="113916"/>
                  </a:lnTo>
                  <a:lnTo>
                    <a:pt x="228640" y="170370"/>
                  </a:lnTo>
                  <a:lnTo>
                    <a:pt x="306274" y="225449"/>
                  </a:lnTo>
                  <a:lnTo>
                    <a:pt x="383908" y="279187"/>
                  </a:lnTo>
                  <a:lnTo>
                    <a:pt x="461542" y="331615"/>
                  </a:lnTo>
                  <a:lnTo>
                    <a:pt x="539176" y="382767"/>
                  </a:lnTo>
                  <a:lnTo>
                    <a:pt x="616810" y="432673"/>
                  </a:lnTo>
                  <a:lnTo>
                    <a:pt x="694444" y="481363"/>
                  </a:lnTo>
                  <a:lnTo>
                    <a:pt x="772078" y="528867"/>
                  </a:lnTo>
                  <a:lnTo>
                    <a:pt x="849712" y="575214"/>
                  </a:lnTo>
                  <a:lnTo>
                    <a:pt x="927346" y="620432"/>
                  </a:lnTo>
                  <a:lnTo>
                    <a:pt x="1004981" y="664549"/>
                  </a:lnTo>
                  <a:lnTo>
                    <a:pt x="1082615" y="707591"/>
                  </a:lnTo>
                  <a:lnTo>
                    <a:pt x="1160249" y="749585"/>
                  </a:lnTo>
                  <a:lnTo>
                    <a:pt x="1237883" y="790556"/>
                  </a:lnTo>
                  <a:lnTo>
                    <a:pt x="1315517" y="830530"/>
                  </a:lnTo>
                  <a:lnTo>
                    <a:pt x="1393151" y="869529"/>
                  </a:lnTo>
                  <a:lnTo>
                    <a:pt x="1470785" y="907579"/>
                  </a:lnTo>
                  <a:lnTo>
                    <a:pt x="1548419" y="944701"/>
                  </a:lnTo>
                  <a:lnTo>
                    <a:pt x="1626053" y="980920"/>
                  </a:lnTo>
                  <a:lnTo>
                    <a:pt x="1703687" y="1016256"/>
                  </a:lnTo>
                  <a:lnTo>
                    <a:pt x="1781321" y="1050732"/>
                  </a:lnTo>
                  <a:lnTo>
                    <a:pt x="1858955" y="1084368"/>
                  </a:lnTo>
                  <a:lnTo>
                    <a:pt x="1936589" y="1117184"/>
                  </a:lnTo>
                  <a:lnTo>
                    <a:pt x="2014223" y="1149202"/>
                  </a:lnTo>
                  <a:lnTo>
                    <a:pt x="2091857" y="1180439"/>
                  </a:lnTo>
                  <a:lnTo>
                    <a:pt x="2169491" y="1210916"/>
                  </a:lnTo>
                  <a:lnTo>
                    <a:pt x="2247125" y="1240650"/>
                  </a:lnTo>
                  <a:lnTo>
                    <a:pt x="2324759" y="1269660"/>
                  </a:lnTo>
                  <a:lnTo>
                    <a:pt x="2402393" y="1297964"/>
                  </a:lnTo>
                  <a:lnTo>
                    <a:pt x="2480027" y="1325578"/>
                  </a:lnTo>
                  <a:lnTo>
                    <a:pt x="2557661" y="1352519"/>
                  </a:lnTo>
                  <a:lnTo>
                    <a:pt x="2635295" y="1378804"/>
                  </a:lnTo>
                  <a:lnTo>
                    <a:pt x="2712930" y="1404449"/>
                  </a:lnTo>
                  <a:lnTo>
                    <a:pt x="2790564" y="1429470"/>
                  </a:lnTo>
                  <a:lnTo>
                    <a:pt x="2868198" y="1453881"/>
                  </a:lnTo>
                  <a:lnTo>
                    <a:pt x="2945832" y="1477697"/>
                  </a:lnTo>
                  <a:lnTo>
                    <a:pt x="3023466" y="1500933"/>
                  </a:lnTo>
                  <a:lnTo>
                    <a:pt x="3101100" y="1523603"/>
                  </a:lnTo>
                  <a:lnTo>
                    <a:pt x="3178734" y="1545722"/>
                  </a:lnTo>
                  <a:lnTo>
                    <a:pt x="3256368" y="1567301"/>
                  </a:lnTo>
                  <a:lnTo>
                    <a:pt x="3334002" y="1588355"/>
                  </a:lnTo>
                  <a:lnTo>
                    <a:pt x="3411636" y="1608896"/>
                  </a:lnTo>
                  <a:lnTo>
                    <a:pt x="3489270" y="1628936"/>
                  </a:lnTo>
                  <a:lnTo>
                    <a:pt x="3566904" y="1648489"/>
                  </a:lnTo>
                  <a:lnTo>
                    <a:pt x="3644538" y="1667565"/>
                  </a:lnTo>
                  <a:lnTo>
                    <a:pt x="3722172" y="1686176"/>
                  </a:lnTo>
                  <a:lnTo>
                    <a:pt x="3799806" y="1704335"/>
                  </a:lnTo>
                  <a:lnTo>
                    <a:pt x="3877440" y="1722051"/>
                  </a:lnTo>
                  <a:lnTo>
                    <a:pt x="3955074" y="1739335"/>
                  </a:lnTo>
                  <a:lnTo>
                    <a:pt x="4032708" y="1756199"/>
                  </a:lnTo>
                  <a:lnTo>
                    <a:pt x="4110342" y="1772651"/>
                  </a:lnTo>
                  <a:lnTo>
                    <a:pt x="4187976" y="1788703"/>
                  </a:lnTo>
                  <a:lnTo>
                    <a:pt x="4265610" y="1804364"/>
                  </a:lnTo>
                  <a:lnTo>
                    <a:pt x="4343244" y="1819644"/>
                  </a:lnTo>
                  <a:lnTo>
                    <a:pt x="4420879" y="1834551"/>
                  </a:lnTo>
                  <a:lnTo>
                    <a:pt x="4498513" y="1849095"/>
                  </a:lnTo>
                  <a:lnTo>
                    <a:pt x="4576147" y="1863285"/>
                  </a:lnTo>
                  <a:lnTo>
                    <a:pt x="4653781" y="1877130"/>
                  </a:lnTo>
                  <a:lnTo>
                    <a:pt x="4731415" y="1890637"/>
                  </a:lnTo>
                  <a:lnTo>
                    <a:pt x="4809049" y="1903815"/>
                  </a:lnTo>
                  <a:lnTo>
                    <a:pt x="4886683" y="1916672"/>
                  </a:lnTo>
                  <a:lnTo>
                    <a:pt x="4964317" y="1929216"/>
                  </a:lnTo>
                  <a:lnTo>
                    <a:pt x="5041951" y="1941455"/>
                  </a:lnTo>
                  <a:lnTo>
                    <a:pt x="5119585" y="1953395"/>
                  </a:lnTo>
                  <a:lnTo>
                    <a:pt x="5197219" y="1965044"/>
                  </a:lnTo>
                  <a:lnTo>
                    <a:pt x="5274853" y="1976410"/>
                  </a:lnTo>
                  <a:lnTo>
                    <a:pt x="5352487" y="1987499"/>
                  </a:lnTo>
                  <a:lnTo>
                    <a:pt x="5430121" y="1998318"/>
                  </a:lnTo>
                  <a:lnTo>
                    <a:pt x="5507755" y="2008873"/>
                  </a:lnTo>
                  <a:lnTo>
                    <a:pt x="5585389" y="2019172"/>
                  </a:lnTo>
                  <a:lnTo>
                    <a:pt x="5663023" y="2029219"/>
                  </a:lnTo>
                  <a:lnTo>
                    <a:pt x="5740657" y="2039022"/>
                  </a:lnTo>
                  <a:lnTo>
                    <a:pt x="5818291" y="2048586"/>
                  </a:lnTo>
                  <a:lnTo>
                    <a:pt x="5895925" y="2057917"/>
                  </a:lnTo>
                  <a:lnTo>
                    <a:pt x="5973559" y="2067020"/>
                  </a:lnTo>
                  <a:lnTo>
                    <a:pt x="6051193" y="2075902"/>
                  </a:lnTo>
                  <a:lnTo>
                    <a:pt x="6128827" y="2084568"/>
                  </a:lnTo>
                  <a:lnTo>
                    <a:pt x="6206462" y="2093022"/>
                  </a:lnTo>
                  <a:lnTo>
                    <a:pt x="6284096" y="2101271"/>
                  </a:lnTo>
                  <a:lnTo>
                    <a:pt x="6361730" y="2109319"/>
                  </a:lnTo>
                  <a:lnTo>
                    <a:pt x="6439364" y="2117170"/>
                  </a:lnTo>
                  <a:lnTo>
                    <a:pt x="6516998" y="2124831"/>
                  </a:lnTo>
                  <a:lnTo>
                    <a:pt x="6594632" y="2132305"/>
                  </a:lnTo>
                  <a:lnTo>
                    <a:pt x="6672266" y="2139596"/>
                  </a:lnTo>
                  <a:lnTo>
                    <a:pt x="6749900" y="2146710"/>
                  </a:lnTo>
                  <a:lnTo>
                    <a:pt x="6827534" y="2153651"/>
                  </a:lnTo>
                  <a:lnTo>
                    <a:pt x="6905168" y="2160423"/>
                  </a:lnTo>
                  <a:lnTo>
                    <a:pt x="6982802" y="2167030"/>
                  </a:lnTo>
                  <a:lnTo>
                    <a:pt x="7060436" y="2173476"/>
                  </a:lnTo>
                  <a:lnTo>
                    <a:pt x="7138070" y="2179765"/>
                  </a:lnTo>
                  <a:lnTo>
                    <a:pt x="7215704" y="2185901"/>
                  </a:lnTo>
                  <a:lnTo>
                    <a:pt x="7293338" y="2191887"/>
                  </a:lnTo>
                  <a:lnTo>
                    <a:pt x="7370972" y="219772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41664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0.75 (95% CI 0.50-1.13), p = 0.171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51405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2026-06-02T08:49:34Z</dcterms:modified>
  <cp:category/>
</cp:coreProperties>
</file>