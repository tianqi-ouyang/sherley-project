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3490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0860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38230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2555999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191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331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4470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48051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2175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79545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2969149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2142849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4121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261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4010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1842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56185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052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84872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799215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1355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27901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42245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5658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70931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85275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99618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13961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2830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4264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056991" y="4787010"/>
              <a:ext cx="114343" cy="6610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17133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28567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00021" y="3464930"/>
              <a:ext cx="114343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1436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28708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743051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857395" y="4787010"/>
              <a:ext cx="114343" cy="6610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97173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086081" y="2803889"/>
              <a:ext cx="114343" cy="264416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0042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14768" y="3464930"/>
              <a:ext cx="114343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429111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543454" y="3134409"/>
              <a:ext cx="114343" cy="23136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65779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772141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886484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0082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115171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229514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343858" y="4787010"/>
              <a:ext cx="114343" cy="6610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458201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572544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686888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801231" y="2803889"/>
              <a:ext cx="114343" cy="264416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1842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56185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052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84872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799215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13558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27901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4224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56588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70931" y="4125970"/>
              <a:ext cx="114343" cy="13220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48527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599618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13961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2830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42648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056991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17133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28567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00021" y="2142849"/>
              <a:ext cx="114343" cy="330520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14365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28708" y="2803889"/>
              <a:ext cx="114343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743051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857395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971738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086081" y="3134409"/>
              <a:ext cx="114343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00425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14768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429111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543454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657798" y="4125970"/>
              <a:ext cx="114343" cy="13220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772141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886484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00828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115171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229514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34385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458201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572544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68688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801231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tx99"/>
            <p:cNvSpPr/>
            <p:nvPr/>
          </p:nvSpPr>
          <p:spPr>
            <a:xfrm>
              <a:off x="835933" y="539707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835933" y="457077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835933" y="374447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835933" y="291817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091871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129366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90763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452160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3213799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8" name="tx108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0" name="rc110"/>
            <p:cNvSpPr/>
            <p:nvPr/>
          </p:nvSpPr>
          <p:spPr>
            <a:xfrm>
              <a:off x="6418965" y="3712717"/>
              <a:ext cx="201456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418965" y="3932173"/>
              <a:ext cx="201456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tx112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1113155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2026-09-08T07:52:45Z</dcterms:modified>
  <cp:category/>
</cp:coreProperties>
</file>