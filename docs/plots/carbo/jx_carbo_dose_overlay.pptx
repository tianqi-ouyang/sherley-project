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349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2086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38230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55599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1915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8331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44708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48051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62175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795450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296914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2142849"/>
              <a:ext cx="5031105" cy="0"/>
            </a:xfrm>
            <a:custGeom>
              <a:avLst/>
              <a:pathLst>
                <a:path w="5031105" h="0">
                  <a:moveTo>
                    <a:pt x="0" y="0"/>
                  </a:moveTo>
                  <a:lnTo>
                    <a:pt x="5031105" y="0"/>
                  </a:lnTo>
                  <a:lnTo>
                    <a:pt x="5031105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41217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0261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4010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1842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56185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052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84872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799215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1355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27901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42245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5658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7093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485275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599618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13961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2830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4264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056991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17133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28567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00021" y="3464930"/>
              <a:ext cx="114343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1436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28708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743051" y="4125970"/>
              <a:ext cx="114343" cy="132208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857395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97173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086081" y="2803889"/>
              <a:ext cx="114343" cy="264416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00425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14768" y="3464930"/>
              <a:ext cx="114343" cy="19831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429111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543454" y="3134409"/>
              <a:ext cx="114343" cy="231364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657798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772141" y="3795450"/>
              <a:ext cx="114343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886484" y="4456490"/>
              <a:ext cx="114343" cy="99156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00828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11517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229514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343858" y="4787010"/>
              <a:ext cx="114343" cy="66104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458201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572544" y="5117530"/>
              <a:ext cx="114343" cy="33052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686888" y="5448051"/>
              <a:ext cx="114343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5801231" y="2803889"/>
              <a:ext cx="114343" cy="264416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1842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56185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052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84872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799215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13558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27901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4224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56588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70931" y="4125970"/>
              <a:ext cx="114343" cy="13220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48527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599618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13961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2830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42648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05699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171335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28567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00021" y="2142849"/>
              <a:ext cx="114343" cy="330520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14365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28708" y="2803889"/>
              <a:ext cx="114343" cy="264416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74305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857395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3971738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086081" y="3134409"/>
              <a:ext cx="114343" cy="231364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00425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14768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429111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543454" y="3464930"/>
              <a:ext cx="114343" cy="19831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657798" y="4125970"/>
              <a:ext cx="114343" cy="132208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772141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886484" y="5117530"/>
              <a:ext cx="114343" cy="33052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00828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115171" y="4456490"/>
              <a:ext cx="114343" cy="99156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229514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34385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458201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572544" y="4787010"/>
              <a:ext cx="114343" cy="66104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686888" y="5448051"/>
              <a:ext cx="114343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801231" y="3795450"/>
              <a:ext cx="114343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tx99"/>
            <p:cNvSpPr/>
            <p:nvPr/>
          </p:nvSpPr>
          <p:spPr>
            <a:xfrm>
              <a:off x="835933" y="5397073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835933" y="45707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835933" y="37444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835933" y="291817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756929" y="2091871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129366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290763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6" name="tx106"/>
            <p:cNvSpPr/>
            <p:nvPr/>
          </p:nvSpPr>
          <p:spPr>
            <a:xfrm>
              <a:off x="452160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3213799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8" name="tx108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10" name="rc110"/>
            <p:cNvSpPr/>
            <p:nvPr/>
          </p:nvSpPr>
          <p:spPr>
            <a:xfrm>
              <a:off x="6418965" y="3712717"/>
              <a:ext cx="201456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6418965" y="3932173"/>
              <a:ext cx="201456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tx112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1113155" y="1688767"/>
              <a:ext cx="27738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2026-07-21T17:04:39Z</dcterms:modified>
  <cp:category/>
</cp:coreProperties>
</file>