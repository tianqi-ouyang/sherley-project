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349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086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3823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55599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191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331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4470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48051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217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7954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29691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21428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4121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261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4010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1842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05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84872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9921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42245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5658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7093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9961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1396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2830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4264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056991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17133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28567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00021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2870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743051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857395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97173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08608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0042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14768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42911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543454" y="3134409"/>
              <a:ext cx="114343" cy="23136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65779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772141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886484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008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11517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229514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343858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572544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80123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1842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052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84872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799215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4224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5658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70931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59961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1396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2830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4264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05699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17133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28567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00021" y="2142849"/>
              <a:ext cx="114343" cy="330520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28708" y="2803889"/>
              <a:ext cx="114343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74305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85739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971738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086081" y="3134409"/>
              <a:ext cx="114343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0042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14768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42911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543454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657798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77214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886484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0082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11517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22951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34385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57254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80123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tx99"/>
            <p:cNvSpPr/>
            <p:nvPr/>
          </p:nvSpPr>
          <p:spPr>
            <a:xfrm>
              <a:off x="835933" y="539707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835933" y="45707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835933" y="37444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835933" y="29181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09187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29366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90763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452160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3213799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8" name="tx108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0" name="rc110"/>
            <p:cNvSpPr/>
            <p:nvPr/>
          </p:nvSpPr>
          <p:spPr>
            <a:xfrm>
              <a:off x="6418965" y="3712717"/>
              <a:ext cx="201456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418965" y="3932173"/>
              <a:ext cx="201456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tx112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113155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2026-09-09T10:38:17Z</dcterms:modified>
  <cp:category/>
</cp:coreProperties>
</file>