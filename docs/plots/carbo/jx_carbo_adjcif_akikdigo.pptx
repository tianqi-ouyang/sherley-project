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2547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155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3057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7053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6064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8507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600366"/>
              <a:ext cx="6949396" cy="641261"/>
            </a:xfrm>
            <a:custGeom>
              <a:avLst/>
              <a:pathLst>
                <a:path w="6949396" h="641261">
                  <a:moveTo>
                    <a:pt x="0" y="641261"/>
                  </a:moveTo>
                  <a:lnTo>
                    <a:pt x="361007" y="641261"/>
                  </a:lnTo>
                  <a:lnTo>
                    <a:pt x="361007" y="553447"/>
                  </a:lnTo>
                  <a:lnTo>
                    <a:pt x="902519" y="553447"/>
                  </a:lnTo>
                  <a:lnTo>
                    <a:pt x="902519" y="461932"/>
                  </a:lnTo>
                  <a:lnTo>
                    <a:pt x="992770" y="461932"/>
                  </a:lnTo>
                  <a:lnTo>
                    <a:pt x="992770" y="370487"/>
                  </a:lnTo>
                  <a:lnTo>
                    <a:pt x="3790580" y="370487"/>
                  </a:lnTo>
                  <a:lnTo>
                    <a:pt x="3790580" y="279110"/>
                  </a:lnTo>
                  <a:lnTo>
                    <a:pt x="4963854" y="279110"/>
                  </a:lnTo>
                  <a:lnTo>
                    <a:pt x="4963854" y="186310"/>
                  </a:lnTo>
                  <a:lnTo>
                    <a:pt x="5956625" y="186310"/>
                  </a:lnTo>
                  <a:lnTo>
                    <a:pt x="5956625" y="93870"/>
                  </a:lnTo>
                  <a:lnTo>
                    <a:pt x="6949396" y="9387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1736935"/>
            </a:xfrm>
            <a:custGeom>
              <a:avLst/>
              <a:pathLst>
                <a:path w="6949396" h="1736935">
                  <a:moveTo>
                    <a:pt x="0" y="1736935"/>
                  </a:moveTo>
                  <a:lnTo>
                    <a:pt x="361007" y="1736935"/>
                  </a:lnTo>
                  <a:lnTo>
                    <a:pt x="361007" y="1489893"/>
                  </a:lnTo>
                  <a:lnTo>
                    <a:pt x="902519" y="1489893"/>
                  </a:lnTo>
                  <a:lnTo>
                    <a:pt x="902519" y="1235601"/>
                  </a:lnTo>
                  <a:lnTo>
                    <a:pt x="992770" y="1235601"/>
                  </a:lnTo>
                  <a:lnTo>
                    <a:pt x="992770" y="984689"/>
                  </a:lnTo>
                  <a:lnTo>
                    <a:pt x="3790580" y="984689"/>
                  </a:lnTo>
                  <a:lnTo>
                    <a:pt x="3790580" y="737109"/>
                  </a:lnTo>
                  <a:lnTo>
                    <a:pt x="4963854" y="737109"/>
                  </a:lnTo>
                  <a:lnTo>
                    <a:pt x="4963854" y="488860"/>
                  </a:lnTo>
                  <a:lnTo>
                    <a:pt x="5956625" y="488860"/>
                  </a:lnTo>
                  <a:lnTo>
                    <a:pt x="5956625" y="244727"/>
                  </a:lnTo>
                  <a:lnTo>
                    <a:pt x="6949396" y="24472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3048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2059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1070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2.97 (95% CI 0.57-15.41), p = 0.196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2026-05-26T11:33:20Z</dcterms:modified>
  <cp:category/>
</cp:coreProperties>
</file>