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7454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5432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43411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850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8593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5336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2079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6443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844220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02400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221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36964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3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45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4601185"/>
              <a:ext cx="6804615" cy="578064"/>
            </a:xfrm>
            <a:custGeom>
              <a:avLst/>
              <a:pathLst>
                <a:path w="6804615" h="578064">
                  <a:moveTo>
                    <a:pt x="0" y="578064"/>
                  </a:moveTo>
                  <a:lnTo>
                    <a:pt x="353486" y="578064"/>
                  </a:lnTo>
                  <a:lnTo>
                    <a:pt x="353486" y="498904"/>
                  </a:lnTo>
                  <a:lnTo>
                    <a:pt x="883716" y="498904"/>
                  </a:lnTo>
                  <a:lnTo>
                    <a:pt x="883716" y="416408"/>
                  </a:lnTo>
                  <a:lnTo>
                    <a:pt x="972087" y="416408"/>
                  </a:lnTo>
                  <a:lnTo>
                    <a:pt x="972087" y="333975"/>
                  </a:lnTo>
                  <a:lnTo>
                    <a:pt x="3711608" y="333975"/>
                  </a:lnTo>
                  <a:lnTo>
                    <a:pt x="3711608" y="251603"/>
                  </a:lnTo>
                  <a:lnTo>
                    <a:pt x="4860439" y="251603"/>
                  </a:lnTo>
                  <a:lnTo>
                    <a:pt x="4860439" y="167949"/>
                  </a:lnTo>
                  <a:lnTo>
                    <a:pt x="5832527" y="167949"/>
                  </a:lnTo>
                  <a:lnTo>
                    <a:pt x="5832527" y="84619"/>
                  </a:lnTo>
                  <a:lnTo>
                    <a:pt x="6804615" y="84619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3034080"/>
              <a:ext cx="6804615" cy="1565759"/>
            </a:xfrm>
            <a:custGeom>
              <a:avLst/>
              <a:pathLst>
                <a:path w="6804615" h="1565759">
                  <a:moveTo>
                    <a:pt x="0" y="1565759"/>
                  </a:moveTo>
                  <a:lnTo>
                    <a:pt x="353486" y="1565759"/>
                  </a:lnTo>
                  <a:lnTo>
                    <a:pt x="353486" y="1343063"/>
                  </a:lnTo>
                  <a:lnTo>
                    <a:pt x="883716" y="1343063"/>
                  </a:lnTo>
                  <a:lnTo>
                    <a:pt x="883716" y="1113831"/>
                  </a:lnTo>
                  <a:lnTo>
                    <a:pt x="972087" y="1113831"/>
                  </a:lnTo>
                  <a:lnTo>
                    <a:pt x="972087" y="887647"/>
                  </a:lnTo>
                  <a:lnTo>
                    <a:pt x="3711608" y="887647"/>
                  </a:lnTo>
                  <a:lnTo>
                    <a:pt x="3711608" y="664466"/>
                  </a:lnTo>
                  <a:lnTo>
                    <a:pt x="4860439" y="664466"/>
                  </a:lnTo>
                  <a:lnTo>
                    <a:pt x="4860439" y="440683"/>
                  </a:lnTo>
                  <a:lnTo>
                    <a:pt x="5832527" y="440683"/>
                  </a:lnTo>
                  <a:lnTo>
                    <a:pt x="5832527" y="220609"/>
                  </a:lnTo>
                  <a:lnTo>
                    <a:pt x="6804615" y="220609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61346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793242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973024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5232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906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5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255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2.97 (95% CI 0.57-15.41), p = 0.196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688767"/>
              <a:ext cx="123270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2026-07-14T08:48:05Z</dcterms:modified>
  <cp:category/>
</cp:coreProperties>
</file>