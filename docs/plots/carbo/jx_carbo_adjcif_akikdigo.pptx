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72874" y="5125478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72874" y="4215590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72874" y="3305702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1591099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3396138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5201176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7006214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972874" y="5580422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72874" y="4670534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72874" y="3760646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72874" y="2850758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2493619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4298657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6103695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7908733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1320344" y="4600366"/>
              <a:ext cx="6949396" cy="641261"/>
            </a:xfrm>
            <a:custGeom>
              <a:avLst/>
              <a:pathLst>
                <a:path w="6949396" h="641261">
                  <a:moveTo>
                    <a:pt x="0" y="641261"/>
                  </a:moveTo>
                  <a:lnTo>
                    <a:pt x="361007" y="641261"/>
                  </a:lnTo>
                  <a:lnTo>
                    <a:pt x="361007" y="553447"/>
                  </a:lnTo>
                  <a:lnTo>
                    <a:pt x="902519" y="553447"/>
                  </a:lnTo>
                  <a:lnTo>
                    <a:pt x="902519" y="461932"/>
                  </a:lnTo>
                  <a:lnTo>
                    <a:pt x="992770" y="461932"/>
                  </a:lnTo>
                  <a:lnTo>
                    <a:pt x="992770" y="370487"/>
                  </a:lnTo>
                  <a:lnTo>
                    <a:pt x="3790580" y="370487"/>
                  </a:lnTo>
                  <a:lnTo>
                    <a:pt x="3790580" y="279109"/>
                  </a:lnTo>
                  <a:lnTo>
                    <a:pt x="4963854" y="279109"/>
                  </a:lnTo>
                  <a:lnTo>
                    <a:pt x="4963854" y="186310"/>
                  </a:lnTo>
                  <a:lnTo>
                    <a:pt x="5956625" y="186310"/>
                  </a:lnTo>
                  <a:lnTo>
                    <a:pt x="5956625" y="93870"/>
                  </a:lnTo>
                  <a:lnTo>
                    <a:pt x="6949396" y="93870"/>
                  </a:lnTo>
                  <a:lnTo>
                    <a:pt x="6949396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1320344" y="2861938"/>
              <a:ext cx="6949396" cy="1736935"/>
            </a:xfrm>
            <a:custGeom>
              <a:avLst/>
              <a:pathLst>
                <a:path w="6949396" h="1736935">
                  <a:moveTo>
                    <a:pt x="0" y="1736935"/>
                  </a:moveTo>
                  <a:lnTo>
                    <a:pt x="361007" y="1736935"/>
                  </a:lnTo>
                  <a:lnTo>
                    <a:pt x="361007" y="1489893"/>
                  </a:lnTo>
                  <a:lnTo>
                    <a:pt x="902519" y="1489893"/>
                  </a:lnTo>
                  <a:lnTo>
                    <a:pt x="902519" y="1235601"/>
                  </a:lnTo>
                  <a:lnTo>
                    <a:pt x="992770" y="1235601"/>
                  </a:lnTo>
                  <a:lnTo>
                    <a:pt x="992770" y="984689"/>
                  </a:lnTo>
                  <a:lnTo>
                    <a:pt x="3790580" y="984689"/>
                  </a:lnTo>
                  <a:lnTo>
                    <a:pt x="3790580" y="737109"/>
                  </a:lnTo>
                  <a:lnTo>
                    <a:pt x="4963854" y="737109"/>
                  </a:lnTo>
                  <a:lnTo>
                    <a:pt x="4963854" y="488860"/>
                  </a:lnTo>
                  <a:lnTo>
                    <a:pt x="5956625" y="488860"/>
                  </a:lnTo>
                  <a:lnTo>
                    <a:pt x="5956625" y="244727"/>
                  </a:lnTo>
                  <a:lnTo>
                    <a:pt x="6949396" y="244727"/>
                  </a:lnTo>
                  <a:lnTo>
                    <a:pt x="6949396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tx21"/>
            <p:cNvSpPr/>
            <p:nvPr/>
          </p:nvSpPr>
          <p:spPr>
            <a:xfrm>
              <a:off x="692708" y="5540371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</a:t>
              </a:r>
            </a:p>
          </p:txBody>
        </p:sp>
        <p:sp>
          <p:nvSpPr>
            <p:cNvPr id="22" name="tx22"/>
            <p:cNvSpPr/>
            <p:nvPr/>
          </p:nvSpPr>
          <p:spPr>
            <a:xfrm>
              <a:off x="692708" y="4630483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0.05</a:t>
              </a:r>
            </a:p>
          </p:txBody>
        </p:sp>
        <p:sp>
          <p:nvSpPr>
            <p:cNvPr id="23" name="tx23"/>
            <p:cNvSpPr/>
            <p:nvPr/>
          </p:nvSpPr>
          <p:spPr>
            <a:xfrm>
              <a:off x="692708" y="3720595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0.10</a:t>
              </a:r>
            </a:p>
          </p:txBody>
        </p:sp>
        <p:sp>
          <p:nvSpPr>
            <p:cNvPr id="24" name="tx24"/>
            <p:cNvSpPr/>
            <p:nvPr/>
          </p:nvSpPr>
          <p:spPr>
            <a:xfrm>
              <a:off x="692708" y="2810707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0.15</a:t>
              </a:r>
            </a:p>
          </p:txBody>
        </p:sp>
        <p:sp>
          <p:nvSpPr>
            <p:cNvPr id="25" name="tx25"/>
            <p:cNvSpPr/>
            <p:nvPr/>
          </p:nvSpPr>
          <p:spPr>
            <a:xfrm>
              <a:off x="2431439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26" name="tx26"/>
            <p:cNvSpPr/>
            <p:nvPr/>
          </p:nvSpPr>
          <p:spPr>
            <a:xfrm>
              <a:off x="4236477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041516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60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7846554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80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4197162" y="5925448"/>
              <a:ext cx="1195760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Days from baseline</a:t>
              </a:r>
            </a:p>
          </p:txBody>
        </p:sp>
        <p:sp>
          <p:nvSpPr>
            <p:cNvPr id="30" name="tx30"/>
            <p:cNvSpPr/>
            <p:nvPr/>
          </p:nvSpPr>
          <p:spPr>
            <a:xfrm rot="-5400000">
              <a:off x="-87047" y="4103109"/>
              <a:ext cx="132789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Cumulative incidence</a:t>
              </a:r>
            </a:p>
          </p:txBody>
        </p:sp>
        <p:sp>
          <p:nvSpPr>
            <p:cNvPr id="31" name="pl31"/>
            <p:cNvSpPr/>
            <p:nvPr/>
          </p:nvSpPr>
          <p:spPr>
            <a:xfrm>
              <a:off x="3578565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4819138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tx33"/>
            <p:cNvSpPr/>
            <p:nvPr/>
          </p:nvSpPr>
          <p:spPr>
            <a:xfrm>
              <a:off x="3845665" y="2224748"/>
              <a:ext cx="88193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&lt; +25 mg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086238" y="2224748"/>
              <a:ext cx="94722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&gt;= +25 mg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972874" y="1896563"/>
              <a:ext cx="3984498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Discrep &gt;= +25 vs &lt;+25: subHR = 2.97 (95% CI 0.57-15.41), p = 0.196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972874" y="1669789"/>
              <a:ext cx="967983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 (KDIGO)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2026-05-22T10:43:16Z</dcterms:modified>
  <cp:category/>
</cp:coreProperties>
</file>