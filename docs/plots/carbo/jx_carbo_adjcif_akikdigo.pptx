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1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322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3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816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82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840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20033"/>
              <a:ext cx="6949396" cy="629430"/>
            </a:xfrm>
            <a:custGeom>
              <a:avLst/>
              <a:pathLst>
                <a:path w="6949396" h="629430">
                  <a:moveTo>
                    <a:pt x="0" y="629430"/>
                  </a:moveTo>
                  <a:lnTo>
                    <a:pt x="361007" y="629430"/>
                  </a:lnTo>
                  <a:lnTo>
                    <a:pt x="361007" y="542959"/>
                  </a:lnTo>
                  <a:lnTo>
                    <a:pt x="902519" y="542959"/>
                  </a:lnTo>
                  <a:lnTo>
                    <a:pt x="902519" y="453144"/>
                  </a:lnTo>
                  <a:lnTo>
                    <a:pt x="992770" y="453144"/>
                  </a:lnTo>
                  <a:lnTo>
                    <a:pt x="992770" y="363561"/>
                  </a:lnTo>
                  <a:lnTo>
                    <a:pt x="3790580" y="363561"/>
                  </a:lnTo>
                  <a:lnTo>
                    <a:pt x="3790580" y="274042"/>
                  </a:lnTo>
                  <a:lnTo>
                    <a:pt x="4963854" y="274042"/>
                  </a:lnTo>
                  <a:lnTo>
                    <a:pt x="4963854" y="182940"/>
                  </a:lnTo>
                  <a:lnTo>
                    <a:pt x="5956625" y="182940"/>
                  </a:lnTo>
                  <a:lnTo>
                    <a:pt x="5956625" y="92251"/>
                  </a:lnTo>
                  <a:lnTo>
                    <a:pt x="6949396" y="9225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1737622"/>
            </a:xfrm>
            <a:custGeom>
              <a:avLst/>
              <a:pathLst>
                <a:path w="6949396" h="1737622">
                  <a:moveTo>
                    <a:pt x="0" y="1737622"/>
                  </a:moveTo>
                  <a:lnTo>
                    <a:pt x="361007" y="1737622"/>
                  </a:lnTo>
                  <a:lnTo>
                    <a:pt x="361007" y="1489164"/>
                  </a:lnTo>
                  <a:lnTo>
                    <a:pt x="902519" y="1489164"/>
                  </a:lnTo>
                  <a:lnTo>
                    <a:pt x="902519" y="1234452"/>
                  </a:lnTo>
                  <a:lnTo>
                    <a:pt x="992770" y="1234452"/>
                  </a:lnTo>
                  <a:lnTo>
                    <a:pt x="992770" y="983761"/>
                  </a:lnTo>
                  <a:lnTo>
                    <a:pt x="3790580" y="983761"/>
                  </a:lnTo>
                  <a:lnTo>
                    <a:pt x="3790580" y="736563"/>
                  </a:lnTo>
                  <a:lnTo>
                    <a:pt x="4963854" y="736563"/>
                  </a:lnTo>
                  <a:lnTo>
                    <a:pt x="4963854" y="488353"/>
                  </a:lnTo>
                  <a:lnTo>
                    <a:pt x="5956625" y="488353"/>
                  </a:lnTo>
                  <a:lnTo>
                    <a:pt x="5956625" y="244593"/>
                  </a:lnTo>
                  <a:lnTo>
                    <a:pt x="6949396" y="2445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415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4276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439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3.04 (95% CI 0.79-11.70), p = 0.106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2026-05-22T10:32:49Z</dcterms:modified>
  <cp:category/>
</cp:coreProperties>
</file>