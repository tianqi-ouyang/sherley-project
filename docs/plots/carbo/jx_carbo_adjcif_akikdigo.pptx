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8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856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224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72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540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908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81504"/>
              <a:ext cx="6949396" cy="588380"/>
            </a:xfrm>
            <a:custGeom>
              <a:avLst/>
              <a:pathLst>
                <a:path w="6949396" h="588380">
                  <a:moveTo>
                    <a:pt x="0" y="588380"/>
                  </a:moveTo>
                  <a:lnTo>
                    <a:pt x="361007" y="588380"/>
                  </a:lnTo>
                  <a:lnTo>
                    <a:pt x="361007" y="507600"/>
                  </a:lnTo>
                  <a:lnTo>
                    <a:pt x="902519" y="507600"/>
                  </a:lnTo>
                  <a:lnTo>
                    <a:pt x="902519" y="423790"/>
                  </a:lnTo>
                  <a:lnTo>
                    <a:pt x="992770" y="423790"/>
                  </a:lnTo>
                  <a:lnTo>
                    <a:pt x="992770" y="339796"/>
                  </a:lnTo>
                  <a:lnTo>
                    <a:pt x="3790580" y="339796"/>
                  </a:lnTo>
                  <a:lnTo>
                    <a:pt x="3790580" y="255935"/>
                  </a:lnTo>
                  <a:lnTo>
                    <a:pt x="4963854" y="255935"/>
                  </a:lnTo>
                  <a:lnTo>
                    <a:pt x="4963854" y="170802"/>
                  </a:lnTo>
                  <a:lnTo>
                    <a:pt x="5956625" y="170802"/>
                  </a:lnTo>
                  <a:lnTo>
                    <a:pt x="5956625" y="86064"/>
                  </a:lnTo>
                  <a:lnTo>
                    <a:pt x="6949396" y="8606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2981"/>
            </a:xfrm>
            <a:custGeom>
              <a:avLst/>
              <a:pathLst>
                <a:path w="6949396" h="1732981">
                  <a:moveTo>
                    <a:pt x="0" y="1732981"/>
                  </a:moveTo>
                  <a:lnTo>
                    <a:pt x="361007" y="1732981"/>
                  </a:lnTo>
                  <a:lnTo>
                    <a:pt x="361007" y="1484858"/>
                  </a:lnTo>
                  <a:lnTo>
                    <a:pt x="902519" y="1484858"/>
                  </a:lnTo>
                  <a:lnTo>
                    <a:pt x="902519" y="1230939"/>
                  </a:lnTo>
                  <a:lnTo>
                    <a:pt x="992770" y="1230939"/>
                  </a:lnTo>
                  <a:lnTo>
                    <a:pt x="992770" y="979995"/>
                  </a:lnTo>
                  <a:lnTo>
                    <a:pt x="3790580" y="979995"/>
                  </a:lnTo>
                  <a:lnTo>
                    <a:pt x="3790580" y="732935"/>
                  </a:lnTo>
                  <a:lnTo>
                    <a:pt x="4963854" y="732935"/>
                  </a:lnTo>
                  <a:lnTo>
                    <a:pt x="4963854" y="485644"/>
                  </a:lnTo>
                  <a:lnTo>
                    <a:pt x="5956625" y="485644"/>
                  </a:lnTo>
                  <a:lnTo>
                    <a:pt x="5956625" y="242974"/>
                  </a:lnTo>
                  <a:lnTo>
                    <a:pt x="6949396" y="24297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771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8140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508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3.26 (95% CI 0.87-12.24), p = 0.081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2026-05-22T09:54:39Z</dcterms:modified>
  <cp:category/>
</cp:coreProperties>
</file>