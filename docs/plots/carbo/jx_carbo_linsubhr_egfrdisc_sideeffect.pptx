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33685"/>
            </a:xfrm>
            <a:custGeom>
              <a:avLst/>
              <a:pathLst>
                <a:path w="7090630" h="3333685">
                  <a:moveTo>
                    <a:pt x="3061138" y="0"/>
                  </a:moveTo>
                  <a:lnTo>
                    <a:pt x="3079768" y="51323"/>
                  </a:lnTo>
                  <a:lnTo>
                    <a:pt x="3151391" y="237907"/>
                  </a:lnTo>
                  <a:lnTo>
                    <a:pt x="3223013" y="414348"/>
                  </a:lnTo>
                  <a:lnTo>
                    <a:pt x="3294636" y="581198"/>
                  </a:lnTo>
                  <a:lnTo>
                    <a:pt x="3366258" y="738978"/>
                  </a:lnTo>
                  <a:lnTo>
                    <a:pt x="3437881" y="888182"/>
                  </a:lnTo>
                  <a:lnTo>
                    <a:pt x="3509503" y="1029274"/>
                  </a:lnTo>
                  <a:lnTo>
                    <a:pt x="3581126" y="1162698"/>
                  </a:lnTo>
                  <a:lnTo>
                    <a:pt x="3652748" y="1288868"/>
                  </a:lnTo>
                  <a:lnTo>
                    <a:pt x="3724371" y="1408180"/>
                  </a:lnTo>
                  <a:lnTo>
                    <a:pt x="3795993" y="1521006"/>
                  </a:lnTo>
                  <a:lnTo>
                    <a:pt x="3867616" y="1627699"/>
                  </a:lnTo>
                  <a:lnTo>
                    <a:pt x="3939238" y="1728592"/>
                  </a:lnTo>
                  <a:lnTo>
                    <a:pt x="4010861" y="1824001"/>
                  </a:lnTo>
                  <a:lnTo>
                    <a:pt x="4082483" y="1914223"/>
                  </a:lnTo>
                  <a:lnTo>
                    <a:pt x="4154106" y="1999541"/>
                  </a:lnTo>
                  <a:lnTo>
                    <a:pt x="4225729" y="2080221"/>
                  </a:lnTo>
                  <a:lnTo>
                    <a:pt x="4297351" y="2156516"/>
                  </a:lnTo>
                  <a:lnTo>
                    <a:pt x="4368974" y="2228663"/>
                  </a:lnTo>
                  <a:lnTo>
                    <a:pt x="4440596" y="2296888"/>
                  </a:lnTo>
                  <a:lnTo>
                    <a:pt x="4512219" y="2361405"/>
                  </a:lnTo>
                  <a:lnTo>
                    <a:pt x="4583841" y="2422415"/>
                  </a:lnTo>
                  <a:lnTo>
                    <a:pt x="4655464" y="2480108"/>
                  </a:lnTo>
                  <a:lnTo>
                    <a:pt x="4727086" y="2534665"/>
                  </a:lnTo>
                  <a:lnTo>
                    <a:pt x="4798709" y="2586256"/>
                  </a:lnTo>
                  <a:lnTo>
                    <a:pt x="4870331" y="2635043"/>
                  </a:lnTo>
                  <a:lnTo>
                    <a:pt x="4941954" y="2656665"/>
                  </a:lnTo>
                  <a:lnTo>
                    <a:pt x="5013576" y="2660688"/>
                  </a:lnTo>
                  <a:lnTo>
                    <a:pt x="5085199" y="2664692"/>
                  </a:lnTo>
                  <a:lnTo>
                    <a:pt x="5156821" y="2668677"/>
                  </a:lnTo>
                  <a:lnTo>
                    <a:pt x="5228444" y="2672642"/>
                  </a:lnTo>
                  <a:lnTo>
                    <a:pt x="5300066" y="2676588"/>
                  </a:lnTo>
                  <a:lnTo>
                    <a:pt x="5371689" y="2680515"/>
                  </a:lnTo>
                  <a:lnTo>
                    <a:pt x="5443311" y="2684422"/>
                  </a:lnTo>
                  <a:lnTo>
                    <a:pt x="5514934" y="2688311"/>
                  </a:lnTo>
                  <a:lnTo>
                    <a:pt x="5586557" y="2692180"/>
                  </a:lnTo>
                  <a:lnTo>
                    <a:pt x="5658179" y="2696031"/>
                  </a:lnTo>
                  <a:lnTo>
                    <a:pt x="5729802" y="2699863"/>
                  </a:lnTo>
                  <a:lnTo>
                    <a:pt x="5801424" y="2703676"/>
                  </a:lnTo>
                  <a:lnTo>
                    <a:pt x="5873047" y="2707471"/>
                  </a:lnTo>
                  <a:lnTo>
                    <a:pt x="5944669" y="2711248"/>
                  </a:lnTo>
                  <a:lnTo>
                    <a:pt x="6016292" y="2715006"/>
                  </a:lnTo>
                  <a:lnTo>
                    <a:pt x="6087914" y="2718746"/>
                  </a:lnTo>
                  <a:lnTo>
                    <a:pt x="6159537" y="2722467"/>
                  </a:lnTo>
                  <a:lnTo>
                    <a:pt x="6231159" y="2726171"/>
                  </a:lnTo>
                  <a:lnTo>
                    <a:pt x="6302782" y="2729856"/>
                  </a:lnTo>
                  <a:lnTo>
                    <a:pt x="6374404" y="2733523"/>
                  </a:lnTo>
                  <a:lnTo>
                    <a:pt x="6446027" y="2737173"/>
                  </a:lnTo>
                  <a:lnTo>
                    <a:pt x="6517649" y="2740805"/>
                  </a:lnTo>
                  <a:lnTo>
                    <a:pt x="6589272" y="2744419"/>
                  </a:lnTo>
                  <a:lnTo>
                    <a:pt x="6660894" y="2748016"/>
                  </a:lnTo>
                  <a:lnTo>
                    <a:pt x="6732517" y="2751595"/>
                  </a:lnTo>
                  <a:lnTo>
                    <a:pt x="6804139" y="2755157"/>
                  </a:lnTo>
                  <a:lnTo>
                    <a:pt x="6875762" y="2758701"/>
                  </a:lnTo>
                  <a:lnTo>
                    <a:pt x="6947385" y="2762228"/>
                  </a:lnTo>
                  <a:lnTo>
                    <a:pt x="7019007" y="2765738"/>
                  </a:lnTo>
                  <a:lnTo>
                    <a:pt x="7090630" y="2769231"/>
                  </a:lnTo>
                  <a:lnTo>
                    <a:pt x="7090630" y="3333685"/>
                  </a:lnTo>
                  <a:lnTo>
                    <a:pt x="7019007" y="3325059"/>
                  </a:lnTo>
                  <a:lnTo>
                    <a:pt x="6947385" y="3315937"/>
                  </a:lnTo>
                  <a:lnTo>
                    <a:pt x="6875762" y="3306291"/>
                  </a:lnTo>
                  <a:lnTo>
                    <a:pt x="6804139" y="3296090"/>
                  </a:lnTo>
                  <a:lnTo>
                    <a:pt x="6732517" y="3285303"/>
                  </a:lnTo>
                  <a:lnTo>
                    <a:pt x="6660894" y="3273895"/>
                  </a:lnTo>
                  <a:lnTo>
                    <a:pt x="6589272" y="3261832"/>
                  </a:lnTo>
                  <a:lnTo>
                    <a:pt x="6517649" y="3249076"/>
                  </a:lnTo>
                  <a:lnTo>
                    <a:pt x="6446027" y="3235586"/>
                  </a:lnTo>
                  <a:lnTo>
                    <a:pt x="6374404" y="3221321"/>
                  </a:lnTo>
                  <a:lnTo>
                    <a:pt x="6302782" y="3206235"/>
                  </a:lnTo>
                  <a:lnTo>
                    <a:pt x="6231159" y="3190283"/>
                  </a:lnTo>
                  <a:lnTo>
                    <a:pt x="6159537" y="3173414"/>
                  </a:lnTo>
                  <a:lnTo>
                    <a:pt x="6087914" y="3155574"/>
                  </a:lnTo>
                  <a:lnTo>
                    <a:pt x="6016292" y="3136710"/>
                  </a:lnTo>
                  <a:lnTo>
                    <a:pt x="5944669" y="3116761"/>
                  </a:lnTo>
                  <a:lnTo>
                    <a:pt x="5873047" y="3095665"/>
                  </a:lnTo>
                  <a:lnTo>
                    <a:pt x="5801424" y="3073356"/>
                  </a:lnTo>
                  <a:lnTo>
                    <a:pt x="5729802" y="3049766"/>
                  </a:lnTo>
                  <a:lnTo>
                    <a:pt x="5658179" y="3024819"/>
                  </a:lnTo>
                  <a:lnTo>
                    <a:pt x="5586557" y="2998438"/>
                  </a:lnTo>
                  <a:lnTo>
                    <a:pt x="5514934" y="2970540"/>
                  </a:lnTo>
                  <a:lnTo>
                    <a:pt x="5443311" y="2941039"/>
                  </a:lnTo>
                  <a:lnTo>
                    <a:pt x="5371689" y="2909842"/>
                  </a:lnTo>
                  <a:lnTo>
                    <a:pt x="5300066" y="2876852"/>
                  </a:lnTo>
                  <a:lnTo>
                    <a:pt x="5228444" y="2841965"/>
                  </a:lnTo>
                  <a:lnTo>
                    <a:pt x="5156821" y="2805073"/>
                  </a:lnTo>
                  <a:lnTo>
                    <a:pt x="5085199" y="2766060"/>
                  </a:lnTo>
                  <a:lnTo>
                    <a:pt x="5013576" y="2724805"/>
                  </a:lnTo>
                  <a:lnTo>
                    <a:pt x="4941954" y="2681178"/>
                  </a:lnTo>
                  <a:lnTo>
                    <a:pt x="4870331" y="2652622"/>
                  </a:lnTo>
                  <a:lnTo>
                    <a:pt x="4798709" y="2648559"/>
                  </a:lnTo>
                  <a:lnTo>
                    <a:pt x="4727086" y="2644476"/>
                  </a:lnTo>
                  <a:lnTo>
                    <a:pt x="4655464" y="2640373"/>
                  </a:lnTo>
                  <a:lnTo>
                    <a:pt x="4583841" y="2636250"/>
                  </a:lnTo>
                  <a:lnTo>
                    <a:pt x="4512219" y="2632107"/>
                  </a:lnTo>
                  <a:lnTo>
                    <a:pt x="4440596" y="2627944"/>
                  </a:lnTo>
                  <a:lnTo>
                    <a:pt x="4368974" y="2623760"/>
                  </a:lnTo>
                  <a:lnTo>
                    <a:pt x="4297351" y="2619556"/>
                  </a:lnTo>
                  <a:lnTo>
                    <a:pt x="4225729" y="2615331"/>
                  </a:lnTo>
                  <a:lnTo>
                    <a:pt x="4154106" y="2611086"/>
                  </a:lnTo>
                  <a:lnTo>
                    <a:pt x="4082483" y="2606820"/>
                  </a:lnTo>
                  <a:lnTo>
                    <a:pt x="4010861" y="2602533"/>
                  </a:lnTo>
                  <a:lnTo>
                    <a:pt x="3939238" y="2598225"/>
                  </a:lnTo>
                  <a:lnTo>
                    <a:pt x="3867616" y="2593896"/>
                  </a:lnTo>
                  <a:lnTo>
                    <a:pt x="3795993" y="2589546"/>
                  </a:lnTo>
                  <a:lnTo>
                    <a:pt x="3724371" y="2585175"/>
                  </a:lnTo>
                  <a:lnTo>
                    <a:pt x="3652748" y="2580782"/>
                  </a:lnTo>
                  <a:lnTo>
                    <a:pt x="3581126" y="2576368"/>
                  </a:lnTo>
                  <a:lnTo>
                    <a:pt x="3509503" y="2571932"/>
                  </a:lnTo>
                  <a:lnTo>
                    <a:pt x="3437881" y="2567475"/>
                  </a:lnTo>
                  <a:lnTo>
                    <a:pt x="3366258" y="2562996"/>
                  </a:lnTo>
                  <a:lnTo>
                    <a:pt x="3294636" y="2558495"/>
                  </a:lnTo>
                  <a:lnTo>
                    <a:pt x="3223013" y="2553971"/>
                  </a:lnTo>
                  <a:lnTo>
                    <a:pt x="3151391" y="2549426"/>
                  </a:lnTo>
                  <a:lnTo>
                    <a:pt x="3079768" y="2544859"/>
                  </a:lnTo>
                  <a:lnTo>
                    <a:pt x="3008146" y="2540269"/>
                  </a:lnTo>
                  <a:lnTo>
                    <a:pt x="2936523" y="2535657"/>
                  </a:lnTo>
                  <a:lnTo>
                    <a:pt x="2864901" y="2531022"/>
                  </a:lnTo>
                  <a:lnTo>
                    <a:pt x="2793278" y="2526364"/>
                  </a:lnTo>
                  <a:lnTo>
                    <a:pt x="2721655" y="2521684"/>
                  </a:lnTo>
                  <a:lnTo>
                    <a:pt x="2650033" y="2516981"/>
                  </a:lnTo>
                  <a:lnTo>
                    <a:pt x="2578410" y="2512255"/>
                  </a:lnTo>
                  <a:lnTo>
                    <a:pt x="2506788" y="2507506"/>
                  </a:lnTo>
                  <a:lnTo>
                    <a:pt x="2435165" y="2502733"/>
                  </a:lnTo>
                  <a:lnTo>
                    <a:pt x="2363543" y="2497938"/>
                  </a:lnTo>
                  <a:lnTo>
                    <a:pt x="2291920" y="2493119"/>
                  </a:lnTo>
                  <a:lnTo>
                    <a:pt x="2220298" y="2488276"/>
                  </a:lnTo>
                  <a:lnTo>
                    <a:pt x="2148675" y="2483409"/>
                  </a:lnTo>
                  <a:lnTo>
                    <a:pt x="2077053" y="2478519"/>
                  </a:lnTo>
                  <a:lnTo>
                    <a:pt x="2005430" y="2473605"/>
                  </a:lnTo>
                  <a:lnTo>
                    <a:pt x="1933808" y="2468667"/>
                  </a:lnTo>
                  <a:lnTo>
                    <a:pt x="1862185" y="2463705"/>
                  </a:lnTo>
                  <a:lnTo>
                    <a:pt x="1790563" y="2458718"/>
                  </a:lnTo>
                  <a:lnTo>
                    <a:pt x="1718940" y="2453707"/>
                  </a:lnTo>
                  <a:lnTo>
                    <a:pt x="1647318" y="2448672"/>
                  </a:lnTo>
                  <a:lnTo>
                    <a:pt x="1575695" y="2443612"/>
                  </a:lnTo>
                  <a:lnTo>
                    <a:pt x="1504073" y="2438527"/>
                  </a:lnTo>
                  <a:lnTo>
                    <a:pt x="1432450" y="2433418"/>
                  </a:lnTo>
                  <a:lnTo>
                    <a:pt x="1360827" y="2428283"/>
                  </a:lnTo>
                  <a:lnTo>
                    <a:pt x="1289205" y="2423123"/>
                  </a:lnTo>
                  <a:lnTo>
                    <a:pt x="1217582" y="2417938"/>
                  </a:lnTo>
                  <a:lnTo>
                    <a:pt x="1145960" y="2412728"/>
                  </a:lnTo>
                  <a:lnTo>
                    <a:pt x="1074337" y="2407492"/>
                  </a:lnTo>
                  <a:lnTo>
                    <a:pt x="1002715" y="2402231"/>
                  </a:lnTo>
                  <a:lnTo>
                    <a:pt x="931092" y="2396944"/>
                  </a:lnTo>
                  <a:lnTo>
                    <a:pt x="859470" y="2391631"/>
                  </a:lnTo>
                  <a:lnTo>
                    <a:pt x="787847" y="2386292"/>
                  </a:lnTo>
                  <a:lnTo>
                    <a:pt x="716225" y="2380927"/>
                  </a:lnTo>
                  <a:lnTo>
                    <a:pt x="644602" y="2375536"/>
                  </a:lnTo>
                  <a:lnTo>
                    <a:pt x="572980" y="2370119"/>
                  </a:lnTo>
                  <a:lnTo>
                    <a:pt x="501357" y="2364675"/>
                  </a:lnTo>
                  <a:lnTo>
                    <a:pt x="429735" y="2359204"/>
                  </a:lnTo>
                  <a:lnTo>
                    <a:pt x="358112" y="2353707"/>
                  </a:lnTo>
                  <a:lnTo>
                    <a:pt x="286490" y="2348182"/>
                  </a:lnTo>
                  <a:lnTo>
                    <a:pt x="214867" y="2342631"/>
                  </a:lnTo>
                  <a:lnTo>
                    <a:pt x="143245" y="2337053"/>
                  </a:lnTo>
                  <a:lnTo>
                    <a:pt x="71622" y="2331447"/>
                  </a:lnTo>
                  <a:lnTo>
                    <a:pt x="0" y="23258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33187" y="2073503"/>
              <a:ext cx="4029491" cy="2769231"/>
            </a:xfrm>
            <a:custGeom>
              <a:avLst/>
              <a:pathLst>
                <a:path w="4029491" h="2769231">
                  <a:moveTo>
                    <a:pt x="0" y="0"/>
                  </a:moveTo>
                  <a:lnTo>
                    <a:pt x="18630" y="51323"/>
                  </a:lnTo>
                  <a:lnTo>
                    <a:pt x="90252" y="237907"/>
                  </a:lnTo>
                  <a:lnTo>
                    <a:pt x="161875" y="414348"/>
                  </a:lnTo>
                  <a:lnTo>
                    <a:pt x="233497" y="581198"/>
                  </a:lnTo>
                  <a:lnTo>
                    <a:pt x="305120" y="738978"/>
                  </a:lnTo>
                  <a:lnTo>
                    <a:pt x="376742" y="888182"/>
                  </a:lnTo>
                  <a:lnTo>
                    <a:pt x="448365" y="1029274"/>
                  </a:lnTo>
                  <a:lnTo>
                    <a:pt x="519988" y="1162698"/>
                  </a:lnTo>
                  <a:lnTo>
                    <a:pt x="591610" y="1288868"/>
                  </a:lnTo>
                  <a:lnTo>
                    <a:pt x="663233" y="1408180"/>
                  </a:lnTo>
                  <a:lnTo>
                    <a:pt x="734855" y="1521006"/>
                  </a:lnTo>
                  <a:lnTo>
                    <a:pt x="806478" y="1627699"/>
                  </a:lnTo>
                  <a:lnTo>
                    <a:pt x="878100" y="1728592"/>
                  </a:lnTo>
                  <a:lnTo>
                    <a:pt x="949723" y="1824001"/>
                  </a:lnTo>
                  <a:lnTo>
                    <a:pt x="1021345" y="1914223"/>
                  </a:lnTo>
                  <a:lnTo>
                    <a:pt x="1092968" y="1999541"/>
                  </a:lnTo>
                  <a:lnTo>
                    <a:pt x="1164590" y="2080221"/>
                  </a:lnTo>
                  <a:lnTo>
                    <a:pt x="1236213" y="2156516"/>
                  </a:lnTo>
                  <a:lnTo>
                    <a:pt x="1307835" y="2228663"/>
                  </a:lnTo>
                  <a:lnTo>
                    <a:pt x="1379458" y="2296888"/>
                  </a:lnTo>
                  <a:lnTo>
                    <a:pt x="1451080" y="2361405"/>
                  </a:lnTo>
                  <a:lnTo>
                    <a:pt x="1522703" y="2422415"/>
                  </a:lnTo>
                  <a:lnTo>
                    <a:pt x="1594325" y="2480108"/>
                  </a:lnTo>
                  <a:lnTo>
                    <a:pt x="1665948" y="2534665"/>
                  </a:lnTo>
                  <a:lnTo>
                    <a:pt x="1737570" y="2586256"/>
                  </a:lnTo>
                  <a:lnTo>
                    <a:pt x="1809193" y="2635043"/>
                  </a:lnTo>
                  <a:lnTo>
                    <a:pt x="1880816" y="2656665"/>
                  </a:lnTo>
                  <a:lnTo>
                    <a:pt x="1952438" y="2660688"/>
                  </a:lnTo>
                  <a:lnTo>
                    <a:pt x="2024061" y="2664692"/>
                  </a:lnTo>
                  <a:lnTo>
                    <a:pt x="2095683" y="2668677"/>
                  </a:lnTo>
                  <a:lnTo>
                    <a:pt x="2167306" y="2672642"/>
                  </a:lnTo>
                  <a:lnTo>
                    <a:pt x="2238928" y="2676588"/>
                  </a:lnTo>
                  <a:lnTo>
                    <a:pt x="2310551" y="2680515"/>
                  </a:lnTo>
                  <a:lnTo>
                    <a:pt x="2382173" y="2684422"/>
                  </a:lnTo>
                  <a:lnTo>
                    <a:pt x="2453796" y="2688311"/>
                  </a:lnTo>
                  <a:lnTo>
                    <a:pt x="2525418" y="2692180"/>
                  </a:lnTo>
                  <a:lnTo>
                    <a:pt x="2597041" y="2696031"/>
                  </a:lnTo>
                  <a:lnTo>
                    <a:pt x="2668663" y="2699863"/>
                  </a:lnTo>
                  <a:lnTo>
                    <a:pt x="2740286" y="2703676"/>
                  </a:lnTo>
                  <a:lnTo>
                    <a:pt x="2811908" y="2707471"/>
                  </a:lnTo>
                  <a:lnTo>
                    <a:pt x="2883531" y="2711248"/>
                  </a:lnTo>
                  <a:lnTo>
                    <a:pt x="2955153" y="2715006"/>
                  </a:lnTo>
                  <a:lnTo>
                    <a:pt x="3026776" y="2718746"/>
                  </a:lnTo>
                  <a:lnTo>
                    <a:pt x="3098398" y="2722467"/>
                  </a:lnTo>
                  <a:lnTo>
                    <a:pt x="3170021" y="2726171"/>
                  </a:lnTo>
                  <a:lnTo>
                    <a:pt x="3241644" y="2729856"/>
                  </a:lnTo>
                  <a:lnTo>
                    <a:pt x="3313266" y="2733523"/>
                  </a:lnTo>
                  <a:lnTo>
                    <a:pt x="3384889" y="2737173"/>
                  </a:lnTo>
                  <a:lnTo>
                    <a:pt x="3456511" y="2740805"/>
                  </a:lnTo>
                  <a:lnTo>
                    <a:pt x="3528134" y="2744419"/>
                  </a:lnTo>
                  <a:lnTo>
                    <a:pt x="3599756" y="2748016"/>
                  </a:lnTo>
                  <a:lnTo>
                    <a:pt x="3671379" y="2751595"/>
                  </a:lnTo>
                  <a:lnTo>
                    <a:pt x="3743001" y="2755157"/>
                  </a:lnTo>
                  <a:lnTo>
                    <a:pt x="3814624" y="2758701"/>
                  </a:lnTo>
                  <a:lnTo>
                    <a:pt x="3886246" y="2762228"/>
                  </a:lnTo>
                  <a:lnTo>
                    <a:pt x="3957869" y="2765738"/>
                  </a:lnTo>
                  <a:lnTo>
                    <a:pt x="4029491" y="27692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99317"/>
              <a:ext cx="7090630" cy="1007871"/>
            </a:xfrm>
            <a:custGeom>
              <a:avLst/>
              <a:pathLst>
                <a:path w="7090630" h="1007871">
                  <a:moveTo>
                    <a:pt x="7090630" y="1007871"/>
                  </a:moveTo>
                  <a:lnTo>
                    <a:pt x="7019007" y="999245"/>
                  </a:lnTo>
                  <a:lnTo>
                    <a:pt x="6947385" y="990123"/>
                  </a:lnTo>
                  <a:lnTo>
                    <a:pt x="6875762" y="980476"/>
                  </a:lnTo>
                  <a:lnTo>
                    <a:pt x="6804139" y="970275"/>
                  </a:lnTo>
                  <a:lnTo>
                    <a:pt x="6732517" y="959488"/>
                  </a:lnTo>
                  <a:lnTo>
                    <a:pt x="6660894" y="948081"/>
                  </a:lnTo>
                  <a:lnTo>
                    <a:pt x="6589272" y="936018"/>
                  </a:lnTo>
                  <a:lnTo>
                    <a:pt x="6517649" y="923261"/>
                  </a:lnTo>
                  <a:lnTo>
                    <a:pt x="6446027" y="909772"/>
                  </a:lnTo>
                  <a:lnTo>
                    <a:pt x="6374404" y="895506"/>
                  </a:lnTo>
                  <a:lnTo>
                    <a:pt x="6302782" y="880421"/>
                  </a:lnTo>
                  <a:lnTo>
                    <a:pt x="6231159" y="864469"/>
                  </a:lnTo>
                  <a:lnTo>
                    <a:pt x="6159537" y="847599"/>
                  </a:lnTo>
                  <a:lnTo>
                    <a:pt x="6087914" y="829760"/>
                  </a:lnTo>
                  <a:lnTo>
                    <a:pt x="6016292" y="810895"/>
                  </a:lnTo>
                  <a:lnTo>
                    <a:pt x="5944669" y="790946"/>
                  </a:lnTo>
                  <a:lnTo>
                    <a:pt x="5873047" y="769850"/>
                  </a:lnTo>
                  <a:lnTo>
                    <a:pt x="5801424" y="747542"/>
                  </a:lnTo>
                  <a:lnTo>
                    <a:pt x="5729802" y="723951"/>
                  </a:lnTo>
                  <a:lnTo>
                    <a:pt x="5658179" y="699004"/>
                  </a:lnTo>
                  <a:lnTo>
                    <a:pt x="5586557" y="672623"/>
                  </a:lnTo>
                  <a:lnTo>
                    <a:pt x="5514934" y="644726"/>
                  </a:lnTo>
                  <a:lnTo>
                    <a:pt x="5443311" y="615225"/>
                  </a:lnTo>
                  <a:lnTo>
                    <a:pt x="5371689" y="584028"/>
                  </a:lnTo>
                  <a:lnTo>
                    <a:pt x="5300066" y="551037"/>
                  </a:lnTo>
                  <a:lnTo>
                    <a:pt x="5228444" y="516151"/>
                  </a:lnTo>
                  <a:lnTo>
                    <a:pt x="5156821" y="479259"/>
                  </a:lnTo>
                  <a:lnTo>
                    <a:pt x="5085199" y="440246"/>
                  </a:lnTo>
                  <a:lnTo>
                    <a:pt x="5013576" y="398990"/>
                  </a:lnTo>
                  <a:lnTo>
                    <a:pt x="4941954" y="355363"/>
                  </a:lnTo>
                  <a:lnTo>
                    <a:pt x="4870331" y="326807"/>
                  </a:lnTo>
                  <a:lnTo>
                    <a:pt x="4798709" y="322744"/>
                  </a:lnTo>
                  <a:lnTo>
                    <a:pt x="4727086" y="318661"/>
                  </a:lnTo>
                  <a:lnTo>
                    <a:pt x="4655464" y="314559"/>
                  </a:lnTo>
                  <a:lnTo>
                    <a:pt x="4583841" y="310436"/>
                  </a:lnTo>
                  <a:lnTo>
                    <a:pt x="4512219" y="306293"/>
                  </a:lnTo>
                  <a:lnTo>
                    <a:pt x="4440596" y="302129"/>
                  </a:lnTo>
                  <a:lnTo>
                    <a:pt x="4368974" y="297946"/>
                  </a:lnTo>
                  <a:lnTo>
                    <a:pt x="4297351" y="293742"/>
                  </a:lnTo>
                  <a:lnTo>
                    <a:pt x="4225729" y="289517"/>
                  </a:lnTo>
                  <a:lnTo>
                    <a:pt x="4154106" y="285272"/>
                  </a:lnTo>
                  <a:lnTo>
                    <a:pt x="4082483" y="281006"/>
                  </a:lnTo>
                  <a:lnTo>
                    <a:pt x="4010861" y="276719"/>
                  </a:lnTo>
                  <a:lnTo>
                    <a:pt x="3939238" y="272411"/>
                  </a:lnTo>
                  <a:lnTo>
                    <a:pt x="3867616" y="268082"/>
                  </a:lnTo>
                  <a:lnTo>
                    <a:pt x="3795993" y="263732"/>
                  </a:lnTo>
                  <a:lnTo>
                    <a:pt x="3724371" y="259361"/>
                  </a:lnTo>
                  <a:lnTo>
                    <a:pt x="3652748" y="254968"/>
                  </a:lnTo>
                  <a:lnTo>
                    <a:pt x="3581126" y="250554"/>
                  </a:lnTo>
                  <a:lnTo>
                    <a:pt x="3509503" y="246118"/>
                  </a:lnTo>
                  <a:lnTo>
                    <a:pt x="3437881" y="241661"/>
                  </a:lnTo>
                  <a:lnTo>
                    <a:pt x="3366258" y="237181"/>
                  </a:lnTo>
                  <a:lnTo>
                    <a:pt x="3294636" y="232680"/>
                  </a:lnTo>
                  <a:lnTo>
                    <a:pt x="3223013" y="228157"/>
                  </a:lnTo>
                  <a:lnTo>
                    <a:pt x="3151391" y="223612"/>
                  </a:lnTo>
                  <a:lnTo>
                    <a:pt x="3079768" y="219044"/>
                  </a:lnTo>
                  <a:lnTo>
                    <a:pt x="3008146" y="214454"/>
                  </a:lnTo>
                  <a:lnTo>
                    <a:pt x="2936523" y="209842"/>
                  </a:lnTo>
                  <a:lnTo>
                    <a:pt x="2864901" y="205207"/>
                  </a:lnTo>
                  <a:lnTo>
                    <a:pt x="2793278" y="200550"/>
                  </a:lnTo>
                  <a:lnTo>
                    <a:pt x="2721655" y="195870"/>
                  </a:lnTo>
                  <a:lnTo>
                    <a:pt x="2650033" y="191167"/>
                  </a:lnTo>
                  <a:lnTo>
                    <a:pt x="2578410" y="186441"/>
                  </a:lnTo>
                  <a:lnTo>
                    <a:pt x="2506788" y="181691"/>
                  </a:lnTo>
                  <a:lnTo>
                    <a:pt x="2435165" y="176919"/>
                  </a:lnTo>
                  <a:lnTo>
                    <a:pt x="2363543" y="172123"/>
                  </a:lnTo>
                  <a:lnTo>
                    <a:pt x="2291920" y="167304"/>
                  </a:lnTo>
                  <a:lnTo>
                    <a:pt x="2220298" y="162461"/>
                  </a:lnTo>
                  <a:lnTo>
                    <a:pt x="2148675" y="157595"/>
                  </a:lnTo>
                  <a:lnTo>
                    <a:pt x="2077053" y="152705"/>
                  </a:lnTo>
                  <a:lnTo>
                    <a:pt x="2005430" y="147791"/>
                  </a:lnTo>
                  <a:lnTo>
                    <a:pt x="1933808" y="142853"/>
                  </a:lnTo>
                  <a:lnTo>
                    <a:pt x="1862185" y="137890"/>
                  </a:lnTo>
                  <a:lnTo>
                    <a:pt x="1790563" y="132904"/>
                  </a:lnTo>
                  <a:lnTo>
                    <a:pt x="1718940" y="127893"/>
                  </a:lnTo>
                  <a:lnTo>
                    <a:pt x="1647318" y="122858"/>
                  </a:lnTo>
                  <a:lnTo>
                    <a:pt x="1575695" y="117798"/>
                  </a:lnTo>
                  <a:lnTo>
                    <a:pt x="1504073" y="112713"/>
                  </a:lnTo>
                  <a:lnTo>
                    <a:pt x="1432450" y="107603"/>
                  </a:lnTo>
                  <a:lnTo>
                    <a:pt x="1360827" y="102469"/>
                  </a:lnTo>
                  <a:lnTo>
                    <a:pt x="1289205" y="97309"/>
                  </a:lnTo>
                  <a:lnTo>
                    <a:pt x="1217582" y="92124"/>
                  </a:lnTo>
                  <a:lnTo>
                    <a:pt x="1145960" y="86914"/>
                  </a:lnTo>
                  <a:lnTo>
                    <a:pt x="1074337" y="81678"/>
                  </a:lnTo>
                  <a:lnTo>
                    <a:pt x="1002715" y="76417"/>
                  </a:lnTo>
                  <a:lnTo>
                    <a:pt x="931092" y="71130"/>
                  </a:lnTo>
                  <a:lnTo>
                    <a:pt x="859470" y="65817"/>
                  </a:lnTo>
                  <a:lnTo>
                    <a:pt x="787847" y="60478"/>
                  </a:lnTo>
                  <a:lnTo>
                    <a:pt x="716225" y="55113"/>
                  </a:lnTo>
                  <a:lnTo>
                    <a:pt x="644602" y="49722"/>
                  </a:lnTo>
                  <a:lnTo>
                    <a:pt x="572980" y="44304"/>
                  </a:lnTo>
                  <a:lnTo>
                    <a:pt x="501357" y="38860"/>
                  </a:lnTo>
                  <a:lnTo>
                    <a:pt x="429735" y="33390"/>
                  </a:lnTo>
                  <a:lnTo>
                    <a:pt x="358112" y="27892"/>
                  </a:lnTo>
                  <a:lnTo>
                    <a:pt x="286490" y="22368"/>
                  </a:lnTo>
                  <a:lnTo>
                    <a:pt x="214867" y="16817"/>
                  </a:lnTo>
                  <a:lnTo>
                    <a:pt x="143245" y="11238"/>
                  </a:lnTo>
                  <a:lnTo>
                    <a:pt x="71622" y="5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89142" y="2073503"/>
              <a:ext cx="5573536" cy="3156300"/>
            </a:xfrm>
            <a:custGeom>
              <a:avLst/>
              <a:pathLst>
                <a:path w="5573536" h="3156300">
                  <a:moveTo>
                    <a:pt x="0" y="0"/>
                  </a:moveTo>
                  <a:lnTo>
                    <a:pt x="58602" y="85773"/>
                  </a:lnTo>
                  <a:lnTo>
                    <a:pt x="130224" y="187466"/>
                  </a:lnTo>
                  <a:lnTo>
                    <a:pt x="201847" y="286116"/>
                  </a:lnTo>
                  <a:lnTo>
                    <a:pt x="273470" y="381813"/>
                  </a:lnTo>
                  <a:lnTo>
                    <a:pt x="345092" y="474647"/>
                  </a:lnTo>
                  <a:lnTo>
                    <a:pt x="416715" y="564702"/>
                  </a:lnTo>
                  <a:lnTo>
                    <a:pt x="488337" y="652062"/>
                  </a:lnTo>
                  <a:lnTo>
                    <a:pt x="559960" y="736807"/>
                  </a:lnTo>
                  <a:lnTo>
                    <a:pt x="631582" y="819016"/>
                  </a:lnTo>
                  <a:lnTo>
                    <a:pt x="703205" y="898765"/>
                  </a:lnTo>
                  <a:lnTo>
                    <a:pt x="774827" y="976128"/>
                  </a:lnTo>
                  <a:lnTo>
                    <a:pt x="846450" y="1051175"/>
                  </a:lnTo>
                  <a:lnTo>
                    <a:pt x="918072" y="1123976"/>
                  </a:lnTo>
                  <a:lnTo>
                    <a:pt x="989695" y="1194598"/>
                  </a:lnTo>
                  <a:lnTo>
                    <a:pt x="1061317" y="1263106"/>
                  </a:lnTo>
                  <a:lnTo>
                    <a:pt x="1132940" y="1329565"/>
                  </a:lnTo>
                  <a:lnTo>
                    <a:pt x="1204562" y="1394034"/>
                  </a:lnTo>
                  <a:lnTo>
                    <a:pt x="1276185" y="1456574"/>
                  </a:lnTo>
                  <a:lnTo>
                    <a:pt x="1347807" y="1517243"/>
                  </a:lnTo>
                  <a:lnTo>
                    <a:pt x="1419430" y="1576095"/>
                  </a:lnTo>
                  <a:lnTo>
                    <a:pt x="1491052" y="1633187"/>
                  </a:lnTo>
                  <a:lnTo>
                    <a:pt x="1562675" y="1688570"/>
                  </a:lnTo>
                  <a:lnTo>
                    <a:pt x="1634298" y="1742295"/>
                  </a:lnTo>
                  <a:lnTo>
                    <a:pt x="1705920" y="1794412"/>
                  </a:lnTo>
                  <a:lnTo>
                    <a:pt x="1777543" y="1844970"/>
                  </a:lnTo>
                  <a:lnTo>
                    <a:pt x="1849165" y="1894015"/>
                  </a:lnTo>
                  <a:lnTo>
                    <a:pt x="1920788" y="1941591"/>
                  </a:lnTo>
                  <a:lnTo>
                    <a:pt x="1992410" y="1987744"/>
                  </a:lnTo>
                  <a:lnTo>
                    <a:pt x="2064033" y="2032516"/>
                  </a:lnTo>
                  <a:lnTo>
                    <a:pt x="2135655" y="2075948"/>
                  </a:lnTo>
                  <a:lnTo>
                    <a:pt x="2207278" y="2118080"/>
                  </a:lnTo>
                  <a:lnTo>
                    <a:pt x="2278900" y="2158951"/>
                  </a:lnTo>
                  <a:lnTo>
                    <a:pt x="2350523" y="2198599"/>
                  </a:lnTo>
                  <a:lnTo>
                    <a:pt x="2422145" y="2237060"/>
                  </a:lnTo>
                  <a:lnTo>
                    <a:pt x="2493768" y="2274371"/>
                  </a:lnTo>
                  <a:lnTo>
                    <a:pt x="2565390" y="2310564"/>
                  </a:lnTo>
                  <a:lnTo>
                    <a:pt x="2637013" y="2345675"/>
                  </a:lnTo>
                  <a:lnTo>
                    <a:pt x="2708635" y="2379735"/>
                  </a:lnTo>
                  <a:lnTo>
                    <a:pt x="2780258" y="2412775"/>
                  </a:lnTo>
                  <a:lnTo>
                    <a:pt x="2851880" y="2444827"/>
                  </a:lnTo>
                  <a:lnTo>
                    <a:pt x="2923503" y="2475919"/>
                  </a:lnTo>
                  <a:lnTo>
                    <a:pt x="2995126" y="2506081"/>
                  </a:lnTo>
                  <a:lnTo>
                    <a:pt x="3066748" y="2535340"/>
                  </a:lnTo>
                  <a:lnTo>
                    <a:pt x="3138371" y="2563723"/>
                  </a:lnTo>
                  <a:lnTo>
                    <a:pt x="3209993" y="2591258"/>
                  </a:lnTo>
                  <a:lnTo>
                    <a:pt x="3281616" y="2617968"/>
                  </a:lnTo>
                  <a:lnTo>
                    <a:pt x="3353238" y="2643878"/>
                  </a:lnTo>
                  <a:lnTo>
                    <a:pt x="3424861" y="2669013"/>
                  </a:lnTo>
                  <a:lnTo>
                    <a:pt x="3496483" y="2693396"/>
                  </a:lnTo>
                  <a:lnTo>
                    <a:pt x="3568106" y="2717050"/>
                  </a:lnTo>
                  <a:lnTo>
                    <a:pt x="3639728" y="2739995"/>
                  </a:lnTo>
                  <a:lnTo>
                    <a:pt x="3711351" y="2762254"/>
                  </a:lnTo>
                  <a:lnTo>
                    <a:pt x="3782973" y="2783846"/>
                  </a:lnTo>
                  <a:lnTo>
                    <a:pt x="3854596" y="2804793"/>
                  </a:lnTo>
                  <a:lnTo>
                    <a:pt x="3926218" y="2825112"/>
                  </a:lnTo>
                  <a:lnTo>
                    <a:pt x="3997841" y="2844823"/>
                  </a:lnTo>
                  <a:lnTo>
                    <a:pt x="4069463" y="2863945"/>
                  </a:lnTo>
                  <a:lnTo>
                    <a:pt x="4141086" y="2882494"/>
                  </a:lnTo>
                  <a:lnTo>
                    <a:pt x="4212708" y="2900488"/>
                  </a:lnTo>
                  <a:lnTo>
                    <a:pt x="4284331" y="2917944"/>
                  </a:lnTo>
                  <a:lnTo>
                    <a:pt x="4355954" y="2934877"/>
                  </a:lnTo>
                  <a:lnTo>
                    <a:pt x="4427576" y="2951303"/>
                  </a:lnTo>
                  <a:lnTo>
                    <a:pt x="4499199" y="2967238"/>
                  </a:lnTo>
                  <a:lnTo>
                    <a:pt x="4570821" y="2982696"/>
                  </a:lnTo>
                  <a:lnTo>
                    <a:pt x="4642444" y="2997691"/>
                  </a:lnTo>
                  <a:lnTo>
                    <a:pt x="4714066" y="3012237"/>
                  </a:lnTo>
                  <a:lnTo>
                    <a:pt x="4785689" y="3026348"/>
                  </a:lnTo>
                  <a:lnTo>
                    <a:pt x="4857311" y="3040037"/>
                  </a:lnTo>
                  <a:lnTo>
                    <a:pt x="4928934" y="3053316"/>
                  </a:lnTo>
                  <a:lnTo>
                    <a:pt x="5000556" y="3066198"/>
                  </a:lnTo>
                  <a:lnTo>
                    <a:pt x="5072179" y="3078694"/>
                  </a:lnTo>
                  <a:lnTo>
                    <a:pt x="5143801" y="3090817"/>
                  </a:lnTo>
                  <a:lnTo>
                    <a:pt x="5215424" y="3102576"/>
                  </a:lnTo>
                  <a:lnTo>
                    <a:pt x="5287046" y="3113984"/>
                  </a:lnTo>
                  <a:lnTo>
                    <a:pt x="5358669" y="3125050"/>
                  </a:lnTo>
                  <a:lnTo>
                    <a:pt x="5430291" y="3135785"/>
                  </a:lnTo>
                  <a:lnTo>
                    <a:pt x="5501914" y="3146198"/>
                  </a:lnTo>
                  <a:lnTo>
                    <a:pt x="5573536" y="31563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(0.93-0.99)  |  per IQR (Δ = 18.2): 0.49 (0.27-0.89)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2026-05-22T10:32:41Z</dcterms:modified>
  <cp:category/>
</cp:coreProperties>
</file>