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2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4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9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2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5"/>
            </a:xfrm>
            <a:custGeom>
              <a:avLst/>
              <a:pathLst>
                <a:path w="7090630" h="705455">
                  <a:moveTo>
                    <a:pt x="7090630" y="705455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6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6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19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8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3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5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3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1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9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7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2026-05-22T13:29:55Z</dcterms:modified>
  <cp:category/>
</cp:coreProperties>
</file>