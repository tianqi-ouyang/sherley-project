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6525"/>
            </a:xfrm>
            <a:custGeom>
              <a:avLst/>
              <a:pathLst>
                <a:path w="7090630" h="3356525">
                  <a:moveTo>
                    <a:pt x="3222712" y="0"/>
                  </a:moveTo>
                  <a:lnTo>
                    <a:pt x="3223013" y="925"/>
                  </a:lnTo>
                  <a:lnTo>
                    <a:pt x="3294636" y="207978"/>
                  </a:lnTo>
                  <a:lnTo>
                    <a:pt x="3366258" y="402721"/>
                  </a:lnTo>
                  <a:lnTo>
                    <a:pt x="3437881" y="585887"/>
                  </a:lnTo>
                  <a:lnTo>
                    <a:pt x="3509503" y="758164"/>
                  </a:lnTo>
                  <a:lnTo>
                    <a:pt x="3581126" y="920199"/>
                  </a:lnTo>
                  <a:lnTo>
                    <a:pt x="3652748" y="1072601"/>
                  </a:lnTo>
                  <a:lnTo>
                    <a:pt x="3724371" y="1215943"/>
                  </a:lnTo>
                  <a:lnTo>
                    <a:pt x="3795993" y="1350764"/>
                  </a:lnTo>
                  <a:lnTo>
                    <a:pt x="3867616" y="1477569"/>
                  </a:lnTo>
                  <a:lnTo>
                    <a:pt x="3939238" y="1596835"/>
                  </a:lnTo>
                  <a:lnTo>
                    <a:pt x="4010861" y="1709012"/>
                  </a:lnTo>
                  <a:lnTo>
                    <a:pt x="4082483" y="1814519"/>
                  </a:lnTo>
                  <a:lnTo>
                    <a:pt x="4154106" y="1913754"/>
                  </a:lnTo>
                  <a:lnTo>
                    <a:pt x="4225729" y="2007090"/>
                  </a:lnTo>
                  <a:lnTo>
                    <a:pt x="4297351" y="2094877"/>
                  </a:lnTo>
                  <a:lnTo>
                    <a:pt x="4368974" y="2177444"/>
                  </a:lnTo>
                  <a:lnTo>
                    <a:pt x="4440596" y="2255104"/>
                  </a:lnTo>
                  <a:lnTo>
                    <a:pt x="4512219" y="2328146"/>
                  </a:lnTo>
                  <a:lnTo>
                    <a:pt x="4583841" y="2396846"/>
                  </a:lnTo>
                  <a:lnTo>
                    <a:pt x="4655464" y="2461462"/>
                  </a:lnTo>
                  <a:lnTo>
                    <a:pt x="4727086" y="2522237"/>
                  </a:lnTo>
                  <a:lnTo>
                    <a:pt x="4798709" y="2579398"/>
                  </a:lnTo>
                  <a:lnTo>
                    <a:pt x="4870331" y="2633161"/>
                  </a:lnTo>
                  <a:lnTo>
                    <a:pt x="4941954" y="2658734"/>
                  </a:lnTo>
                  <a:lnTo>
                    <a:pt x="5013576" y="2666226"/>
                  </a:lnTo>
                  <a:lnTo>
                    <a:pt x="5085199" y="2673651"/>
                  </a:lnTo>
                  <a:lnTo>
                    <a:pt x="5156821" y="2681008"/>
                  </a:lnTo>
                  <a:lnTo>
                    <a:pt x="5228444" y="2688298"/>
                  </a:lnTo>
                  <a:lnTo>
                    <a:pt x="5300066" y="2695522"/>
                  </a:lnTo>
                  <a:lnTo>
                    <a:pt x="5371689" y="2702681"/>
                  </a:lnTo>
                  <a:lnTo>
                    <a:pt x="5443311" y="2709774"/>
                  </a:lnTo>
                  <a:lnTo>
                    <a:pt x="5514934" y="2716803"/>
                  </a:lnTo>
                  <a:lnTo>
                    <a:pt x="5586557" y="2723768"/>
                  </a:lnTo>
                  <a:lnTo>
                    <a:pt x="5658179" y="2730670"/>
                  </a:lnTo>
                  <a:lnTo>
                    <a:pt x="5729802" y="2737509"/>
                  </a:lnTo>
                  <a:lnTo>
                    <a:pt x="5801424" y="2744286"/>
                  </a:lnTo>
                  <a:lnTo>
                    <a:pt x="5873047" y="2751002"/>
                  </a:lnTo>
                  <a:lnTo>
                    <a:pt x="5944669" y="2757657"/>
                  </a:lnTo>
                  <a:lnTo>
                    <a:pt x="6016292" y="2764251"/>
                  </a:lnTo>
                  <a:lnTo>
                    <a:pt x="6087914" y="2770785"/>
                  </a:lnTo>
                  <a:lnTo>
                    <a:pt x="6159537" y="2777260"/>
                  </a:lnTo>
                  <a:lnTo>
                    <a:pt x="6231159" y="2783676"/>
                  </a:lnTo>
                  <a:lnTo>
                    <a:pt x="6302782" y="2790034"/>
                  </a:lnTo>
                  <a:lnTo>
                    <a:pt x="6374404" y="2796334"/>
                  </a:lnTo>
                  <a:lnTo>
                    <a:pt x="6446027" y="2802577"/>
                  </a:lnTo>
                  <a:lnTo>
                    <a:pt x="6517649" y="2808763"/>
                  </a:lnTo>
                  <a:lnTo>
                    <a:pt x="6589272" y="2814893"/>
                  </a:lnTo>
                  <a:lnTo>
                    <a:pt x="6660894" y="2820968"/>
                  </a:lnTo>
                  <a:lnTo>
                    <a:pt x="6732517" y="2826987"/>
                  </a:lnTo>
                  <a:lnTo>
                    <a:pt x="6804139" y="2832951"/>
                  </a:lnTo>
                  <a:lnTo>
                    <a:pt x="6875762" y="2838862"/>
                  </a:lnTo>
                  <a:lnTo>
                    <a:pt x="6947385" y="2844718"/>
                  </a:lnTo>
                  <a:lnTo>
                    <a:pt x="7019007" y="2850522"/>
                  </a:lnTo>
                  <a:lnTo>
                    <a:pt x="7090630" y="2856273"/>
                  </a:lnTo>
                  <a:lnTo>
                    <a:pt x="7090630" y="3356525"/>
                  </a:lnTo>
                  <a:lnTo>
                    <a:pt x="7019007" y="3348484"/>
                  </a:lnTo>
                  <a:lnTo>
                    <a:pt x="6947385" y="3339934"/>
                  </a:lnTo>
                  <a:lnTo>
                    <a:pt x="6875762" y="3330844"/>
                  </a:lnTo>
                  <a:lnTo>
                    <a:pt x="6804139" y="3321179"/>
                  </a:lnTo>
                  <a:lnTo>
                    <a:pt x="6732517" y="3310904"/>
                  </a:lnTo>
                  <a:lnTo>
                    <a:pt x="6660894" y="3299979"/>
                  </a:lnTo>
                  <a:lnTo>
                    <a:pt x="6589272" y="3288364"/>
                  </a:lnTo>
                  <a:lnTo>
                    <a:pt x="6517649" y="3276014"/>
                  </a:lnTo>
                  <a:lnTo>
                    <a:pt x="6446027" y="3262884"/>
                  </a:lnTo>
                  <a:lnTo>
                    <a:pt x="6374404" y="3248924"/>
                  </a:lnTo>
                  <a:lnTo>
                    <a:pt x="6302782" y="3234081"/>
                  </a:lnTo>
                  <a:lnTo>
                    <a:pt x="6231159" y="3218300"/>
                  </a:lnTo>
                  <a:lnTo>
                    <a:pt x="6159537" y="3201522"/>
                  </a:lnTo>
                  <a:lnTo>
                    <a:pt x="6087914" y="3183684"/>
                  </a:lnTo>
                  <a:lnTo>
                    <a:pt x="6016292" y="3164717"/>
                  </a:lnTo>
                  <a:lnTo>
                    <a:pt x="5944669" y="3144552"/>
                  </a:lnTo>
                  <a:lnTo>
                    <a:pt x="5873047" y="3123113"/>
                  </a:lnTo>
                  <a:lnTo>
                    <a:pt x="5801424" y="3100318"/>
                  </a:lnTo>
                  <a:lnTo>
                    <a:pt x="5729802" y="3076083"/>
                  </a:lnTo>
                  <a:lnTo>
                    <a:pt x="5658179" y="3050315"/>
                  </a:lnTo>
                  <a:lnTo>
                    <a:pt x="5586557" y="3022919"/>
                  </a:lnTo>
                  <a:lnTo>
                    <a:pt x="5514934" y="2993792"/>
                  </a:lnTo>
                  <a:lnTo>
                    <a:pt x="5443311" y="2962823"/>
                  </a:lnTo>
                  <a:lnTo>
                    <a:pt x="5371689" y="2929897"/>
                  </a:lnTo>
                  <a:lnTo>
                    <a:pt x="5300066" y="2894889"/>
                  </a:lnTo>
                  <a:lnTo>
                    <a:pt x="5228444" y="2857669"/>
                  </a:lnTo>
                  <a:lnTo>
                    <a:pt x="5156821" y="2818097"/>
                  </a:lnTo>
                  <a:lnTo>
                    <a:pt x="5085199" y="2776023"/>
                  </a:lnTo>
                  <a:lnTo>
                    <a:pt x="5013576" y="2731289"/>
                  </a:lnTo>
                  <a:lnTo>
                    <a:pt x="4941954" y="2683728"/>
                  </a:lnTo>
                  <a:lnTo>
                    <a:pt x="4870331" y="2651172"/>
                  </a:lnTo>
                  <a:lnTo>
                    <a:pt x="4798709" y="2643542"/>
                  </a:lnTo>
                  <a:lnTo>
                    <a:pt x="4727086" y="2635841"/>
                  </a:lnTo>
                  <a:lnTo>
                    <a:pt x="4655464" y="2628070"/>
                  </a:lnTo>
                  <a:lnTo>
                    <a:pt x="4583841" y="2620228"/>
                  </a:lnTo>
                  <a:lnTo>
                    <a:pt x="4512219" y="2612314"/>
                  </a:lnTo>
                  <a:lnTo>
                    <a:pt x="4440596" y="2604327"/>
                  </a:lnTo>
                  <a:lnTo>
                    <a:pt x="4368974" y="2596268"/>
                  </a:lnTo>
                  <a:lnTo>
                    <a:pt x="4297351" y="2588134"/>
                  </a:lnTo>
                  <a:lnTo>
                    <a:pt x="4225729" y="2579926"/>
                  </a:lnTo>
                  <a:lnTo>
                    <a:pt x="4154106" y="2571642"/>
                  </a:lnTo>
                  <a:lnTo>
                    <a:pt x="4082483" y="2563283"/>
                  </a:lnTo>
                  <a:lnTo>
                    <a:pt x="4010861" y="2554847"/>
                  </a:lnTo>
                  <a:lnTo>
                    <a:pt x="3939238" y="2546333"/>
                  </a:lnTo>
                  <a:lnTo>
                    <a:pt x="3867616" y="2537742"/>
                  </a:lnTo>
                  <a:lnTo>
                    <a:pt x="3795993" y="2529072"/>
                  </a:lnTo>
                  <a:lnTo>
                    <a:pt x="3724371" y="2520322"/>
                  </a:lnTo>
                  <a:lnTo>
                    <a:pt x="3652748" y="2511492"/>
                  </a:lnTo>
                  <a:lnTo>
                    <a:pt x="3581126" y="2502582"/>
                  </a:lnTo>
                  <a:lnTo>
                    <a:pt x="3509503" y="2493589"/>
                  </a:lnTo>
                  <a:lnTo>
                    <a:pt x="3437881" y="2484515"/>
                  </a:lnTo>
                  <a:lnTo>
                    <a:pt x="3366258" y="2475357"/>
                  </a:lnTo>
                  <a:lnTo>
                    <a:pt x="3294636" y="2466115"/>
                  </a:lnTo>
                  <a:lnTo>
                    <a:pt x="3223013" y="2456788"/>
                  </a:lnTo>
                  <a:lnTo>
                    <a:pt x="3151391" y="2447376"/>
                  </a:lnTo>
                  <a:lnTo>
                    <a:pt x="3079768" y="2437878"/>
                  </a:lnTo>
                  <a:lnTo>
                    <a:pt x="3008146" y="2428293"/>
                  </a:lnTo>
                  <a:lnTo>
                    <a:pt x="2936523" y="2418619"/>
                  </a:lnTo>
                  <a:lnTo>
                    <a:pt x="2864901" y="2408858"/>
                  </a:lnTo>
                  <a:lnTo>
                    <a:pt x="2793278" y="2399006"/>
                  </a:lnTo>
                  <a:lnTo>
                    <a:pt x="2721655" y="2389065"/>
                  </a:lnTo>
                  <a:lnTo>
                    <a:pt x="2650033" y="2379032"/>
                  </a:lnTo>
                  <a:lnTo>
                    <a:pt x="2578410" y="2368907"/>
                  </a:lnTo>
                  <a:lnTo>
                    <a:pt x="2506788" y="2358690"/>
                  </a:lnTo>
                  <a:lnTo>
                    <a:pt x="2435165" y="2348379"/>
                  </a:lnTo>
                  <a:lnTo>
                    <a:pt x="2363543" y="2337973"/>
                  </a:lnTo>
                  <a:lnTo>
                    <a:pt x="2291920" y="2327472"/>
                  </a:lnTo>
                  <a:lnTo>
                    <a:pt x="2220298" y="2316875"/>
                  </a:lnTo>
                  <a:lnTo>
                    <a:pt x="2148675" y="2306180"/>
                  </a:lnTo>
                  <a:lnTo>
                    <a:pt x="2077053" y="2295388"/>
                  </a:lnTo>
                  <a:lnTo>
                    <a:pt x="2005430" y="2284497"/>
                  </a:lnTo>
                  <a:lnTo>
                    <a:pt x="1933808" y="2273506"/>
                  </a:lnTo>
                  <a:lnTo>
                    <a:pt x="1862185" y="2262414"/>
                  </a:lnTo>
                  <a:lnTo>
                    <a:pt x="1790563" y="2251220"/>
                  </a:lnTo>
                  <a:lnTo>
                    <a:pt x="1718940" y="2239924"/>
                  </a:lnTo>
                  <a:lnTo>
                    <a:pt x="1647318" y="2228525"/>
                  </a:lnTo>
                  <a:lnTo>
                    <a:pt x="1575695" y="2217021"/>
                  </a:lnTo>
                  <a:lnTo>
                    <a:pt x="1504073" y="2205411"/>
                  </a:lnTo>
                  <a:lnTo>
                    <a:pt x="1432450" y="2193695"/>
                  </a:lnTo>
                  <a:lnTo>
                    <a:pt x="1360827" y="2181872"/>
                  </a:lnTo>
                  <a:lnTo>
                    <a:pt x="1289205" y="2169940"/>
                  </a:lnTo>
                  <a:lnTo>
                    <a:pt x="1217582" y="2157899"/>
                  </a:lnTo>
                  <a:lnTo>
                    <a:pt x="1145960" y="2145748"/>
                  </a:lnTo>
                  <a:lnTo>
                    <a:pt x="1074337" y="2133485"/>
                  </a:lnTo>
                  <a:lnTo>
                    <a:pt x="1002715" y="2121110"/>
                  </a:lnTo>
                  <a:lnTo>
                    <a:pt x="931092" y="2108622"/>
                  </a:lnTo>
                  <a:lnTo>
                    <a:pt x="859470" y="2096019"/>
                  </a:lnTo>
                  <a:lnTo>
                    <a:pt x="787847" y="2083300"/>
                  </a:lnTo>
                  <a:lnTo>
                    <a:pt x="716225" y="2070465"/>
                  </a:lnTo>
                  <a:lnTo>
                    <a:pt x="644602" y="2057512"/>
                  </a:lnTo>
                  <a:lnTo>
                    <a:pt x="572980" y="2044441"/>
                  </a:lnTo>
                  <a:lnTo>
                    <a:pt x="501357" y="2031250"/>
                  </a:lnTo>
                  <a:lnTo>
                    <a:pt x="429735" y="2017938"/>
                  </a:lnTo>
                  <a:lnTo>
                    <a:pt x="358112" y="2004504"/>
                  </a:lnTo>
                  <a:lnTo>
                    <a:pt x="286490" y="1990946"/>
                  </a:lnTo>
                  <a:lnTo>
                    <a:pt x="214867" y="1977265"/>
                  </a:lnTo>
                  <a:lnTo>
                    <a:pt x="143245" y="1963458"/>
                  </a:lnTo>
                  <a:lnTo>
                    <a:pt x="71622" y="1949525"/>
                  </a:lnTo>
                  <a:lnTo>
                    <a:pt x="0" y="1935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4761" y="2073503"/>
              <a:ext cx="3867917" cy="2856273"/>
            </a:xfrm>
            <a:custGeom>
              <a:avLst/>
              <a:pathLst>
                <a:path w="3867917" h="2856273">
                  <a:moveTo>
                    <a:pt x="0" y="0"/>
                  </a:moveTo>
                  <a:lnTo>
                    <a:pt x="301" y="925"/>
                  </a:lnTo>
                  <a:lnTo>
                    <a:pt x="71923" y="207978"/>
                  </a:lnTo>
                  <a:lnTo>
                    <a:pt x="143546" y="402721"/>
                  </a:lnTo>
                  <a:lnTo>
                    <a:pt x="215168" y="585887"/>
                  </a:lnTo>
                  <a:lnTo>
                    <a:pt x="286791" y="758164"/>
                  </a:lnTo>
                  <a:lnTo>
                    <a:pt x="358413" y="920199"/>
                  </a:lnTo>
                  <a:lnTo>
                    <a:pt x="430036" y="1072601"/>
                  </a:lnTo>
                  <a:lnTo>
                    <a:pt x="501658" y="1215943"/>
                  </a:lnTo>
                  <a:lnTo>
                    <a:pt x="573281" y="1350764"/>
                  </a:lnTo>
                  <a:lnTo>
                    <a:pt x="644903" y="1477569"/>
                  </a:lnTo>
                  <a:lnTo>
                    <a:pt x="716526" y="1596835"/>
                  </a:lnTo>
                  <a:lnTo>
                    <a:pt x="788149" y="1709012"/>
                  </a:lnTo>
                  <a:lnTo>
                    <a:pt x="859771" y="1814519"/>
                  </a:lnTo>
                  <a:lnTo>
                    <a:pt x="931394" y="1913754"/>
                  </a:lnTo>
                  <a:lnTo>
                    <a:pt x="1003016" y="2007090"/>
                  </a:lnTo>
                  <a:lnTo>
                    <a:pt x="1074639" y="2094877"/>
                  </a:lnTo>
                  <a:lnTo>
                    <a:pt x="1146261" y="2177444"/>
                  </a:lnTo>
                  <a:lnTo>
                    <a:pt x="1217884" y="2255104"/>
                  </a:lnTo>
                  <a:lnTo>
                    <a:pt x="1289506" y="2328146"/>
                  </a:lnTo>
                  <a:lnTo>
                    <a:pt x="1361129" y="2396846"/>
                  </a:lnTo>
                  <a:lnTo>
                    <a:pt x="1432751" y="2461462"/>
                  </a:lnTo>
                  <a:lnTo>
                    <a:pt x="1504374" y="2522237"/>
                  </a:lnTo>
                  <a:lnTo>
                    <a:pt x="1575996" y="2579398"/>
                  </a:lnTo>
                  <a:lnTo>
                    <a:pt x="1647619" y="2633161"/>
                  </a:lnTo>
                  <a:lnTo>
                    <a:pt x="1719241" y="2658734"/>
                  </a:lnTo>
                  <a:lnTo>
                    <a:pt x="1790864" y="2666226"/>
                  </a:lnTo>
                  <a:lnTo>
                    <a:pt x="1862486" y="2673651"/>
                  </a:lnTo>
                  <a:lnTo>
                    <a:pt x="1934109" y="2681008"/>
                  </a:lnTo>
                  <a:lnTo>
                    <a:pt x="2005731" y="2688298"/>
                  </a:lnTo>
                  <a:lnTo>
                    <a:pt x="2077354" y="2695522"/>
                  </a:lnTo>
                  <a:lnTo>
                    <a:pt x="2148977" y="2702681"/>
                  </a:lnTo>
                  <a:lnTo>
                    <a:pt x="2220599" y="2709774"/>
                  </a:lnTo>
                  <a:lnTo>
                    <a:pt x="2292222" y="2716803"/>
                  </a:lnTo>
                  <a:lnTo>
                    <a:pt x="2363844" y="2723768"/>
                  </a:lnTo>
                  <a:lnTo>
                    <a:pt x="2435467" y="2730670"/>
                  </a:lnTo>
                  <a:lnTo>
                    <a:pt x="2507089" y="2737509"/>
                  </a:lnTo>
                  <a:lnTo>
                    <a:pt x="2578712" y="2744286"/>
                  </a:lnTo>
                  <a:lnTo>
                    <a:pt x="2650334" y="2751002"/>
                  </a:lnTo>
                  <a:lnTo>
                    <a:pt x="2721957" y="2757657"/>
                  </a:lnTo>
                  <a:lnTo>
                    <a:pt x="2793579" y="2764251"/>
                  </a:lnTo>
                  <a:lnTo>
                    <a:pt x="2865202" y="2770785"/>
                  </a:lnTo>
                  <a:lnTo>
                    <a:pt x="2936824" y="2777260"/>
                  </a:lnTo>
                  <a:lnTo>
                    <a:pt x="3008447" y="2783676"/>
                  </a:lnTo>
                  <a:lnTo>
                    <a:pt x="3080069" y="2790034"/>
                  </a:lnTo>
                  <a:lnTo>
                    <a:pt x="3151692" y="2796334"/>
                  </a:lnTo>
                  <a:lnTo>
                    <a:pt x="3223314" y="2802577"/>
                  </a:lnTo>
                  <a:lnTo>
                    <a:pt x="3294937" y="2808763"/>
                  </a:lnTo>
                  <a:lnTo>
                    <a:pt x="3366559" y="2814893"/>
                  </a:lnTo>
                  <a:lnTo>
                    <a:pt x="3438182" y="2820968"/>
                  </a:lnTo>
                  <a:lnTo>
                    <a:pt x="3509805" y="2826987"/>
                  </a:lnTo>
                  <a:lnTo>
                    <a:pt x="3581427" y="2832951"/>
                  </a:lnTo>
                  <a:lnTo>
                    <a:pt x="3653050" y="2838862"/>
                  </a:lnTo>
                  <a:lnTo>
                    <a:pt x="3724672" y="2844718"/>
                  </a:lnTo>
                  <a:lnTo>
                    <a:pt x="3796295" y="2850522"/>
                  </a:lnTo>
                  <a:lnTo>
                    <a:pt x="3867917" y="2856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08967"/>
              <a:ext cx="7090630" cy="1421061"/>
            </a:xfrm>
            <a:custGeom>
              <a:avLst/>
              <a:pathLst>
                <a:path w="7090630" h="1421061">
                  <a:moveTo>
                    <a:pt x="7090630" y="1421061"/>
                  </a:moveTo>
                  <a:lnTo>
                    <a:pt x="7019007" y="1413020"/>
                  </a:lnTo>
                  <a:lnTo>
                    <a:pt x="6947385" y="1404470"/>
                  </a:lnTo>
                  <a:lnTo>
                    <a:pt x="6875762" y="1395380"/>
                  </a:lnTo>
                  <a:lnTo>
                    <a:pt x="6804139" y="1385715"/>
                  </a:lnTo>
                  <a:lnTo>
                    <a:pt x="6732517" y="1375440"/>
                  </a:lnTo>
                  <a:lnTo>
                    <a:pt x="6660894" y="1364515"/>
                  </a:lnTo>
                  <a:lnTo>
                    <a:pt x="6589272" y="1352900"/>
                  </a:lnTo>
                  <a:lnTo>
                    <a:pt x="6517649" y="1340550"/>
                  </a:lnTo>
                  <a:lnTo>
                    <a:pt x="6446027" y="1327420"/>
                  </a:lnTo>
                  <a:lnTo>
                    <a:pt x="6374404" y="1313460"/>
                  </a:lnTo>
                  <a:lnTo>
                    <a:pt x="6302782" y="1298617"/>
                  </a:lnTo>
                  <a:lnTo>
                    <a:pt x="6231159" y="1282836"/>
                  </a:lnTo>
                  <a:lnTo>
                    <a:pt x="6159537" y="1266058"/>
                  </a:lnTo>
                  <a:lnTo>
                    <a:pt x="6087914" y="1248220"/>
                  </a:lnTo>
                  <a:lnTo>
                    <a:pt x="6016292" y="1229253"/>
                  </a:lnTo>
                  <a:lnTo>
                    <a:pt x="5944669" y="1209088"/>
                  </a:lnTo>
                  <a:lnTo>
                    <a:pt x="5873047" y="1187649"/>
                  </a:lnTo>
                  <a:lnTo>
                    <a:pt x="5801424" y="1164854"/>
                  </a:lnTo>
                  <a:lnTo>
                    <a:pt x="5729802" y="1140619"/>
                  </a:lnTo>
                  <a:lnTo>
                    <a:pt x="5658179" y="1114851"/>
                  </a:lnTo>
                  <a:lnTo>
                    <a:pt x="5586557" y="1087455"/>
                  </a:lnTo>
                  <a:lnTo>
                    <a:pt x="5514934" y="1058328"/>
                  </a:lnTo>
                  <a:lnTo>
                    <a:pt x="5443311" y="1027359"/>
                  </a:lnTo>
                  <a:lnTo>
                    <a:pt x="5371689" y="994433"/>
                  </a:lnTo>
                  <a:lnTo>
                    <a:pt x="5300066" y="959425"/>
                  </a:lnTo>
                  <a:lnTo>
                    <a:pt x="5228444" y="922205"/>
                  </a:lnTo>
                  <a:lnTo>
                    <a:pt x="5156821" y="882632"/>
                  </a:lnTo>
                  <a:lnTo>
                    <a:pt x="5085199" y="840559"/>
                  </a:lnTo>
                  <a:lnTo>
                    <a:pt x="5013576" y="795825"/>
                  </a:lnTo>
                  <a:lnTo>
                    <a:pt x="4941954" y="748264"/>
                  </a:lnTo>
                  <a:lnTo>
                    <a:pt x="4870331" y="715708"/>
                  </a:lnTo>
                  <a:lnTo>
                    <a:pt x="4798709" y="708078"/>
                  </a:lnTo>
                  <a:lnTo>
                    <a:pt x="4727086" y="700377"/>
                  </a:lnTo>
                  <a:lnTo>
                    <a:pt x="4655464" y="692606"/>
                  </a:lnTo>
                  <a:lnTo>
                    <a:pt x="4583841" y="684764"/>
                  </a:lnTo>
                  <a:lnTo>
                    <a:pt x="4512219" y="676850"/>
                  </a:lnTo>
                  <a:lnTo>
                    <a:pt x="4440596" y="668863"/>
                  </a:lnTo>
                  <a:lnTo>
                    <a:pt x="4368974" y="660804"/>
                  </a:lnTo>
                  <a:lnTo>
                    <a:pt x="4297351" y="652670"/>
                  </a:lnTo>
                  <a:lnTo>
                    <a:pt x="4225729" y="644462"/>
                  </a:lnTo>
                  <a:lnTo>
                    <a:pt x="4154106" y="636178"/>
                  </a:lnTo>
                  <a:lnTo>
                    <a:pt x="4082483" y="627819"/>
                  </a:lnTo>
                  <a:lnTo>
                    <a:pt x="4010861" y="619383"/>
                  </a:lnTo>
                  <a:lnTo>
                    <a:pt x="3939238" y="610869"/>
                  </a:lnTo>
                  <a:lnTo>
                    <a:pt x="3867616" y="602278"/>
                  </a:lnTo>
                  <a:lnTo>
                    <a:pt x="3795993" y="593608"/>
                  </a:lnTo>
                  <a:lnTo>
                    <a:pt x="3724371" y="584858"/>
                  </a:lnTo>
                  <a:lnTo>
                    <a:pt x="3652748" y="576028"/>
                  </a:lnTo>
                  <a:lnTo>
                    <a:pt x="3581126" y="567118"/>
                  </a:lnTo>
                  <a:lnTo>
                    <a:pt x="3509503" y="558125"/>
                  </a:lnTo>
                  <a:lnTo>
                    <a:pt x="3437881" y="549051"/>
                  </a:lnTo>
                  <a:lnTo>
                    <a:pt x="3366258" y="539893"/>
                  </a:lnTo>
                  <a:lnTo>
                    <a:pt x="3294636" y="530651"/>
                  </a:lnTo>
                  <a:lnTo>
                    <a:pt x="3223013" y="521324"/>
                  </a:lnTo>
                  <a:lnTo>
                    <a:pt x="3151391" y="511912"/>
                  </a:lnTo>
                  <a:lnTo>
                    <a:pt x="3079768" y="502414"/>
                  </a:lnTo>
                  <a:lnTo>
                    <a:pt x="3008146" y="492829"/>
                  </a:lnTo>
                  <a:lnTo>
                    <a:pt x="2936523" y="483155"/>
                  </a:lnTo>
                  <a:lnTo>
                    <a:pt x="2864901" y="473394"/>
                  </a:lnTo>
                  <a:lnTo>
                    <a:pt x="2793278" y="463542"/>
                  </a:lnTo>
                  <a:lnTo>
                    <a:pt x="2721655" y="453601"/>
                  </a:lnTo>
                  <a:lnTo>
                    <a:pt x="2650033" y="443568"/>
                  </a:lnTo>
                  <a:lnTo>
                    <a:pt x="2578410" y="433443"/>
                  </a:lnTo>
                  <a:lnTo>
                    <a:pt x="2506788" y="423226"/>
                  </a:lnTo>
                  <a:lnTo>
                    <a:pt x="2435165" y="412915"/>
                  </a:lnTo>
                  <a:lnTo>
                    <a:pt x="2363543" y="402509"/>
                  </a:lnTo>
                  <a:lnTo>
                    <a:pt x="2291920" y="392008"/>
                  </a:lnTo>
                  <a:lnTo>
                    <a:pt x="2220298" y="381411"/>
                  </a:lnTo>
                  <a:lnTo>
                    <a:pt x="2148675" y="370716"/>
                  </a:lnTo>
                  <a:lnTo>
                    <a:pt x="2077053" y="359924"/>
                  </a:lnTo>
                  <a:lnTo>
                    <a:pt x="2005430" y="349033"/>
                  </a:lnTo>
                  <a:lnTo>
                    <a:pt x="1933808" y="338042"/>
                  </a:lnTo>
                  <a:lnTo>
                    <a:pt x="1862185" y="326950"/>
                  </a:lnTo>
                  <a:lnTo>
                    <a:pt x="1790563" y="315756"/>
                  </a:lnTo>
                  <a:lnTo>
                    <a:pt x="1718940" y="304460"/>
                  </a:lnTo>
                  <a:lnTo>
                    <a:pt x="1647318" y="293061"/>
                  </a:lnTo>
                  <a:lnTo>
                    <a:pt x="1575695" y="281557"/>
                  </a:lnTo>
                  <a:lnTo>
                    <a:pt x="1504073" y="269947"/>
                  </a:lnTo>
                  <a:lnTo>
                    <a:pt x="1432450" y="258231"/>
                  </a:lnTo>
                  <a:lnTo>
                    <a:pt x="1360827" y="246408"/>
                  </a:lnTo>
                  <a:lnTo>
                    <a:pt x="1289205" y="234476"/>
                  </a:lnTo>
                  <a:lnTo>
                    <a:pt x="1217582" y="222435"/>
                  </a:lnTo>
                  <a:lnTo>
                    <a:pt x="1145960" y="210284"/>
                  </a:lnTo>
                  <a:lnTo>
                    <a:pt x="1074337" y="198021"/>
                  </a:lnTo>
                  <a:lnTo>
                    <a:pt x="1002715" y="185646"/>
                  </a:lnTo>
                  <a:lnTo>
                    <a:pt x="931092" y="173158"/>
                  </a:lnTo>
                  <a:lnTo>
                    <a:pt x="859470" y="160555"/>
                  </a:lnTo>
                  <a:lnTo>
                    <a:pt x="787847" y="147836"/>
                  </a:lnTo>
                  <a:lnTo>
                    <a:pt x="716225" y="135001"/>
                  </a:lnTo>
                  <a:lnTo>
                    <a:pt x="644602" y="122048"/>
                  </a:lnTo>
                  <a:lnTo>
                    <a:pt x="572980" y="108977"/>
                  </a:lnTo>
                  <a:lnTo>
                    <a:pt x="501357" y="95786"/>
                  </a:lnTo>
                  <a:lnTo>
                    <a:pt x="429735" y="82474"/>
                  </a:lnTo>
                  <a:lnTo>
                    <a:pt x="358112" y="69040"/>
                  </a:lnTo>
                  <a:lnTo>
                    <a:pt x="286490" y="55482"/>
                  </a:lnTo>
                  <a:lnTo>
                    <a:pt x="214867" y="41801"/>
                  </a:lnTo>
                  <a:lnTo>
                    <a:pt x="143245" y="27994"/>
                  </a:lnTo>
                  <a:lnTo>
                    <a:pt x="71622" y="140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52596" y="2073503"/>
              <a:ext cx="5110083" cy="3201208"/>
            </a:xfrm>
            <a:custGeom>
              <a:avLst/>
              <a:pathLst>
                <a:path w="5110083" h="3201208">
                  <a:moveTo>
                    <a:pt x="0" y="0"/>
                  </a:moveTo>
                  <a:lnTo>
                    <a:pt x="24883" y="42838"/>
                  </a:lnTo>
                  <a:lnTo>
                    <a:pt x="96506" y="161873"/>
                  </a:lnTo>
                  <a:lnTo>
                    <a:pt x="168128" y="276790"/>
                  </a:lnTo>
                  <a:lnTo>
                    <a:pt x="239751" y="387732"/>
                  </a:lnTo>
                  <a:lnTo>
                    <a:pt x="311373" y="494836"/>
                  </a:lnTo>
                  <a:lnTo>
                    <a:pt x="382996" y="598235"/>
                  </a:lnTo>
                  <a:lnTo>
                    <a:pt x="454618" y="698057"/>
                  </a:lnTo>
                  <a:lnTo>
                    <a:pt x="526241" y="794425"/>
                  </a:lnTo>
                  <a:lnTo>
                    <a:pt x="597863" y="887460"/>
                  </a:lnTo>
                  <a:lnTo>
                    <a:pt x="669486" y="977276"/>
                  </a:lnTo>
                  <a:lnTo>
                    <a:pt x="741108" y="1063986"/>
                  </a:lnTo>
                  <a:lnTo>
                    <a:pt x="812731" y="1147695"/>
                  </a:lnTo>
                  <a:lnTo>
                    <a:pt x="884354" y="1228509"/>
                  </a:lnTo>
                  <a:lnTo>
                    <a:pt x="955976" y="1306527"/>
                  </a:lnTo>
                  <a:lnTo>
                    <a:pt x="1027599" y="1381846"/>
                  </a:lnTo>
                  <a:lnTo>
                    <a:pt x="1099221" y="1454559"/>
                  </a:lnTo>
                  <a:lnTo>
                    <a:pt x="1170844" y="1524757"/>
                  </a:lnTo>
                  <a:lnTo>
                    <a:pt x="1242466" y="1592527"/>
                  </a:lnTo>
                  <a:lnTo>
                    <a:pt x="1314089" y="1657952"/>
                  </a:lnTo>
                  <a:lnTo>
                    <a:pt x="1385711" y="1721114"/>
                  </a:lnTo>
                  <a:lnTo>
                    <a:pt x="1457334" y="1782091"/>
                  </a:lnTo>
                  <a:lnTo>
                    <a:pt x="1528956" y="1840958"/>
                  </a:lnTo>
                  <a:lnTo>
                    <a:pt x="1600579" y="1897789"/>
                  </a:lnTo>
                  <a:lnTo>
                    <a:pt x="1672201" y="1952654"/>
                  </a:lnTo>
                  <a:lnTo>
                    <a:pt x="1743824" y="2005620"/>
                  </a:lnTo>
                  <a:lnTo>
                    <a:pt x="1815446" y="2056755"/>
                  </a:lnTo>
                  <a:lnTo>
                    <a:pt x="1887069" y="2106120"/>
                  </a:lnTo>
                  <a:lnTo>
                    <a:pt x="1958691" y="2153778"/>
                  </a:lnTo>
                  <a:lnTo>
                    <a:pt x="2030314" y="2199787"/>
                  </a:lnTo>
                  <a:lnTo>
                    <a:pt x="2101936" y="2244205"/>
                  </a:lnTo>
                  <a:lnTo>
                    <a:pt x="2173559" y="2287086"/>
                  </a:lnTo>
                  <a:lnTo>
                    <a:pt x="2245182" y="2328483"/>
                  </a:lnTo>
                  <a:lnTo>
                    <a:pt x="2316804" y="2368449"/>
                  </a:lnTo>
                  <a:lnTo>
                    <a:pt x="2388427" y="2407031"/>
                  </a:lnTo>
                  <a:lnTo>
                    <a:pt x="2460049" y="2444279"/>
                  </a:lnTo>
                  <a:lnTo>
                    <a:pt x="2531672" y="2480239"/>
                  </a:lnTo>
                  <a:lnTo>
                    <a:pt x="2603294" y="2514954"/>
                  </a:lnTo>
                  <a:lnTo>
                    <a:pt x="2674917" y="2548469"/>
                  </a:lnTo>
                  <a:lnTo>
                    <a:pt x="2746539" y="2580824"/>
                  </a:lnTo>
                  <a:lnTo>
                    <a:pt x="2818162" y="2612060"/>
                  </a:lnTo>
                  <a:lnTo>
                    <a:pt x="2889784" y="2642215"/>
                  </a:lnTo>
                  <a:lnTo>
                    <a:pt x="2961407" y="2671327"/>
                  </a:lnTo>
                  <a:lnTo>
                    <a:pt x="3033029" y="2699432"/>
                  </a:lnTo>
                  <a:lnTo>
                    <a:pt x="3104652" y="2726565"/>
                  </a:lnTo>
                  <a:lnTo>
                    <a:pt x="3176274" y="2752759"/>
                  </a:lnTo>
                  <a:lnTo>
                    <a:pt x="3247897" y="2778047"/>
                  </a:lnTo>
                  <a:lnTo>
                    <a:pt x="3319519" y="2802460"/>
                  </a:lnTo>
                  <a:lnTo>
                    <a:pt x="3391142" y="2826028"/>
                  </a:lnTo>
                  <a:lnTo>
                    <a:pt x="3462764" y="2848781"/>
                  </a:lnTo>
                  <a:lnTo>
                    <a:pt x="3534387" y="2870748"/>
                  </a:lnTo>
                  <a:lnTo>
                    <a:pt x="3606009" y="2891954"/>
                  </a:lnTo>
                  <a:lnTo>
                    <a:pt x="3677632" y="2912426"/>
                  </a:lnTo>
                  <a:lnTo>
                    <a:pt x="3749255" y="2932191"/>
                  </a:lnTo>
                  <a:lnTo>
                    <a:pt x="3820877" y="2951271"/>
                  </a:lnTo>
                  <a:lnTo>
                    <a:pt x="3892500" y="2969692"/>
                  </a:lnTo>
                  <a:lnTo>
                    <a:pt x="3964122" y="2987475"/>
                  </a:lnTo>
                  <a:lnTo>
                    <a:pt x="4035745" y="3004643"/>
                  </a:lnTo>
                  <a:lnTo>
                    <a:pt x="4107367" y="3021217"/>
                  </a:lnTo>
                  <a:lnTo>
                    <a:pt x="4178990" y="3037218"/>
                  </a:lnTo>
                  <a:lnTo>
                    <a:pt x="4250612" y="3052665"/>
                  </a:lnTo>
                  <a:lnTo>
                    <a:pt x="4322235" y="3067578"/>
                  </a:lnTo>
                  <a:lnTo>
                    <a:pt x="4393857" y="3081975"/>
                  </a:lnTo>
                  <a:lnTo>
                    <a:pt x="4465480" y="3095874"/>
                  </a:lnTo>
                  <a:lnTo>
                    <a:pt x="4537102" y="3109292"/>
                  </a:lnTo>
                  <a:lnTo>
                    <a:pt x="4608725" y="3122246"/>
                  </a:lnTo>
                  <a:lnTo>
                    <a:pt x="4680347" y="3134752"/>
                  </a:lnTo>
                  <a:lnTo>
                    <a:pt x="4751970" y="3146825"/>
                  </a:lnTo>
                  <a:lnTo>
                    <a:pt x="4823592" y="3158481"/>
                  </a:lnTo>
                  <a:lnTo>
                    <a:pt x="4895215" y="3169733"/>
                  </a:lnTo>
                  <a:lnTo>
                    <a:pt x="4966837" y="3180596"/>
                  </a:lnTo>
                  <a:lnTo>
                    <a:pt x="5038460" y="3191083"/>
                  </a:lnTo>
                  <a:lnTo>
                    <a:pt x="5110083" y="32012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(0.92-0.99)  |  per IQR (Δ = 18.2): 0.44 (0.24-0.81)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2026-05-22T09:54:32Z</dcterms:modified>
  <cp:category/>
</cp:coreProperties>
</file>