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35346"/>
            </a:xfrm>
            <a:custGeom>
              <a:avLst/>
              <a:pathLst>
                <a:path w="7090630" h="3335346">
                  <a:moveTo>
                    <a:pt x="3072822" y="0"/>
                  </a:moveTo>
                  <a:lnTo>
                    <a:pt x="3079768" y="19442"/>
                  </a:lnTo>
                  <a:lnTo>
                    <a:pt x="3151391" y="208951"/>
                  </a:lnTo>
                  <a:lnTo>
                    <a:pt x="3223013" y="388093"/>
                  </a:lnTo>
                  <a:lnTo>
                    <a:pt x="3294636" y="557435"/>
                  </a:lnTo>
                  <a:lnTo>
                    <a:pt x="3366258" y="717513"/>
                  </a:lnTo>
                  <a:lnTo>
                    <a:pt x="3437881" y="868835"/>
                  </a:lnTo>
                  <a:lnTo>
                    <a:pt x="3509503" y="1011879"/>
                  </a:lnTo>
                  <a:lnTo>
                    <a:pt x="3581126" y="1147098"/>
                  </a:lnTo>
                  <a:lnTo>
                    <a:pt x="3652748" y="1274920"/>
                  </a:lnTo>
                  <a:lnTo>
                    <a:pt x="3724371" y="1395750"/>
                  </a:lnTo>
                  <a:lnTo>
                    <a:pt x="3795993" y="1509970"/>
                  </a:lnTo>
                  <a:lnTo>
                    <a:pt x="3867616" y="1617942"/>
                  </a:lnTo>
                  <a:lnTo>
                    <a:pt x="3939238" y="1720007"/>
                  </a:lnTo>
                  <a:lnTo>
                    <a:pt x="4010861" y="1816489"/>
                  </a:lnTo>
                  <a:lnTo>
                    <a:pt x="4082483" y="1907694"/>
                  </a:lnTo>
                  <a:lnTo>
                    <a:pt x="4154106" y="1993909"/>
                  </a:lnTo>
                  <a:lnTo>
                    <a:pt x="4225729" y="2075408"/>
                  </a:lnTo>
                  <a:lnTo>
                    <a:pt x="4297351" y="2152448"/>
                  </a:lnTo>
                  <a:lnTo>
                    <a:pt x="4368974" y="2225275"/>
                  </a:lnTo>
                  <a:lnTo>
                    <a:pt x="4440596" y="2294117"/>
                  </a:lnTo>
                  <a:lnTo>
                    <a:pt x="4512219" y="2359194"/>
                  </a:lnTo>
                  <a:lnTo>
                    <a:pt x="4583841" y="2420710"/>
                  </a:lnTo>
                  <a:lnTo>
                    <a:pt x="4655464" y="2478862"/>
                  </a:lnTo>
                  <a:lnTo>
                    <a:pt x="4727086" y="2533832"/>
                  </a:lnTo>
                  <a:lnTo>
                    <a:pt x="4798709" y="2585795"/>
                  </a:lnTo>
                  <a:lnTo>
                    <a:pt x="4870331" y="2634916"/>
                  </a:lnTo>
                  <a:lnTo>
                    <a:pt x="4941954" y="2654490"/>
                  </a:lnTo>
                  <a:lnTo>
                    <a:pt x="5013576" y="2654841"/>
                  </a:lnTo>
                  <a:lnTo>
                    <a:pt x="5085199" y="2655192"/>
                  </a:lnTo>
                  <a:lnTo>
                    <a:pt x="5156821" y="2655543"/>
                  </a:lnTo>
                  <a:lnTo>
                    <a:pt x="5228444" y="2655894"/>
                  </a:lnTo>
                  <a:lnTo>
                    <a:pt x="5300066" y="2656245"/>
                  </a:lnTo>
                  <a:lnTo>
                    <a:pt x="5371689" y="2656595"/>
                  </a:lnTo>
                  <a:lnTo>
                    <a:pt x="5443311" y="2656946"/>
                  </a:lnTo>
                  <a:lnTo>
                    <a:pt x="5514934" y="2657296"/>
                  </a:lnTo>
                  <a:lnTo>
                    <a:pt x="5586557" y="2657646"/>
                  </a:lnTo>
                  <a:lnTo>
                    <a:pt x="5658179" y="2657996"/>
                  </a:lnTo>
                  <a:lnTo>
                    <a:pt x="5729802" y="2658346"/>
                  </a:lnTo>
                  <a:lnTo>
                    <a:pt x="5801424" y="2658695"/>
                  </a:lnTo>
                  <a:lnTo>
                    <a:pt x="5873047" y="2659045"/>
                  </a:lnTo>
                  <a:lnTo>
                    <a:pt x="5944669" y="2659394"/>
                  </a:lnTo>
                  <a:lnTo>
                    <a:pt x="6016292" y="2659743"/>
                  </a:lnTo>
                  <a:lnTo>
                    <a:pt x="6087914" y="2660092"/>
                  </a:lnTo>
                  <a:lnTo>
                    <a:pt x="6159537" y="2660441"/>
                  </a:lnTo>
                  <a:lnTo>
                    <a:pt x="6231159" y="2660790"/>
                  </a:lnTo>
                  <a:lnTo>
                    <a:pt x="6302782" y="2661139"/>
                  </a:lnTo>
                  <a:lnTo>
                    <a:pt x="6374404" y="2661487"/>
                  </a:lnTo>
                  <a:lnTo>
                    <a:pt x="6446027" y="2661835"/>
                  </a:lnTo>
                  <a:lnTo>
                    <a:pt x="6517649" y="2662184"/>
                  </a:lnTo>
                  <a:lnTo>
                    <a:pt x="6589272" y="2662532"/>
                  </a:lnTo>
                  <a:lnTo>
                    <a:pt x="6660894" y="2662879"/>
                  </a:lnTo>
                  <a:lnTo>
                    <a:pt x="6732517" y="2663227"/>
                  </a:lnTo>
                  <a:lnTo>
                    <a:pt x="6804139" y="2663575"/>
                  </a:lnTo>
                  <a:lnTo>
                    <a:pt x="6875762" y="2663922"/>
                  </a:lnTo>
                  <a:lnTo>
                    <a:pt x="6947385" y="2664269"/>
                  </a:lnTo>
                  <a:lnTo>
                    <a:pt x="7019007" y="2664616"/>
                  </a:lnTo>
                  <a:lnTo>
                    <a:pt x="7090630" y="2664963"/>
                  </a:lnTo>
                  <a:lnTo>
                    <a:pt x="7090630" y="3335346"/>
                  </a:lnTo>
                  <a:lnTo>
                    <a:pt x="7019007" y="3326758"/>
                  </a:lnTo>
                  <a:lnTo>
                    <a:pt x="6947385" y="3317674"/>
                  </a:lnTo>
                  <a:lnTo>
                    <a:pt x="6875762" y="3308063"/>
                  </a:lnTo>
                  <a:lnTo>
                    <a:pt x="6804139" y="3297897"/>
                  </a:lnTo>
                  <a:lnTo>
                    <a:pt x="6732517" y="3287142"/>
                  </a:lnTo>
                  <a:lnTo>
                    <a:pt x="6660894" y="3275764"/>
                  </a:lnTo>
                  <a:lnTo>
                    <a:pt x="6589272" y="3263729"/>
                  </a:lnTo>
                  <a:lnTo>
                    <a:pt x="6517649" y="3250997"/>
                  </a:lnTo>
                  <a:lnTo>
                    <a:pt x="6446027" y="3237528"/>
                  </a:lnTo>
                  <a:lnTo>
                    <a:pt x="6374404" y="3223279"/>
                  </a:lnTo>
                  <a:lnTo>
                    <a:pt x="6302782" y="3208206"/>
                  </a:lnTo>
                  <a:lnTo>
                    <a:pt x="6231159" y="3192261"/>
                  </a:lnTo>
                  <a:lnTo>
                    <a:pt x="6159537" y="3175393"/>
                  </a:lnTo>
                  <a:lnTo>
                    <a:pt x="6087914" y="3157549"/>
                  </a:lnTo>
                  <a:lnTo>
                    <a:pt x="6016292" y="3138673"/>
                  </a:lnTo>
                  <a:lnTo>
                    <a:pt x="5944669" y="3118704"/>
                  </a:lnTo>
                  <a:lnTo>
                    <a:pt x="5873047" y="3097579"/>
                  </a:lnTo>
                  <a:lnTo>
                    <a:pt x="5801424" y="3075232"/>
                  </a:lnTo>
                  <a:lnTo>
                    <a:pt x="5729802" y="3051592"/>
                  </a:lnTo>
                  <a:lnTo>
                    <a:pt x="5658179" y="3026584"/>
                  </a:lnTo>
                  <a:lnTo>
                    <a:pt x="5586557" y="3000128"/>
                  </a:lnTo>
                  <a:lnTo>
                    <a:pt x="5514934" y="2972142"/>
                  </a:lnTo>
                  <a:lnTo>
                    <a:pt x="5443311" y="2942536"/>
                  </a:lnTo>
                  <a:lnTo>
                    <a:pt x="5371689" y="2911216"/>
                  </a:lnTo>
                  <a:lnTo>
                    <a:pt x="5300066" y="2878085"/>
                  </a:lnTo>
                  <a:lnTo>
                    <a:pt x="5228444" y="2843036"/>
                  </a:lnTo>
                  <a:lnTo>
                    <a:pt x="5156821" y="2805959"/>
                  </a:lnTo>
                  <a:lnTo>
                    <a:pt x="5085199" y="2766736"/>
                  </a:lnTo>
                  <a:lnTo>
                    <a:pt x="5013576" y="2725244"/>
                  </a:lnTo>
                  <a:lnTo>
                    <a:pt x="4941954" y="2681350"/>
                  </a:lnTo>
                  <a:lnTo>
                    <a:pt x="4870331" y="2654139"/>
                  </a:lnTo>
                  <a:lnTo>
                    <a:pt x="4798709" y="2653787"/>
                  </a:lnTo>
                  <a:lnTo>
                    <a:pt x="4727086" y="2653435"/>
                  </a:lnTo>
                  <a:lnTo>
                    <a:pt x="4655464" y="2653084"/>
                  </a:lnTo>
                  <a:lnTo>
                    <a:pt x="4583841" y="2652732"/>
                  </a:lnTo>
                  <a:lnTo>
                    <a:pt x="4512219" y="2652379"/>
                  </a:lnTo>
                  <a:lnTo>
                    <a:pt x="4440596" y="2652027"/>
                  </a:lnTo>
                  <a:lnTo>
                    <a:pt x="4368974" y="2651675"/>
                  </a:lnTo>
                  <a:lnTo>
                    <a:pt x="4297351" y="2651322"/>
                  </a:lnTo>
                  <a:lnTo>
                    <a:pt x="4225729" y="2650969"/>
                  </a:lnTo>
                  <a:lnTo>
                    <a:pt x="4154106" y="2650616"/>
                  </a:lnTo>
                  <a:lnTo>
                    <a:pt x="4082483" y="2650263"/>
                  </a:lnTo>
                  <a:lnTo>
                    <a:pt x="4010861" y="2649910"/>
                  </a:lnTo>
                  <a:lnTo>
                    <a:pt x="3939238" y="2649557"/>
                  </a:lnTo>
                  <a:lnTo>
                    <a:pt x="3867616" y="2649203"/>
                  </a:lnTo>
                  <a:lnTo>
                    <a:pt x="3795993" y="2648850"/>
                  </a:lnTo>
                  <a:lnTo>
                    <a:pt x="3724371" y="2648496"/>
                  </a:lnTo>
                  <a:lnTo>
                    <a:pt x="3652748" y="2648142"/>
                  </a:lnTo>
                  <a:lnTo>
                    <a:pt x="3581126" y="2647788"/>
                  </a:lnTo>
                  <a:lnTo>
                    <a:pt x="3509503" y="2647433"/>
                  </a:lnTo>
                  <a:lnTo>
                    <a:pt x="3437881" y="2647079"/>
                  </a:lnTo>
                  <a:lnTo>
                    <a:pt x="3366258" y="2646725"/>
                  </a:lnTo>
                  <a:lnTo>
                    <a:pt x="3294636" y="2646370"/>
                  </a:lnTo>
                  <a:lnTo>
                    <a:pt x="3223013" y="2646015"/>
                  </a:lnTo>
                  <a:lnTo>
                    <a:pt x="3151391" y="2645660"/>
                  </a:lnTo>
                  <a:lnTo>
                    <a:pt x="3079768" y="2645305"/>
                  </a:lnTo>
                  <a:lnTo>
                    <a:pt x="3008146" y="2644950"/>
                  </a:lnTo>
                  <a:lnTo>
                    <a:pt x="2936523" y="2644594"/>
                  </a:lnTo>
                  <a:lnTo>
                    <a:pt x="2864901" y="2644238"/>
                  </a:lnTo>
                  <a:lnTo>
                    <a:pt x="2793278" y="2643883"/>
                  </a:lnTo>
                  <a:lnTo>
                    <a:pt x="2721655" y="2643527"/>
                  </a:lnTo>
                  <a:lnTo>
                    <a:pt x="2650033" y="2643171"/>
                  </a:lnTo>
                  <a:lnTo>
                    <a:pt x="2578410" y="2642815"/>
                  </a:lnTo>
                  <a:lnTo>
                    <a:pt x="2506788" y="2642458"/>
                  </a:lnTo>
                  <a:lnTo>
                    <a:pt x="2435165" y="2642102"/>
                  </a:lnTo>
                  <a:lnTo>
                    <a:pt x="2363543" y="2641745"/>
                  </a:lnTo>
                  <a:lnTo>
                    <a:pt x="2291920" y="2641388"/>
                  </a:lnTo>
                  <a:lnTo>
                    <a:pt x="2220298" y="2641031"/>
                  </a:lnTo>
                  <a:lnTo>
                    <a:pt x="2148675" y="2640674"/>
                  </a:lnTo>
                  <a:lnTo>
                    <a:pt x="2077053" y="2640317"/>
                  </a:lnTo>
                  <a:lnTo>
                    <a:pt x="2005430" y="2639959"/>
                  </a:lnTo>
                  <a:lnTo>
                    <a:pt x="1933808" y="2639602"/>
                  </a:lnTo>
                  <a:lnTo>
                    <a:pt x="1862185" y="2639244"/>
                  </a:lnTo>
                  <a:lnTo>
                    <a:pt x="1790563" y="2638886"/>
                  </a:lnTo>
                  <a:lnTo>
                    <a:pt x="1718940" y="2638528"/>
                  </a:lnTo>
                  <a:lnTo>
                    <a:pt x="1647318" y="2638170"/>
                  </a:lnTo>
                  <a:lnTo>
                    <a:pt x="1575695" y="2637812"/>
                  </a:lnTo>
                  <a:lnTo>
                    <a:pt x="1504073" y="2637453"/>
                  </a:lnTo>
                  <a:lnTo>
                    <a:pt x="1432450" y="2637095"/>
                  </a:lnTo>
                  <a:lnTo>
                    <a:pt x="1360827" y="2636736"/>
                  </a:lnTo>
                  <a:lnTo>
                    <a:pt x="1289205" y="2636377"/>
                  </a:lnTo>
                  <a:lnTo>
                    <a:pt x="1217582" y="2636018"/>
                  </a:lnTo>
                  <a:lnTo>
                    <a:pt x="1145960" y="2635659"/>
                  </a:lnTo>
                  <a:lnTo>
                    <a:pt x="1074337" y="2635299"/>
                  </a:lnTo>
                  <a:lnTo>
                    <a:pt x="1002715" y="2634940"/>
                  </a:lnTo>
                  <a:lnTo>
                    <a:pt x="931092" y="2634580"/>
                  </a:lnTo>
                  <a:lnTo>
                    <a:pt x="859470" y="2634220"/>
                  </a:lnTo>
                  <a:lnTo>
                    <a:pt x="787847" y="2633860"/>
                  </a:lnTo>
                  <a:lnTo>
                    <a:pt x="716225" y="2633500"/>
                  </a:lnTo>
                  <a:lnTo>
                    <a:pt x="644602" y="2633140"/>
                  </a:lnTo>
                  <a:lnTo>
                    <a:pt x="572980" y="2632779"/>
                  </a:lnTo>
                  <a:lnTo>
                    <a:pt x="501357" y="2632419"/>
                  </a:lnTo>
                  <a:lnTo>
                    <a:pt x="429735" y="2632058"/>
                  </a:lnTo>
                  <a:lnTo>
                    <a:pt x="358112" y="2631697"/>
                  </a:lnTo>
                  <a:lnTo>
                    <a:pt x="286490" y="2631336"/>
                  </a:lnTo>
                  <a:lnTo>
                    <a:pt x="214867" y="2630975"/>
                  </a:lnTo>
                  <a:lnTo>
                    <a:pt x="143245" y="2630613"/>
                  </a:lnTo>
                  <a:lnTo>
                    <a:pt x="71622" y="2630252"/>
                  </a:lnTo>
                  <a:lnTo>
                    <a:pt x="0" y="2629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44871" y="2073503"/>
              <a:ext cx="4017807" cy="2664963"/>
            </a:xfrm>
            <a:custGeom>
              <a:avLst/>
              <a:pathLst>
                <a:path w="4017807" h="2664963">
                  <a:moveTo>
                    <a:pt x="0" y="0"/>
                  </a:moveTo>
                  <a:lnTo>
                    <a:pt x="6946" y="19442"/>
                  </a:lnTo>
                  <a:lnTo>
                    <a:pt x="78568" y="208951"/>
                  </a:lnTo>
                  <a:lnTo>
                    <a:pt x="150191" y="388093"/>
                  </a:lnTo>
                  <a:lnTo>
                    <a:pt x="221813" y="557435"/>
                  </a:lnTo>
                  <a:lnTo>
                    <a:pt x="293436" y="717513"/>
                  </a:lnTo>
                  <a:lnTo>
                    <a:pt x="365058" y="868835"/>
                  </a:lnTo>
                  <a:lnTo>
                    <a:pt x="436681" y="1011879"/>
                  </a:lnTo>
                  <a:lnTo>
                    <a:pt x="508303" y="1147098"/>
                  </a:lnTo>
                  <a:lnTo>
                    <a:pt x="579926" y="1274920"/>
                  </a:lnTo>
                  <a:lnTo>
                    <a:pt x="651548" y="1395750"/>
                  </a:lnTo>
                  <a:lnTo>
                    <a:pt x="723171" y="1509970"/>
                  </a:lnTo>
                  <a:lnTo>
                    <a:pt x="794793" y="1617942"/>
                  </a:lnTo>
                  <a:lnTo>
                    <a:pt x="866416" y="1720007"/>
                  </a:lnTo>
                  <a:lnTo>
                    <a:pt x="938039" y="1816489"/>
                  </a:lnTo>
                  <a:lnTo>
                    <a:pt x="1009661" y="1907694"/>
                  </a:lnTo>
                  <a:lnTo>
                    <a:pt x="1081284" y="1993909"/>
                  </a:lnTo>
                  <a:lnTo>
                    <a:pt x="1152906" y="2075408"/>
                  </a:lnTo>
                  <a:lnTo>
                    <a:pt x="1224529" y="2152448"/>
                  </a:lnTo>
                  <a:lnTo>
                    <a:pt x="1296151" y="2225275"/>
                  </a:lnTo>
                  <a:lnTo>
                    <a:pt x="1367774" y="2294117"/>
                  </a:lnTo>
                  <a:lnTo>
                    <a:pt x="1439396" y="2359194"/>
                  </a:lnTo>
                  <a:lnTo>
                    <a:pt x="1511019" y="2420710"/>
                  </a:lnTo>
                  <a:lnTo>
                    <a:pt x="1582641" y="2478862"/>
                  </a:lnTo>
                  <a:lnTo>
                    <a:pt x="1654264" y="2533832"/>
                  </a:lnTo>
                  <a:lnTo>
                    <a:pt x="1725886" y="2585795"/>
                  </a:lnTo>
                  <a:lnTo>
                    <a:pt x="1797509" y="2634916"/>
                  </a:lnTo>
                  <a:lnTo>
                    <a:pt x="1869131" y="2654490"/>
                  </a:lnTo>
                  <a:lnTo>
                    <a:pt x="1940754" y="2654841"/>
                  </a:lnTo>
                  <a:lnTo>
                    <a:pt x="2012376" y="2655192"/>
                  </a:lnTo>
                  <a:lnTo>
                    <a:pt x="2083999" y="2655543"/>
                  </a:lnTo>
                  <a:lnTo>
                    <a:pt x="2155621" y="2655894"/>
                  </a:lnTo>
                  <a:lnTo>
                    <a:pt x="2227244" y="2656245"/>
                  </a:lnTo>
                  <a:lnTo>
                    <a:pt x="2298867" y="2656595"/>
                  </a:lnTo>
                  <a:lnTo>
                    <a:pt x="2370489" y="2656946"/>
                  </a:lnTo>
                  <a:lnTo>
                    <a:pt x="2442112" y="2657296"/>
                  </a:lnTo>
                  <a:lnTo>
                    <a:pt x="2513734" y="2657646"/>
                  </a:lnTo>
                  <a:lnTo>
                    <a:pt x="2585357" y="2657996"/>
                  </a:lnTo>
                  <a:lnTo>
                    <a:pt x="2656979" y="2658346"/>
                  </a:lnTo>
                  <a:lnTo>
                    <a:pt x="2728602" y="2658695"/>
                  </a:lnTo>
                  <a:lnTo>
                    <a:pt x="2800224" y="2659045"/>
                  </a:lnTo>
                  <a:lnTo>
                    <a:pt x="2871847" y="2659394"/>
                  </a:lnTo>
                  <a:lnTo>
                    <a:pt x="2943469" y="2659743"/>
                  </a:lnTo>
                  <a:lnTo>
                    <a:pt x="3015092" y="2660092"/>
                  </a:lnTo>
                  <a:lnTo>
                    <a:pt x="3086714" y="2660441"/>
                  </a:lnTo>
                  <a:lnTo>
                    <a:pt x="3158337" y="2660790"/>
                  </a:lnTo>
                  <a:lnTo>
                    <a:pt x="3229959" y="2661139"/>
                  </a:lnTo>
                  <a:lnTo>
                    <a:pt x="3301582" y="2661487"/>
                  </a:lnTo>
                  <a:lnTo>
                    <a:pt x="3373204" y="2661835"/>
                  </a:lnTo>
                  <a:lnTo>
                    <a:pt x="3444827" y="2662184"/>
                  </a:lnTo>
                  <a:lnTo>
                    <a:pt x="3516449" y="2662532"/>
                  </a:lnTo>
                  <a:lnTo>
                    <a:pt x="3588072" y="2662879"/>
                  </a:lnTo>
                  <a:lnTo>
                    <a:pt x="3659695" y="2663227"/>
                  </a:lnTo>
                  <a:lnTo>
                    <a:pt x="3731317" y="2663575"/>
                  </a:lnTo>
                  <a:lnTo>
                    <a:pt x="3802940" y="2663922"/>
                  </a:lnTo>
                  <a:lnTo>
                    <a:pt x="3874562" y="2664269"/>
                  </a:lnTo>
                  <a:lnTo>
                    <a:pt x="3946185" y="2664616"/>
                  </a:lnTo>
                  <a:lnTo>
                    <a:pt x="4017807" y="26649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03393"/>
              <a:ext cx="7090630" cy="705456"/>
            </a:xfrm>
            <a:custGeom>
              <a:avLst/>
              <a:pathLst>
                <a:path w="7090630" h="705456">
                  <a:moveTo>
                    <a:pt x="7090630" y="705456"/>
                  </a:moveTo>
                  <a:lnTo>
                    <a:pt x="7019007" y="696868"/>
                  </a:lnTo>
                  <a:lnTo>
                    <a:pt x="6947385" y="687783"/>
                  </a:lnTo>
                  <a:lnTo>
                    <a:pt x="6875762" y="678173"/>
                  </a:lnTo>
                  <a:lnTo>
                    <a:pt x="6804139" y="668006"/>
                  </a:lnTo>
                  <a:lnTo>
                    <a:pt x="6732517" y="657251"/>
                  </a:lnTo>
                  <a:lnTo>
                    <a:pt x="6660894" y="645874"/>
                  </a:lnTo>
                  <a:lnTo>
                    <a:pt x="6589272" y="633838"/>
                  </a:lnTo>
                  <a:lnTo>
                    <a:pt x="6517649" y="621106"/>
                  </a:lnTo>
                  <a:lnTo>
                    <a:pt x="6446027" y="607637"/>
                  </a:lnTo>
                  <a:lnTo>
                    <a:pt x="6374404" y="593389"/>
                  </a:lnTo>
                  <a:lnTo>
                    <a:pt x="6302782" y="578316"/>
                  </a:lnTo>
                  <a:lnTo>
                    <a:pt x="6231159" y="562371"/>
                  </a:lnTo>
                  <a:lnTo>
                    <a:pt x="6159537" y="545503"/>
                  </a:lnTo>
                  <a:lnTo>
                    <a:pt x="6087914" y="527659"/>
                  </a:lnTo>
                  <a:lnTo>
                    <a:pt x="6016292" y="508782"/>
                  </a:lnTo>
                  <a:lnTo>
                    <a:pt x="5944669" y="488813"/>
                  </a:lnTo>
                  <a:lnTo>
                    <a:pt x="5873047" y="467688"/>
                  </a:lnTo>
                  <a:lnTo>
                    <a:pt x="5801424" y="445341"/>
                  </a:lnTo>
                  <a:lnTo>
                    <a:pt x="5729802" y="421701"/>
                  </a:lnTo>
                  <a:lnTo>
                    <a:pt x="5658179" y="396693"/>
                  </a:lnTo>
                  <a:lnTo>
                    <a:pt x="5586557" y="370237"/>
                  </a:lnTo>
                  <a:lnTo>
                    <a:pt x="5514934" y="342251"/>
                  </a:lnTo>
                  <a:lnTo>
                    <a:pt x="5443311" y="312645"/>
                  </a:lnTo>
                  <a:lnTo>
                    <a:pt x="5371689" y="281326"/>
                  </a:lnTo>
                  <a:lnTo>
                    <a:pt x="5300066" y="248194"/>
                  </a:lnTo>
                  <a:lnTo>
                    <a:pt x="5228444" y="213145"/>
                  </a:lnTo>
                  <a:lnTo>
                    <a:pt x="5156821" y="176068"/>
                  </a:lnTo>
                  <a:lnTo>
                    <a:pt x="5085199" y="136845"/>
                  </a:lnTo>
                  <a:lnTo>
                    <a:pt x="5013576" y="95353"/>
                  </a:lnTo>
                  <a:lnTo>
                    <a:pt x="4941954" y="51459"/>
                  </a:lnTo>
                  <a:lnTo>
                    <a:pt x="4870331" y="24248"/>
                  </a:lnTo>
                  <a:lnTo>
                    <a:pt x="4798709" y="23897"/>
                  </a:lnTo>
                  <a:lnTo>
                    <a:pt x="4727086" y="23545"/>
                  </a:lnTo>
                  <a:lnTo>
                    <a:pt x="4655464" y="23193"/>
                  </a:lnTo>
                  <a:lnTo>
                    <a:pt x="4583841" y="22841"/>
                  </a:lnTo>
                  <a:lnTo>
                    <a:pt x="4512219" y="22489"/>
                  </a:lnTo>
                  <a:lnTo>
                    <a:pt x="4440596" y="22137"/>
                  </a:lnTo>
                  <a:lnTo>
                    <a:pt x="4368974" y="21784"/>
                  </a:lnTo>
                  <a:lnTo>
                    <a:pt x="4297351" y="21431"/>
                  </a:lnTo>
                  <a:lnTo>
                    <a:pt x="4225729" y="21079"/>
                  </a:lnTo>
                  <a:lnTo>
                    <a:pt x="4154106" y="20726"/>
                  </a:lnTo>
                  <a:lnTo>
                    <a:pt x="4082483" y="20373"/>
                  </a:lnTo>
                  <a:lnTo>
                    <a:pt x="4010861" y="20020"/>
                  </a:lnTo>
                  <a:lnTo>
                    <a:pt x="3939238" y="19666"/>
                  </a:lnTo>
                  <a:lnTo>
                    <a:pt x="3867616" y="19313"/>
                  </a:lnTo>
                  <a:lnTo>
                    <a:pt x="3795993" y="18959"/>
                  </a:lnTo>
                  <a:lnTo>
                    <a:pt x="3724371" y="18605"/>
                  </a:lnTo>
                  <a:lnTo>
                    <a:pt x="3652748" y="18251"/>
                  </a:lnTo>
                  <a:lnTo>
                    <a:pt x="3581126" y="17897"/>
                  </a:lnTo>
                  <a:lnTo>
                    <a:pt x="3509503" y="17543"/>
                  </a:lnTo>
                  <a:lnTo>
                    <a:pt x="3437881" y="17189"/>
                  </a:lnTo>
                  <a:lnTo>
                    <a:pt x="3366258" y="16834"/>
                  </a:lnTo>
                  <a:lnTo>
                    <a:pt x="3294636" y="16479"/>
                  </a:lnTo>
                  <a:lnTo>
                    <a:pt x="3223013" y="16124"/>
                  </a:lnTo>
                  <a:lnTo>
                    <a:pt x="3151391" y="15769"/>
                  </a:lnTo>
                  <a:lnTo>
                    <a:pt x="3079768" y="15414"/>
                  </a:lnTo>
                  <a:lnTo>
                    <a:pt x="3008146" y="15059"/>
                  </a:lnTo>
                  <a:lnTo>
                    <a:pt x="2936523" y="14704"/>
                  </a:lnTo>
                  <a:lnTo>
                    <a:pt x="2864901" y="14348"/>
                  </a:lnTo>
                  <a:lnTo>
                    <a:pt x="2793278" y="13992"/>
                  </a:lnTo>
                  <a:lnTo>
                    <a:pt x="2721655" y="13636"/>
                  </a:lnTo>
                  <a:lnTo>
                    <a:pt x="2650033" y="13280"/>
                  </a:lnTo>
                  <a:lnTo>
                    <a:pt x="2578410" y="12924"/>
                  </a:lnTo>
                  <a:lnTo>
                    <a:pt x="2506788" y="12568"/>
                  </a:lnTo>
                  <a:lnTo>
                    <a:pt x="2435165" y="12211"/>
                  </a:lnTo>
                  <a:lnTo>
                    <a:pt x="2363543" y="11854"/>
                  </a:lnTo>
                  <a:lnTo>
                    <a:pt x="2291920" y="11498"/>
                  </a:lnTo>
                  <a:lnTo>
                    <a:pt x="2220298" y="11141"/>
                  </a:lnTo>
                  <a:lnTo>
                    <a:pt x="2148675" y="10784"/>
                  </a:lnTo>
                  <a:lnTo>
                    <a:pt x="2077053" y="10426"/>
                  </a:lnTo>
                  <a:lnTo>
                    <a:pt x="2005430" y="10069"/>
                  </a:lnTo>
                  <a:lnTo>
                    <a:pt x="1933808" y="9711"/>
                  </a:lnTo>
                  <a:lnTo>
                    <a:pt x="1862185" y="9354"/>
                  </a:lnTo>
                  <a:lnTo>
                    <a:pt x="1790563" y="8996"/>
                  </a:lnTo>
                  <a:lnTo>
                    <a:pt x="1718940" y="8638"/>
                  </a:lnTo>
                  <a:lnTo>
                    <a:pt x="1647318" y="8280"/>
                  </a:lnTo>
                  <a:lnTo>
                    <a:pt x="1575695" y="7921"/>
                  </a:lnTo>
                  <a:lnTo>
                    <a:pt x="1504073" y="7563"/>
                  </a:lnTo>
                  <a:lnTo>
                    <a:pt x="1432450" y="7204"/>
                  </a:lnTo>
                  <a:lnTo>
                    <a:pt x="1360827" y="6845"/>
                  </a:lnTo>
                  <a:lnTo>
                    <a:pt x="1289205" y="6486"/>
                  </a:lnTo>
                  <a:lnTo>
                    <a:pt x="1217582" y="6127"/>
                  </a:lnTo>
                  <a:lnTo>
                    <a:pt x="1145960" y="5768"/>
                  </a:lnTo>
                  <a:lnTo>
                    <a:pt x="1074337" y="5409"/>
                  </a:lnTo>
                  <a:lnTo>
                    <a:pt x="1002715" y="5049"/>
                  </a:lnTo>
                  <a:lnTo>
                    <a:pt x="931092" y="4689"/>
                  </a:lnTo>
                  <a:lnTo>
                    <a:pt x="859470" y="4330"/>
                  </a:lnTo>
                  <a:lnTo>
                    <a:pt x="787847" y="3970"/>
                  </a:lnTo>
                  <a:lnTo>
                    <a:pt x="716225" y="3609"/>
                  </a:lnTo>
                  <a:lnTo>
                    <a:pt x="644602" y="3249"/>
                  </a:lnTo>
                  <a:lnTo>
                    <a:pt x="572980" y="2889"/>
                  </a:lnTo>
                  <a:lnTo>
                    <a:pt x="501357" y="2528"/>
                  </a:lnTo>
                  <a:lnTo>
                    <a:pt x="429735" y="2167"/>
                  </a:lnTo>
                  <a:lnTo>
                    <a:pt x="358112" y="1806"/>
                  </a:lnTo>
                  <a:lnTo>
                    <a:pt x="286490" y="1445"/>
                  </a:lnTo>
                  <a:lnTo>
                    <a:pt x="214867" y="1084"/>
                  </a:lnTo>
                  <a:lnTo>
                    <a:pt x="143245" y="723"/>
                  </a:lnTo>
                  <a:lnTo>
                    <a:pt x="71622" y="3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45112" y="2073503"/>
              <a:ext cx="5817567" cy="3135167"/>
            </a:xfrm>
            <a:custGeom>
              <a:avLst/>
              <a:pathLst>
                <a:path w="5817567" h="3135167">
                  <a:moveTo>
                    <a:pt x="0" y="0"/>
                  </a:moveTo>
                  <a:lnTo>
                    <a:pt x="16142" y="22425"/>
                  </a:lnTo>
                  <a:lnTo>
                    <a:pt x="87765" y="119141"/>
                  </a:lnTo>
                  <a:lnTo>
                    <a:pt x="159387" y="213156"/>
                  </a:lnTo>
                  <a:lnTo>
                    <a:pt x="231010" y="304543"/>
                  </a:lnTo>
                  <a:lnTo>
                    <a:pt x="302632" y="393377"/>
                  </a:lnTo>
                  <a:lnTo>
                    <a:pt x="374255" y="479729"/>
                  </a:lnTo>
                  <a:lnTo>
                    <a:pt x="445877" y="563668"/>
                  </a:lnTo>
                  <a:lnTo>
                    <a:pt x="517500" y="645261"/>
                  </a:lnTo>
                  <a:lnTo>
                    <a:pt x="589122" y="724574"/>
                  </a:lnTo>
                  <a:lnTo>
                    <a:pt x="660745" y="801672"/>
                  </a:lnTo>
                  <a:lnTo>
                    <a:pt x="732367" y="876615"/>
                  </a:lnTo>
                  <a:lnTo>
                    <a:pt x="803990" y="949464"/>
                  </a:lnTo>
                  <a:lnTo>
                    <a:pt x="875612" y="1020277"/>
                  </a:lnTo>
                  <a:lnTo>
                    <a:pt x="947235" y="1089112"/>
                  </a:lnTo>
                  <a:lnTo>
                    <a:pt x="1018857" y="1156023"/>
                  </a:lnTo>
                  <a:lnTo>
                    <a:pt x="1090480" y="1221065"/>
                  </a:lnTo>
                  <a:lnTo>
                    <a:pt x="1162102" y="1284289"/>
                  </a:lnTo>
                  <a:lnTo>
                    <a:pt x="1233725" y="1345747"/>
                  </a:lnTo>
                  <a:lnTo>
                    <a:pt x="1305348" y="1405487"/>
                  </a:lnTo>
                  <a:lnTo>
                    <a:pt x="1376970" y="1463558"/>
                  </a:lnTo>
                  <a:lnTo>
                    <a:pt x="1448593" y="1520007"/>
                  </a:lnTo>
                  <a:lnTo>
                    <a:pt x="1520215" y="1574878"/>
                  </a:lnTo>
                  <a:lnTo>
                    <a:pt x="1591838" y="1628216"/>
                  </a:lnTo>
                  <a:lnTo>
                    <a:pt x="1663460" y="1680063"/>
                  </a:lnTo>
                  <a:lnTo>
                    <a:pt x="1735083" y="1730462"/>
                  </a:lnTo>
                  <a:lnTo>
                    <a:pt x="1806705" y="1779453"/>
                  </a:lnTo>
                  <a:lnTo>
                    <a:pt x="1878328" y="1827075"/>
                  </a:lnTo>
                  <a:lnTo>
                    <a:pt x="1949950" y="1873366"/>
                  </a:lnTo>
                  <a:lnTo>
                    <a:pt x="2021573" y="1918363"/>
                  </a:lnTo>
                  <a:lnTo>
                    <a:pt x="2093195" y="1962103"/>
                  </a:lnTo>
                  <a:lnTo>
                    <a:pt x="2164818" y="2004621"/>
                  </a:lnTo>
                  <a:lnTo>
                    <a:pt x="2236440" y="2045951"/>
                  </a:lnTo>
                  <a:lnTo>
                    <a:pt x="2308063" y="2086126"/>
                  </a:lnTo>
                  <a:lnTo>
                    <a:pt x="2379685" y="2125179"/>
                  </a:lnTo>
                  <a:lnTo>
                    <a:pt x="2451308" y="2163140"/>
                  </a:lnTo>
                  <a:lnTo>
                    <a:pt x="2522930" y="2200041"/>
                  </a:lnTo>
                  <a:lnTo>
                    <a:pt x="2594553" y="2235911"/>
                  </a:lnTo>
                  <a:lnTo>
                    <a:pt x="2666176" y="2270778"/>
                  </a:lnTo>
                  <a:lnTo>
                    <a:pt x="2737798" y="2304671"/>
                  </a:lnTo>
                  <a:lnTo>
                    <a:pt x="2809421" y="2337617"/>
                  </a:lnTo>
                  <a:lnTo>
                    <a:pt x="2881043" y="2369642"/>
                  </a:lnTo>
                  <a:lnTo>
                    <a:pt x="2952666" y="2400773"/>
                  </a:lnTo>
                  <a:lnTo>
                    <a:pt x="3024288" y="2431033"/>
                  </a:lnTo>
                  <a:lnTo>
                    <a:pt x="3095911" y="2460448"/>
                  </a:lnTo>
                  <a:lnTo>
                    <a:pt x="3167533" y="2489042"/>
                  </a:lnTo>
                  <a:lnTo>
                    <a:pt x="3239156" y="2516836"/>
                  </a:lnTo>
                  <a:lnTo>
                    <a:pt x="3310778" y="2543853"/>
                  </a:lnTo>
                  <a:lnTo>
                    <a:pt x="3382401" y="2570116"/>
                  </a:lnTo>
                  <a:lnTo>
                    <a:pt x="3454023" y="2595645"/>
                  </a:lnTo>
                  <a:lnTo>
                    <a:pt x="3525646" y="2620460"/>
                  </a:lnTo>
                  <a:lnTo>
                    <a:pt x="3597268" y="2644582"/>
                  </a:lnTo>
                  <a:lnTo>
                    <a:pt x="3668891" y="2668031"/>
                  </a:lnTo>
                  <a:lnTo>
                    <a:pt x="3740513" y="2690823"/>
                  </a:lnTo>
                  <a:lnTo>
                    <a:pt x="3812136" y="2712979"/>
                  </a:lnTo>
                  <a:lnTo>
                    <a:pt x="3883758" y="2734516"/>
                  </a:lnTo>
                  <a:lnTo>
                    <a:pt x="3955381" y="2755451"/>
                  </a:lnTo>
                  <a:lnTo>
                    <a:pt x="4027004" y="2775802"/>
                  </a:lnTo>
                  <a:lnTo>
                    <a:pt x="4098626" y="2795583"/>
                  </a:lnTo>
                  <a:lnTo>
                    <a:pt x="4170249" y="2814812"/>
                  </a:lnTo>
                  <a:lnTo>
                    <a:pt x="4241871" y="2833503"/>
                  </a:lnTo>
                  <a:lnTo>
                    <a:pt x="4313494" y="2851673"/>
                  </a:lnTo>
                  <a:lnTo>
                    <a:pt x="4385116" y="2869334"/>
                  </a:lnTo>
                  <a:lnTo>
                    <a:pt x="4456739" y="2886502"/>
                  </a:lnTo>
                  <a:lnTo>
                    <a:pt x="4528361" y="2903190"/>
                  </a:lnTo>
                  <a:lnTo>
                    <a:pt x="4599984" y="2919412"/>
                  </a:lnTo>
                  <a:lnTo>
                    <a:pt x="4671606" y="2935181"/>
                  </a:lnTo>
                  <a:lnTo>
                    <a:pt x="4743229" y="2950509"/>
                  </a:lnTo>
                  <a:lnTo>
                    <a:pt x="4814851" y="2965409"/>
                  </a:lnTo>
                  <a:lnTo>
                    <a:pt x="4886474" y="2979893"/>
                  </a:lnTo>
                  <a:lnTo>
                    <a:pt x="4958096" y="2993971"/>
                  </a:lnTo>
                  <a:lnTo>
                    <a:pt x="5029719" y="3007657"/>
                  </a:lnTo>
                  <a:lnTo>
                    <a:pt x="5101341" y="3020960"/>
                  </a:lnTo>
                  <a:lnTo>
                    <a:pt x="5172964" y="3033891"/>
                  </a:lnTo>
                  <a:lnTo>
                    <a:pt x="5244586" y="3046461"/>
                  </a:lnTo>
                  <a:lnTo>
                    <a:pt x="5316209" y="3058680"/>
                  </a:lnTo>
                  <a:lnTo>
                    <a:pt x="5387832" y="3070557"/>
                  </a:lnTo>
                  <a:lnTo>
                    <a:pt x="5459454" y="3082102"/>
                  </a:lnTo>
                  <a:lnTo>
                    <a:pt x="5531077" y="3093325"/>
                  </a:lnTo>
                  <a:lnTo>
                    <a:pt x="5602699" y="3104234"/>
                  </a:lnTo>
                  <a:lnTo>
                    <a:pt x="5674322" y="3114839"/>
                  </a:lnTo>
                  <a:lnTo>
                    <a:pt x="5745944" y="3125147"/>
                  </a:lnTo>
                  <a:lnTo>
                    <a:pt x="5817567" y="31351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54130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(0.93-1.00), p = 0.047  |  per IQR (Δ = 18.2): 0.51 (0.27-0.99)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2026-06-02T08:49:30Z</dcterms:modified>
  <cp:category/>
</cp:coreProperties>
</file>