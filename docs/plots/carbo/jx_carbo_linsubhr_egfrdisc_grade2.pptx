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06557"/>
            </a:xfrm>
            <a:custGeom>
              <a:avLst/>
              <a:pathLst>
                <a:path w="7090630" h="3206557">
                  <a:moveTo>
                    <a:pt x="2031473" y="0"/>
                  </a:moveTo>
                  <a:lnTo>
                    <a:pt x="2077053" y="79044"/>
                  </a:lnTo>
                  <a:lnTo>
                    <a:pt x="2148675" y="198880"/>
                  </a:lnTo>
                  <a:lnTo>
                    <a:pt x="2220298" y="314498"/>
                  </a:lnTo>
                  <a:lnTo>
                    <a:pt x="2291920" y="426047"/>
                  </a:lnTo>
                  <a:lnTo>
                    <a:pt x="2363543" y="533670"/>
                  </a:lnTo>
                  <a:lnTo>
                    <a:pt x="2435165" y="637505"/>
                  </a:lnTo>
                  <a:lnTo>
                    <a:pt x="2506788" y="737684"/>
                  </a:lnTo>
                  <a:lnTo>
                    <a:pt x="2578410" y="834338"/>
                  </a:lnTo>
                  <a:lnTo>
                    <a:pt x="2650033" y="927590"/>
                  </a:lnTo>
                  <a:lnTo>
                    <a:pt x="2721655" y="1017560"/>
                  </a:lnTo>
                  <a:lnTo>
                    <a:pt x="2793278" y="1104363"/>
                  </a:lnTo>
                  <a:lnTo>
                    <a:pt x="2864901" y="1188111"/>
                  </a:lnTo>
                  <a:lnTo>
                    <a:pt x="2936523" y="1268911"/>
                  </a:lnTo>
                  <a:lnTo>
                    <a:pt x="3008146" y="1346867"/>
                  </a:lnTo>
                  <a:lnTo>
                    <a:pt x="3079768" y="1422079"/>
                  </a:lnTo>
                  <a:lnTo>
                    <a:pt x="3151391" y="1494644"/>
                  </a:lnTo>
                  <a:lnTo>
                    <a:pt x="3223013" y="1564655"/>
                  </a:lnTo>
                  <a:lnTo>
                    <a:pt x="3294636" y="1632202"/>
                  </a:lnTo>
                  <a:lnTo>
                    <a:pt x="3366258" y="1697371"/>
                  </a:lnTo>
                  <a:lnTo>
                    <a:pt x="3437881" y="1760247"/>
                  </a:lnTo>
                  <a:lnTo>
                    <a:pt x="3509503" y="1820909"/>
                  </a:lnTo>
                  <a:lnTo>
                    <a:pt x="3581126" y="1879437"/>
                  </a:lnTo>
                  <a:lnTo>
                    <a:pt x="3652748" y="1935904"/>
                  </a:lnTo>
                  <a:lnTo>
                    <a:pt x="3724371" y="1990384"/>
                  </a:lnTo>
                  <a:lnTo>
                    <a:pt x="3795993" y="2042946"/>
                  </a:lnTo>
                  <a:lnTo>
                    <a:pt x="3867616" y="2093658"/>
                  </a:lnTo>
                  <a:lnTo>
                    <a:pt x="3939238" y="2142586"/>
                  </a:lnTo>
                  <a:lnTo>
                    <a:pt x="4010861" y="2189791"/>
                  </a:lnTo>
                  <a:lnTo>
                    <a:pt x="4082483" y="2235335"/>
                  </a:lnTo>
                  <a:lnTo>
                    <a:pt x="4154106" y="2279275"/>
                  </a:lnTo>
                  <a:lnTo>
                    <a:pt x="4225729" y="2321669"/>
                  </a:lnTo>
                  <a:lnTo>
                    <a:pt x="4297351" y="2362571"/>
                  </a:lnTo>
                  <a:lnTo>
                    <a:pt x="4368974" y="2402034"/>
                  </a:lnTo>
                  <a:lnTo>
                    <a:pt x="4440596" y="2440107"/>
                  </a:lnTo>
                  <a:lnTo>
                    <a:pt x="4512219" y="2476840"/>
                  </a:lnTo>
                  <a:lnTo>
                    <a:pt x="4583841" y="2512281"/>
                  </a:lnTo>
                  <a:lnTo>
                    <a:pt x="4655464" y="2546473"/>
                  </a:lnTo>
                  <a:lnTo>
                    <a:pt x="4727086" y="2579463"/>
                  </a:lnTo>
                  <a:lnTo>
                    <a:pt x="4798709" y="2611291"/>
                  </a:lnTo>
                  <a:lnTo>
                    <a:pt x="4870331" y="2641999"/>
                  </a:lnTo>
                  <a:lnTo>
                    <a:pt x="4941954" y="2655113"/>
                  </a:lnTo>
                  <a:lnTo>
                    <a:pt x="5013576" y="2656519"/>
                  </a:lnTo>
                  <a:lnTo>
                    <a:pt x="5085199" y="2657922"/>
                  </a:lnTo>
                  <a:lnTo>
                    <a:pt x="5156821" y="2659324"/>
                  </a:lnTo>
                  <a:lnTo>
                    <a:pt x="5228444" y="2660722"/>
                  </a:lnTo>
                  <a:lnTo>
                    <a:pt x="5300066" y="2662119"/>
                  </a:lnTo>
                  <a:lnTo>
                    <a:pt x="5371689" y="2663513"/>
                  </a:lnTo>
                  <a:lnTo>
                    <a:pt x="5443311" y="2664904"/>
                  </a:lnTo>
                  <a:lnTo>
                    <a:pt x="5514934" y="2666294"/>
                  </a:lnTo>
                  <a:lnTo>
                    <a:pt x="5586557" y="2667680"/>
                  </a:lnTo>
                  <a:lnTo>
                    <a:pt x="5658179" y="2669065"/>
                  </a:lnTo>
                  <a:lnTo>
                    <a:pt x="5729802" y="2670447"/>
                  </a:lnTo>
                  <a:lnTo>
                    <a:pt x="5801424" y="2671827"/>
                  </a:lnTo>
                  <a:lnTo>
                    <a:pt x="5873047" y="2673205"/>
                  </a:lnTo>
                  <a:lnTo>
                    <a:pt x="5944669" y="2674580"/>
                  </a:lnTo>
                  <a:lnTo>
                    <a:pt x="6016292" y="2675953"/>
                  </a:lnTo>
                  <a:lnTo>
                    <a:pt x="6087914" y="2677323"/>
                  </a:lnTo>
                  <a:lnTo>
                    <a:pt x="6159537" y="2678691"/>
                  </a:lnTo>
                  <a:lnTo>
                    <a:pt x="6231159" y="2680057"/>
                  </a:lnTo>
                  <a:lnTo>
                    <a:pt x="6302782" y="2681421"/>
                  </a:lnTo>
                  <a:lnTo>
                    <a:pt x="6374404" y="2682782"/>
                  </a:lnTo>
                  <a:lnTo>
                    <a:pt x="6446027" y="2684141"/>
                  </a:lnTo>
                  <a:lnTo>
                    <a:pt x="6517649" y="2685498"/>
                  </a:lnTo>
                  <a:lnTo>
                    <a:pt x="6589272" y="2686852"/>
                  </a:lnTo>
                  <a:lnTo>
                    <a:pt x="6660894" y="2688204"/>
                  </a:lnTo>
                  <a:lnTo>
                    <a:pt x="6732517" y="2689554"/>
                  </a:lnTo>
                  <a:lnTo>
                    <a:pt x="6804139" y="2690901"/>
                  </a:lnTo>
                  <a:lnTo>
                    <a:pt x="6875762" y="2692246"/>
                  </a:lnTo>
                  <a:lnTo>
                    <a:pt x="6947385" y="2693589"/>
                  </a:lnTo>
                  <a:lnTo>
                    <a:pt x="7019007" y="2694930"/>
                  </a:lnTo>
                  <a:lnTo>
                    <a:pt x="7090630" y="2696268"/>
                  </a:lnTo>
                  <a:lnTo>
                    <a:pt x="7090630" y="3206557"/>
                  </a:lnTo>
                  <a:lnTo>
                    <a:pt x="7019007" y="3196445"/>
                  </a:lnTo>
                  <a:lnTo>
                    <a:pt x="6947385" y="3185964"/>
                  </a:lnTo>
                  <a:lnTo>
                    <a:pt x="6875762" y="3175101"/>
                  </a:lnTo>
                  <a:lnTo>
                    <a:pt x="6804139" y="3163841"/>
                  </a:lnTo>
                  <a:lnTo>
                    <a:pt x="6732517" y="3152170"/>
                  </a:lnTo>
                  <a:lnTo>
                    <a:pt x="6660894" y="3140074"/>
                  </a:lnTo>
                  <a:lnTo>
                    <a:pt x="6589272" y="3127536"/>
                  </a:lnTo>
                  <a:lnTo>
                    <a:pt x="6517649" y="3114541"/>
                  </a:lnTo>
                  <a:lnTo>
                    <a:pt x="6446027" y="3101072"/>
                  </a:lnTo>
                  <a:lnTo>
                    <a:pt x="6374404" y="3087112"/>
                  </a:lnTo>
                  <a:lnTo>
                    <a:pt x="6302782" y="3072642"/>
                  </a:lnTo>
                  <a:lnTo>
                    <a:pt x="6231159" y="3057644"/>
                  </a:lnTo>
                  <a:lnTo>
                    <a:pt x="6159537" y="3042100"/>
                  </a:lnTo>
                  <a:lnTo>
                    <a:pt x="6087914" y="3025988"/>
                  </a:lnTo>
                  <a:lnTo>
                    <a:pt x="6016292" y="3009288"/>
                  </a:lnTo>
                  <a:lnTo>
                    <a:pt x="5944669" y="2991979"/>
                  </a:lnTo>
                  <a:lnTo>
                    <a:pt x="5873047" y="2974039"/>
                  </a:lnTo>
                  <a:lnTo>
                    <a:pt x="5801424" y="2955444"/>
                  </a:lnTo>
                  <a:lnTo>
                    <a:pt x="5729802" y="2936171"/>
                  </a:lnTo>
                  <a:lnTo>
                    <a:pt x="5658179" y="2916195"/>
                  </a:lnTo>
                  <a:lnTo>
                    <a:pt x="5586557" y="2895490"/>
                  </a:lnTo>
                  <a:lnTo>
                    <a:pt x="5514934" y="2874029"/>
                  </a:lnTo>
                  <a:lnTo>
                    <a:pt x="5443311" y="2851786"/>
                  </a:lnTo>
                  <a:lnTo>
                    <a:pt x="5371689" y="2828731"/>
                  </a:lnTo>
                  <a:lnTo>
                    <a:pt x="5300066" y="2804835"/>
                  </a:lnTo>
                  <a:lnTo>
                    <a:pt x="5228444" y="2780068"/>
                  </a:lnTo>
                  <a:lnTo>
                    <a:pt x="5156821" y="2754397"/>
                  </a:lnTo>
                  <a:lnTo>
                    <a:pt x="5085199" y="2727789"/>
                  </a:lnTo>
                  <a:lnTo>
                    <a:pt x="5013576" y="2700211"/>
                  </a:lnTo>
                  <a:lnTo>
                    <a:pt x="4941954" y="2671626"/>
                  </a:lnTo>
                  <a:lnTo>
                    <a:pt x="4870331" y="2653705"/>
                  </a:lnTo>
                  <a:lnTo>
                    <a:pt x="4798709" y="2652294"/>
                  </a:lnTo>
                  <a:lnTo>
                    <a:pt x="4727086" y="2650881"/>
                  </a:lnTo>
                  <a:lnTo>
                    <a:pt x="4655464" y="2649466"/>
                  </a:lnTo>
                  <a:lnTo>
                    <a:pt x="4583841" y="2648048"/>
                  </a:lnTo>
                  <a:lnTo>
                    <a:pt x="4512219" y="2646627"/>
                  </a:lnTo>
                  <a:lnTo>
                    <a:pt x="4440596" y="2645205"/>
                  </a:lnTo>
                  <a:lnTo>
                    <a:pt x="4368974" y="2643780"/>
                  </a:lnTo>
                  <a:lnTo>
                    <a:pt x="4297351" y="2642352"/>
                  </a:lnTo>
                  <a:lnTo>
                    <a:pt x="4225729" y="2640922"/>
                  </a:lnTo>
                  <a:lnTo>
                    <a:pt x="4154106" y="2639490"/>
                  </a:lnTo>
                  <a:lnTo>
                    <a:pt x="4082483" y="2638055"/>
                  </a:lnTo>
                  <a:lnTo>
                    <a:pt x="4010861" y="2636618"/>
                  </a:lnTo>
                  <a:lnTo>
                    <a:pt x="3939238" y="2635178"/>
                  </a:lnTo>
                  <a:lnTo>
                    <a:pt x="3867616" y="2633736"/>
                  </a:lnTo>
                  <a:lnTo>
                    <a:pt x="3795993" y="2632291"/>
                  </a:lnTo>
                  <a:lnTo>
                    <a:pt x="3724371" y="2630844"/>
                  </a:lnTo>
                  <a:lnTo>
                    <a:pt x="3652748" y="2629395"/>
                  </a:lnTo>
                  <a:lnTo>
                    <a:pt x="3581126" y="2627943"/>
                  </a:lnTo>
                  <a:lnTo>
                    <a:pt x="3509503" y="2626488"/>
                  </a:lnTo>
                  <a:lnTo>
                    <a:pt x="3437881" y="2625031"/>
                  </a:lnTo>
                  <a:lnTo>
                    <a:pt x="3366258" y="2623572"/>
                  </a:lnTo>
                  <a:lnTo>
                    <a:pt x="3294636" y="2622110"/>
                  </a:lnTo>
                  <a:lnTo>
                    <a:pt x="3223013" y="2620646"/>
                  </a:lnTo>
                  <a:lnTo>
                    <a:pt x="3151391" y="2619179"/>
                  </a:lnTo>
                  <a:lnTo>
                    <a:pt x="3079768" y="2617710"/>
                  </a:lnTo>
                  <a:lnTo>
                    <a:pt x="3008146" y="2616238"/>
                  </a:lnTo>
                  <a:lnTo>
                    <a:pt x="2936523" y="2614763"/>
                  </a:lnTo>
                  <a:lnTo>
                    <a:pt x="2864901" y="2613287"/>
                  </a:lnTo>
                  <a:lnTo>
                    <a:pt x="2793278" y="2611807"/>
                  </a:lnTo>
                  <a:lnTo>
                    <a:pt x="2721655" y="2610325"/>
                  </a:lnTo>
                  <a:lnTo>
                    <a:pt x="2650033" y="2608841"/>
                  </a:lnTo>
                  <a:lnTo>
                    <a:pt x="2578410" y="2607354"/>
                  </a:lnTo>
                  <a:lnTo>
                    <a:pt x="2506788" y="2605865"/>
                  </a:lnTo>
                  <a:lnTo>
                    <a:pt x="2435165" y="2604373"/>
                  </a:lnTo>
                  <a:lnTo>
                    <a:pt x="2363543" y="2602878"/>
                  </a:lnTo>
                  <a:lnTo>
                    <a:pt x="2291920" y="2601381"/>
                  </a:lnTo>
                  <a:lnTo>
                    <a:pt x="2220298" y="2599882"/>
                  </a:lnTo>
                  <a:lnTo>
                    <a:pt x="2148675" y="2598379"/>
                  </a:lnTo>
                  <a:lnTo>
                    <a:pt x="2077053" y="2596875"/>
                  </a:lnTo>
                  <a:lnTo>
                    <a:pt x="2005430" y="2595367"/>
                  </a:lnTo>
                  <a:lnTo>
                    <a:pt x="1933808" y="2593858"/>
                  </a:lnTo>
                  <a:lnTo>
                    <a:pt x="1862185" y="2592345"/>
                  </a:lnTo>
                  <a:lnTo>
                    <a:pt x="1790563" y="2590830"/>
                  </a:lnTo>
                  <a:lnTo>
                    <a:pt x="1718940" y="2589313"/>
                  </a:lnTo>
                  <a:lnTo>
                    <a:pt x="1647318" y="2587793"/>
                  </a:lnTo>
                  <a:lnTo>
                    <a:pt x="1575695" y="2586270"/>
                  </a:lnTo>
                  <a:lnTo>
                    <a:pt x="1504073" y="2584745"/>
                  </a:lnTo>
                  <a:lnTo>
                    <a:pt x="1432450" y="2583217"/>
                  </a:lnTo>
                  <a:lnTo>
                    <a:pt x="1360827" y="2581686"/>
                  </a:lnTo>
                  <a:lnTo>
                    <a:pt x="1289205" y="2580153"/>
                  </a:lnTo>
                  <a:lnTo>
                    <a:pt x="1217582" y="2578618"/>
                  </a:lnTo>
                  <a:lnTo>
                    <a:pt x="1145960" y="2577079"/>
                  </a:lnTo>
                  <a:lnTo>
                    <a:pt x="1074337" y="2575539"/>
                  </a:lnTo>
                  <a:lnTo>
                    <a:pt x="1002715" y="2573995"/>
                  </a:lnTo>
                  <a:lnTo>
                    <a:pt x="931092" y="2572449"/>
                  </a:lnTo>
                  <a:lnTo>
                    <a:pt x="859470" y="2570900"/>
                  </a:lnTo>
                  <a:lnTo>
                    <a:pt x="787847" y="2569349"/>
                  </a:lnTo>
                  <a:lnTo>
                    <a:pt x="716225" y="2567795"/>
                  </a:lnTo>
                  <a:lnTo>
                    <a:pt x="644602" y="2566238"/>
                  </a:lnTo>
                  <a:lnTo>
                    <a:pt x="572980" y="2564679"/>
                  </a:lnTo>
                  <a:lnTo>
                    <a:pt x="501357" y="2563117"/>
                  </a:lnTo>
                  <a:lnTo>
                    <a:pt x="429735" y="2561552"/>
                  </a:lnTo>
                  <a:lnTo>
                    <a:pt x="358112" y="2559985"/>
                  </a:lnTo>
                  <a:lnTo>
                    <a:pt x="286490" y="2558415"/>
                  </a:lnTo>
                  <a:lnTo>
                    <a:pt x="214867" y="2556842"/>
                  </a:lnTo>
                  <a:lnTo>
                    <a:pt x="143245" y="2555267"/>
                  </a:lnTo>
                  <a:lnTo>
                    <a:pt x="71622" y="2553689"/>
                  </a:lnTo>
                  <a:lnTo>
                    <a:pt x="0" y="25521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3523" y="2073503"/>
              <a:ext cx="5059156" cy="2696268"/>
            </a:xfrm>
            <a:custGeom>
              <a:avLst/>
              <a:pathLst>
                <a:path w="5059156" h="2696268">
                  <a:moveTo>
                    <a:pt x="0" y="0"/>
                  </a:moveTo>
                  <a:lnTo>
                    <a:pt x="45579" y="79044"/>
                  </a:lnTo>
                  <a:lnTo>
                    <a:pt x="117202" y="198880"/>
                  </a:lnTo>
                  <a:lnTo>
                    <a:pt x="188824" y="314498"/>
                  </a:lnTo>
                  <a:lnTo>
                    <a:pt x="260447" y="426047"/>
                  </a:lnTo>
                  <a:lnTo>
                    <a:pt x="332069" y="533670"/>
                  </a:lnTo>
                  <a:lnTo>
                    <a:pt x="403692" y="637505"/>
                  </a:lnTo>
                  <a:lnTo>
                    <a:pt x="475314" y="737684"/>
                  </a:lnTo>
                  <a:lnTo>
                    <a:pt x="546937" y="834338"/>
                  </a:lnTo>
                  <a:lnTo>
                    <a:pt x="618559" y="927590"/>
                  </a:lnTo>
                  <a:lnTo>
                    <a:pt x="690182" y="1017560"/>
                  </a:lnTo>
                  <a:lnTo>
                    <a:pt x="761804" y="1104363"/>
                  </a:lnTo>
                  <a:lnTo>
                    <a:pt x="833427" y="1188111"/>
                  </a:lnTo>
                  <a:lnTo>
                    <a:pt x="905049" y="1268911"/>
                  </a:lnTo>
                  <a:lnTo>
                    <a:pt x="976672" y="1346867"/>
                  </a:lnTo>
                  <a:lnTo>
                    <a:pt x="1048294" y="1422079"/>
                  </a:lnTo>
                  <a:lnTo>
                    <a:pt x="1119917" y="1494644"/>
                  </a:lnTo>
                  <a:lnTo>
                    <a:pt x="1191540" y="1564655"/>
                  </a:lnTo>
                  <a:lnTo>
                    <a:pt x="1263162" y="1632202"/>
                  </a:lnTo>
                  <a:lnTo>
                    <a:pt x="1334785" y="1697371"/>
                  </a:lnTo>
                  <a:lnTo>
                    <a:pt x="1406407" y="1760247"/>
                  </a:lnTo>
                  <a:lnTo>
                    <a:pt x="1478030" y="1820909"/>
                  </a:lnTo>
                  <a:lnTo>
                    <a:pt x="1549652" y="1879437"/>
                  </a:lnTo>
                  <a:lnTo>
                    <a:pt x="1621275" y="1935904"/>
                  </a:lnTo>
                  <a:lnTo>
                    <a:pt x="1692897" y="1990384"/>
                  </a:lnTo>
                  <a:lnTo>
                    <a:pt x="1764520" y="2042946"/>
                  </a:lnTo>
                  <a:lnTo>
                    <a:pt x="1836142" y="2093658"/>
                  </a:lnTo>
                  <a:lnTo>
                    <a:pt x="1907765" y="2142586"/>
                  </a:lnTo>
                  <a:lnTo>
                    <a:pt x="1979387" y="2189791"/>
                  </a:lnTo>
                  <a:lnTo>
                    <a:pt x="2051010" y="2235335"/>
                  </a:lnTo>
                  <a:lnTo>
                    <a:pt x="2122632" y="2279275"/>
                  </a:lnTo>
                  <a:lnTo>
                    <a:pt x="2194255" y="2321669"/>
                  </a:lnTo>
                  <a:lnTo>
                    <a:pt x="2265877" y="2362571"/>
                  </a:lnTo>
                  <a:lnTo>
                    <a:pt x="2337500" y="2402034"/>
                  </a:lnTo>
                  <a:lnTo>
                    <a:pt x="2409122" y="2440107"/>
                  </a:lnTo>
                  <a:lnTo>
                    <a:pt x="2480745" y="2476840"/>
                  </a:lnTo>
                  <a:lnTo>
                    <a:pt x="2552368" y="2512281"/>
                  </a:lnTo>
                  <a:lnTo>
                    <a:pt x="2623990" y="2546473"/>
                  </a:lnTo>
                  <a:lnTo>
                    <a:pt x="2695613" y="2579463"/>
                  </a:lnTo>
                  <a:lnTo>
                    <a:pt x="2767235" y="2611291"/>
                  </a:lnTo>
                  <a:lnTo>
                    <a:pt x="2838858" y="2641999"/>
                  </a:lnTo>
                  <a:lnTo>
                    <a:pt x="2910480" y="2655113"/>
                  </a:lnTo>
                  <a:lnTo>
                    <a:pt x="2982103" y="2656519"/>
                  </a:lnTo>
                  <a:lnTo>
                    <a:pt x="3053725" y="2657922"/>
                  </a:lnTo>
                  <a:lnTo>
                    <a:pt x="3125348" y="2659324"/>
                  </a:lnTo>
                  <a:lnTo>
                    <a:pt x="3196970" y="2660722"/>
                  </a:lnTo>
                  <a:lnTo>
                    <a:pt x="3268593" y="2662119"/>
                  </a:lnTo>
                  <a:lnTo>
                    <a:pt x="3340215" y="2663513"/>
                  </a:lnTo>
                  <a:lnTo>
                    <a:pt x="3411838" y="2664904"/>
                  </a:lnTo>
                  <a:lnTo>
                    <a:pt x="3483460" y="2666294"/>
                  </a:lnTo>
                  <a:lnTo>
                    <a:pt x="3555083" y="2667680"/>
                  </a:lnTo>
                  <a:lnTo>
                    <a:pt x="3626705" y="2669065"/>
                  </a:lnTo>
                  <a:lnTo>
                    <a:pt x="3698328" y="2670447"/>
                  </a:lnTo>
                  <a:lnTo>
                    <a:pt x="3769950" y="2671827"/>
                  </a:lnTo>
                  <a:lnTo>
                    <a:pt x="3841573" y="2673205"/>
                  </a:lnTo>
                  <a:lnTo>
                    <a:pt x="3913196" y="2674580"/>
                  </a:lnTo>
                  <a:lnTo>
                    <a:pt x="3984818" y="2675953"/>
                  </a:lnTo>
                  <a:lnTo>
                    <a:pt x="4056441" y="2677323"/>
                  </a:lnTo>
                  <a:lnTo>
                    <a:pt x="4128063" y="2678691"/>
                  </a:lnTo>
                  <a:lnTo>
                    <a:pt x="4199686" y="2680057"/>
                  </a:lnTo>
                  <a:lnTo>
                    <a:pt x="4271308" y="2681421"/>
                  </a:lnTo>
                  <a:lnTo>
                    <a:pt x="4342931" y="2682782"/>
                  </a:lnTo>
                  <a:lnTo>
                    <a:pt x="4414553" y="2684141"/>
                  </a:lnTo>
                  <a:lnTo>
                    <a:pt x="4486176" y="2685498"/>
                  </a:lnTo>
                  <a:lnTo>
                    <a:pt x="4557798" y="2686852"/>
                  </a:lnTo>
                  <a:lnTo>
                    <a:pt x="4629421" y="2688204"/>
                  </a:lnTo>
                  <a:lnTo>
                    <a:pt x="4701043" y="2689554"/>
                  </a:lnTo>
                  <a:lnTo>
                    <a:pt x="4772666" y="2690901"/>
                  </a:lnTo>
                  <a:lnTo>
                    <a:pt x="4844288" y="2692246"/>
                  </a:lnTo>
                  <a:lnTo>
                    <a:pt x="4915911" y="2693589"/>
                  </a:lnTo>
                  <a:lnTo>
                    <a:pt x="4987533" y="2694930"/>
                  </a:lnTo>
                  <a:lnTo>
                    <a:pt x="5059156" y="269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5612"/>
              <a:ext cx="7090630" cy="654448"/>
            </a:xfrm>
            <a:custGeom>
              <a:avLst/>
              <a:pathLst>
                <a:path w="7090630" h="654448">
                  <a:moveTo>
                    <a:pt x="7090630" y="654448"/>
                  </a:moveTo>
                  <a:lnTo>
                    <a:pt x="7019007" y="644336"/>
                  </a:lnTo>
                  <a:lnTo>
                    <a:pt x="6947385" y="633855"/>
                  </a:lnTo>
                  <a:lnTo>
                    <a:pt x="6875762" y="622992"/>
                  </a:lnTo>
                  <a:lnTo>
                    <a:pt x="6804139" y="611732"/>
                  </a:lnTo>
                  <a:lnTo>
                    <a:pt x="6732517" y="600061"/>
                  </a:lnTo>
                  <a:lnTo>
                    <a:pt x="6660894" y="587965"/>
                  </a:lnTo>
                  <a:lnTo>
                    <a:pt x="6589272" y="575427"/>
                  </a:lnTo>
                  <a:lnTo>
                    <a:pt x="6517649" y="562432"/>
                  </a:lnTo>
                  <a:lnTo>
                    <a:pt x="6446027" y="548963"/>
                  </a:lnTo>
                  <a:lnTo>
                    <a:pt x="6374404" y="535003"/>
                  </a:lnTo>
                  <a:lnTo>
                    <a:pt x="6302782" y="520533"/>
                  </a:lnTo>
                  <a:lnTo>
                    <a:pt x="6231159" y="505535"/>
                  </a:lnTo>
                  <a:lnTo>
                    <a:pt x="6159537" y="489991"/>
                  </a:lnTo>
                  <a:lnTo>
                    <a:pt x="6087914" y="473879"/>
                  </a:lnTo>
                  <a:lnTo>
                    <a:pt x="6016292" y="457179"/>
                  </a:lnTo>
                  <a:lnTo>
                    <a:pt x="5944669" y="439870"/>
                  </a:lnTo>
                  <a:lnTo>
                    <a:pt x="5873047" y="421930"/>
                  </a:lnTo>
                  <a:lnTo>
                    <a:pt x="5801424" y="403335"/>
                  </a:lnTo>
                  <a:lnTo>
                    <a:pt x="5729802" y="384062"/>
                  </a:lnTo>
                  <a:lnTo>
                    <a:pt x="5658179" y="364086"/>
                  </a:lnTo>
                  <a:lnTo>
                    <a:pt x="5586557" y="343381"/>
                  </a:lnTo>
                  <a:lnTo>
                    <a:pt x="5514934" y="321920"/>
                  </a:lnTo>
                  <a:lnTo>
                    <a:pt x="5443311" y="299677"/>
                  </a:lnTo>
                  <a:lnTo>
                    <a:pt x="5371689" y="276622"/>
                  </a:lnTo>
                  <a:lnTo>
                    <a:pt x="5300066" y="252726"/>
                  </a:lnTo>
                  <a:lnTo>
                    <a:pt x="5228444" y="227959"/>
                  </a:lnTo>
                  <a:lnTo>
                    <a:pt x="5156821" y="202288"/>
                  </a:lnTo>
                  <a:lnTo>
                    <a:pt x="5085199" y="175680"/>
                  </a:lnTo>
                  <a:lnTo>
                    <a:pt x="5013576" y="148102"/>
                  </a:lnTo>
                  <a:lnTo>
                    <a:pt x="4941954" y="119517"/>
                  </a:lnTo>
                  <a:lnTo>
                    <a:pt x="4870331" y="101596"/>
                  </a:lnTo>
                  <a:lnTo>
                    <a:pt x="4798709" y="100185"/>
                  </a:lnTo>
                  <a:lnTo>
                    <a:pt x="4727086" y="98772"/>
                  </a:lnTo>
                  <a:lnTo>
                    <a:pt x="4655464" y="97357"/>
                  </a:lnTo>
                  <a:lnTo>
                    <a:pt x="4583841" y="95939"/>
                  </a:lnTo>
                  <a:lnTo>
                    <a:pt x="4512219" y="94518"/>
                  </a:lnTo>
                  <a:lnTo>
                    <a:pt x="4440596" y="93096"/>
                  </a:lnTo>
                  <a:lnTo>
                    <a:pt x="4368974" y="91671"/>
                  </a:lnTo>
                  <a:lnTo>
                    <a:pt x="4297351" y="90243"/>
                  </a:lnTo>
                  <a:lnTo>
                    <a:pt x="4225729" y="88813"/>
                  </a:lnTo>
                  <a:lnTo>
                    <a:pt x="4154106" y="87381"/>
                  </a:lnTo>
                  <a:lnTo>
                    <a:pt x="4082483" y="85946"/>
                  </a:lnTo>
                  <a:lnTo>
                    <a:pt x="4010861" y="84509"/>
                  </a:lnTo>
                  <a:lnTo>
                    <a:pt x="3939238" y="83069"/>
                  </a:lnTo>
                  <a:lnTo>
                    <a:pt x="3867616" y="81627"/>
                  </a:lnTo>
                  <a:lnTo>
                    <a:pt x="3795993" y="80182"/>
                  </a:lnTo>
                  <a:lnTo>
                    <a:pt x="3724371" y="78735"/>
                  </a:lnTo>
                  <a:lnTo>
                    <a:pt x="3652748" y="77286"/>
                  </a:lnTo>
                  <a:lnTo>
                    <a:pt x="3581126" y="75834"/>
                  </a:lnTo>
                  <a:lnTo>
                    <a:pt x="3509503" y="74379"/>
                  </a:lnTo>
                  <a:lnTo>
                    <a:pt x="3437881" y="72922"/>
                  </a:lnTo>
                  <a:lnTo>
                    <a:pt x="3366258" y="71463"/>
                  </a:lnTo>
                  <a:lnTo>
                    <a:pt x="3294636" y="70001"/>
                  </a:lnTo>
                  <a:lnTo>
                    <a:pt x="3223013" y="68537"/>
                  </a:lnTo>
                  <a:lnTo>
                    <a:pt x="3151391" y="67070"/>
                  </a:lnTo>
                  <a:lnTo>
                    <a:pt x="3079768" y="65601"/>
                  </a:lnTo>
                  <a:lnTo>
                    <a:pt x="3008146" y="64129"/>
                  </a:lnTo>
                  <a:lnTo>
                    <a:pt x="2936523" y="62654"/>
                  </a:lnTo>
                  <a:lnTo>
                    <a:pt x="2864901" y="61178"/>
                  </a:lnTo>
                  <a:lnTo>
                    <a:pt x="2793278" y="59698"/>
                  </a:lnTo>
                  <a:lnTo>
                    <a:pt x="2721655" y="58216"/>
                  </a:lnTo>
                  <a:lnTo>
                    <a:pt x="2650033" y="56732"/>
                  </a:lnTo>
                  <a:lnTo>
                    <a:pt x="2578410" y="55245"/>
                  </a:lnTo>
                  <a:lnTo>
                    <a:pt x="2506788" y="53756"/>
                  </a:lnTo>
                  <a:lnTo>
                    <a:pt x="2435165" y="52264"/>
                  </a:lnTo>
                  <a:lnTo>
                    <a:pt x="2363543" y="50769"/>
                  </a:lnTo>
                  <a:lnTo>
                    <a:pt x="2291920" y="49272"/>
                  </a:lnTo>
                  <a:lnTo>
                    <a:pt x="2220298" y="47772"/>
                  </a:lnTo>
                  <a:lnTo>
                    <a:pt x="2148675" y="46270"/>
                  </a:lnTo>
                  <a:lnTo>
                    <a:pt x="2077053" y="44766"/>
                  </a:lnTo>
                  <a:lnTo>
                    <a:pt x="2005430" y="43258"/>
                  </a:lnTo>
                  <a:lnTo>
                    <a:pt x="1933808" y="41749"/>
                  </a:lnTo>
                  <a:lnTo>
                    <a:pt x="1862185" y="40236"/>
                  </a:lnTo>
                  <a:lnTo>
                    <a:pt x="1790563" y="38721"/>
                  </a:lnTo>
                  <a:lnTo>
                    <a:pt x="1718940" y="37204"/>
                  </a:lnTo>
                  <a:lnTo>
                    <a:pt x="1647318" y="35684"/>
                  </a:lnTo>
                  <a:lnTo>
                    <a:pt x="1575695" y="34161"/>
                  </a:lnTo>
                  <a:lnTo>
                    <a:pt x="1504073" y="32636"/>
                  </a:lnTo>
                  <a:lnTo>
                    <a:pt x="1432450" y="31108"/>
                  </a:lnTo>
                  <a:lnTo>
                    <a:pt x="1360827" y="29577"/>
                  </a:lnTo>
                  <a:lnTo>
                    <a:pt x="1289205" y="28044"/>
                  </a:lnTo>
                  <a:lnTo>
                    <a:pt x="1217582" y="26509"/>
                  </a:lnTo>
                  <a:lnTo>
                    <a:pt x="1145960" y="24970"/>
                  </a:lnTo>
                  <a:lnTo>
                    <a:pt x="1074337" y="23430"/>
                  </a:lnTo>
                  <a:lnTo>
                    <a:pt x="1002715" y="21886"/>
                  </a:lnTo>
                  <a:lnTo>
                    <a:pt x="931092" y="20340"/>
                  </a:lnTo>
                  <a:lnTo>
                    <a:pt x="859470" y="18791"/>
                  </a:lnTo>
                  <a:lnTo>
                    <a:pt x="787847" y="17240"/>
                  </a:lnTo>
                  <a:lnTo>
                    <a:pt x="716225" y="15686"/>
                  </a:lnTo>
                  <a:lnTo>
                    <a:pt x="644602" y="14129"/>
                  </a:lnTo>
                  <a:lnTo>
                    <a:pt x="572980" y="12570"/>
                  </a:lnTo>
                  <a:lnTo>
                    <a:pt x="501357" y="11008"/>
                  </a:lnTo>
                  <a:lnTo>
                    <a:pt x="429735" y="9443"/>
                  </a:lnTo>
                  <a:lnTo>
                    <a:pt x="358112" y="7876"/>
                  </a:lnTo>
                  <a:lnTo>
                    <a:pt x="286490" y="6306"/>
                  </a:lnTo>
                  <a:lnTo>
                    <a:pt x="214867" y="4733"/>
                  </a:lnTo>
                  <a:lnTo>
                    <a:pt x="143245" y="3158"/>
                  </a:lnTo>
                  <a:lnTo>
                    <a:pt x="71622" y="15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62886"/>
              <a:ext cx="7090630" cy="2527158"/>
            </a:xfrm>
            <a:custGeom>
              <a:avLst/>
              <a:pathLst>
                <a:path w="7090630" h="2527158">
                  <a:moveTo>
                    <a:pt x="0" y="0"/>
                  </a:moveTo>
                  <a:lnTo>
                    <a:pt x="71622" y="55664"/>
                  </a:lnTo>
                  <a:lnTo>
                    <a:pt x="143245" y="110294"/>
                  </a:lnTo>
                  <a:lnTo>
                    <a:pt x="214867" y="163909"/>
                  </a:lnTo>
                  <a:lnTo>
                    <a:pt x="286490" y="216527"/>
                  </a:lnTo>
                  <a:lnTo>
                    <a:pt x="358112" y="268166"/>
                  </a:lnTo>
                  <a:lnTo>
                    <a:pt x="429735" y="318846"/>
                  </a:lnTo>
                  <a:lnTo>
                    <a:pt x="501357" y="368584"/>
                  </a:lnTo>
                  <a:lnTo>
                    <a:pt x="572980" y="417396"/>
                  </a:lnTo>
                  <a:lnTo>
                    <a:pt x="644602" y="465302"/>
                  </a:lnTo>
                  <a:lnTo>
                    <a:pt x="716225" y="512317"/>
                  </a:lnTo>
                  <a:lnTo>
                    <a:pt x="787847" y="558458"/>
                  </a:lnTo>
                  <a:lnTo>
                    <a:pt x="859470" y="603741"/>
                  </a:lnTo>
                  <a:lnTo>
                    <a:pt x="931092" y="648182"/>
                  </a:lnTo>
                  <a:lnTo>
                    <a:pt x="1002715" y="691798"/>
                  </a:lnTo>
                  <a:lnTo>
                    <a:pt x="1074337" y="734602"/>
                  </a:lnTo>
                  <a:lnTo>
                    <a:pt x="1145960" y="776611"/>
                  </a:lnTo>
                  <a:lnTo>
                    <a:pt x="1217582" y="817838"/>
                  </a:lnTo>
                  <a:lnTo>
                    <a:pt x="1289205" y="858300"/>
                  </a:lnTo>
                  <a:lnTo>
                    <a:pt x="1360827" y="898009"/>
                  </a:lnTo>
                  <a:lnTo>
                    <a:pt x="1432450" y="936980"/>
                  </a:lnTo>
                  <a:lnTo>
                    <a:pt x="1504073" y="975226"/>
                  </a:lnTo>
                  <a:lnTo>
                    <a:pt x="1575695" y="1012762"/>
                  </a:lnTo>
                  <a:lnTo>
                    <a:pt x="1647318" y="1049600"/>
                  </a:lnTo>
                  <a:lnTo>
                    <a:pt x="1718940" y="1085753"/>
                  </a:lnTo>
                  <a:lnTo>
                    <a:pt x="1790563" y="1121233"/>
                  </a:lnTo>
                  <a:lnTo>
                    <a:pt x="1862185" y="1156055"/>
                  </a:lnTo>
                  <a:lnTo>
                    <a:pt x="1933808" y="1190229"/>
                  </a:lnTo>
                  <a:lnTo>
                    <a:pt x="2005430" y="1223767"/>
                  </a:lnTo>
                  <a:lnTo>
                    <a:pt x="2077053" y="1256682"/>
                  </a:lnTo>
                  <a:lnTo>
                    <a:pt x="2148675" y="1288986"/>
                  </a:lnTo>
                  <a:lnTo>
                    <a:pt x="2220298" y="1320688"/>
                  </a:lnTo>
                  <a:lnTo>
                    <a:pt x="2291920" y="1351802"/>
                  </a:lnTo>
                  <a:lnTo>
                    <a:pt x="2363543" y="1382337"/>
                  </a:lnTo>
                  <a:lnTo>
                    <a:pt x="2435165" y="1412304"/>
                  </a:lnTo>
                  <a:lnTo>
                    <a:pt x="2506788" y="1441715"/>
                  </a:lnTo>
                  <a:lnTo>
                    <a:pt x="2578410" y="1470578"/>
                  </a:lnTo>
                  <a:lnTo>
                    <a:pt x="2650033" y="1498905"/>
                  </a:lnTo>
                  <a:lnTo>
                    <a:pt x="2721655" y="1526705"/>
                  </a:lnTo>
                  <a:lnTo>
                    <a:pt x="2793278" y="1553989"/>
                  </a:lnTo>
                  <a:lnTo>
                    <a:pt x="2864901" y="1580765"/>
                  </a:lnTo>
                  <a:lnTo>
                    <a:pt x="2936523" y="1607044"/>
                  </a:lnTo>
                  <a:lnTo>
                    <a:pt x="3008146" y="1632834"/>
                  </a:lnTo>
                  <a:lnTo>
                    <a:pt x="3079768" y="1658145"/>
                  </a:lnTo>
                  <a:lnTo>
                    <a:pt x="3151391" y="1682985"/>
                  </a:lnTo>
                  <a:lnTo>
                    <a:pt x="3223013" y="1707363"/>
                  </a:lnTo>
                  <a:lnTo>
                    <a:pt x="3294636" y="1731288"/>
                  </a:lnTo>
                  <a:lnTo>
                    <a:pt x="3366258" y="1754769"/>
                  </a:lnTo>
                  <a:lnTo>
                    <a:pt x="3437881" y="1777813"/>
                  </a:lnTo>
                  <a:lnTo>
                    <a:pt x="3509503" y="1800428"/>
                  </a:lnTo>
                  <a:lnTo>
                    <a:pt x="3581126" y="1822623"/>
                  </a:lnTo>
                  <a:lnTo>
                    <a:pt x="3652748" y="1844406"/>
                  </a:lnTo>
                  <a:lnTo>
                    <a:pt x="3724371" y="1865783"/>
                  </a:lnTo>
                  <a:lnTo>
                    <a:pt x="3795993" y="1886764"/>
                  </a:lnTo>
                  <a:lnTo>
                    <a:pt x="3867616" y="1907354"/>
                  </a:lnTo>
                  <a:lnTo>
                    <a:pt x="3939238" y="1927561"/>
                  </a:lnTo>
                  <a:lnTo>
                    <a:pt x="4010861" y="1947393"/>
                  </a:lnTo>
                  <a:lnTo>
                    <a:pt x="4082483" y="1966856"/>
                  </a:lnTo>
                  <a:lnTo>
                    <a:pt x="4154106" y="1985957"/>
                  </a:lnTo>
                  <a:lnTo>
                    <a:pt x="4225729" y="2004703"/>
                  </a:lnTo>
                  <a:lnTo>
                    <a:pt x="4297351" y="2023101"/>
                  </a:lnTo>
                  <a:lnTo>
                    <a:pt x="4368974" y="2041157"/>
                  </a:lnTo>
                  <a:lnTo>
                    <a:pt x="4440596" y="2058877"/>
                  </a:lnTo>
                  <a:lnTo>
                    <a:pt x="4512219" y="2076267"/>
                  </a:lnTo>
                  <a:lnTo>
                    <a:pt x="4583841" y="2093334"/>
                  </a:lnTo>
                  <a:lnTo>
                    <a:pt x="4655464" y="2110084"/>
                  </a:lnTo>
                  <a:lnTo>
                    <a:pt x="4727086" y="2126523"/>
                  </a:lnTo>
                  <a:lnTo>
                    <a:pt x="4798709" y="2142656"/>
                  </a:lnTo>
                  <a:lnTo>
                    <a:pt x="4870331" y="2158489"/>
                  </a:lnTo>
                  <a:lnTo>
                    <a:pt x="4941954" y="2174028"/>
                  </a:lnTo>
                  <a:lnTo>
                    <a:pt x="5013576" y="2189278"/>
                  </a:lnTo>
                  <a:lnTo>
                    <a:pt x="5085199" y="2204244"/>
                  </a:lnTo>
                  <a:lnTo>
                    <a:pt x="5156821" y="2218933"/>
                  </a:lnTo>
                  <a:lnTo>
                    <a:pt x="5228444" y="2233348"/>
                  </a:lnTo>
                  <a:lnTo>
                    <a:pt x="5300066" y="2247495"/>
                  </a:lnTo>
                  <a:lnTo>
                    <a:pt x="5371689" y="2261379"/>
                  </a:lnTo>
                  <a:lnTo>
                    <a:pt x="5443311" y="2275005"/>
                  </a:lnTo>
                  <a:lnTo>
                    <a:pt x="5514934" y="2288378"/>
                  </a:lnTo>
                  <a:lnTo>
                    <a:pt x="5586557" y="2301502"/>
                  </a:lnTo>
                  <a:lnTo>
                    <a:pt x="5658179" y="2314382"/>
                  </a:lnTo>
                  <a:lnTo>
                    <a:pt x="5729802" y="2327023"/>
                  </a:lnTo>
                  <a:lnTo>
                    <a:pt x="5801424" y="2339429"/>
                  </a:lnTo>
                  <a:lnTo>
                    <a:pt x="5873047" y="2351604"/>
                  </a:lnTo>
                  <a:lnTo>
                    <a:pt x="5944669" y="2363553"/>
                  </a:lnTo>
                  <a:lnTo>
                    <a:pt x="6016292" y="2375280"/>
                  </a:lnTo>
                  <a:lnTo>
                    <a:pt x="6087914" y="2386788"/>
                  </a:lnTo>
                  <a:lnTo>
                    <a:pt x="6159537" y="2398083"/>
                  </a:lnTo>
                  <a:lnTo>
                    <a:pt x="6231159" y="2409168"/>
                  </a:lnTo>
                  <a:lnTo>
                    <a:pt x="6302782" y="2420046"/>
                  </a:lnTo>
                  <a:lnTo>
                    <a:pt x="6374404" y="2430723"/>
                  </a:lnTo>
                  <a:lnTo>
                    <a:pt x="6446027" y="2441201"/>
                  </a:lnTo>
                  <a:lnTo>
                    <a:pt x="6517649" y="2451484"/>
                  </a:lnTo>
                  <a:lnTo>
                    <a:pt x="6589272" y="2461576"/>
                  </a:lnTo>
                  <a:lnTo>
                    <a:pt x="6660894" y="2471481"/>
                  </a:lnTo>
                  <a:lnTo>
                    <a:pt x="6732517" y="2481201"/>
                  </a:lnTo>
                  <a:lnTo>
                    <a:pt x="6804139" y="2490741"/>
                  </a:lnTo>
                  <a:lnTo>
                    <a:pt x="6875762" y="2500103"/>
                  </a:lnTo>
                  <a:lnTo>
                    <a:pt x="6947385" y="2509291"/>
                  </a:lnTo>
                  <a:lnTo>
                    <a:pt x="7019007" y="2518309"/>
                  </a:lnTo>
                  <a:lnTo>
                    <a:pt x="7090630" y="25271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(0.95-1.00)  |  per IQR (Δ = 18.2): 0.64 (0.43-0.96)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2026-05-22T10:32:41Z</dcterms:modified>
  <cp:category/>
</cp:coreProperties>
</file>