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15855"/>
            </a:xfrm>
            <a:custGeom>
              <a:avLst/>
              <a:pathLst>
                <a:path w="7090630" h="3215855">
                  <a:moveTo>
                    <a:pt x="2118092" y="0"/>
                  </a:moveTo>
                  <a:lnTo>
                    <a:pt x="2148675" y="55103"/>
                  </a:lnTo>
                  <a:lnTo>
                    <a:pt x="2220298" y="179470"/>
                  </a:lnTo>
                  <a:lnTo>
                    <a:pt x="2291920" y="299325"/>
                  </a:lnTo>
                  <a:lnTo>
                    <a:pt x="2363543" y="414832"/>
                  </a:lnTo>
                  <a:lnTo>
                    <a:pt x="2435165" y="526150"/>
                  </a:lnTo>
                  <a:lnTo>
                    <a:pt x="2506788" y="633430"/>
                  </a:lnTo>
                  <a:lnTo>
                    <a:pt x="2578410" y="736819"/>
                  </a:lnTo>
                  <a:lnTo>
                    <a:pt x="2650033" y="836457"/>
                  </a:lnTo>
                  <a:lnTo>
                    <a:pt x="2721655" y="932482"/>
                  </a:lnTo>
                  <a:lnTo>
                    <a:pt x="2793278" y="1025023"/>
                  </a:lnTo>
                  <a:lnTo>
                    <a:pt x="2864901" y="1114207"/>
                  </a:lnTo>
                  <a:lnTo>
                    <a:pt x="2936523" y="1200157"/>
                  </a:lnTo>
                  <a:lnTo>
                    <a:pt x="3008146" y="1282989"/>
                  </a:lnTo>
                  <a:lnTo>
                    <a:pt x="3079768" y="1362816"/>
                  </a:lnTo>
                  <a:lnTo>
                    <a:pt x="3151391" y="1439748"/>
                  </a:lnTo>
                  <a:lnTo>
                    <a:pt x="3223013" y="1513890"/>
                  </a:lnTo>
                  <a:lnTo>
                    <a:pt x="3294636" y="1585342"/>
                  </a:lnTo>
                  <a:lnTo>
                    <a:pt x="3366258" y="1654202"/>
                  </a:lnTo>
                  <a:lnTo>
                    <a:pt x="3437881" y="1720564"/>
                  </a:lnTo>
                  <a:lnTo>
                    <a:pt x="3509503" y="1784520"/>
                  </a:lnTo>
                  <a:lnTo>
                    <a:pt x="3581126" y="1846155"/>
                  </a:lnTo>
                  <a:lnTo>
                    <a:pt x="3652748" y="1905555"/>
                  </a:lnTo>
                  <a:lnTo>
                    <a:pt x="3724371" y="1962800"/>
                  </a:lnTo>
                  <a:lnTo>
                    <a:pt x="3795993" y="2017969"/>
                  </a:lnTo>
                  <a:lnTo>
                    <a:pt x="3867616" y="2071137"/>
                  </a:lnTo>
                  <a:lnTo>
                    <a:pt x="3939238" y="2122376"/>
                  </a:lnTo>
                  <a:lnTo>
                    <a:pt x="4010861" y="2171757"/>
                  </a:lnTo>
                  <a:lnTo>
                    <a:pt x="4082483" y="2219346"/>
                  </a:lnTo>
                  <a:lnTo>
                    <a:pt x="4154106" y="2265209"/>
                  </a:lnTo>
                  <a:lnTo>
                    <a:pt x="4225729" y="2309409"/>
                  </a:lnTo>
                  <a:lnTo>
                    <a:pt x="4297351" y="2352005"/>
                  </a:lnTo>
                  <a:lnTo>
                    <a:pt x="4368974" y="2393057"/>
                  </a:lnTo>
                  <a:lnTo>
                    <a:pt x="4440596" y="2432619"/>
                  </a:lnTo>
                  <a:lnTo>
                    <a:pt x="4512219" y="2470746"/>
                  </a:lnTo>
                  <a:lnTo>
                    <a:pt x="4583841" y="2507490"/>
                  </a:lnTo>
                  <a:lnTo>
                    <a:pt x="4655464" y="2542902"/>
                  </a:lnTo>
                  <a:lnTo>
                    <a:pt x="4727086" y="2577029"/>
                  </a:lnTo>
                  <a:lnTo>
                    <a:pt x="4798709" y="2609918"/>
                  </a:lnTo>
                  <a:lnTo>
                    <a:pt x="4870331" y="2641614"/>
                  </a:lnTo>
                  <a:lnTo>
                    <a:pt x="4941954" y="2656057"/>
                  </a:lnTo>
                  <a:lnTo>
                    <a:pt x="5013576" y="2659057"/>
                  </a:lnTo>
                  <a:lnTo>
                    <a:pt x="5085199" y="2662046"/>
                  </a:lnTo>
                  <a:lnTo>
                    <a:pt x="5156821" y="2665024"/>
                  </a:lnTo>
                  <a:lnTo>
                    <a:pt x="5228444" y="2667991"/>
                  </a:lnTo>
                  <a:lnTo>
                    <a:pt x="5300066" y="2670948"/>
                  </a:lnTo>
                  <a:lnTo>
                    <a:pt x="5371689" y="2673893"/>
                  </a:lnTo>
                  <a:lnTo>
                    <a:pt x="5443311" y="2676829"/>
                  </a:lnTo>
                  <a:lnTo>
                    <a:pt x="5514934" y="2679753"/>
                  </a:lnTo>
                  <a:lnTo>
                    <a:pt x="5586557" y="2682667"/>
                  </a:lnTo>
                  <a:lnTo>
                    <a:pt x="5658179" y="2685570"/>
                  </a:lnTo>
                  <a:lnTo>
                    <a:pt x="5729802" y="2688463"/>
                  </a:lnTo>
                  <a:lnTo>
                    <a:pt x="5801424" y="2691346"/>
                  </a:lnTo>
                  <a:lnTo>
                    <a:pt x="5873047" y="2694217"/>
                  </a:lnTo>
                  <a:lnTo>
                    <a:pt x="5944669" y="2697079"/>
                  </a:lnTo>
                  <a:lnTo>
                    <a:pt x="6016292" y="2699930"/>
                  </a:lnTo>
                  <a:lnTo>
                    <a:pt x="6087914" y="2702771"/>
                  </a:lnTo>
                  <a:lnTo>
                    <a:pt x="6159537" y="2705601"/>
                  </a:lnTo>
                  <a:lnTo>
                    <a:pt x="6231159" y="2708422"/>
                  </a:lnTo>
                  <a:lnTo>
                    <a:pt x="6302782" y="2711232"/>
                  </a:lnTo>
                  <a:lnTo>
                    <a:pt x="6374404" y="2714031"/>
                  </a:lnTo>
                  <a:lnTo>
                    <a:pt x="6446027" y="2716821"/>
                  </a:lnTo>
                  <a:lnTo>
                    <a:pt x="6517649" y="2719601"/>
                  </a:lnTo>
                  <a:lnTo>
                    <a:pt x="6589272" y="2722370"/>
                  </a:lnTo>
                  <a:lnTo>
                    <a:pt x="6660894" y="2725130"/>
                  </a:lnTo>
                  <a:lnTo>
                    <a:pt x="6732517" y="2727879"/>
                  </a:lnTo>
                  <a:lnTo>
                    <a:pt x="6804139" y="2730618"/>
                  </a:lnTo>
                  <a:lnTo>
                    <a:pt x="6875762" y="2733348"/>
                  </a:lnTo>
                  <a:lnTo>
                    <a:pt x="6947385" y="2736068"/>
                  </a:lnTo>
                  <a:lnTo>
                    <a:pt x="7019007" y="2738777"/>
                  </a:lnTo>
                  <a:lnTo>
                    <a:pt x="7090630" y="2741477"/>
                  </a:lnTo>
                  <a:lnTo>
                    <a:pt x="7090630" y="3215855"/>
                  </a:lnTo>
                  <a:lnTo>
                    <a:pt x="7019007" y="3205772"/>
                  </a:lnTo>
                  <a:lnTo>
                    <a:pt x="6947385" y="3195309"/>
                  </a:lnTo>
                  <a:lnTo>
                    <a:pt x="6875762" y="3184453"/>
                  </a:lnTo>
                  <a:lnTo>
                    <a:pt x="6804139" y="3173188"/>
                  </a:lnTo>
                  <a:lnTo>
                    <a:pt x="6732517" y="3161500"/>
                  </a:lnTo>
                  <a:lnTo>
                    <a:pt x="6660894" y="3149371"/>
                  </a:lnTo>
                  <a:lnTo>
                    <a:pt x="6589272" y="3136786"/>
                  </a:lnTo>
                  <a:lnTo>
                    <a:pt x="6517649" y="3123727"/>
                  </a:lnTo>
                  <a:lnTo>
                    <a:pt x="6446027" y="3110176"/>
                  </a:lnTo>
                  <a:lnTo>
                    <a:pt x="6374404" y="3096116"/>
                  </a:lnTo>
                  <a:lnTo>
                    <a:pt x="6302782" y="3081526"/>
                  </a:lnTo>
                  <a:lnTo>
                    <a:pt x="6231159" y="3066388"/>
                  </a:lnTo>
                  <a:lnTo>
                    <a:pt x="6159537" y="3050679"/>
                  </a:lnTo>
                  <a:lnTo>
                    <a:pt x="6087914" y="3034379"/>
                  </a:lnTo>
                  <a:lnTo>
                    <a:pt x="6016292" y="3017466"/>
                  </a:lnTo>
                  <a:lnTo>
                    <a:pt x="5944669" y="2999916"/>
                  </a:lnTo>
                  <a:lnTo>
                    <a:pt x="5873047" y="2981706"/>
                  </a:lnTo>
                  <a:lnTo>
                    <a:pt x="5801424" y="2962810"/>
                  </a:lnTo>
                  <a:lnTo>
                    <a:pt x="5729802" y="2943203"/>
                  </a:lnTo>
                  <a:lnTo>
                    <a:pt x="5658179" y="2922858"/>
                  </a:lnTo>
                  <a:lnTo>
                    <a:pt x="5586557" y="2901748"/>
                  </a:lnTo>
                  <a:lnTo>
                    <a:pt x="5514934" y="2879843"/>
                  </a:lnTo>
                  <a:lnTo>
                    <a:pt x="5443311" y="2857113"/>
                  </a:lnTo>
                  <a:lnTo>
                    <a:pt x="5371689" y="2833528"/>
                  </a:lnTo>
                  <a:lnTo>
                    <a:pt x="5300066" y="2809055"/>
                  </a:lnTo>
                  <a:lnTo>
                    <a:pt x="5228444" y="2783661"/>
                  </a:lnTo>
                  <a:lnTo>
                    <a:pt x="5156821" y="2757311"/>
                  </a:lnTo>
                  <a:lnTo>
                    <a:pt x="5085199" y="2729969"/>
                  </a:lnTo>
                  <a:lnTo>
                    <a:pt x="5013576" y="2701599"/>
                  </a:lnTo>
                  <a:lnTo>
                    <a:pt x="4941954" y="2672160"/>
                  </a:lnTo>
                  <a:lnTo>
                    <a:pt x="4870331" y="2653046"/>
                  </a:lnTo>
                  <a:lnTo>
                    <a:pt x="4798709" y="2650025"/>
                  </a:lnTo>
                  <a:lnTo>
                    <a:pt x="4727086" y="2646992"/>
                  </a:lnTo>
                  <a:lnTo>
                    <a:pt x="4655464" y="2643948"/>
                  </a:lnTo>
                  <a:lnTo>
                    <a:pt x="4583841" y="2640894"/>
                  </a:lnTo>
                  <a:lnTo>
                    <a:pt x="4512219" y="2637828"/>
                  </a:lnTo>
                  <a:lnTo>
                    <a:pt x="4440596" y="2634751"/>
                  </a:lnTo>
                  <a:lnTo>
                    <a:pt x="4368974" y="2631663"/>
                  </a:lnTo>
                  <a:lnTo>
                    <a:pt x="4297351" y="2628563"/>
                  </a:lnTo>
                  <a:lnTo>
                    <a:pt x="4225729" y="2625452"/>
                  </a:lnTo>
                  <a:lnTo>
                    <a:pt x="4154106" y="2622330"/>
                  </a:lnTo>
                  <a:lnTo>
                    <a:pt x="4082483" y="2619197"/>
                  </a:lnTo>
                  <a:lnTo>
                    <a:pt x="4010861" y="2616052"/>
                  </a:lnTo>
                  <a:lnTo>
                    <a:pt x="3939238" y="2612896"/>
                  </a:lnTo>
                  <a:lnTo>
                    <a:pt x="3867616" y="2609728"/>
                  </a:lnTo>
                  <a:lnTo>
                    <a:pt x="3795993" y="2606549"/>
                  </a:lnTo>
                  <a:lnTo>
                    <a:pt x="3724371" y="2603358"/>
                  </a:lnTo>
                  <a:lnTo>
                    <a:pt x="3652748" y="2600156"/>
                  </a:lnTo>
                  <a:lnTo>
                    <a:pt x="3581126" y="2596942"/>
                  </a:lnTo>
                  <a:lnTo>
                    <a:pt x="3509503" y="2593716"/>
                  </a:lnTo>
                  <a:lnTo>
                    <a:pt x="3437881" y="2590479"/>
                  </a:lnTo>
                  <a:lnTo>
                    <a:pt x="3366258" y="2587229"/>
                  </a:lnTo>
                  <a:lnTo>
                    <a:pt x="3294636" y="2583968"/>
                  </a:lnTo>
                  <a:lnTo>
                    <a:pt x="3223013" y="2580695"/>
                  </a:lnTo>
                  <a:lnTo>
                    <a:pt x="3151391" y="2577411"/>
                  </a:lnTo>
                  <a:lnTo>
                    <a:pt x="3079768" y="2574114"/>
                  </a:lnTo>
                  <a:lnTo>
                    <a:pt x="3008146" y="2570805"/>
                  </a:lnTo>
                  <a:lnTo>
                    <a:pt x="2936523" y="2567484"/>
                  </a:lnTo>
                  <a:lnTo>
                    <a:pt x="2864901" y="2564151"/>
                  </a:lnTo>
                  <a:lnTo>
                    <a:pt x="2793278" y="2560806"/>
                  </a:lnTo>
                  <a:lnTo>
                    <a:pt x="2721655" y="2557449"/>
                  </a:lnTo>
                  <a:lnTo>
                    <a:pt x="2650033" y="2554080"/>
                  </a:lnTo>
                  <a:lnTo>
                    <a:pt x="2578410" y="2550698"/>
                  </a:lnTo>
                  <a:lnTo>
                    <a:pt x="2506788" y="2547304"/>
                  </a:lnTo>
                  <a:lnTo>
                    <a:pt x="2435165" y="2543898"/>
                  </a:lnTo>
                  <a:lnTo>
                    <a:pt x="2363543" y="2540479"/>
                  </a:lnTo>
                  <a:lnTo>
                    <a:pt x="2291920" y="2537048"/>
                  </a:lnTo>
                  <a:lnTo>
                    <a:pt x="2220298" y="2533605"/>
                  </a:lnTo>
                  <a:lnTo>
                    <a:pt x="2148675" y="2530149"/>
                  </a:lnTo>
                  <a:lnTo>
                    <a:pt x="2077053" y="2526680"/>
                  </a:lnTo>
                  <a:lnTo>
                    <a:pt x="2005430" y="2523199"/>
                  </a:lnTo>
                  <a:lnTo>
                    <a:pt x="1933808" y="2519705"/>
                  </a:lnTo>
                  <a:lnTo>
                    <a:pt x="1862185" y="2516198"/>
                  </a:lnTo>
                  <a:lnTo>
                    <a:pt x="1790563" y="2512678"/>
                  </a:lnTo>
                  <a:lnTo>
                    <a:pt x="1718940" y="2509146"/>
                  </a:lnTo>
                  <a:lnTo>
                    <a:pt x="1647318" y="2505601"/>
                  </a:lnTo>
                  <a:lnTo>
                    <a:pt x="1575695" y="2502043"/>
                  </a:lnTo>
                  <a:lnTo>
                    <a:pt x="1504073" y="2498472"/>
                  </a:lnTo>
                  <a:lnTo>
                    <a:pt x="1432450" y="2494888"/>
                  </a:lnTo>
                  <a:lnTo>
                    <a:pt x="1360827" y="2491291"/>
                  </a:lnTo>
                  <a:lnTo>
                    <a:pt x="1289205" y="2487681"/>
                  </a:lnTo>
                  <a:lnTo>
                    <a:pt x="1217582" y="2484058"/>
                  </a:lnTo>
                  <a:lnTo>
                    <a:pt x="1145960" y="2480422"/>
                  </a:lnTo>
                  <a:lnTo>
                    <a:pt x="1074337" y="2476772"/>
                  </a:lnTo>
                  <a:lnTo>
                    <a:pt x="1002715" y="2473109"/>
                  </a:lnTo>
                  <a:lnTo>
                    <a:pt x="931092" y="2469433"/>
                  </a:lnTo>
                  <a:lnTo>
                    <a:pt x="859470" y="2465744"/>
                  </a:lnTo>
                  <a:lnTo>
                    <a:pt x="787847" y="2462041"/>
                  </a:lnTo>
                  <a:lnTo>
                    <a:pt x="716225" y="2458324"/>
                  </a:lnTo>
                  <a:lnTo>
                    <a:pt x="644602" y="2454594"/>
                  </a:lnTo>
                  <a:lnTo>
                    <a:pt x="572980" y="2450851"/>
                  </a:lnTo>
                  <a:lnTo>
                    <a:pt x="501357" y="2447094"/>
                  </a:lnTo>
                  <a:lnTo>
                    <a:pt x="429735" y="2443323"/>
                  </a:lnTo>
                  <a:lnTo>
                    <a:pt x="358112" y="2439538"/>
                  </a:lnTo>
                  <a:lnTo>
                    <a:pt x="286490" y="2435740"/>
                  </a:lnTo>
                  <a:lnTo>
                    <a:pt x="214867" y="2431928"/>
                  </a:lnTo>
                  <a:lnTo>
                    <a:pt x="143245" y="2428102"/>
                  </a:lnTo>
                  <a:lnTo>
                    <a:pt x="71622" y="2424262"/>
                  </a:lnTo>
                  <a:lnTo>
                    <a:pt x="0" y="24204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0141" y="2073503"/>
              <a:ext cx="4972537" cy="2741477"/>
            </a:xfrm>
            <a:custGeom>
              <a:avLst/>
              <a:pathLst>
                <a:path w="4972537" h="2741477">
                  <a:moveTo>
                    <a:pt x="0" y="0"/>
                  </a:moveTo>
                  <a:lnTo>
                    <a:pt x="30583" y="55103"/>
                  </a:lnTo>
                  <a:lnTo>
                    <a:pt x="102205" y="179470"/>
                  </a:lnTo>
                  <a:lnTo>
                    <a:pt x="173828" y="299325"/>
                  </a:lnTo>
                  <a:lnTo>
                    <a:pt x="245450" y="414832"/>
                  </a:lnTo>
                  <a:lnTo>
                    <a:pt x="317073" y="526150"/>
                  </a:lnTo>
                  <a:lnTo>
                    <a:pt x="388695" y="633430"/>
                  </a:lnTo>
                  <a:lnTo>
                    <a:pt x="460318" y="736819"/>
                  </a:lnTo>
                  <a:lnTo>
                    <a:pt x="531940" y="836457"/>
                  </a:lnTo>
                  <a:lnTo>
                    <a:pt x="603563" y="932482"/>
                  </a:lnTo>
                  <a:lnTo>
                    <a:pt x="675186" y="1025023"/>
                  </a:lnTo>
                  <a:lnTo>
                    <a:pt x="746808" y="1114207"/>
                  </a:lnTo>
                  <a:lnTo>
                    <a:pt x="818431" y="1200157"/>
                  </a:lnTo>
                  <a:lnTo>
                    <a:pt x="890053" y="1282989"/>
                  </a:lnTo>
                  <a:lnTo>
                    <a:pt x="961676" y="1362816"/>
                  </a:lnTo>
                  <a:lnTo>
                    <a:pt x="1033298" y="1439748"/>
                  </a:lnTo>
                  <a:lnTo>
                    <a:pt x="1104921" y="1513890"/>
                  </a:lnTo>
                  <a:lnTo>
                    <a:pt x="1176543" y="1585342"/>
                  </a:lnTo>
                  <a:lnTo>
                    <a:pt x="1248166" y="1654202"/>
                  </a:lnTo>
                  <a:lnTo>
                    <a:pt x="1319788" y="1720564"/>
                  </a:lnTo>
                  <a:lnTo>
                    <a:pt x="1391411" y="1784520"/>
                  </a:lnTo>
                  <a:lnTo>
                    <a:pt x="1463033" y="1846155"/>
                  </a:lnTo>
                  <a:lnTo>
                    <a:pt x="1534656" y="1905555"/>
                  </a:lnTo>
                  <a:lnTo>
                    <a:pt x="1606278" y="1962800"/>
                  </a:lnTo>
                  <a:lnTo>
                    <a:pt x="1677901" y="2017969"/>
                  </a:lnTo>
                  <a:lnTo>
                    <a:pt x="1749523" y="2071137"/>
                  </a:lnTo>
                  <a:lnTo>
                    <a:pt x="1821146" y="2122376"/>
                  </a:lnTo>
                  <a:lnTo>
                    <a:pt x="1892768" y="2171757"/>
                  </a:lnTo>
                  <a:lnTo>
                    <a:pt x="1964391" y="2219346"/>
                  </a:lnTo>
                  <a:lnTo>
                    <a:pt x="2036014" y="2265209"/>
                  </a:lnTo>
                  <a:lnTo>
                    <a:pt x="2107636" y="2309409"/>
                  </a:lnTo>
                  <a:lnTo>
                    <a:pt x="2179259" y="2352005"/>
                  </a:lnTo>
                  <a:lnTo>
                    <a:pt x="2250881" y="2393057"/>
                  </a:lnTo>
                  <a:lnTo>
                    <a:pt x="2322504" y="2432619"/>
                  </a:lnTo>
                  <a:lnTo>
                    <a:pt x="2394126" y="2470746"/>
                  </a:lnTo>
                  <a:lnTo>
                    <a:pt x="2465749" y="2507490"/>
                  </a:lnTo>
                  <a:lnTo>
                    <a:pt x="2537371" y="2542902"/>
                  </a:lnTo>
                  <a:lnTo>
                    <a:pt x="2608994" y="2577029"/>
                  </a:lnTo>
                  <a:lnTo>
                    <a:pt x="2680616" y="2609918"/>
                  </a:lnTo>
                  <a:lnTo>
                    <a:pt x="2752239" y="2641614"/>
                  </a:lnTo>
                  <a:lnTo>
                    <a:pt x="2823861" y="2656057"/>
                  </a:lnTo>
                  <a:lnTo>
                    <a:pt x="2895484" y="2659057"/>
                  </a:lnTo>
                  <a:lnTo>
                    <a:pt x="2967106" y="2662046"/>
                  </a:lnTo>
                  <a:lnTo>
                    <a:pt x="3038729" y="2665024"/>
                  </a:lnTo>
                  <a:lnTo>
                    <a:pt x="3110351" y="2667991"/>
                  </a:lnTo>
                  <a:lnTo>
                    <a:pt x="3181974" y="2670948"/>
                  </a:lnTo>
                  <a:lnTo>
                    <a:pt x="3253596" y="2673893"/>
                  </a:lnTo>
                  <a:lnTo>
                    <a:pt x="3325219" y="2676829"/>
                  </a:lnTo>
                  <a:lnTo>
                    <a:pt x="3396842" y="2679753"/>
                  </a:lnTo>
                  <a:lnTo>
                    <a:pt x="3468464" y="2682667"/>
                  </a:lnTo>
                  <a:lnTo>
                    <a:pt x="3540087" y="2685570"/>
                  </a:lnTo>
                  <a:lnTo>
                    <a:pt x="3611709" y="2688463"/>
                  </a:lnTo>
                  <a:lnTo>
                    <a:pt x="3683332" y="2691346"/>
                  </a:lnTo>
                  <a:lnTo>
                    <a:pt x="3754954" y="2694217"/>
                  </a:lnTo>
                  <a:lnTo>
                    <a:pt x="3826577" y="2697079"/>
                  </a:lnTo>
                  <a:lnTo>
                    <a:pt x="3898199" y="2699930"/>
                  </a:lnTo>
                  <a:lnTo>
                    <a:pt x="3969822" y="2702771"/>
                  </a:lnTo>
                  <a:lnTo>
                    <a:pt x="4041444" y="2705601"/>
                  </a:lnTo>
                  <a:lnTo>
                    <a:pt x="4113067" y="2708422"/>
                  </a:lnTo>
                  <a:lnTo>
                    <a:pt x="4184689" y="2711232"/>
                  </a:lnTo>
                  <a:lnTo>
                    <a:pt x="4256312" y="2714031"/>
                  </a:lnTo>
                  <a:lnTo>
                    <a:pt x="4327934" y="2716821"/>
                  </a:lnTo>
                  <a:lnTo>
                    <a:pt x="4399557" y="2719601"/>
                  </a:lnTo>
                  <a:lnTo>
                    <a:pt x="4471179" y="2722370"/>
                  </a:lnTo>
                  <a:lnTo>
                    <a:pt x="4542802" y="2725130"/>
                  </a:lnTo>
                  <a:lnTo>
                    <a:pt x="4614424" y="2727879"/>
                  </a:lnTo>
                  <a:lnTo>
                    <a:pt x="4686047" y="2730618"/>
                  </a:lnTo>
                  <a:lnTo>
                    <a:pt x="4757670" y="2733348"/>
                  </a:lnTo>
                  <a:lnTo>
                    <a:pt x="4829292" y="2736068"/>
                  </a:lnTo>
                  <a:lnTo>
                    <a:pt x="4900915" y="2738777"/>
                  </a:lnTo>
                  <a:lnTo>
                    <a:pt x="4972537" y="2741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93911"/>
              <a:ext cx="7090630" cy="795446"/>
            </a:xfrm>
            <a:custGeom>
              <a:avLst/>
              <a:pathLst>
                <a:path w="7090630" h="795446">
                  <a:moveTo>
                    <a:pt x="7090630" y="795446"/>
                  </a:moveTo>
                  <a:lnTo>
                    <a:pt x="7019007" y="785363"/>
                  </a:lnTo>
                  <a:lnTo>
                    <a:pt x="6947385" y="774901"/>
                  </a:lnTo>
                  <a:lnTo>
                    <a:pt x="6875762" y="764044"/>
                  </a:lnTo>
                  <a:lnTo>
                    <a:pt x="6804139" y="752780"/>
                  </a:lnTo>
                  <a:lnTo>
                    <a:pt x="6732517" y="741091"/>
                  </a:lnTo>
                  <a:lnTo>
                    <a:pt x="6660894" y="728962"/>
                  </a:lnTo>
                  <a:lnTo>
                    <a:pt x="6589272" y="716377"/>
                  </a:lnTo>
                  <a:lnTo>
                    <a:pt x="6517649" y="703318"/>
                  </a:lnTo>
                  <a:lnTo>
                    <a:pt x="6446027" y="689768"/>
                  </a:lnTo>
                  <a:lnTo>
                    <a:pt x="6374404" y="675707"/>
                  </a:lnTo>
                  <a:lnTo>
                    <a:pt x="6302782" y="661118"/>
                  </a:lnTo>
                  <a:lnTo>
                    <a:pt x="6231159" y="645979"/>
                  </a:lnTo>
                  <a:lnTo>
                    <a:pt x="6159537" y="630270"/>
                  </a:lnTo>
                  <a:lnTo>
                    <a:pt x="6087914" y="613971"/>
                  </a:lnTo>
                  <a:lnTo>
                    <a:pt x="6016292" y="597057"/>
                  </a:lnTo>
                  <a:lnTo>
                    <a:pt x="5944669" y="579508"/>
                  </a:lnTo>
                  <a:lnTo>
                    <a:pt x="5873047" y="561297"/>
                  </a:lnTo>
                  <a:lnTo>
                    <a:pt x="5801424" y="542401"/>
                  </a:lnTo>
                  <a:lnTo>
                    <a:pt x="5729802" y="522795"/>
                  </a:lnTo>
                  <a:lnTo>
                    <a:pt x="5658179" y="502450"/>
                  </a:lnTo>
                  <a:lnTo>
                    <a:pt x="5586557" y="481339"/>
                  </a:lnTo>
                  <a:lnTo>
                    <a:pt x="5514934" y="459434"/>
                  </a:lnTo>
                  <a:lnTo>
                    <a:pt x="5443311" y="436704"/>
                  </a:lnTo>
                  <a:lnTo>
                    <a:pt x="5371689" y="413119"/>
                  </a:lnTo>
                  <a:lnTo>
                    <a:pt x="5300066" y="388646"/>
                  </a:lnTo>
                  <a:lnTo>
                    <a:pt x="5228444" y="363252"/>
                  </a:lnTo>
                  <a:lnTo>
                    <a:pt x="5156821" y="336902"/>
                  </a:lnTo>
                  <a:lnTo>
                    <a:pt x="5085199" y="309561"/>
                  </a:lnTo>
                  <a:lnTo>
                    <a:pt x="5013576" y="281190"/>
                  </a:lnTo>
                  <a:lnTo>
                    <a:pt x="4941954" y="251752"/>
                  </a:lnTo>
                  <a:lnTo>
                    <a:pt x="4870331" y="232638"/>
                  </a:lnTo>
                  <a:lnTo>
                    <a:pt x="4798709" y="229616"/>
                  </a:lnTo>
                  <a:lnTo>
                    <a:pt x="4727086" y="226583"/>
                  </a:lnTo>
                  <a:lnTo>
                    <a:pt x="4655464" y="223540"/>
                  </a:lnTo>
                  <a:lnTo>
                    <a:pt x="4583841" y="220485"/>
                  </a:lnTo>
                  <a:lnTo>
                    <a:pt x="4512219" y="217419"/>
                  </a:lnTo>
                  <a:lnTo>
                    <a:pt x="4440596" y="214342"/>
                  </a:lnTo>
                  <a:lnTo>
                    <a:pt x="4368974" y="211254"/>
                  </a:lnTo>
                  <a:lnTo>
                    <a:pt x="4297351" y="208154"/>
                  </a:lnTo>
                  <a:lnTo>
                    <a:pt x="4225729" y="205044"/>
                  </a:lnTo>
                  <a:lnTo>
                    <a:pt x="4154106" y="201922"/>
                  </a:lnTo>
                  <a:lnTo>
                    <a:pt x="4082483" y="198788"/>
                  </a:lnTo>
                  <a:lnTo>
                    <a:pt x="4010861" y="195643"/>
                  </a:lnTo>
                  <a:lnTo>
                    <a:pt x="3939238" y="192487"/>
                  </a:lnTo>
                  <a:lnTo>
                    <a:pt x="3867616" y="189320"/>
                  </a:lnTo>
                  <a:lnTo>
                    <a:pt x="3795993" y="186140"/>
                  </a:lnTo>
                  <a:lnTo>
                    <a:pt x="3724371" y="182950"/>
                  </a:lnTo>
                  <a:lnTo>
                    <a:pt x="3652748" y="179747"/>
                  </a:lnTo>
                  <a:lnTo>
                    <a:pt x="3581126" y="176533"/>
                  </a:lnTo>
                  <a:lnTo>
                    <a:pt x="3509503" y="173307"/>
                  </a:lnTo>
                  <a:lnTo>
                    <a:pt x="3437881" y="170070"/>
                  </a:lnTo>
                  <a:lnTo>
                    <a:pt x="3366258" y="166821"/>
                  </a:lnTo>
                  <a:lnTo>
                    <a:pt x="3294636" y="163560"/>
                  </a:lnTo>
                  <a:lnTo>
                    <a:pt x="3223013" y="160287"/>
                  </a:lnTo>
                  <a:lnTo>
                    <a:pt x="3151391" y="157002"/>
                  </a:lnTo>
                  <a:lnTo>
                    <a:pt x="3079768" y="153705"/>
                  </a:lnTo>
                  <a:lnTo>
                    <a:pt x="3008146" y="150396"/>
                  </a:lnTo>
                  <a:lnTo>
                    <a:pt x="2936523" y="147075"/>
                  </a:lnTo>
                  <a:lnTo>
                    <a:pt x="2864901" y="143743"/>
                  </a:lnTo>
                  <a:lnTo>
                    <a:pt x="2793278" y="140398"/>
                  </a:lnTo>
                  <a:lnTo>
                    <a:pt x="2721655" y="137040"/>
                  </a:lnTo>
                  <a:lnTo>
                    <a:pt x="2650033" y="133671"/>
                  </a:lnTo>
                  <a:lnTo>
                    <a:pt x="2578410" y="130289"/>
                  </a:lnTo>
                  <a:lnTo>
                    <a:pt x="2506788" y="126895"/>
                  </a:lnTo>
                  <a:lnTo>
                    <a:pt x="2435165" y="123489"/>
                  </a:lnTo>
                  <a:lnTo>
                    <a:pt x="2363543" y="120071"/>
                  </a:lnTo>
                  <a:lnTo>
                    <a:pt x="2291920" y="116639"/>
                  </a:lnTo>
                  <a:lnTo>
                    <a:pt x="2220298" y="113196"/>
                  </a:lnTo>
                  <a:lnTo>
                    <a:pt x="2148675" y="109740"/>
                  </a:lnTo>
                  <a:lnTo>
                    <a:pt x="2077053" y="106271"/>
                  </a:lnTo>
                  <a:lnTo>
                    <a:pt x="2005430" y="102790"/>
                  </a:lnTo>
                  <a:lnTo>
                    <a:pt x="1933808" y="99296"/>
                  </a:lnTo>
                  <a:lnTo>
                    <a:pt x="1862185" y="95789"/>
                  </a:lnTo>
                  <a:lnTo>
                    <a:pt x="1790563" y="92270"/>
                  </a:lnTo>
                  <a:lnTo>
                    <a:pt x="1718940" y="88737"/>
                  </a:lnTo>
                  <a:lnTo>
                    <a:pt x="1647318" y="85192"/>
                  </a:lnTo>
                  <a:lnTo>
                    <a:pt x="1575695" y="81634"/>
                  </a:lnTo>
                  <a:lnTo>
                    <a:pt x="1504073" y="78063"/>
                  </a:lnTo>
                  <a:lnTo>
                    <a:pt x="1432450" y="74479"/>
                  </a:lnTo>
                  <a:lnTo>
                    <a:pt x="1360827" y="70883"/>
                  </a:lnTo>
                  <a:lnTo>
                    <a:pt x="1289205" y="67272"/>
                  </a:lnTo>
                  <a:lnTo>
                    <a:pt x="1217582" y="63649"/>
                  </a:lnTo>
                  <a:lnTo>
                    <a:pt x="1145960" y="60013"/>
                  </a:lnTo>
                  <a:lnTo>
                    <a:pt x="1074337" y="56363"/>
                  </a:lnTo>
                  <a:lnTo>
                    <a:pt x="1002715" y="52701"/>
                  </a:lnTo>
                  <a:lnTo>
                    <a:pt x="931092" y="49024"/>
                  </a:lnTo>
                  <a:lnTo>
                    <a:pt x="859470" y="45335"/>
                  </a:lnTo>
                  <a:lnTo>
                    <a:pt x="787847" y="41632"/>
                  </a:lnTo>
                  <a:lnTo>
                    <a:pt x="716225" y="37915"/>
                  </a:lnTo>
                  <a:lnTo>
                    <a:pt x="644602" y="34186"/>
                  </a:lnTo>
                  <a:lnTo>
                    <a:pt x="572980" y="30442"/>
                  </a:lnTo>
                  <a:lnTo>
                    <a:pt x="501357" y="26685"/>
                  </a:lnTo>
                  <a:lnTo>
                    <a:pt x="429735" y="22914"/>
                  </a:lnTo>
                  <a:lnTo>
                    <a:pt x="358112" y="19130"/>
                  </a:lnTo>
                  <a:lnTo>
                    <a:pt x="286490" y="15331"/>
                  </a:lnTo>
                  <a:lnTo>
                    <a:pt x="214867" y="11519"/>
                  </a:lnTo>
                  <a:lnTo>
                    <a:pt x="143245" y="7693"/>
                  </a:lnTo>
                  <a:lnTo>
                    <a:pt x="71622" y="38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3836"/>
              <a:ext cx="7090630" cy="2877490"/>
            </a:xfrm>
            <a:custGeom>
              <a:avLst/>
              <a:pathLst>
                <a:path w="7090630" h="2877490">
                  <a:moveTo>
                    <a:pt x="0" y="0"/>
                  </a:moveTo>
                  <a:lnTo>
                    <a:pt x="71622" y="66748"/>
                  </a:lnTo>
                  <a:lnTo>
                    <a:pt x="143245" y="132157"/>
                  </a:lnTo>
                  <a:lnTo>
                    <a:pt x="214867" y="196251"/>
                  </a:lnTo>
                  <a:lnTo>
                    <a:pt x="286490" y="259059"/>
                  </a:lnTo>
                  <a:lnTo>
                    <a:pt x="358112" y="320605"/>
                  </a:lnTo>
                  <a:lnTo>
                    <a:pt x="429735" y="380914"/>
                  </a:lnTo>
                  <a:lnTo>
                    <a:pt x="501357" y="440013"/>
                  </a:lnTo>
                  <a:lnTo>
                    <a:pt x="572980" y="497925"/>
                  </a:lnTo>
                  <a:lnTo>
                    <a:pt x="644602" y="554673"/>
                  </a:lnTo>
                  <a:lnTo>
                    <a:pt x="716225" y="610282"/>
                  </a:lnTo>
                  <a:lnTo>
                    <a:pt x="787847" y="664773"/>
                  </a:lnTo>
                  <a:lnTo>
                    <a:pt x="859470" y="718171"/>
                  </a:lnTo>
                  <a:lnTo>
                    <a:pt x="931092" y="770496"/>
                  </a:lnTo>
                  <a:lnTo>
                    <a:pt x="1002715" y="821770"/>
                  </a:lnTo>
                  <a:lnTo>
                    <a:pt x="1074337" y="872014"/>
                  </a:lnTo>
                  <a:lnTo>
                    <a:pt x="1145960" y="921249"/>
                  </a:lnTo>
                  <a:lnTo>
                    <a:pt x="1217582" y="969495"/>
                  </a:lnTo>
                  <a:lnTo>
                    <a:pt x="1289205" y="1016772"/>
                  </a:lnTo>
                  <a:lnTo>
                    <a:pt x="1360827" y="1063100"/>
                  </a:lnTo>
                  <a:lnTo>
                    <a:pt x="1432450" y="1108497"/>
                  </a:lnTo>
                  <a:lnTo>
                    <a:pt x="1504073" y="1152982"/>
                  </a:lnTo>
                  <a:lnTo>
                    <a:pt x="1575695" y="1196574"/>
                  </a:lnTo>
                  <a:lnTo>
                    <a:pt x="1647318" y="1239291"/>
                  </a:lnTo>
                  <a:lnTo>
                    <a:pt x="1718940" y="1281149"/>
                  </a:lnTo>
                  <a:lnTo>
                    <a:pt x="1790563" y="1322167"/>
                  </a:lnTo>
                  <a:lnTo>
                    <a:pt x="1862185" y="1362361"/>
                  </a:lnTo>
                  <a:lnTo>
                    <a:pt x="1933808" y="1401747"/>
                  </a:lnTo>
                  <a:lnTo>
                    <a:pt x="2005430" y="1440343"/>
                  </a:lnTo>
                  <a:lnTo>
                    <a:pt x="2077053" y="1478164"/>
                  </a:lnTo>
                  <a:lnTo>
                    <a:pt x="2148675" y="1515224"/>
                  </a:lnTo>
                  <a:lnTo>
                    <a:pt x="2220298" y="1551541"/>
                  </a:lnTo>
                  <a:lnTo>
                    <a:pt x="2291920" y="1587128"/>
                  </a:lnTo>
                  <a:lnTo>
                    <a:pt x="2363543" y="1622000"/>
                  </a:lnTo>
                  <a:lnTo>
                    <a:pt x="2435165" y="1656172"/>
                  </a:lnTo>
                  <a:lnTo>
                    <a:pt x="2506788" y="1689658"/>
                  </a:lnTo>
                  <a:lnTo>
                    <a:pt x="2578410" y="1722471"/>
                  </a:lnTo>
                  <a:lnTo>
                    <a:pt x="2650033" y="1754625"/>
                  </a:lnTo>
                  <a:lnTo>
                    <a:pt x="2721655" y="1786133"/>
                  </a:lnTo>
                  <a:lnTo>
                    <a:pt x="2793278" y="1817009"/>
                  </a:lnTo>
                  <a:lnTo>
                    <a:pt x="2864901" y="1847264"/>
                  </a:lnTo>
                  <a:lnTo>
                    <a:pt x="2936523" y="1876912"/>
                  </a:lnTo>
                  <a:lnTo>
                    <a:pt x="3008146" y="1905964"/>
                  </a:lnTo>
                  <a:lnTo>
                    <a:pt x="3079768" y="1934433"/>
                  </a:lnTo>
                  <a:lnTo>
                    <a:pt x="3151391" y="1962330"/>
                  </a:lnTo>
                  <a:lnTo>
                    <a:pt x="3223013" y="1989666"/>
                  </a:lnTo>
                  <a:lnTo>
                    <a:pt x="3294636" y="2016454"/>
                  </a:lnTo>
                  <a:lnTo>
                    <a:pt x="3366258" y="2042703"/>
                  </a:lnTo>
                  <a:lnTo>
                    <a:pt x="3437881" y="2068426"/>
                  </a:lnTo>
                  <a:lnTo>
                    <a:pt x="3509503" y="2093631"/>
                  </a:lnTo>
                  <a:lnTo>
                    <a:pt x="3581126" y="2118331"/>
                  </a:lnTo>
                  <a:lnTo>
                    <a:pt x="3652748" y="2142534"/>
                  </a:lnTo>
                  <a:lnTo>
                    <a:pt x="3724371" y="2166252"/>
                  </a:lnTo>
                  <a:lnTo>
                    <a:pt x="3795993" y="2189493"/>
                  </a:lnTo>
                  <a:lnTo>
                    <a:pt x="3867616" y="2212267"/>
                  </a:lnTo>
                  <a:lnTo>
                    <a:pt x="3939238" y="2234584"/>
                  </a:lnTo>
                  <a:lnTo>
                    <a:pt x="4010861" y="2256452"/>
                  </a:lnTo>
                  <a:lnTo>
                    <a:pt x="4082483" y="2277881"/>
                  </a:lnTo>
                  <a:lnTo>
                    <a:pt x="4154106" y="2298880"/>
                  </a:lnTo>
                  <a:lnTo>
                    <a:pt x="4225729" y="2319458"/>
                  </a:lnTo>
                  <a:lnTo>
                    <a:pt x="4297351" y="2339621"/>
                  </a:lnTo>
                  <a:lnTo>
                    <a:pt x="4368974" y="2359380"/>
                  </a:lnTo>
                  <a:lnTo>
                    <a:pt x="4440596" y="2378742"/>
                  </a:lnTo>
                  <a:lnTo>
                    <a:pt x="4512219" y="2397716"/>
                  </a:lnTo>
                  <a:lnTo>
                    <a:pt x="4583841" y="2416308"/>
                  </a:lnTo>
                  <a:lnTo>
                    <a:pt x="4655464" y="2434527"/>
                  </a:lnTo>
                  <a:lnTo>
                    <a:pt x="4727086" y="2452379"/>
                  </a:lnTo>
                  <a:lnTo>
                    <a:pt x="4798709" y="2469874"/>
                  </a:lnTo>
                  <a:lnTo>
                    <a:pt x="4870331" y="2487016"/>
                  </a:lnTo>
                  <a:lnTo>
                    <a:pt x="4941954" y="2503815"/>
                  </a:lnTo>
                  <a:lnTo>
                    <a:pt x="5013576" y="2520276"/>
                  </a:lnTo>
                  <a:lnTo>
                    <a:pt x="5085199" y="2536407"/>
                  </a:lnTo>
                  <a:lnTo>
                    <a:pt x="5156821" y="2552213"/>
                  </a:lnTo>
                  <a:lnTo>
                    <a:pt x="5228444" y="2567703"/>
                  </a:lnTo>
                  <a:lnTo>
                    <a:pt x="5300066" y="2582881"/>
                  </a:lnTo>
                  <a:lnTo>
                    <a:pt x="5371689" y="2597754"/>
                  </a:lnTo>
                  <a:lnTo>
                    <a:pt x="5443311" y="2612328"/>
                  </a:lnTo>
                  <a:lnTo>
                    <a:pt x="5514934" y="2626610"/>
                  </a:lnTo>
                  <a:lnTo>
                    <a:pt x="5586557" y="2640605"/>
                  </a:lnTo>
                  <a:lnTo>
                    <a:pt x="5658179" y="2654319"/>
                  </a:lnTo>
                  <a:lnTo>
                    <a:pt x="5729802" y="2667757"/>
                  </a:lnTo>
                  <a:lnTo>
                    <a:pt x="5801424" y="2680926"/>
                  </a:lnTo>
                  <a:lnTo>
                    <a:pt x="5873047" y="2693830"/>
                  </a:lnTo>
                  <a:lnTo>
                    <a:pt x="5944669" y="2706475"/>
                  </a:lnTo>
                  <a:lnTo>
                    <a:pt x="6016292" y="2718865"/>
                  </a:lnTo>
                  <a:lnTo>
                    <a:pt x="6087914" y="2731007"/>
                  </a:lnTo>
                  <a:lnTo>
                    <a:pt x="6159537" y="2742906"/>
                  </a:lnTo>
                  <a:lnTo>
                    <a:pt x="6231159" y="2754565"/>
                  </a:lnTo>
                  <a:lnTo>
                    <a:pt x="6302782" y="2765990"/>
                  </a:lnTo>
                  <a:lnTo>
                    <a:pt x="6374404" y="2777185"/>
                  </a:lnTo>
                  <a:lnTo>
                    <a:pt x="6446027" y="2788156"/>
                  </a:lnTo>
                  <a:lnTo>
                    <a:pt x="6517649" y="2798906"/>
                  </a:lnTo>
                  <a:lnTo>
                    <a:pt x="6589272" y="2809441"/>
                  </a:lnTo>
                  <a:lnTo>
                    <a:pt x="6660894" y="2819764"/>
                  </a:lnTo>
                  <a:lnTo>
                    <a:pt x="6732517" y="2829879"/>
                  </a:lnTo>
                  <a:lnTo>
                    <a:pt x="6804139" y="2839792"/>
                  </a:lnTo>
                  <a:lnTo>
                    <a:pt x="6875762" y="2849505"/>
                  </a:lnTo>
                  <a:lnTo>
                    <a:pt x="6947385" y="2859023"/>
                  </a:lnTo>
                  <a:lnTo>
                    <a:pt x="7019007" y="2868350"/>
                  </a:lnTo>
                  <a:lnTo>
                    <a:pt x="7090630" y="2877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(0.95-1.00)  |  per IQR (Δ = 18.2): 0.62 (0.42-0.92)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2026-05-22T09:54:31Z</dcterms:modified>
  <cp:category/>
</cp:coreProperties>
</file>