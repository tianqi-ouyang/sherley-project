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14842"/>
            </a:xfrm>
            <a:custGeom>
              <a:avLst/>
              <a:pathLst>
                <a:path w="7090630" h="3214842">
                  <a:moveTo>
                    <a:pt x="2108777" y="0"/>
                  </a:moveTo>
                  <a:lnTo>
                    <a:pt x="2148675" y="71304"/>
                  </a:lnTo>
                  <a:lnTo>
                    <a:pt x="2220298" y="194677"/>
                  </a:lnTo>
                  <a:lnTo>
                    <a:pt x="2291920" y="313589"/>
                  </a:lnTo>
                  <a:lnTo>
                    <a:pt x="2363543" y="428203"/>
                  </a:lnTo>
                  <a:lnTo>
                    <a:pt x="2435165" y="538672"/>
                  </a:lnTo>
                  <a:lnTo>
                    <a:pt x="2506788" y="645148"/>
                  </a:lnTo>
                  <a:lnTo>
                    <a:pt x="2578410" y="747774"/>
                  </a:lnTo>
                  <a:lnTo>
                    <a:pt x="2650033" y="846690"/>
                  </a:lnTo>
                  <a:lnTo>
                    <a:pt x="2721655" y="942030"/>
                  </a:lnTo>
                  <a:lnTo>
                    <a:pt x="2793278" y="1033923"/>
                  </a:lnTo>
                  <a:lnTo>
                    <a:pt x="2864901" y="1122494"/>
                  </a:lnTo>
                  <a:lnTo>
                    <a:pt x="2936523" y="1207862"/>
                  </a:lnTo>
                  <a:lnTo>
                    <a:pt x="3008146" y="1290144"/>
                  </a:lnTo>
                  <a:lnTo>
                    <a:pt x="3079768" y="1369451"/>
                  </a:lnTo>
                  <a:lnTo>
                    <a:pt x="3151391" y="1445891"/>
                  </a:lnTo>
                  <a:lnTo>
                    <a:pt x="3223013" y="1519567"/>
                  </a:lnTo>
                  <a:lnTo>
                    <a:pt x="3294636" y="1590580"/>
                  </a:lnTo>
                  <a:lnTo>
                    <a:pt x="3366258" y="1659025"/>
                  </a:lnTo>
                  <a:lnTo>
                    <a:pt x="3437881" y="1724996"/>
                  </a:lnTo>
                  <a:lnTo>
                    <a:pt x="3509503" y="1788582"/>
                  </a:lnTo>
                  <a:lnTo>
                    <a:pt x="3581126" y="1849868"/>
                  </a:lnTo>
                  <a:lnTo>
                    <a:pt x="3652748" y="1908939"/>
                  </a:lnTo>
                  <a:lnTo>
                    <a:pt x="3724371" y="1965875"/>
                  </a:lnTo>
                  <a:lnTo>
                    <a:pt x="3795993" y="2020752"/>
                  </a:lnTo>
                  <a:lnTo>
                    <a:pt x="3867616" y="2073645"/>
                  </a:lnTo>
                  <a:lnTo>
                    <a:pt x="3939238" y="2124625"/>
                  </a:lnTo>
                  <a:lnTo>
                    <a:pt x="4010861" y="2173763"/>
                  </a:lnTo>
                  <a:lnTo>
                    <a:pt x="4082483" y="2221124"/>
                  </a:lnTo>
                  <a:lnTo>
                    <a:pt x="4154106" y="2266772"/>
                  </a:lnTo>
                  <a:lnTo>
                    <a:pt x="4225729" y="2310771"/>
                  </a:lnTo>
                  <a:lnTo>
                    <a:pt x="4297351" y="2353178"/>
                  </a:lnTo>
                  <a:lnTo>
                    <a:pt x="4368974" y="2394053"/>
                  </a:lnTo>
                  <a:lnTo>
                    <a:pt x="4440596" y="2433449"/>
                  </a:lnTo>
                  <a:lnTo>
                    <a:pt x="4512219" y="2471422"/>
                  </a:lnTo>
                  <a:lnTo>
                    <a:pt x="4583841" y="2508021"/>
                  </a:lnTo>
                  <a:lnTo>
                    <a:pt x="4655464" y="2543297"/>
                  </a:lnTo>
                  <a:lnTo>
                    <a:pt x="4727086" y="2577298"/>
                  </a:lnTo>
                  <a:lnTo>
                    <a:pt x="4798709" y="2610070"/>
                  </a:lnTo>
                  <a:lnTo>
                    <a:pt x="4870331" y="2641657"/>
                  </a:lnTo>
                  <a:lnTo>
                    <a:pt x="4941954" y="2654270"/>
                  </a:lnTo>
                  <a:lnTo>
                    <a:pt x="5013576" y="2654249"/>
                  </a:lnTo>
                  <a:lnTo>
                    <a:pt x="5085199" y="2654227"/>
                  </a:lnTo>
                  <a:lnTo>
                    <a:pt x="5156821" y="2654206"/>
                  </a:lnTo>
                  <a:lnTo>
                    <a:pt x="5228444" y="2654184"/>
                  </a:lnTo>
                  <a:lnTo>
                    <a:pt x="5300066" y="2654163"/>
                  </a:lnTo>
                  <a:lnTo>
                    <a:pt x="5371689" y="2654141"/>
                  </a:lnTo>
                  <a:lnTo>
                    <a:pt x="5443311" y="2654120"/>
                  </a:lnTo>
                  <a:lnTo>
                    <a:pt x="5514934" y="2654098"/>
                  </a:lnTo>
                  <a:lnTo>
                    <a:pt x="5586557" y="2654077"/>
                  </a:lnTo>
                  <a:lnTo>
                    <a:pt x="5658179" y="2654055"/>
                  </a:lnTo>
                  <a:lnTo>
                    <a:pt x="5729802" y="2654034"/>
                  </a:lnTo>
                  <a:lnTo>
                    <a:pt x="5801424" y="2654012"/>
                  </a:lnTo>
                  <a:lnTo>
                    <a:pt x="5873047" y="2653991"/>
                  </a:lnTo>
                  <a:lnTo>
                    <a:pt x="5944669" y="2653969"/>
                  </a:lnTo>
                  <a:lnTo>
                    <a:pt x="6016292" y="2653948"/>
                  </a:lnTo>
                  <a:lnTo>
                    <a:pt x="6087914" y="2653926"/>
                  </a:lnTo>
                  <a:lnTo>
                    <a:pt x="6159537" y="2653905"/>
                  </a:lnTo>
                  <a:lnTo>
                    <a:pt x="6231159" y="2653883"/>
                  </a:lnTo>
                  <a:lnTo>
                    <a:pt x="6302782" y="2653862"/>
                  </a:lnTo>
                  <a:lnTo>
                    <a:pt x="6374404" y="2653840"/>
                  </a:lnTo>
                  <a:lnTo>
                    <a:pt x="6446027" y="2653819"/>
                  </a:lnTo>
                  <a:lnTo>
                    <a:pt x="6517649" y="2653797"/>
                  </a:lnTo>
                  <a:lnTo>
                    <a:pt x="6589272" y="2653776"/>
                  </a:lnTo>
                  <a:lnTo>
                    <a:pt x="6660894" y="2653754"/>
                  </a:lnTo>
                  <a:lnTo>
                    <a:pt x="6732517" y="2653733"/>
                  </a:lnTo>
                  <a:lnTo>
                    <a:pt x="6804139" y="2653711"/>
                  </a:lnTo>
                  <a:lnTo>
                    <a:pt x="6875762" y="2653690"/>
                  </a:lnTo>
                  <a:lnTo>
                    <a:pt x="6947385" y="2653668"/>
                  </a:lnTo>
                  <a:lnTo>
                    <a:pt x="7019007" y="2653647"/>
                  </a:lnTo>
                  <a:lnTo>
                    <a:pt x="7090630" y="2653625"/>
                  </a:lnTo>
                  <a:lnTo>
                    <a:pt x="7090630" y="3214842"/>
                  </a:lnTo>
                  <a:lnTo>
                    <a:pt x="7019007" y="3204756"/>
                  </a:lnTo>
                  <a:lnTo>
                    <a:pt x="6947385" y="3194291"/>
                  </a:lnTo>
                  <a:lnTo>
                    <a:pt x="6875762" y="3183433"/>
                  </a:lnTo>
                  <a:lnTo>
                    <a:pt x="6804139" y="3172169"/>
                  </a:lnTo>
                  <a:lnTo>
                    <a:pt x="6732517" y="3160481"/>
                  </a:lnTo>
                  <a:lnTo>
                    <a:pt x="6660894" y="3148356"/>
                  </a:lnTo>
                  <a:lnTo>
                    <a:pt x="6589272" y="3135775"/>
                  </a:lnTo>
                  <a:lnTo>
                    <a:pt x="6517649" y="3122723"/>
                  </a:lnTo>
                  <a:lnTo>
                    <a:pt x="6446027" y="3109181"/>
                  </a:lnTo>
                  <a:lnTo>
                    <a:pt x="6374404" y="3095131"/>
                  </a:lnTo>
                  <a:lnTo>
                    <a:pt x="6302782" y="3080554"/>
                  </a:lnTo>
                  <a:lnTo>
                    <a:pt x="6231159" y="3065430"/>
                  </a:lnTo>
                  <a:lnTo>
                    <a:pt x="6159537" y="3049739"/>
                  </a:lnTo>
                  <a:lnTo>
                    <a:pt x="6087914" y="3033459"/>
                  </a:lnTo>
                  <a:lnTo>
                    <a:pt x="6016292" y="3016569"/>
                  </a:lnTo>
                  <a:lnTo>
                    <a:pt x="5944669" y="2999045"/>
                  </a:lnTo>
                  <a:lnTo>
                    <a:pt x="5873047" y="2980864"/>
                  </a:lnTo>
                  <a:lnTo>
                    <a:pt x="5801424" y="2962001"/>
                  </a:lnTo>
                  <a:lnTo>
                    <a:pt x="5729802" y="2942430"/>
                  </a:lnTo>
                  <a:lnTo>
                    <a:pt x="5658179" y="2922126"/>
                  </a:lnTo>
                  <a:lnTo>
                    <a:pt x="5586557" y="2901059"/>
                  </a:lnTo>
                  <a:lnTo>
                    <a:pt x="5514934" y="2879203"/>
                  </a:lnTo>
                  <a:lnTo>
                    <a:pt x="5443311" y="2856526"/>
                  </a:lnTo>
                  <a:lnTo>
                    <a:pt x="5371689" y="2832999"/>
                  </a:lnTo>
                  <a:lnTo>
                    <a:pt x="5300066" y="2808590"/>
                  </a:lnTo>
                  <a:lnTo>
                    <a:pt x="5228444" y="2783264"/>
                  </a:lnTo>
                  <a:lnTo>
                    <a:pt x="5156821" y="2756989"/>
                  </a:lnTo>
                  <a:lnTo>
                    <a:pt x="5085199" y="2729729"/>
                  </a:lnTo>
                  <a:lnTo>
                    <a:pt x="5013576" y="2701446"/>
                  </a:lnTo>
                  <a:lnTo>
                    <a:pt x="4941954" y="2672101"/>
                  </a:lnTo>
                  <a:lnTo>
                    <a:pt x="4870331" y="2654292"/>
                  </a:lnTo>
                  <a:lnTo>
                    <a:pt x="4798709" y="2654313"/>
                  </a:lnTo>
                  <a:lnTo>
                    <a:pt x="4727086" y="2654335"/>
                  </a:lnTo>
                  <a:lnTo>
                    <a:pt x="4655464" y="2654356"/>
                  </a:lnTo>
                  <a:lnTo>
                    <a:pt x="4583841" y="2654378"/>
                  </a:lnTo>
                  <a:lnTo>
                    <a:pt x="4512219" y="2654399"/>
                  </a:lnTo>
                  <a:lnTo>
                    <a:pt x="4440596" y="2654421"/>
                  </a:lnTo>
                  <a:lnTo>
                    <a:pt x="4368974" y="2654442"/>
                  </a:lnTo>
                  <a:lnTo>
                    <a:pt x="4297351" y="2654464"/>
                  </a:lnTo>
                  <a:lnTo>
                    <a:pt x="4225729" y="2654485"/>
                  </a:lnTo>
                  <a:lnTo>
                    <a:pt x="4154106" y="2654507"/>
                  </a:lnTo>
                  <a:lnTo>
                    <a:pt x="4082483" y="2654528"/>
                  </a:lnTo>
                  <a:lnTo>
                    <a:pt x="4010861" y="2654550"/>
                  </a:lnTo>
                  <a:lnTo>
                    <a:pt x="3939238" y="2654571"/>
                  </a:lnTo>
                  <a:lnTo>
                    <a:pt x="3867616" y="2654593"/>
                  </a:lnTo>
                  <a:lnTo>
                    <a:pt x="3795993" y="2654614"/>
                  </a:lnTo>
                  <a:lnTo>
                    <a:pt x="3724371" y="2654636"/>
                  </a:lnTo>
                  <a:lnTo>
                    <a:pt x="3652748" y="2654657"/>
                  </a:lnTo>
                  <a:lnTo>
                    <a:pt x="3581126" y="2654679"/>
                  </a:lnTo>
                  <a:lnTo>
                    <a:pt x="3509503" y="2654700"/>
                  </a:lnTo>
                  <a:lnTo>
                    <a:pt x="3437881" y="2654722"/>
                  </a:lnTo>
                  <a:lnTo>
                    <a:pt x="3366258" y="2654743"/>
                  </a:lnTo>
                  <a:lnTo>
                    <a:pt x="3294636" y="2654764"/>
                  </a:lnTo>
                  <a:lnTo>
                    <a:pt x="3223013" y="2654786"/>
                  </a:lnTo>
                  <a:lnTo>
                    <a:pt x="3151391" y="2654807"/>
                  </a:lnTo>
                  <a:lnTo>
                    <a:pt x="3079768" y="2654829"/>
                  </a:lnTo>
                  <a:lnTo>
                    <a:pt x="3008146" y="2654850"/>
                  </a:lnTo>
                  <a:lnTo>
                    <a:pt x="2936523" y="2654872"/>
                  </a:lnTo>
                  <a:lnTo>
                    <a:pt x="2864901" y="2654893"/>
                  </a:lnTo>
                  <a:lnTo>
                    <a:pt x="2793278" y="2654915"/>
                  </a:lnTo>
                  <a:lnTo>
                    <a:pt x="2721655" y="2654936"/>
                  </a:lnTo>
                  <a:lnTo>
                    <a:pt x="2650033" y="2654958"/>
                  </a:lnTo>
                  <a:lnTo>
                    <a:pt x="2578410" y="2654979"/>
                  </a:lnTo>
                  <a:lnTo>
                    <a:pt x="2506788" y="2655001"/>
                  </a:lnTo>
                  <a:lnTo>
                    <a:pt x="2435165" y="2655022"/>
                  </a:lnTo>
                  <a:lnTo>
                    <a:pt x="2363543" y="2655044"/>
                  </a:lnTo>
                  <a:lnTo>
                    <a:pt x="2291920" y="2655065"/>
                  </a:lnTo>
                  <a:lnTo>
                    <a:pt x="2220298" y="2655087"/>
                  </a:lnTo>
                  <a:lnTo>
                    <a:pt x="2148675" y="2655108"/>
                  </a:lnTo>
                  <a:lnTo>
                    <a:pt x="2077053" y="2655130"/>
                  </a:lnTo>
                  <a:lnTo>
                    <a:pt x="2005430" y="2655151"/>
                  </a:lnTo>
                  <a:lnTo>
                    <a:pt x="1933808" y="2655173"/>
                  </a:lnTo>
                  <a:lnTo>
                    <a:pt x="1862185" y="2655194"/>
                  </a:lnTo>
                  <a:lnTo>
                    <a:pt x="1790563" y="2655216"/>
                  </a:lnTo>
                  <a:lnTo>
                    <a:pt x="1718940" y="2655237"/>
                  </a:lnTo>
                  <a:lnTo>
                    <a:pt x="1647318" y="2655258"/>
                  </a:lnTo>
                  <a:lnTo>
                    <a:pt x="1575695" y="2655280"/>
                  </a:lnTo>
                  <a:lnTo>
                    <a:pt x="1504073" y="2655301"/>
                  </a:lnTo>
                  <a:lnTo>
                    <a:pt x="1432450" y="2655323"/>
                  </a:lnTo>
                  <a:lnTo>
                    <a:pt x="1360827" y="2655344"/>
                  </a:lnTo>
                  <a:lnTo>
                    <a:pt x="1289205" y="2655366"/>
                  </a:lnTo>
                  <a:lnTo>
                    <a:pt x="1217582" y="2655387"/>
                  </a:lnTo>
                  <a:lnTo>
                    <a:pt x="1145960" y="2655409"/>
                  </a:lnTo>
                  <a:lnTo>
                    <a:pt x="1074337" y="2655430"/>
                  </a:lnTo>
                  <a:lnTo>
                    <a:pt x="1002715" y="2655452"/>
                  </a:lnTo>
                  <a:lnTo>
                    <a:pt x="931092" y="2655473"/>
                  </a:lnTo>
                  <a:lnTo>
                    <a:pt x="859470" y="2655495"/>
                  </a:lnTo>
                  <a:lnTo>
                    <a:pt x="787847" y="2655516"/>
                  </a:lnTo>
                  <a:lnTo>
                    <a:pt x="716225" y="2655538"/>
                  </a:lnTo>
                  <a:lnTo>
                    <a:pt x="644602" y="2655559"/>
                  </a:lnTo>
                  <a:lnTo>
                    <a:pt x="572980" y="2655581"/>
                  </a:lnTo>
                  <a:lnTo>
                    <a:pt x="501357" y="2655602"/>
                  </a:lnTo>
                  <a:lnTo>
                    <a:pt x="429735" y="2655623"/>
                  </a:lnTo>
                  <a:lnTo>
                    <a:pt x="358112" y="2655645"/>
                  </a:lnTo>
                  <a:lnTo>
                    <a:pt x="286490" y="2655666"/>
                  </a:lnTo>
                  <a:lnTo>
                    <a:pt x="214867" y="2655688"/>
                  </a:lnTo>
                  <a:lnTo>
                    <a:pt x="143245" y="2655709"/>
                  </a:lnTo>
                  <a:lnTo>
                    <a:pt x="71622" y="2655731"/>
                  </a:lnTo>
                  <a:lnTo>
                    <a:pt x="0" y="26557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80827" y="2073503"/>
              <a:ext cx="4981852" cy="2654270"/>
            </a:xfrm>
            <a:custGeom>
              <a:avLst/>
              <a:pathLst>
                <a:path w="4981852" h="2654270">
                  <a:moveTo>
                    <a:pt x="0" y="0"/>
                  </a:moveTo>
                  <a:lnTo>
                    <a:pt x="39898" y="71304"/>
                  </a:lnTo>
                  <a:lnTo>
                    <a:pt x="111520" y="194677"/>
                  </a:lnTo>
                  <a:lnTo>
                    <a:pt x="183143" y="313589"/>
                  </a:lnTo>
                  <a:lnTo>
                    <a:pt x="254765" y="428203"/>
                  </a:lnTo>
                  <a:lnTo>
                    <a:pt x="326388" y="538672"/>
                  </a:lnTo>
                  <a:lnTo>
                    <a:pt x="398010" y="645148"/>
                  </a:lnTo>
                  <a:lnTo>
                    <a:pt x="469633" y="747774"/>
                  </a:lnTo>
                  <a:lnTo>
                    <a:pt x="541255" y="846690"/>
                  </a:lnTo>
                  <a:lnTo>
                    <a:pt x="612878" y="942030"/>
                  </a:lnTo>
                  <a:lnTo>
                    <a:pt x="684500" y="1033923"/>
                  </a:lnTo>
                  <a:lnTo>
                    <a:pt x="756123" y="1122494"/>
                  </a:lnTo>
                  <a:lnTo>
                    <a:pt x="827745" y="1207862"/>
                  </a:lnTo>
                  <a:lnTo>
                    <a:pt x="899368" y="1290144"/>
                  </a:lnTo>
                  <a:lnTo>
                    <a:pt x="970990" y="1369451"/>
                  </a:lnTo>
                  <a:lnTo>
                    <a:pt x="1042613" y="1445891"/>
                  </a:lnTo>
                  <a:lnTo>
                    <a:pt x="1114235" y="1519567"/>
                  </a:lnTo>
                  <a:lnTo>
                    <a:pt x="1185858" y="1590580"/>
                  </a:lnTo>
                  <a:lnTo>
                    <a:pt x="1257480" y="1659025"/>
                  </a:lnTo>
                  <a:lnTo>
                    <a:pt x="1329103" y="1724996"/>
                  </a:lnTo>
                  <a:lnTo>
                    <a:pt x="1400726" y="1788582"/>
                  </a:lnTo>
                  <a:lnTo>
                    <a:pt x="1472348" y="1849868"/>
                  </a:lnTo>
                  <a:lnTo>
                    <a:pt x="1543971" y="1908939"/>
                  </a:lnTo>
                  <a:lnTo>
                    <a:pt x="1615593" y="1965875"/>
                  </a:lnTo>
                  <a:lnTo>
                    <a:pt x="1687216" y="2020752"/>
                  </a:lnTo>
                  <a:lnTo>
                    <a:pt x="1758838" y="2073645"/>
                  </a:lnTo>
                  <a:lnTo>
                    <a:pt x="1830461" y="2124625"/>
                  </a:lnTo>
                  <a:lnTo>
                    <a:pt x="1902083" y="2173763"/>
                  </a:lnTo>
                  <a:lnTo>
                    <a:pt x="1973706" y="2221124"/>
                  </a:lnTo>
                  <a:lnTo>
                    <a:pt x="2045328" y="2266772"/>
                  </a:lnTo>
                  <a:lnTo>
                    <a:pt x="2116951" y="2310771"/>
                  </a:lnTo>
                  <a:lnTo>
                    <a:pt x="2188573" y="2353178"/>
                  </a:lnTo>
                  <a:lnTo>
                    <a:pt x="2260196" y="2394053"/>
                  </a:lnTo>
                  <a:lnTo>
                    <a:pt x="2331818" y="2433449"/>
                  </a:lnTo>
                  <a:lnTo>
                    <a:pt x="2403441" y="2471422"/>
                  </a:lnTo>
                  <a:lnTo>
                    <a:pt x="2475063" y="2508021"/>
                  </a:lnTo>
                  <a:lnTo>
                    <a:pt x="2546686" y="2543297"/>
                  </a:lnTo>
                  <a:lnTo>
                    <a:pt x="2618308" y="2577298"/>
                  </a:lnTo>
                  <a:lnTo>
                    <a:pt x="2689931" y="2610070"/>
                  </a:lnTo>
                  <a:lnTo>
                    <a:pt x="2761554" y="2641657"/>
                  </a:lnTo>
                  <a:lnTo>
                    <a:pt x="2833176" y="2654270"/>
                  </a:lnTo>
                  <a:lnTo>
                    <a:pt x="2904799" y="2654249"/>
                  </a:lnTo>
                  <a:lnTo>
                    <a:pt x="2976421" y="2654227"/>
                  </a:lnTo>
                  <a:lnTo>
                    <a:pt x="3048044" y="2654206"/>
                  </a:lnTo>
                  <a:lnTo>
                    <a:pt x="3119666" y="2654184"/>
                  </a:lnTo>
                  <a:lnTo>
                    <a:pt x="3191289" y="2654163"/>
                  </a:lnTo>
                  <a:lnTo>
                    <a:pt x="3262911" y="2654141"/>
                  </a:lnTo>
                  <a:lnTo>
                    <a:pt x="3334534" y="2654120"/>
                  </a:lnTo>
                  <a:lnTo>
                    <a:pt x="3406156" y="2654098"/>
                  </a:lnTo>
                  <a:lnTo>
                    <a:pt x="3477779" y="2654077"/>
                  </a:lnTo>
                  <a:lnTo>
                    <a:pt x="3549401" y="2654055"/>
                  </a:lnTo>
                  <a:lnTo>
                    <a:pt x="3621024" y="2654034"/>
                  </a:lnTo>
                  <a:lnTo>
                    <a:pt x="3692646" y="2654012"/>
                  </a:lnTo>
                  <a:lnTo>
                    <a:pt x="3764269" y="2653991"/>
                  </a:lnTo>
                  <a:lnTo>
                    <a:pt x="3835891" y="2653969"/>
                  </a:lnTo>
                  <a:lnTo>
                    <a:pt x="3907514" y="2653948"/>
                  </a:lnTo>
                  <a:lnTo>
                    <a:pt x="3979136" y="2653926"/>
                  </a:lnTo>
                  <a:lnTo>
                    <a:pt x="4050759" y="2653905"/>
                  </a:lnTo>
                  <a:lnTo>
                    <a:pt x="4122382" y="2653883"/>
                  </a:lnTo>
                  <a:lnTo>
                    <a:pt x="4194004" y="2653862"/>
                  </a:lnTo>
                  <a:lnTo>
                    <a:pt x="4265627" y="2653840"/>
                  </a:lnTo>
                  <a:lnTo>
                    <a:pt x="4337249" y="2653819"/>
                  </a:lnTo>
                  <a:lnTo>
                    <a:pt x="4408872" y="2653797"/>
                  </a:lnTo>
                  <a:lnTo>
                    <a:pt x="4480494" y="2653776"/>
                  </a:lnTo>
                  <a:lnTo>
                    <a:pt x="4552117" y="2653754"/>
                  </a:lnTo>
                  <a:lnTo>
                    <a:pt x="4623739" y="2653733"/>
                  </a:lnTo>
                  <a:lnTo>
                    <a:pt x="4695362" y="2653711"/>
                  </a:lnTo>
                  <a:lnTo>
                    <a:pt x="4766984" y="2653690"/>
                  </a:lnTo>
                  <a:lnTo>
                    <a:pt x="4838607" y="2653668"/>
                  </a:lnTo>
                  <a:lnTo>
                    <a:pt x="4910229" y="2653647"/>
                  </a:lnTo>
                  <a:lnTo>
                    <a:pt x="4981852" y="2653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795"/>
              <a:ext cx="7090630" cy="560550"/>
            </a:xfrm>
            <a:custGeom>
              <a:avLst/>
              <a:pathLst>
                <a:path w="7090630" h="560550">
                  <a:moveTo>
                    <a:pt x="7090630" y="560550"/>
                  </a:moveTo>
                  <a:lnTo>
                    <a:pt x="7019007" y="550464"/>
                  </a:lnTo>
                  <a:lnTo>
                    <a:pt x="6947385" y="539999"/>
                  </a:lnTo>
                  <a:lnTo>
                    <a:pt x="6875762" y="529141"/>
                  </a:lnTo>
                  <a:lnTo>
                    <a:pt x="6804139" y="517876"/>
                  </a:lnTo>
                  <a:lnTo>
                    <a:pt x="6732517" y="506189"/>
                  </a:lnTo>
                  <a:lnTo>
                    <a:pt x="6660894" y="494063"/>
                  </a:lnTo>
                  <a:lnTo>
                    <a:pt x="6589272" y="481483"/>
                  </a:lnTo>
                  <a:lnTo>
                    <a:pt x="6517649" y="468430"/>
                  </a:lnTo>
                  <a:lnTo>
                    <a:pt x="6446027" y="454888"/>
                  </a:lnTo>
                  <a:lnTo>
                    <a:pt x="6374404" y="440839"/>
                  </a:lnTo>
                  <a:lnTo>
                    <a:pt x="6302782" y="426262"/>
                  </a:lnTo>
                  <a:lnTo>
                    <a:pt x="6231159" y="411138"/>
                  </a:lnTo>
                  <a:lnTo>
                    <a:pt x="6159537" y="395447"/>
                  </a:lnTo>
                  <a:lnTo>
                    <a:pt x="6087914" y="379167"/>
                  </a:lnTo>
                  <a:lnTo>
                    <a:pt x="6016292" y="362277"/>
                  </a:lnTo>
                  <a:lnTo>
                    <a:pt x="5944669" y="344753"/>
                  </a:lnTo>
                  <a:lnTo>
                    <a:pt x="5873047" y="326572"/>
                  </a:lnTo>
                  <a:lnTo>
                    <a:pt x="5801424" y="307709"/>
                  </a:lnTo>
                  <a:lnTo>
                    <a:pt x="5729802" y="288138"/>
                  </a:lnTo>
                  <a:lnTo>
                    <a:pt x="5658179" y="267833"/>
                  </a:lnTo>
                  <a:lnTo>
                    <a:pt x="5586557" y="246767"/>
                  </a:lnTo>
                  <a:lnTo>
                    <a:pt x="5514934" y="224910"/>
                  </a:lnTo>
                  <a:lnTo>
                    <a:pt x="5443311" y="202234"/>
                  </a:lnTo>
                  <a:lnTo>
                    <a:pt x="5371689" y="178707"/>
                  </a:lnTo>
                  <a:lnTo>
                    <a:pt x="5300066" y="154297"/>
                  </a:lnTo>
                  <a:lnTo>
                    <a:pt x="5228444" y="128972"/>
                  </a:lnTo>
                  <a:lnTo>
                    <a:pt x="5156821" y="102697"/>
                  </a:lnTo>
                  <a:lnTo>
                    <a:pt x="5085199" y="75437"/>
                  </a:lnTo>
                  <a:lnTo>
                    <a:pt x="5013576" y="47153"/>
                  </a:lnTo>
                  <a:lnTo>
                    <a:pt x="4941954" y="17809"/>
                  </a:lnTo>
                  <a:lnTo>
                    <a:pt x="4870331" y="0"/>
                  </a:lnTo>
                  <a:lnTo>
                    <a:pt x="4798709" y="21"/>
                  </a:lnTo>
                  <a:lnTo>
                    <a:pt x="4727086" y="42"/>
                  </a:lnTo>
                  <a:lnTo>
                    <a:pt x="4655464" y="64"/>
                  </a:lnTo>
                  <a:lnTo>
                    <a:pt x="4583841" y="85"/>
                  </a:lnTo>
                  <a:lnTo>
                    <a:pt x="4512219" y="107"/>
                  </a:lnTo>
                  <a:lnTo>
                    <a:pt x="4440596" y="128"/>
                  </a:lnTo>
                  <a:lnTo>
                    <a:pt x="4368974" y="150"/>
                  </a:lnTo>
                  <a:lnTo>
                    <a:pt x="4297351" y="171"/>
                  </a:lnTo>
                  <a:lnTo>
                    <a:pt x="4225729" y="193"/>
                  </a:lnTo>
                  <a:lnTo>
                    <a:pt x="4154106" y="214"/>
                  </a:lnTo>
                  <a:lnTo>
                    <a:pt x="4082483" y="236"/>
                  </a:lnTo>
                  <a:lnTo>
                    <a:pt x="4010861" y="257"/>
                  </a:lnTo>
                  <a:lnTo>
                    <a:pt x="3939238" y="279"/>
                  </a:lnTo>
                  <a:lnTo>
                    <a:pt x="3867616" y="300"/>
                  </a:lnTo>
                  <a:lnTo>
                    <a:pt x="3795993" y="322"/>
                  </a:lnTo>
                  <a:lnTo>
                    <a:pt x="3724371" y="343"/>
                  </a:lnTo>
                  <a:lnTo>
                    <a:pt x="3652748" y="365"/>
                  </a:lnTo>
                  <a:lnTo>
                    <a:pt x="3581126" y="386"/>
                  </a:lnTo>
                  <a:lnTo>
                    <a:pt x="3509503" y="408"/>
                  </a:lnTo>
                  <a:lnTo>
                    <a:pt x="3437881" y="429"/>
                  </a:lnTo>
                  <a:lnTo>
                    <a:pt x="3366258" y="451"/>
                  </a:lnTo>
                  <a:lnTo>
                    <a:pt x="3294636" y="472"/>
                  </a:lnTo>
                  <a:lnTo>
                    <a:pt x="3223013" y="494"/>
                  </a:lnTo>
                  <a:lnTo>
                    <a:pt x="3151391" y="515"/>
                  </a:lnTo>
                  <a:lnTo>
                    <a:pt x="3079768" y="537"/>
                  </a:lnTo>
                  <a:lnTo>
                    <a:pt x="3008146" y="558"/>
                  </a:lnTo>
                  <a:lnTo>
                    <a:pt x="2936523" y="580"/>
                  </a:lnTo>
                  <a:lnTo>
                    <a:pt x="2864901" y="601"/>
                  </a:lnTo>
                  <a:lnTo>
                    <a:pt x="2793278" y="623"/>
                  </a:lnTo>
                  <a:lnTo>
                    <a:pt x="2721655" y="644"/>
                  </a:lnTo>
                  <a:lnTo>
                    <a:pt x="2650033" y="666"/>
                  </a:lnTo>
                  <a:lnTo>
                    <a:pt x="2578410" y="687"/>
                  </a:lnTo>
                  <a:lnTo>
                    <a:pt x="2506788" y="709"/>
                  </a:lnTo>
                  <a:lnTo>
                    <a:pt x="2435165" y="730"/>
                  </a:lnTo>
                  <a:lnTo>
                    <a:pt x="2363543" y="752"/>
                  </a:lnTo>
                  <a:lnTo>
                    <a:pt x="2291920" y="773"/>
                  </a:lnTo>
                  <a:lnTo>
                    <a:pt x="2220298" y="795"/>
                  </a:lnTo>
                  <a:lnTo>
                    <a:pt x="2148675" y="816"/>
                  </a:lnTo>
                  <a:lnTo>
                    <a:pt x="2077053" y="837"/>
                  </a:lnTo>
                  <a:lnTo>
                    <a:pt x="2005430" y="859"/>
                  </a:lnTo>
                  <a:lnTo>
                    <a:pt x="1933808" y="880"/>
                  </a:lnTo>
                  <a:lnTo>
                    <a:pt x="1862185" y="902"/>
                  </a:lnTo>
                  <a:lnTo>
                    <a:pt x="1790563" y="923"/>
                  </a:lnTo>
                  <a:lnTo>
                    <a:pt x="1718940" y="945"/>
                  </a:lnTo>
                  <a:lnTo>
                    <a:pt x="1647318" y="966"/>
                  </a:lnTo>
                  <a:lnTo>
                    <a:pt x="1575695" y="988"/>
                  </a:lnTo>
                  <a:lnTo>
                    <a:pt x="1504073" y="1009"/>
                  </a:lnTo>
                  <a:lnTo>
                    <a:pt x="1432450" y="1031"/>
                  </a:lnTo>
                  <a:lnTo>
                    <a:pt x="1360827" y="1052"/>
                  </a:lnTo>
                  <a:lnTo>
                    <a:pt x="1289205" y="1074"/>
                  </a:lnTo>
                  <a:lnTo>
                    <a:pt x="1217582" y="1095"/>
                  </a:lnTo>
                  <a:lnTo>
                    <a:pt x="1145960" y="1117"/>
                  </a:lnTo>
                  <a:lnTo>
                    <a:pt x="1074337" y="1138"/>
                  </a:lnTo>
                  <a:lnTo>
                    <a:pt x="1002715" y="1160"/>
                  </a:lnTo>
                  <a:lnTo>
                    <a:pt x="931092" y="1181"/>
                  </a:lnTo>
                  <a:lnTo>
                    <a:pt x="859470" y="1202"/>
                  </a:lnTo>
                  <a:lnTo>
                    <a:pt x="787847" y="1224"/>
                  </a:lnTo>
                  <a:lnTo>
                    <a:pt x="716225" y="1245"/>
                  </a:lnTo>
                  <a:lnTo>
                    <a:pt x="644602" y="1267"/>
                  </a:lnTo>
                  <a:lnTo>
                    <a:pt x="572980" y="1288"/>
                  </a:lnTo>
                  <a:lnTo>
                    <a:pt x="501357" y="1310"/>
                  </a:lnTo>
                  <a:lnTo>
                    <a:pt x="429735" y="1331"/>
                  </a:lnTo>
                  <a:lnTo>
                    <a:pt x="358112" y="1353"/>
                  </a:lnTo>
                  <a:lnTo>
                    <a:pt x="286490" y="1374"/>
                  </a:lnTo>
                  <a:lnTo>
                    <a:pt x="214867" y="1396"/>
                  </a:lnTo>
                  <a:lnTo>
                    <a:pt x="143245" y="1417"/>
                  </a:lnTo>
                  <a:lnTo>
                    <a:pt x="71622" y="1439"/>
                  </a:lnTo>
                  <a:lnTo>
                    <a:pt x="0" y="14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636928"/>
              <a:ext cx="7090630" cy="2447856"/>
            </a:xfrm>
            <a:custGeom>
              <a:avLst/>
              <a:pathLst>
                <a:path w="7090630" h="2447856">
                  <a:moveTo>
                    <a:pt x="0" y="0"/>
                  </a:moveTo>
                  <a:lnTo>
                    <a:pt x="71622" y="53239"/>
                  </a:lnTo>
                  <a:lnTo>
                    <a:pt x="143245" y="105507"/>
                  </a:lnTo>
                  <a:lnTo>
                    <a:pt x="214867" y="156823"/>
                  </a:lnTo>
                  <a:lnTo>
                    <a:pt x="286490" y="207204"/>
                  </a:lnTo>
                  <a:lnTo>
                    <a:pt x="358112" y="256665"/>
                  </a:lnTo>
                  <a:lnTo>
                    <a:pt x="429735" y="305225"/>
                  </a:lnTo>
                  <a:lnTo>
                    <a:pt x="501357" y="352900"/>
                  </a:lnTo>
                  <a:lnTo>
                    <a:pt x="572980" y="399706"/>
                  </a:lnTo>
                  <a:lnTo>
                    <a:pt x="644602" y="445658"/>
                  </a:lnTo>
                  <a:lnTo>
                    <a:pt x="716225" y="490773"/>
                  </a:lnTo>
                  <a:lnTo>
                    <a:pt x="787847" y="535065"/>
                  </a:lnTo>
                  <a:lnTo>
                    <a:pt x="859470" y="578550"/>
                  </a:lnTo>
                  <a:lnTo>
                    <a:pt x="931092" y="621242"/>
                  </a:lnTo>
                  <a:lnTo>
                    <a:pt x="1002715" y="663155"/>
                  </a:lnTo>
                  <a:lnTo>
                    <a:pt x="1074337" y="704305"/>
                  </a:lnTo>
                  <a:lnTo>
                    <a:pt x="1145960" y="744704"/>
                  </a:lnTo>
                  <a:lnTo>
                    <a:pt x="1217582" y="784367"/>
                  </a:lnTo>
                  <a:lnTo>
                    <a:pt x="1289205" y="823307"/>
                  </a:lnTo>
                  <a:lnTo>
                    <a:pt x="1360827" y="861537"/>
                  </a:lnTo>
                  <a:lnTo>
                    <a:pt x="1432450" y="899070"/>
                  </a:lnTo>
                  <a:lnTo>
                    <a:pt x="1504073" y="935918"/>
                  </a:lnTo>
                  <a:lnTo>
                    <a:pt x="1575695" y="972095"/>
                  </a:lnTo>
                  <a:lnTo>
                    <a:pt x="1647318" y="1007613"/>
                  </a:lnTo>
                  <a:lnTo>
                    <a:pt x="1718940" y="1042482"/>
                  </a:lnTo>
                  <a:lnTo>
                    <a:pt x="1790563" y="1076717"/>
                  </a:lnTo>
                  <a:lnTo>
                    <a:pt x="1862185" y="1110327"/>
                  </a:lnTo>
                  <a:lnTo>
                    <a:pt x="1933808" y="1143324"/>
                  </a:lnTo>
                  <a:lnTo>
                    <a:pt x="2005430" y="1175720"/>
                  </a:lnTo>
                  <a:lnTo>
                    <a:pt x="2077053" y="1207525"/>
                  </a:lnTo>
                  <a:lnTo>
                    <a:pt x="2148675" y="1238750"/>
                  </a:lnTo>
                  <a:lnTo>
                    <a:pt x="2220298" y="1269406"/>
                  </a:lnTo>
                  <a:lnTo>
                    <a:pt x="2291920" y="1299503"/>
                  </a:lnTo>
                  <a:lnTo>
                    <a:pt x="2363543" y="1329052"/>
                  </a:lnTo>
                  <a:lnTo>
                    <a:pt x="2435165" y="1358062"/>
                  </a:lnTo>
                  <a:lnTo>
                    <a:pt x="2506788" y="1386543"/>
                  </a:lnTo>
                  <a:lnTo>
                    <a:pt x="2578410" y="1414504"/>
                  </a:lnTo>
                  <a:lnTo>
                    <a:pt x="2650033" y="1441956"/>
                  </a:lnTo>
                  <a:lnTo>
                    <a:pt x="2721655" y="1468908"/>
                  </a:lnTo>
                  <a:lnTo>
                    <a:pt x="2793278" y="1495368"/>
                  </a:lnTo>
                  <a:lnTo>
                    <a:pt x="2864901" y="1521346"/>
                  </a:lnTo>
                  <a:lnTo>
                    <a:pt x="2936523" y="1546850"/>
                  </a:lnTo>
                  <a:lnTo>
                    <a:pt x="3008146" y="1571889"/>
                  </a:lnTo>
                  <a:lnTo>
                    <a:pt x="3079768" y="1596472"/>
                  </a:lnTo>
                  <a:lnTo>
                    <a:pt x="3151391" y="1620607"/>
                  </a:lnTo>
                  <a:lnTo>
                    <a:pt x="3223013" y="1644301"/>
                  </a:lnTo>
                  <a:lnTo>
                    <a:pt x="3294636" y="1667564"/>
                  </a:lnTo>
                  <a:lnTo>
                    <a:pt x="3366258" y="1690402"/>
                  </a:lnTo>
                  <a:lnTo>
                    <a:pt x="3437881" y="1712825"/>
                  </a:lnTo>
                  <a:lnTo>
                    <a:pt x="3509503" y="1734838"/>
                  </a:lnTo>
                  <a:lnTo>
                    <a:pt x="3581126" y="1756450"/>
                  </a:lnTo>
                  <a:lnTo>
                    <a:pt x="3652748" y="1777668"/>
                  </a:lnTo>
                  <a:lnTo>
                    <a:pt x="3724371" y="1798499"/>
                  </a:lnTo>
                  <a:lnTo>
                    <a:pt x="3795993" y="1818951"/>
                  </a:lnTo>
                  <a:lnTo>
                    <a:pt x="3867616" y="1839030"/>
                  </a:lnTo>
                  <a:lnTo>
                    <a:pt x="3939238" y="1858742"/>
                  </a:lnTo>
                  <a:lnTo>
                    <a:pt x="4010861" y="1878095"/>
                  </a:lnTo>
                  <a:lnTo>
                    <a:pt x="4082483" y="1897096"/>
                  </a:lnTo>
                  <a:lnTo>
                    <a:pt x="4154106" y="1915750"/>
                  </a:lnTo>
                  <a:lnTo>
                    <a:pt x="4225729" y="1934064"/>
                  </a:lnTo>
                  <a:lnTo>
                    <a:pt x="4297351" y="1952044"/>
                  </a:lnTo>
                  <a:lnTo>
                    <a:pt x="4368974" y="1969696"/>
                  </a:lnTo>
                  <a:lnTo>
                    <a:pt x="4440596" y="1987027"/>
                  </a:lnTo>
                  <a:lnTo>
                    <a:pt x="4512219" y="2004041"/>
                  </a:lnTo>
                  <a:lnTo>
                    <a:pt x="4583841" y="2020746"/>
                  </a:lnTo>
                  <a:lnTo>
                    <a:pt x="4655464" y="2037145"/>
                  </a:lnTo>
                  <a:lnTo>
                    <a:pt x="4727086" y="2053246"/>
                  </a:lnTo>
                  <a:lnTo>
                    <a:pt x="4798709" y="2069054"/>
                  </a:lnTo>
                  <a:lnTo>
                    <a:pt x="4870331" y="2084573"/>
                  </a:lnTo>
                  <a:lnTo>
                    <a:pt x="4941954" y="2099809"/>
                  </a:lnTo>
                  <a:lnTo>
                    <a:pt x="5013576" y="2114767"/>
                  </a:lnTo>
                  <a:lnTo>
                    <a:pt x="5085199" y="2129453"/>
                  </a:lnTo>
                  <a:lnTo>
                    <a:pt x="5156821" y="2143871"/>
                  </a:lnTo>
                  <a:lnTo>
                    <a:pt x="5228444" y="2158026"/>
                  </a:lnTo>
                  <a:lnTo>
                    <a:pt x="5300066" y="2171923"/>
                  </a:lnTo>
                  <a:lnTo>
                    <a:pt x="5371689" y="2185567"/>
                  </a:lnTo>
                  <a:lnTo>
                    <a:pt x="5443311" y="2198962"/>
                  </a:lnTo>
                  <a:lnTo>
                    <a:pt x="5514934" y="2212113"/>
                  </a:lnTo>
                  <a:lnTo>
                    <a:pt x="5586557" y="2225024"/>
                  </a:lnTo>
                  <a:lnTo>
                    <a:pt x="5658179" y="2237700"/>
                  </a:lnTo>
                  <a:lnTo>
                    <a:pt x="5729802" y="2250144"/>
                  </a:lnTo>
                  <a:lnTo>
                    <a:pt x="5801424" y="2262362"/>
                  </a:lnTo>
                  <a:lnTo>
                    <a:pt x="5873047" y="2274357"/>
                  </a:lnTo>
                  <a:lnTo>
                    <a:pt x="5944669" y="2286133"/>
                  </a:lnTo>
                  <a:lnTo>
                    <a:pt x="6016292" y="2297695"/>
                  </a:lnTo>
                  <a:lnTo>
                    <a:pt x="6087914" y="2309046"/>
                  </a:lnTo>
                  <a:lnTo>
                    <a:pt x="6159537" y="2320190"/>
                  </a:lnTo>
                  <a:lnTo>
                    <a:pt x="6231159" y="2331131"/>
                  </a:lnTo>
                  <a:lnTo>
                    <a:pt x="6302782" y="2341872"/>
                  </a:lnTo>
                  <a:lnTo>
                    <a:pt x="6374404" y="2352417"/>
                  </a:lnTo>
                  <a:lnTo>
                    <a:pt x="6446027" y="2362771"/>
                  </a:lnTo>
                  <a:lnTo>
                    <a:pt x="6517649" y="2372935"/>
                  </a:lnTo>
                  <a:lnTo>
                    <a:pt x="6589272" y="2382914"/>
                  </a:lnTo>
                  <a:lnTo>
                    <a:pt x="6660894" y="2392712"/>
                  </a:lnTo>
                  <a:lnTo>
                    <a:pt x="6732517" y="2402330"/>
                  </a:lnTo>
                  <a:lnTo>
                    <a:pt x="6804139" y="2411773"/>
                  </a:lnTo>
                  <a:lnTo>
                    <a:pt x="6875762" y="2421045"/>
                  </a:lnTo>
                  <a:lnTo>
                    <a:pt x="6947385" y="2430147"/>
                  </a:lnTo>
                  <a:lnTo>
                    <a:pt x="7019007" y="2439083"/>
                  </a:lnTo>
                  <a:lnTo>
                    <a:pt x="7090630" y="24478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(0.95-1.00)  |  per IQR (Δ = 18.2): 0.65 (0.42-1.00)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2026-05-22T13:29:55Z</dcterms:modified>
  <cp:category/>
</cp:coreProperties>
</file>