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874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73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872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371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1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6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21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620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121885"/>
            </a:xfrm>
            <a:custGeom>
              <a:avLst/>
              <a:pathLst>
                <a:path w="7090630" h="3121885">
                  <a:moveTo>
                    <a:pt x="962569" y="0"/>
                  </a:moveTo>
                  <a:lnTo>
                    <a:pt x="1002715" y="50892"/>
                  </a:lnTo>
                  <a:lnTo>
                    <a:pt x="1074337" y="139346"/>
                  </a:lnTo>
                  <a:lnTo>
                    <a:pt x="1145960" y="225521"/>
                  </a:lnTo>
                  <a:lnTo>
                    <a:pt x="1217582" y="309476"/>
                  </a:lnTo>
                  <a:lnTo>
                    <a:pt x="1289205" y="391267"/>
                  </a:lnTo>
                  <a:lnTo>
                    <a:pt x="1360827" y="470951"/>
                  </a:lnTo>
                  <a:lnTo>
                    <a:pt x="1432450" y="548582"/>
                  </a:lnTo>
                  <a:lnTo>
                    <a:pt x="1504073" y="624212"/>
                  </a:lnTo>
                  <a:lnTo>
                    <a:pt x="1575695" y="697894"/>
                  </a:lnTo>
                  <a:lnTo>
                    <a:pt x="1647318" y="769677"/>
                  </a:lnTo>
                  <a:lnTo>
                    <a:pt x="1718940" y="839610"/>
                  </a:lnTo>
                  <a:lnTo>
                    <a:pt x="1790563" y="907742"/>
                  </a:lnTo>
                  <a:lnTo>
                    <a:pt x="1862185" y="974118"/>
                  </a:lnTo>
                  <a:lnTo>
                    <a:pt x="1933808" y="1038783"/>
                  </a:lnTo>
                  <a:lnTo>
                    <a:pt x="2005430" y="1101783"/>
                  </a:lnTo>
                  <a:lnTo>
                    <a:pt x="2077053" y="1163159"/>
                  </a:lnTo>
                  <a:lnTo>
                    <a:pt x="2148675" y="1222953"/>
                  </a:lnTo>
                  <a:lnTo>
                    <a:pt x="2220298" y="1281207"/>
                  </a:lnTo>
                  <a:lnTo>
                    <a:pt x="2291920" y="1337960"/>
                  </a:lnTo>
                  <a:lnTo>
                    <a:pt x="2363543" y="1393251"/>
                  </a:lnTo>
                  <a:lnTo>
                    <a:pt x="2435165" y="1447116"/>
                  </a:lnTo>
                  <a:lnTo>
                    <a:pt x="2506788" y="1499594"/>
                  </a:lnTo>
                  <a:lnTo>
                    <a:pt x="2578410" y="1550720"/>
                  </a:lnTo>
                  <a:lnTo>
                    <a:pt x="2650033" y="1600528"/>
                  </a:lnTo>
                  <a:lnTo>
                    <a:pt x="2721655" y="1649053"/>
                  </a:lnTo>
                  <a:lnTo>
                    <a:pt x="2793278" y="1696328"/>
                  </a:lnTo>
                  <a:lnTo>
                    <a:pt x="2864901" y="1742384"/>
                  </a:lnTo>
                  <a:lnTo>
                    <a:pt x="2936523" y="1787254"/>
                  </a:lnTo>
                  <a:lnTo>
                    <a:pt x="3008146" y="1830967"/>
                  </a:lnTo>
                  <a:lnTo>
                    <a:pt x="3079768" y="1873554"/>
                  </a:lnTo>
                  <a:lnTo>
                    <a:pt x="3151391" y="1915044"/>
                  </a:lnTo>
                  <a:lnTo>
                    <a:pt x="3223013" y="1955465"/>
                  </a:lnTo>
                  <a:lnTo>
                    <a:pt x="3294636" y="1994844"/>
                  </a:lnTo>
                  <a:lnTo>
                    <a:pt x="3366258" y="2033209"/>
                  </a:lnTo>
                  <a:lnTo>
                    <a:pt x="3437881" y="2070585"/>
                  </a:lnTo>
                  <a:lnTo>
                    <a:pt x="3509503" y="2106998"/>
                  </a:lnTo>
                  <a:lnTo>
                    <a:pt x="3581126" y="2142472"/>
                  </a:lnTo>
                  <a:lnTo>
                    <a:pt x="3652748" y="2177033"/>
                  </a:lnTo>
                  <a:lnTo>
                    <a:pt x="3724371" y="2210703"/>
                  </a:lnTo>
                  <a:lnTo>
                    <a:pt x="3795993" y="2243506"/>
                  </a:lnTo>
                  <a:lnTo>
                    <a:pt x="3867616" y="2275463"/>
                  </a:lnTo>
                  <a:lnTo>
                    <a:pt x="3939238" y="2306597"/>
                  </a:lnTo>
                  <a:lnTo>
                    <a:pt x="4010861" y="2336928"/>
                  </a:lnTo>
                  <a:lnTo>
                    <a:pt x="4082483" y="2366478"/>
                  </a:lnTo>
                  <a:lnTo>
                    <a:pt x="4154106" y="2395267"/>
                  </a:lnTo>
                  <a:lnTo>
                    <a:pt x="4225729" y="2423314"/>
                  </a:lnTo>
                  <a:lnTo>
                    <a:pt x="4297351" y="2450638"/>
                  </a:lnTo>
                  <a:lnTo>
                    <a:pt x="4368974" y="2477258"/>
                  </a:lnTo>
                  <a:lnTo>
                    <a:pt x="4440596" y="2503192"/>
                  </a:lnTo>
                  <a:lnTo>
                    <a:pt x="4512219" y="2528458"/>
                  </a:lnTo>
                  <a:lnTo>
                    <a:pt x="4583841" y="2553073"/>
                  </a:lnTo>
                  <a:lnTo>
                    <a:pt x="4655464" y="2577054"/>
                  </a:lnTo>
                  <a:lnTo>
                    <a:pt x="4727086" y="2600417"/>
                  </a:lnTo>
                  <a:lnTo>
                    <a:pt x="4798709" y="2623177"/>
                  </a:lnTo>
                  <a:lnTo>
                    <a:pt x="4870331" y="2645352"/>
                  </a:lnTo>
                  <a:lnTo>
                    <a:pt x="4941954" y="2648330"/>
                  </a:lnTo>
                  <a:lnTo>
                    <a:pt x="5013576" y="2638139"/>
                  </a:lnTo>
                  <a:lnTo>
                    <a:pt x="5085199" y="2627823"/>
                  </a:lnTo>
                  <a:lnTo>
                    <a:pt x="5156821" y="2617381"/>
                  </a:lnTo>
                  <a:lnTo>
                    <a:pt x="5228444" y="2606812"/>
                  </a:lnTo>
                  <a:lnTo>
                    <a:pt x="5300066" y="2596113"/>
                  </a:lnTo>
                  <a:lnTo>
                    <a:pt x="5371689" y="2585285"/>
                  </a:lnTo>
                  <a:lnTo>
                    <a:pt x="5443311" y="2574324"/>
                  </a:lnTo>
                  <a:lnTo>
                    <a:pt x="5514934" y="2563230"/>
                  </a:lnTo>
                  <a:lnTo>
                    <a:pt x="5586557" y="2552000"/>
                  </a:lnTo>
                  <a:lnTo>
                    <a:pt x="5658179" y="2540633"/>
                  </a:lnTo>
                  <a:lnTo>
                    <a:pt x="5729802" y="2529128"/>
                  </a:lnTo>
                  <a:lnTo>
                    <a:pt x="5801424" y="2517482"/>
                  </a:lnTo>
                  <a:lnTo>
                    <a:pt x="5873047" y="2505694"/>
                  </a:lnTo>
                  <a:lnTo>
                    <a:pt x="5944669" y="2493762"/>
                  </a:lnTo>
                  <a:lnTo>
                    <a:pt x="6016292" y="2481685"/>
                  </a:lnTo>
                  <a:lnTo>
                    <a:pt x="6087914" y="2469460"/>
                  </a:lnTo>
                  <a:lnTo>
                    <a:pt x="6159537" y="2457086"/>
                  </a:lnTo>
                  <a:lnTo>
                    <a:pt x="6231159" y="2444562"/>
                  </a:lnTo>
                  <a:lnTo>
                    <a:pt x="6302782" y="2431884"/>
                  </a:lnTo>
                  <a:lnTo>
                    <a:pt x="6374404" y="2419052"/>
                  </a:lnTo>
                  <a:lnTo>
                    <a:pt x="6446027" y="2406063"/>
                  </a:lnTo>
                  <a:lnTo>
                    <a:pt x="6517649" y="2392916"/>
                  </a:lnTo>
                  <a:lnTo>
                    <a:pt x="6589272" y="2379609"/>
                  </a:lnTo>
                  <a:lnTo>
                    <a:pt x="6660894" y="2366139"/>
                  </a:lnTo>
                  <a:lnTo>
                    <a:pt x="6732517" y="2352505"/>
                  </a:lnTo>
                  <a:lnTo>
                    <a:pt x="6804139" y="2338704"/>
                  </a:lnTo>
                  <a:lnTo>
                    <a:pt x="6875762" y="2324735"/>
                  </a:lnTo>
                  <a:lnTo>
                    <a:pt x="6947385" y="2310596"/>
                  </a:lnTo>
                  <a:lnTo>
                    <a:pt x="7019007" y="2296284"/>
                  </a:lnTo>
                  <a:lnTo>
                    <a:pt x="7090630" y="2281798"/>
                  </a:lnTo>
                  <a:lnTo>
                    <a:pt x="7090630" y="3110499"/>
                  </a:lnTo>
                  <a:lnTo>
                    <a:pt x="7019007" y="3100627"/>
                  </a:lnTo>
                  <a:lnTo>
                    <a:pt x="6947385" y="3090495"/>
                  </a:lnTo>
                  <a:lnTo>
                    <a:pt x="6875762" y="3080094"/>
                  </a:lnTo>
                  <a:lnTo>
                    <a:pt x="6804139" y="3069418"/>
                  </a:lnTo>
                  <a:lnTo>
                    <a:pt x="6732517" y="3058459"/>
                  </a:lnTo>
                  <a:lnTo>
                    <a:pt x="6660894" y="3047211"/>
                  </a:lnTo>
                  <a:lnTo>
                    <a:pt x="6589272" y="3035665"/>
                  </a:lnTo>
                  <a:lnTo>
                    <a:pt x="6517649" y="3023814"/>
                  </a:lnTo>
                  <a:lnTo>
                    <a:pt x="6446027" y="3011650"/>
                  </a:lnTo>
                  <a:lnTo>
                    <a:pt x="6374404" y="2999163"/>
                  </a:lnTo>
                  <a:lnTo>
                    <a:pt x="6302782" y="2986347"/>
                  </a:lnTo>
                  <a:lnTo>
                    <a:pt x="6231159" y="2973192"/>
                  </a:lnTo>
                  <a:lnTo>
                    <a:pt x="6159537" y="2959688"/>
                  </a:lnTo>
                  <a:lnTo>
                    <a:pt x="6087914" y="2945828"/>
                  </a:lnTo>
                  <a:lnTo>
                    <a:pt x="6016292" y="2931600"/>
                  </a:lnTo>
                  <a:lnTo>
                    <a:pt x="5944669" y="2916997"/>
                  </a:lnTo>
                  <a:lnTo>
                    <a:pt x="5873047" y="2902007"/>
                  </a:lnTo>
                  <a:lnTo>
                    <a:pt x="5801424" y="2886621"/>
                  </a:lnTo>
                  <a:lnTo>
                    <a:pt x="5729802" y="2870828"/>
                  </a:lnTo>
                  <a:lnTo>
                    <a:pt x="5658179" y="2854617"/>
                  </a:lnTo>
                  <a:lnTo>
                    <a:pt x="5586557" y="2837978"/>
                  </a:lnTo>
                  <a:lnTo>
                    <a:pt x="5514934" y="2820898"/>
                  </a:lnTo>
                  <a:lnTo>
                    <a:pt x="5443311" y="2803367"/>
                  </a:lnTo>
                  <a:lnTo>
                    <a:pt x="5371689" y="2785372"/>
                  </a:lnTo>
                  <a:lnTo>
                    <a:pt x="5300066" y="2766901"/>
                  </a:lnTo>
                  <a:lnTo>
                    <a:pt x="5228444" y="2747941"/>
                  </a:lnTo>
                  <a:lnTo>
                    <a:pt x="5156821" y="2728480"/>
                  </a:lnTo>
                  <a:lnTo>
                    <a:pt x="5085199" y="2708505"/>
                  </a:lnTo>
                  <a:lnTo>
                    <a:pt x="5013576" y="2688001"/>
                  </a:lnTo>
                  <a:lnTo>
                    <a:pt x="4941954" y="2666955"/>
                  </a:lnTo>
                  <a:lnTo>
                    <a:pt x="4870331" y="2658399"/>
                  </a:lnTo>
                  <a:lnTo>
                    <a:pt x="4798709" y="2668346"/>
                  </a:lnTo>
                  <a:lnTo>
                    <a:pt x="4727086" y="2678174"/>
                  </a:lnTo>
                  <a:lnTo>
                    <a:pt x="4655464" y="2687883"/>
                  </a:lnTo>
                  <a:lnTo>
                    <a:pt x="4583841" y="2697475"/>
                  </a:lnTo>
                  <a:lnTo>
                    <a:pt x="4512219" y="2706952"/>
                  </a:lnTo>
                  <a:lnTo>
                    <a:pt x="4440596" y="2716314"/>
                  </a:lnTo>
                  <a:lnTo>
                    <a:pt x="4368974" y="2725563"/>
                  </a:lnTo>
                  <a:lnTo>
                    <a:pt x="4297351" y="2734701"/>
                  </a:lnTo>
                  <a:lnTo>
                    <a:pt x="4225729" y="2743729"/>
                  </a:lnTo>
                  <a:lnTo>
                    <a:pt x="4154106" y="2752648"/>
                  </a:lnTo>
                  <a:lnTo>
                    <a:pt x="4082483" y="2761460"/>
                  </a:lnTo>
                  <a:lnTo>
                    <a:pt x="4010861" y="2770165"/>
                  </a:lnTo>
                  <a:lnTo>
                    <a:pt x="3939238" y="2778765"/>
                  </a:lnTo>
                  <a:lnTo>
                    <a:pt x="3867616" y="2787262"/>
                  </a:lnTo>
                  <a:lnTo>
                    <a:pt x="3795993" y="2795656"/>
                  </a:lnTo>
                  <a:lnTo>
                    <a:pt x="3724371" y="2803950"/>
                  </a:lnTo>
                  <a:lnTo>
                    <a:pt x="3652748" y="2812143"/>
                  </a:lnTo>
                  <a:lnTo>
                    <a:pt x="3581126" y="2820237"/>
                  </a:lnTo>
                  <a:lnTo>
                    <a:pt x="3509503" y="2828234"/>
                  </a:lnTo>
                  <a:lnTo>
                    <a:pt x="3437881" y="2836135"/>
                  </a:lnTo>
                  <a:lnTo>
                    <a:pt x="3366258" y="2843940"/>
                  </a:lnTo>
                  <a:lnTo>
                    <a:pt x="3294636" y="2851651"/>
                  </a:lnTo>
                  <a:lnTo>
                    <a:pt x="3223013" y="2859269"/>
                  </a:lnTo>
                  <a:lnTo>
                    <a:pt x="3151391" y="2866796"/>
                  </a:lnTo>
                  <a:lnTo>
                    <a:pt x="3079768" y="2874232"/>
                  </a:lnTo>
                  <a:lnTo>
                    <a:pt x="3008146" y="2881578"/>
                  </a:lnTo>
                  <a:lnTo>
                    <a:pt x="2936523" y="2888835"/>
                  </a:lnTo>
                  <a:lnTo>
                    <a:pt x="2864901" y="2896005"/>
                  </a:lnTo>
                  <a:lnTo>
                    <a:pt x="2793278" y="2903089"/>
                  </a:lnTo>
                  <a:lnTo>
                    <a:pt x="2721655" y="2910088"/>
                  </a:lnTo>
                  <a:lnTo>
                    <a:pt x="2650033" y="2917001"/>
                  </a:lnTo>
                  <a:lnTo>
                    <a:pt x="2578410" y="2923832"/>
                  </a:lnTo>
                  <a:lnTo>
                    <a:pt x="2506788" y="2930580"/>
                  </a:lnTo>
                  <a:lnTo>
                    <a:pt x="2435165" y="2937247"/>
                  </a:lnTo>
                  <a:lnTo>
                    <a:pt x="2363543" y="2943834"/>
                  </a:lnTo>
                  <a:lnTo>
                    <a:pt x="2291920" y="2950341"/>
                  </a:lnTo>
                  <a:lnTo>
                    <a:pt x="2220298" y="2956770"/>
                  </a:lnTo>
                  <a:lnTo>
                    <a:pt x="2148675" y="2963122"/>
                  </a:lnTo>
                  <a:lnTo>
                    <a:pt x="2077053" y="2969396"/>
                  </a:lnTo>
                  <a:lnTo>
                    <a:pt x="2005430" y="2975595"/>
                  </a:lnTo>
                  <a:lnTo>
                    <a:pt x="1933808" y="2981720"/>
                  </a:lnTo>
                  <a:lnTo>
                    <a:pt x="1862185" y="2987771"/>
                  </a:lnTo>
                  <a:lnTo>
                    <a:pt x="1790563" y="2993748"/>
                  </a:lnTo>
                  <a:lnTo>
                    <a:pt x="1718940" y="2999654"/>
                  </a:lnTo>
                  <a:lnTo>
                    <a:pt x="1647318" y="3005488"/>
                  </a:lnTo>
                  <a:lnTo>
                    <a:pt x="1575695" y="3011253"/>
                  </a:lnTo>
                  <a:lnTo>
                    <a:pt x="1504073" y="3016947"/>
                  </a:lnTo>
                  <a:lnTo>
                    <a:pt x="1432450" y="3022573"/>
                  </a:lnTo>
                  <a:lnTo>
                    <a:pt x="1360827" y="3028132"/>
                  </a:lnTo>
                  <a:lnTo>
                    <a:pt x="1289205" y="3033623"/>
                  </a:lnTo>
                  <a:lnTo>
                    <a:pt x="1217582" y="3039048"/>
                  </a:lnTo>
                  <a:lnTo>
                    <a:pt x="1145960" y="3044408"/>
                  </a:lnTo>
                  <a:lnTo>
                    <a:pt x="1074337" y="3049703"/>
                  </a:lnTo>
                  <a:lnTo>
                    <a:pt x="1002715" y="3054934"/>
                  </a:lnTo>
                  <a:lnTo>
                    <a:pt x="931092" y="3060102"/>
                  </a:lnTo>
                  <a:lnTo>
                    <a:pt x="859470" y="3065208"/>
                  </a:lnTo>
                  <a:lnTo>
                    <a:pt x="787847" y="3070253"/>
                  </a:lnTo>
                  <a:lnTo>
                    <a:pt x="716225" y="3075236"/>
                  </a:lnTo>
                  <a:lnTo>
                    <a:pt x="644602" y="3080160"/>
                  </a:lnTo>
                  <a:lnTo>
                    <a:pt x="572980" y="3085024"/>
                  </a:lnTo>
                  <a:lnTo>
                    <a:pt x="501357" y="3089830"/>
                  </a:lnTo>
                  <a:lnTo>
                    <a:pt x="429735" y="3094577"/>
                  </a:lnTo>
                  <a:lnTo>
                    <a:pt x="358112" y="3099268"/>
                  </a:lnTo>
                  <a:lnTo>
                    <a:pt x="286490" y="3103902"/>
                  </a:lnTo>
                  <a:lnTo>
                    <a:pt x="214867" y="3108480"/>
                  </a:lnTo>
                  <a:lnTo>
                    <a:pt x="143245" y="3113002"/>
                  </a:lnTo>
                  <a:lnTo>
                    <a:pt x="71622" y="3117471"/>
                  </a:lnTo>
                  <a:lnTo>
                    <a:pt x="0" y="312188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134618" y="2073503"/>
              <a:ext cx="6128060" cy="2648330"/>
            </a:xfrm>
            <a:custGeom>
              <a:avLst/>
              <a:pathLst>
                <a:path w="6128060" h="2648330">
                  <a:moveTo>
                    <a:pt x="0" y="0"/>
                  </a:moveTo>
                  <a:lnTo>
                    <a:pt x="40146" y="50892"/>
                  </a:lnTo>
                  <a:lnTo>
                    <a:pt x="111768" y="139346"/>
                  </a:lnTo>
                  <a:lnTo>
                    <a:pt x="183391" y="225521"/>
                  </a:lnTo>
                  <a:lnTo>
                    <a:pt x="255013" y="309476"/>
                  </a:lnTo>
                  <a:lnTo>
                    <a:pt x="326636" y="391267"/>
                  </a:lnTo>
                  <a:lnTo>
                    <a:pt x="398258" y="470951"/>
                  </a:lnTo>
                  <a:lnTo>
                    <a:pt x="469881" y="548582"/>
                  </a:lnTo>
                  <a:lnTo>
                    <a:pt x="541503" y="624212"/>
                  </a:lnTo>
                  <a:lnTo>
                    <a:pt x="613126" y="697894"/>
                  </a:lnTo>
                  <a:lnTo>
                    <a:pt x="684748" y="769677"/>
                  </a:lnTo>
                  <a:lnTo>
                    <a:pt x="756371" y="839610"/>
                  </a:lnTo>
                  <a:lnTo>
                    <a:pt x="827993" y="907742"/>
                  </a:lnTo>
                  <a:lnTo>
                    <a:pt x="899616" y="974118"/>
                  </a:lnTo>
                  <a:lnTo>
                    <a:pt x="971238" y="1038783"/>
                  </a:lnTo>
                  <a:lnTo>
                    <a:pt x="1042861" y="1101783"/>
                  </a:lnTo>
                  <a:lnTo>
                    <a:pt x="1114483" y="1163159"/>
                  </a:lnTo>
                  <a:lnTo>
                    <a:pt x="1186106" y="1222953"/>
                  </a:lnTo>
                  <a:lnTo>
                    <a:pt x="1257729" y="1281207"/>
                  </a:lnTo>
                  <a:lnTo>
                    <a:pt x="1329351" y="1337960"/>
                  </a:lnTo>
                  <a:lnTo>
                    <a:pt x="1400974" y="1393251"/>
                  </a:lnTo>
                  <a:lnTo>
                    <a:pt x="1472596" y="1447116"/>
                  </a:lnTo>
                  <a:lnTo>
                    <a:pt x="1544219" y="1499594"/>
                  </a:lnTo>
                  <a:lnTo>
                    <a:pt x="1615841" y="1550720"/>
                  </a:lnTo>
                  <a:lnTo>
                    <a:pt x="1687464" y="1600528"/>
                  </a:lnTo>
                  <a:lnTo>
                    <a:pt x="1759086" y="1649053"/>
                  </a:lnTo>
                  <a:lnTo>
                    <a:pt x="1830709" y="1696328"/>
                  </a:lnTo>
                  <a:lnTo>
                    <a:pt x="1902331" y="1742384"/>
                  </a:lnTo>
                  <a:lnTo>
                    <a:pt x="1973954" y="1787254"/>
                  </a:lnTo>
                  <a:lnTo>
                    <a:pt x="2045576" y="1830967"/>
                  </a:lnTo>
                  <a:lnTo>
                    <a:pt x="2117199" y="1873554"/>
                  </a:lnTo>
                  <a:lnTo>
                    <a:pt x="2188821" y="1915044"/>
                  </a:lnTo>
                  <a:lnTo>
                    <a:pt x="2260444" y="1955465"/>
                  </a:lnTo>
                  <a:lnTo>
                    <a:pt x="2332066" y="1994844"/>
                  </a:lnTo>
                  <a:lnTo>
                    <a:pt x="2403689" y="2033209"/>
                  </a:lnTo>
                  <a:lnTo>
                    <a:pt x="2475311" y="2070585"/>
                  </a:lnTo>
                  <a:lnTo>
                    <a:pt x="2546934" y="2106998"/>
                  </a:lnTo>
                  <a:lnTo>
                    <a:pt x="2618557" y="2142472"/>
                  </a:lnTo>
                  <a:lnTo>
                    <a:pt x="2690179" y="2177033"/>
                  </a:lnTo>
                  <a:lnTo>
                    <a:pt x="2761802" y="2210703"/>
                  </a:lnTo>
                  <a:lnTo>
                    <a:pt x="2833424" y="2243506"/>
                  </a:lnTo>
                  <a:lnTo>
                    <a:pt x="2905047" y="2275463"/>
                  </a:lnTo>
                  <a:lnTo>
                    <a:pt x="2976669" y="2306597"/>
                  </a:lnTo>
                  <a:lnTo>
                    <a:pt x="3048292" y="2336928"/>
                  </a:lnTo>
                  <a:lnTo>
                    <a:pt x="3119914" y="2366478"/>
                  </a:lnTo>
                  <a:lnTo>
                    <a:pt x="3191537" y="2395267"/>
                  </a:lnTo>
                  <a:lnTo>
                    <a:pt x="3263159" y="2423314"/>
                  </a:lnTo>
                  <a:lnTo>
                    <a:pt x="3334782" y="2450638"/>
                  </a:lnTo>
                  <a:lnTo>
                    <a:pt x="3406404" y="2477258"/>
                  </a:lnTo>
                  <a:lnTo>
                    <a:pt x="3478027" y="2503192"/>
                  </a:lnTo>
                  <a:lnTo>
                    <a:pt x="3549649" y="2528458"/>
                  </a:lnTo>
                  <a:lnTo>
                    <a:pt x="3621272" y="2553073"/>
                  </a:lnTo>
                  <a:lnTo>
                    <a:pt x="3692894" y="2577054"/>
                  </a:lnTo>
                  <a:lnTo>
                    <a:pt x="3764517" y="2600417"/>
                  </a:lnTo>
                  <a:lnTo>
                    <a:pt x="3836139" y="2623177"/>
                  </a:lnTo>
                  <a:lnTo>
                    <a:pt x="3907762" y="2645352"/>
                  </a:lnTo>
                  <a:lnTo>
                    <a:pt x="3979385" y="2648330"/>
                  </a:lnTo>
                  <a:lnTo>
                    <a:pt x="4051007" y="2638139"/>
                  </a:lnTo>
                  <a:lnTo>
                    <a:pt x="4122630" y="2627823"/>
                  </a:lnTo>
                  <a:lnTo>
                    <a:pt x="4194252" y="2617381"/>
                  </a:lnTo>
                  <a:lnTo>
                    <a:pt x="4265875" y="2606812"/>
                  </a:lnTo>
                  <a:lnTo>
                    <a:pt x="4337497" y="2596113"/>
                  </a:lnTo>
                  <a:lnTo>
                    <a:pt x="4409120" y="2585285"/>
                  </a:lnTo>
                  <a:lnTo>
                    <a:pt x="4480742" y="2574324"/>
                  </a:lnTo>
                  <a:lnTo>
                    <a:pt x="4552365" y="2563230"/>
                  </a:lnTo>
                  <a:lnTo>
                    <a:pt x="4623987" y="2552000"/>
                  </a:lnTo>
                  <a:lnTo>
                    <a:pt x="4695610" y="2540633"/>
                  </a:lnTo>
                  <a:lnTo>
                    <a:pt x="4767232" y="2529128"/>
                  </a:lnTo>
                  <a:lnTo>
                    <a:pt x="4838855" y="2517482"/>
                  </a:lnTo>
                  <a:lnTo>
                    <a:pt x="4910477" y="2505694"/>
                  </a:lnTo>
                  <a:lnTo>
                    <a:pt x="4982100" y="2493762"/>
                  </a:lnTo>
                  <a:lnTo>
                    <a:pt x="5053722" y="2481685"/>
                  </a:lnTo>
                  <a:lnTo>
                    <a:pt x="5125345" y="2469460"/>
                  </a:lnTo>
                  <a:lnTo>
                    <a:pt x="5196967" y="2457086"/>
                  </a:lnTo>
                  <a:lnTo>
                    <a:pt x="5268590" y="2444562"/>
                  </a:lnTo>
                  <a:lnTo>
                    <a:pt x="5340213" y="2431884"/>
                  </a:lnTo>
                  <a:lnTo>
                    <a:pt x="5411835" y="2419052"/>
                  </a:lnTo>
                  <a:lnTo>
                    <a:pt x="5483458" y="2406063"/>
                  </a:lnTo>
                  <a:lnTo>
                    <a:pt x="5555080" y="2392916"/>
                  </a:lnTo>
                  <a:lnTo>
                    <a:pt x="5626703" y="2379609"/>
                  </a:lnTo>
                  <a:lnTo>
                    <a:pt x="5698325" y="2366139"/>
                  </a:lnTo>
                  <a:lnTo>
                    <a:pt x="5769948" y="2352505"/>
                  </a:lnTo>
                  <a:lnTo>
                    <a:pt x="5841570" y="2338704"/>
                  </a:lnTo>
                  <a:lnTo>
                    <a:pt x="5913193" y="2324735"/>
                  </a:lnTo>
                  <a:lnTo>
                    <a:pt x="5984815" y="2310596"/>
                  </a:lnTo>
                  <a:lnTo>
                    <a:pt x="6056438" y="2296284"/>
                  </a:lnTo>
                  <a:lnTo>
                    <a:pt x="6128060" y="22817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31902"/>
              <a:ext cx="7090630" cy="463486"/>
            </a:xfrm>
            <a:custGeom>
              <a:avLst/>
              <a:pathLst>
                <a:path w="7090630" h="463486">
                  <a:moveTo>
                    <a:pt x="7090630" y="452100"/>
                  </a:moveTo>
                  <a:lnTo>
                    <a:pt x="7019007" y="442228"/>
                  </a:lnTo>
                  <a:lnTo>
                    <a:pt x="6947385" y="432095"/>
                  </a:lnTo>
                  <a:lnTo>
                    <a:pt x="6875762" y="421694"/>
                  </a:lnTo>
                  <a:lnTo>
                    <a:pt x="6804139" y="411018"/>
                  </a:lnTo>
                  <a:lnTo>
                    <a:pt x="6732517" y="400060"/>
                  </a:lnTo>
                  <a:lnTo>
                    <a:pt x="6660894" y="388812"/>
                  </a:lnTo>
                  <a:lnTo>
                    <a:pt x="6589272" y="377266"/>
                  </a:lnTo>
                  <a:lnTo>
                    <a:pt x="6517649" y="365415"/>
                  </a:lnTo>
                  <a:lnTo>
                    <a:pt x="6446027" y="353250"/>
                  </a:lnTo>
                  <a:lnTo>
                    <a:pt x="6374404" y="340764"/>
                  </a:lnTo>
                  <a:lnTo>
                    <a:pt x="6302782" y="327948"/>
                  </a:lnTo>
                  <a:lnTo>
                    <a:pt x="6231159" y="314792"/>
                  </a:lnTo>
                  <a:lnTo>
                    <a:pt x="6159537" y="301289"/>
                  </a:lnTo>
                  <a:lnTo>
                    <a:pt x="6087914" y="287428"/>
                  </a:lnTo>
                  <a:lnTo>
                    <a:pt x="6016292" y="273201"/>
                  </a:lnTo>
                  <a:lnTo>
                    <a:pt x="5944669" y="258597"/>
                  </a:lnTo>
                  <a:lnTo>
                    <a:pt x="5873047" y="243608"/>
                  </a:lnTo>
                  <a:lnTo>
                    <a:pt x="5801424" y="228222"/>
                  </a:lnTo>
                  <a:lnTo>
                    <a:pt x="5729802" y="212429"/>
                  </a:lnTo>
                  <a:lnTo>
                    <a:pt x="5658179" y="196218"/>
                  </a:lnTo>
                  <a:lnTo>
                    <a:pt x="5586557" y="179578"/>
                  </a:lnTo>
                  <a:lnTo>
                    <a:pt x="5514934" y="162499"/>
                  </a:lnTo>
                  <a:lnTo>
                    <a:pt x="5443311" y="144967"/>
                  </a:lnTo>
                  <a:lnTo>
                    <a:pt x="5371689" y="126972"/>
                  </a:lnTo>
                  <a:lnTo>
                    <a:pt x="5300066" y="108501"/>
                  </a:lnTo>
                  <a:lnTo>
                    <a:pt x="5228444" y="89542"/>
                  </a:lnTo>
                  <a:lnTo>
                    <a:pt x="5156821" y="70081"/>
                  </a:lnTo>
                  <a:lnTo>
                    <a:pt x="5085199" y="50105"/>
                  </a:lnTo>
                  <a:lnTo>
                    <a:pt x="5013576" y="29601"/>
                  </a:lnTo>
                  <a:lnTo>
                    <a:pt x="4941954" y="8555"/>
                  </a:lnTo>
                  <a:lnTo>
                    <a:pt x="4870331" y="0"/>
                  </a:lnTo>
                  <a:lnTo>
                    <a:pt x="4798709" y="9947"/>
                  </a:lnTo>
                  <a:lnTo>
                    <a:pt x="4727086" y="19774"/>
                  </a:lnTo>
                  <a:lnTo>
                    <a:pt x="4655464" y="29484"/>
                  </a:lnTo>
                  <a:lnTo>
                    <a:pt x="4583841" y="39076"/>
                  </a:lnTo>
                  <a:lnTo>
                    <a:pt x="4512219" y="48552"/>
                  </a:lnTo>
                  <a:lnTo>
                    <a:pt x="4440596" y="57914"/>
                  </a:lnTo>
                  <a:lnTo>
                    <a:pt x="4368974" y="67164"/>
                  </a:lnTo>
                  <a:lnTo>
                    <a:pt x="4297351" y="76302"/>
                  </a:lnTo>
                  <a:lnTo>
                    <a:pt x="4225729" y="85330"/>
                  </a:lnTo>
                  <a:lnTo>
                    <a:pt x="4154106" y="94249"/>
                  </a:lnTo>
                  <a:lnTo>
                    <a:pt x="4082483" y="103060"/>
                  </a:lnTo>
                  <a:lnTo>
                    <a:pt x="4010861" y="111765"/>
                  </a:lnTo>
                  <a:lnTo>
                    <a:pt x="3939238" y="120366"/>
                  </a:lnTo>
                  <a:lnTo>
                    <a:pt x="3867616" y="128863"/>
                  </a:lnTo>
                  <a:lnTo>
                    <a:pt x="3795993" y="137257"/>
                  </a:lnTo>
                  <a:lnTo>
                    <a:pt x="3724371" y="145550"/>
                  </a:lnTo>
                  <a:lnTo>
                    <a:pt x="3652748" y="153743"/>
                  </a:lnTo>
                  <a:lnTo>
                    <a:pt x="3581126" y="161838"/>
                  </a:lnTo>
                  <a:lnTo>
                    <a:pt x="3509503" y="169835"/>
                  </a:lnTo>
                  <a:lnTo>
                    <a:pt x="3437881" y="177735"/>
                  </a:lnTo>
                  <a:lnTo>
                    <a:pt x="3366258" y="185540"/>
                  </a:lnTo>
                  <a:lnTo>
                    <a:pt x="3294636" y="193252"/>
                  </a:lnTo>
                  <a:lnTo>
                    <a:pt x="3223013" y="200870"/>
                  </a:lnTo>
                  <a:lnTo>
                    <a:pt x="3151391" y="208396"/>
                  </a:lnTo>
                  <a:lnTo>
                    <a:pt x="3079768" y="215832"/>
                  </a:lnTo>
                  <a:lnTo>
                    <a:pt x="3008146" y="223178"/>
                  </a:lnTo>
                  <a:lnTo>
                    <a:pt x="2936523" y="230436"/>
                  </a:lnTo>
                  <a:lnTo>
                    <a:pt x="2864901" y="237606"/>
                  </a:lnTo>
                  <a:lnTo>
                    <a:pt x="2793278" y="244690"/>
                  </a:lnTo>
                  <a:lnTo>
                    <a:pt x="2721655" y="251688"/>
                  </a:lnTo>
                  <a:lnTo>
                    <a:pt x="2650033" y="258602"/>
                  </a:lnTo>
                  <a:lnTo>
                    <a:pt x="2578410" y="265433"/>
                  </a:lnTo>
                  <a:lnTo>
                    <a:pt x="2506788" y="272181"/>
                  </a:lnTo>
                  <a:lnTo>
                    <a:pt x="2435165" y="278848"/>
                  </a:lnTo>
                  <a:lnTo>
                    <a:pt x="2363543" y="285435"/>
                  </a:lnTo>
                  <a:lnTo>
                    <a:pt x="2291920" y="291942"/>
                  </a:lnTo>
                  <a:lnTo>
                    <a:pt x="2220298" y="298371"/>
                  </a:lnTo>
                  <a:lnTo>
                    <a:pt x="2148675" y="304722"/>
                  </a:lnTo>
                  <a:lnTo>
                    <a:pt x="2077053" y="310997"/>
                  </a:lnTo>
                  <a:lnTo>
                    <a:pt x="2005430" y="317196"/>
                  </a:lnTo>
                  <a:lnTo>
                    <a:pt x="1933808" y="323320"/>
                  </a:lnTo>
                  <a:lnTo>
                    <a:pt x="1862185" y="329371"/>
                  </a:lnTo>
                  <a:lnTo>
                    <a:pt x="1790563" y="335349"/>
                  </a:lnTo>
                  <a:lnTo>
                    <a:pt x="1718940" y="341254"/>
                  </a:lnTo>
                  <a:lnTo>
                    <a:pt x="1647318" y="347089"/>
                  </a:lnTo>
                  <a:lnTo>
                    <a:pt x="1575695" y="352853"/>
                  </a:lnTo>
                  <a:lnTo>
                    <a:pt x="1504073" y="358548"/>
                  </a:lnTo>
                  <a:lnTo>
                    <a:pt x="1432450" y="364174"/>
                  </a:lnTo>
                  <a:lnTo>
                    <a:pt x="1360827" y="369732"/>
                  </a:lnTo>
                  <a:lnTo>
                    <a:pt x="1289205" y="375223"/>
                  </a:lnTo>
                  <a:lnTo>
                    <a:pt x="1217582" y="380649"/>
                  </a:lnTo>
                  <a:lnTo>
                    <a:pt x="1145960" y="386008"/>
                  </a:lnTo>
                  <a:lnTo>
                    <a:pt x="1074337" y="391303"/>
                  </a:lnTo>
                  <a:lnTo>
                    <a:pt x="1002715" y="396535"/>
                  </a:lnTo>
                  <a:lnTo>
                    <a:pt x="931092" y="401703"/>
                  </a:lnTo>
                  <a:lnTo>
                    <a:pt x="859470" y="406809"/>
                  </a:lnTo>
                  <a:lnTo>
                    <a:pt x="787847" y="411853"/>
                  </a:lnTo>
                  <a:lnTo>
                    <a:pt x="716225" y="416837"/>
                  </a:lnTo>
                  <a:lnTo>
                    <a:pt x="644602" y="421760"/>
                  </a:lnTo>
                  <a:lnTo>
                    <a:pt x="572980" y="426624"/>
                  </a:lnTo>
                  <a:lnTo>
                    <a:pt x="501357" y="431430"/>
                  </a:lnTo>
                  <a:lnTo>
                    <a:pt x="429735" y="436178"/>
                  </a:lnTo>
                  <a:lnTo>
                    <a:pt x="358112" y="440868"/>
                  </a:lnTo>
                  <a:lnTo>
                    <a:pt x="286490" y="445502"/>
                  </a:lnTo>
                  <a:lnTo>
                    <a:pt x="214867" y="450080"/>
                  </a:lnTo>
                  <a:lnTo>
                    <a:pt x="143245" y="454603"/>
                  </a:lnTo>
                  <a:lnTo>
                    <a:pt x="71622" y="459071"/>
                  </a:lnTo>
                  <a:lnTo>
                    <a:pt x="0" y="4634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219241"/>
              <a:ext cx="7090630" cy="668214"/>
            </a:xfrm>
            <a:custGeom>
              <a:avLst/>
              <a:pathLst>
                <a:path w="7090630" h="668214">
                  <a:moveTo>
                    <a:pt x="0" y="0"/>
                  </a:moveTo>
                  <a:lnTo>
                    <a:pt x="71622" y="9319"/>
                  </a:lnTo>
                  <a:lnTo>
                    <a:pt x="143245" y="18574"/>
                  </a:lnTo>
                  <a:lnTo>
                    <a:pt x="214867" y="27764"/>
                  </a:lnTo>
                  <a:lnTo>
                    <a:pt x="286490" y="36890"/>
                  </a:lnTo>
                  <a:lnTo>
                    <a:pt x="358112" y="45952"/>
                  </a:lnTo>
                  <a:lnTo>
                    <a:pt x="429735" y="54952"/>
                  </a:lnTo>
                  <a:lnTo>
                    <a:pt x="501357" y="63889"/>
                  </a:lnTo>
                  <a:lnTo>
                    <a:pt x="572980" y="72763"/>
                  </a:lnTo>
                  <a:lnTo>
                    <a:pt x="644602" y="81576"/>
                  </a:lnTo>
                  <a:lnTo>
                    <a:pt x="716225" y="90327"/>
                  </a:lnTo>
                  <a:lnTo>
                    <a:pt x="787847" y="99017"/>
                  </a:lnTo>
                  <a:lnTo>
                    <a:pt x="859470" y="107647"/>
                  </a:lnTo>
                  <a:lnTo>
                    <a:pt x="931092" y="116217"/>
                  </a:lnTo>
                  <a:lnTo>
                    <a:pt x="1002715" y="124727"/>
                  </a:lnTo>
                  <a:lnTo>
                    <a:pt x="1074337" y="133178"/>
                  </a:lnTo>
                  <a:lnTo>
                    <a:pt x="1145960" y="141569"/>
                  </a:lnTo>
                  <a:lnTo>
                    <a:pt x="1217582" y="149903"/>
                  </a:lnTo>
                  <a:lnTo>
                    <a:pt x="1289205" y="158178"/>
                  </a:lnTo>
                  <a:lnTo>
                    <a:pt x="1360827" y="166396"/>
                  </a:lnTo>
                  <a:lnTo>
                    <a:pt x="1432450" y="174557"/>
                  </a:lnTo>
                  <a:lnTo>
                    <a:pt x="1504073" y="182660"/>
                  </a:lnTo>
                  <a:lnTo>
                    <a:pt x="1575695" y="190707"/>
                  </a:lnTo>
                  <a:lnTo>
                    <a:pt x="1647318" y="198699"/>
                  </a:lnTo>
                  <a:lnTo>
                    <a:pt x="1718940" y="206634"/>
                  </a:lnTo>
                  <a:lnTo>
                    <a:pt x="1790563" y="214514"/>
                  </a:lnTo>
                  <a:lnTo>
                    <a:pt x="1862185" y="222340"/>
                  </a:lnTo>
                  <a:lnTo>
                    <a:pt x="1933808" y="230111"/>
                  </a:lnTo>
                  <a:lnTo>
                    <a:pt x="2005430" y="237827"/>
                  </a:lnTo>
                  <a:lnTo>
                    <a:pt x="2077053" y="245490"/>
                  </a:lnTo>
                  <a:lnTo>
                    <a:pt x="2148675" y="253100"/>
                  </a:lnTo>
                  <a:lnTo>
                    <a:pt x="2220298" y="260656"/>
                  </a:lnTo>
                  <a:lnTo>
                    <a:pt x="2291920" y="268160"/>
                  </a:lnTo>
                  <a:lnTo>
                    <a:pt x="2363543" y="275612"/>
                  </a:lnTo>
                  <a:lnTo>
                    <a:pt x="2435165" y="283012"/>
                  </a:lnTo>
                  <a:lnTo>
                    <a:pt x="2506788" y="290360"/>
                  </a:lnTo>
                  <a:lnTo>
                    <a:pt x="2578410" y="297657"/>
                  </a:lnTo>
                  <a:lnTo>
                    <a:pt x="2650033" y="304904"/>
                  </a:lnTo>
                  <a:lnTo>
                    <a:pt x="2721655" y="312099"/>
                  </a:lnTo>
                  <a:lnTo>
                    <a:pt x="2793278" y="319245"/>
                  </a:lnTo>
                  <a:lnTo>
                    <a:pt x="2864901" y="326341"/>
                  </a:lnTo>
                  <a:lnTo>
                    <a:pt x="2936523" y="333387"/>
                  </a:lnTo>
                  <a:lnTo>
                    <a:pt x="3008146" y="340385"/>
                  </a:lnTo>
                  <a:lnTo>
                    <a:pt x="3079768" y="347333"/>
                  </a:lnTo>
                  <a:lnTo>
                    <a:pt x="3151391" y="354234"/>
                  </a:lnTo>
                  <a:lnTo>
                    <a:pt x="3223013" y="361086"/>
                  </a:lnTo>
                  <a:lnTo>
                    <a:pt x="3294636" y="367890"/>
                  </a:lnTo>
                  <a:lnTo>
                    <a:pt x="3366258" y="374647"/>
                  </a:lnTo>
                  <a:lnTo>
                    <a:pt x="3437881" y="381357"/>
                  </a:lnTo>
                  <a:lnTo>
                    <a:pt x="3509503" y="388021"/>
                  </a:lnTo>
                  <a:lnTo>
                    <a:pt x="3581126" y="394637"/>
                  </a:lnTo>
                  <a:lnTo>
                    <a:pt x="3652748" y="401208"/>
                  </a:lnTo>
                  <a:lnTo>
                    <a:pt x="3724371" y="407733"/>
                  </a:lnTo>
                  <a:lnTo>
                    <a:pt x="3795993" y="414213"/>
                  </a:lnTo>
                  <a:lnTo>
                    <a:pt x="3867616" y="420647"/>
                  </a:lnTo>
                  <a:lnTo>
                    <a:pt x="3939238" y="427037"/>
                  </a:lnTo>
                  <a:lnTo>
                    <a:pt x="4010861" y="433382"/>
                  </a:lnTo>
                  <a:lnTo>
                    <a:pt x="4082483" y="439683"/>
                  </a:lnTo>
                  <a:lnTo>
                    <a:pt x="4154106" y="445940"/>
                  </a:lnTo>
                  <a:lnTo>
                    <a:pt x="4225729" y="452153"/>
                  </a:lnTo>
                  <a:lnTo>
                    <a:pt x="4297351" y="458323"/>
                  </a:lnTo>
                  <a:lnTo>
                    <a:pt x="4368974" y="464450"/>
                  </a:lnTo>
                  <a:lnTo>
                    <a:pt x="4440596" y="470535"/>
                  </a:lnTo>
                  <a:lnTo>
                    <a:pt x="4512219" y="476577"/>
                  </a:lnTo>
                  <a:lnTo>
                    <a:pt x="4583841" y="482577"/>
                  </a:lnTo>
                  <a:lnTo>
                    <a:pt x="4655464" y="488535"/>
                  </a:lnTo>
                  <a:lnTo>
                    <a:pt x="4727086" y="494452"/>
                  </a:lnTo>
                  <a:lnTo>
                    <a:pt x="4798709" y="500328"/>
                  </a:lnTo>
                  <a:lnTo>
                    <a:pt x="4870331" y="506162"/>
                  </a:lnTo>
                  <a:lnTo>
                    <a:pt x="4941954" y="511956"/>
                  </a:lnTo>
                  <a:lnTo>
                    <a:pt x="5013576" y="517710"/>
                  </a:lnTo>
                  <a:lnTo>
                    <a:pt x="5085199" y="523423"/>
                  </a:lnTo>
                  <a:lnTo>
                    <a:pt x="5156821" y="529097"/>
                  </a:lnTo>
                  <a:lnTo>
                    <a:pt x="5228444" y="534731"/>
                  </a:lnTo>
                  <a:lnTo>
                    <a:pt x="5300066" y="540326"/>
                  </a:lnTo>
                  <a:lnTo>
                    <a:pt x="5371689" y="545882"/>
                  </a:lnTo>
                  <a:lnTo>
                    <a:pt x="5443311" y="551400"/>
                  </a:lnTo>
                  <a:lnTo>
                    <a:pt x="5514934" y="556879"/>
                  </a:lnTo>
                  <a:lnTo>
                    <a:pt x="5586557" y="562319"/>
                  </a:lnTo>
                  <a:lnTo>
                    <a:pt x="5658179" y="567722"/>
                  </a:lnTo>
                  <a:lnTo>
                    <a:pt x="5729802" y="573087"/>
                  </a:lnTo>
                  <a:lnTo>
                    <a:pt x="5801424" y="578415"/>
                  </a:lnTo>
                  <a:lnTo>
                    <a:pt x="5873047" y="583706"/>
                  </a:lnTo>
                  <a:lnTo>
                    <a:pt x="5944669" y="588960"/>
                  </a:lnTo>
                  <a:lnTo>
                    <a:pt x="6016292" y="594177"/>
                  </a:lnTo>
                  <a:lnTo>
                    <a:pt x="6087914" y="599358"/>
                  </a:lnTo>
                  <a:lnTo>
                    <a:pt x="6159537" y="604503"/>
                  </a:lnTo>
                  <a:lnTo>
                    <a:pt x="6231159" y="609612"/>
                  </a:lnTo>
                  <a:lnTo>
                    <a:pt x="6302782" y="614685"/>
                  </a:lnTo>
                  <a:lnTo>
                    <a:pt x="6374404" y="619723"/>
                  </a:lnTo>
                  <a:lnTo>
                    <a:pt x="6446027" y="624726"/>
                  </a:lnTo>
                  <a:lnTo>
                    <a:pt x="6517649" y="629694"/>
                  </a:lnTo>
                  <a:lnTo>
                    <a:pt x="6589272" y="634628"/>
                  </a:lnTo>
                  <a:lnTo>
                    <a:pt x="6660894" y="639527"/>
                  </a:lnTo>
                  <a:lnTo>
                    <a:pt x="6732517" y="644392"/>
                  </a:lnTo>
                  <a:lnTo>
                    <a:pt x="6804139" y="649223"/>
                  </a:lnTo>
                  <a:lnTo>
                    <a:pt x="6875762" y="654021"/>
                  </a:lnTo>
                  <a:lnTo>
                    <a:pt x="6947385" y="658785"/>
                  </a:lnTo>
                  <a:lnTo>
                    <a:pt x="7019007" y="663516"/>
                  </a:lnTo>
                  <a:lnTo>
                    <a:pt x="7090630" y="66821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0717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051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7335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3316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18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08108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8998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54130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0.99 (0.97-1.02), p = 0.474  |  per IQR (Δ = 18.2): 0.85 (0.54-1.33)  |  IQR: [-11.5, 6.7]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2026-06-02T08:49:30Z</dcterms:modified>
  <cp:category/>
</cp:coreProperties>
</file>