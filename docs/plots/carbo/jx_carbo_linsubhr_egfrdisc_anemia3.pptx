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0245"/>
            </a:xfrm>
            <a:custGeom>
              <a:avLst/>
              <a:pathLst>
                <a:path w="7090630" h="3350245">
                  <a:moveTo>
                    <a:pt x="3178969" y="0"/>
                  </a:moveTo>
                  <a:lnTo>
                    <a:pt x="3223013" y="127019"/>
                  </a:lnTo>
                  <a:lnTo>
                    <a:pt x="3294636" y="321598"/>
                  </a:lnTo>
                  <a:lnTo>
                    <a:pt x="3366258" y="504898"/>
                  </a:lnTo>
                  <a:lnTo>
                    <a:pt x="3437881" y="677573"/>
                  </a:lnTo>
                  <a:lnTo>
                    <a:pt x="3509503" y="840238"/>
                  </a:lnTo>
                  <a:lnTo>
                    <a:pt x="3581126" y="993474"/>
                  </a:lnTo>
                  <a:lnTo>
                    <a:pt x="3652748" y="1137828"/>
                  </a:lnTo>
                  <a:lnTo>
                    <a:pt x="3724371" y="1273814"/>
                  </a:lnTo>
                  <a:lnTo>
                    <a:pt x="3795993" y="1401917"/>
                  </a:lnTo>
                  <a:lnTo>
                    <a:pt x="3867616" y="1522594"/>
                  </a:lnTo>
                  <a:lnTo>
                    <a:pt x="3939238" y="1636276"/>
                  </a:lnTo>
                  <a:lnTo>
                    <a:pt x="4010861" y="1743369"/>
                  </a:lnTo>
                  <a:lnTo>
                    <a:pt x="4082483" y="1844253"/>
                  </a:lnTo>
                  <a:lnTo>
                    <a:pt x="4154106" y="1939289"/>
                  </a:lnTo>
                  <a:lnTo>
                    <a:pt x="4225729" y="2028817"/>
                  </a:lnTo>
                  <a:lnTo>
                    <a:pt x="4297351" y="2113155"/>
                  </a:lnTo>
                  <a:lnTo>
                    <a:pt x="4368974" y="2192604"/>
                  </a:lnTo>
                  <a:lnTo>
                    <a:pt x="4440596" y="2267447"/>
                  </a:lnTo>
                  <a:lnTo>
                    <a:pt x="4512219" y="2337953"/>
                  </a:lnTo>
                  <a:lnTo>
                    <a:pt x="4583841" y="2404371"/>
                  </a:lnTo>
                  <a:lnTo>
                    <a:pt x="4655464" y="2466939"/>
                  </a:lnTo>
                  <a:lnTo>
                    <a:pt x="4727086" y="2525880"/>
                  </a:lnTo>
                  <a:lnTo>
                    <a:pt x="4798709" y="2581405"/>
                  </a:lnTo>
                  <a:lnTo>
                    <a:pt x="4870331" y="2633711"/>
                  </a:lnTo>
                  <a:lnTo>
                    <a:pt x="4941954" y="2650551"/>
                  </a:lnTo>
                  <a:lnTo>
                    <a:pt x="5013576" y="2644185"/>
                  </a:lnTo>
                  <a:lnTo>
                    <a:pt x="5085199" y="2637770"/>
                  </a:lnTo>
                  <a:lnTo>
                    <a:pt x="5156821" y="2631307"/>
                  </a:lnTo>
                  <a:lnTo>
                    <a:pt x="5228444" y="2624794"/>
                  </a:lnTo>
                  <a:lnTo>
                    <a:pt x="5300066" y="2618231"/>
                  </a:lnTo>
                  <a:lnTo>
                    <a:pt x="5371689" y="2611618"/>
                  </a:lnTo>
                  <a:lnTo>
                    <a:pt x="5443311" y="2604954"/>
                  </a:lnTo>
                  <a:lnTo>
                    <a:pt x="5514934" y="2598240"/>
                  </a:lnTo>
                  <a:lnTo>
                    <a:pt x="5586557" y="2591474"/>
                  </a:lnTo>
                  <a:lnTo>
                    <a:pt x="5658179" y="2584657"/>
                  </a:lnTo>
                  <a:lnTo>
                    <a:pt x="5729802" y="2577787"/>
                  </a:lnTo>
                  <a:lnTo>
                    <a:pt x="5801424" y="2570865"/>
                  </a:lnTo>
                  <a:lnTo>
                    <a:pt x="5873047" y="2563890"/>
                  </a:lnTo>
                  <a:lnTo>
                    <a:pt x="5944669" y="2556862"/>
                  </a:lnTo>
                  <a:lnTo>
                    <a:pt x="6016292" y="2549780"/>
                  </a:lnTo>
                  <a:lnTo>
                    <a:pt x="6087914" y="2542644"/>
                  </a:lnTo>
                  <a:lnTo>
                    <a:pt x="6159537" y="2535454"/>
                  </a:lnTo>
                  <a:lnTo>
                    <a:pt x="6231159" y="2528208"/>
                  </a:lnTo>
                  <a:lnTo>
                    <a:pt x="6302782" y="2520908"/>
                  </a:lnTo>
                  <a:lnTo>
                    <a:pt x="6374404" y="2513551"/>
                  </a:lnTo>
                  <a:lnTo>
                    <a:pt x="6446027" y="2506138"/>
                  </a:lnTo>
                  <a:lnTo>
                    <a:pt x="6517649" y="2498669"/>
                  </a:lnTo>
                  <a:lnTo>
                    <a:pt x="6589272" y="2491142"/>
                  </a:lnTo>
                  <a:lnTo>
                    <a:pt x="6660894" y="2483558"/>
                  </a:lnTo>
                  <a:lnTo>
                    <a:pt x="6732517" y="2475916"/>
                  </a:lnTo>
                  <a:lnTo>
                    <a:pt x="6804139" y="2468216"/>
                  </a:lnTo>
                  <a:lnTo>
                    <a:pt x="6875762" y="2460457"/>
                  </a:lnTo>
                  <a:lnTo>
                    <a:pt x="6947385" y="2452638"/>
                  </a:lnTo>
                  <a:lnTo>
                    <a:pt x="7019007" y="2444760"/>
                  </a:lnTo>
                  <a:lnTo>
                    <a:pt x="7090630" y="2436822"/>
                  </a:lnTo>
                  <a:lnTo>
                    <a:pt x="7090630" y="3350245"/>
                  </a:lnTo>
                  <a:lnTo>
                    <a:pt x="7019007" y="3342030"/>
                  </a:lnTo>
                  <a:lnTo>
                    <a:pt x="6947385" y="3333309"/>
                  </a:lnTo>
                  <a:lnTo>
                    <a:pt x="6875762" y="3324052"/>
                  </a:lnTo>
                  <a:lnTo>
                    <a:pt x="6804139" y="3314226"/>
                  </a:lnTo>
                  <a:lnTo>
                    <a:pt x="6732517" y="3303795"/>
                  </a:lnTo>
                  <a:lnTo>
                    <a:pt x="6660894" y="3292721"/>
                  </a:lnTo>
                  <a:lnTo>
                    <a:pt x="6589272" y="3280967"/>
                  </a:lnTo>
                  <a:lnTo>
                    <a:pt x="6517649" y="3268489"/>
                  </a:lnTo>
                  <a:lnTo>
                    <a:pt x="6446027" y="3255243"/>
                  </a:lnTo>
                  <a:lnTo>
                    <a:pt x="6374404" y="3241183"/>
                  </a:lnTo>
                  <a:lnTo>
                    <a:pt x="6302782" y="3226257"/>
                  </a:lnTo>
                  <a:lnTo>
                    <a:pt x="6231159" y="3210412"/>
                  </a:lnTo>
                  <a:lnTo>
                    <a:pt x="6159537" y="3193593"/>
                  </a:lnTo>
                  <a:lnTo>
                    <a:pt x="6087914" y="3175739"/>
                  </a:lnTo>
                  <a:lnTo>
                    <a:pt x="6016292" y="3156786"/>
                  </a:lnTo>
                  <a:lnTo>
                    <a:pt x="5944669" y="3136667"/>
                  </a:lnTo>
                  <a:lnTo>
                    <a:pt x="5873047" y="3115310"/>
                  </a:lnTo>
                  <a:lnTo>
                    <a:pt x="5801424" y="3092638"/>
                  </a:lnTo>
                  <a:lnTo>
                    <a:pt x="5729802" y="3068572"/>
                  </a:lnTo>
                  <a:lnTo>
                    <a:pt x="5658179" y="3043025"/>
                  </a:lnTo>
                  <a:lnTo>
                    <a:pt x="5586557" y="3015905"/>
                  </a:lnTo>
                  <a:lnTo>
                    <a:pt x="5514934" y="2987117"/>
                  </a:lnTo>
                  <a:lnTo>
                    <a:pt x="5443311" y="2956558"/>
                  </a:lnTo>
                  <a:lnTo>
                    <a:pt x="5371689" y="2924118"/>
                  </a:lnTo>
                  <a:lnTo>
                    <a:pt x="5300066" y="2889682"/>
                  </a:lnTo>
                  <a:lnTo>
                    <a:pt x="5228444" y="2853126"/>
                  </a:lnTo>
                  <a:lnTo>
                    <a:pt x="5156821" y="2814322"/>
                  </a:lnTo>
                  <a:lnTo>
                    <a:pt x="5085199" y="2773130"/>
                  </a:lnTo>
                  <a:lnTo>
                    <a:pt x="5013576" y="2729403"/>
                  </a:lnTo>
                  <a:lnTo>
                    <a:pt x="4941954" y="2682985"/>
                  </a:lnTo>
                  <a:lnTo>
                    <a:pt x="4870331" y="2656869"/>
                  </a:lnTo>
                  <a:lnTo>
                    <a:pt x="4798709" y="2663139"/>
                  </a:lnTo>
                  <a:lnTo>
                    <a:pt x="4727086" y="2669361"/>
                  </a:lnTo>
                  <a:lnTo>
                    <a:pt x="4655464" y="2675536"/>
                  </a:lnTo>
                  <a:lnTo>
                    <a:pt x="4583841" y="2681665"/>
                  </a:lnTo>
                  <a:lnTo>
                    <a:pt x="4512219" y="2687747"/>
                  </a:lnTo>
                  <a:lnTo>
                    <a:pt x="4440596" y="2693782"/>
                  </a:lnTo>
                  <a:lnTo>
                    <a:pt x="4368974" y="2699772"/>
                  </a:lnTo>
                  <a:lnTo>
                    <a:pt x="4297351" y="2705717"/>
                  </a:lnTo>
                  <a:lnTo>
                    <a:pt x="4225729" y="2711616"/>
                  </a:lnTo>
                  <a:lnTo>
                    <a:pt x="4154106" y="2717471"/>
                  </a:lnTo>
                  <a:lnTo>
                    <a:pt x="4082483" y="2723281"/>
                  </a:lnTo>
                  <a:lnTo>
                    <a:pt x="4010861" y="2729048"/>
                  </a:lnTo>
                  <a:lnTo>
                    <a:pt x="3939238" y="2734770"/>
                  </a:lnTo>
                  <a:lnTo>
                    <a:pt x="3867616" y="2740449"/>
                  </a:lnTo>
                  <a:lnTo>
                    <a:pt x="3795993" y="2746086"/>
                  </a:lnTo>
                  <a:lnTo>
                    <a:pt x="3724371" y="2751679"/>
                  </a:lnTo>
                  <a:lnTo>
                    <a:pt x="3652748" y="2757230"/>
                  </a:lnTo>
                  <a:lnTo>
                    <a:pt x="3581126" y="2762739"/>
                  </a:lnTo>
                  <a:lnTo>
                    <a:pt x="3509503" y="2768206"/>
                  </a:lnTo>
                  <a:lnTo>
                    <a:pt x="3437881" y="2773632"/>
                  </a:lnTo>
                  <a:lnTo>
                    <a:pt x="3366258" y="2779016"/>
                  </a:lnTo>
                  <a:lnTo>
                    <a:pt x="3294636" y="2784360"/>
                  </a:lnTo>
                  <a:lnTo>
                    <a:pt x="3223013" y="2789663"/>
                  </a:lnTo>
                  <a:lnTo>
                    <a:pt x="3151391" y="2794926"/>
                  </a:lnTo>
                  <a:lnTo>
                    <a:pt x="3079768" y="2800149"/>
                  </a:lnTo>
                  <a:lnTo>
                    <a:pt x="3008146" y="2805332"/>
                  </a:lnTo>
                  <a:lnTo>
                    <a:pt x="2936523" y="2810476"/>
                  </a:lnTo>
                  <a:lnTo>
                    <a:pt x="2864901" y="2815582"/>
                  </a:lnTo>
                  <a:lnTo>
                    <a:pt x="2793278" y="2820648"/>
                  </a:lnTo>
                  <a:lnTo>
                    <a:pt x="2721655" y="2825676"/>
                  </a:lnTo>
                  <a:lnTo>
                    <a:pt x="2650033" y="2830666"/>
                  </a:lnTo>
                  <a:lnTo>
                    <a:pt x="2578410" y="2835618"/>
                  </a:lnTo>
                  <a:lnTo>
                    <a:pt x="2506788" y="2840532"/>
                  </a:lnTo>
                  <a:lnTo>
                    <a:pt x="2435165" y="2845410"/>
                  </a:lnTo>
                  <a:lnTo>
                    <a:pt x="2363543" y="2850250"/>
                  </a:lnTo>
                  <a:lnTo>
                    <a:pt x="2291920" y="2855053"/>
                  </a:lnTo>
                  <a:lnTo>
                    <a:pt x="2220298" y="2859821"/>
                  </a:lnTo>
                  <a:lnTo>
                    <a:pt x="2148675" y="2864552"/>
                  </a:lnTo>
                  <a:lnTo>
                    <a:pt x="2077053" y="2869247"/>
                  </a:lnTo>
                  <a:lnTo>
                    <a:pt x="2005430" y="2873906"/>
                  </a:lnTo>
                  <a:lnTo>
                    <a:pt x="1933808" y="2878530"/>
                  </a:lnTo>
                  <a:lnTo>
                    <a:pt x="1862185" y="2883119"/>
                  </a:lnTo>
                  <a:lnTo>
                    <a:pt x="1790563" y="2887674"/>
                  </a:lnTo>
                  <a:lnTo>
                    <a:pt x="1718940" y="2892194"/>
                  </a:lnTo>
                  <a:lnTo>
                    <a:pt x="1647318" y="2896679"/>
                  </a:lnTo>
                  <a:lnTo>
                    <a:pt x="1575695" y="2901130"/>
                  </a:lnTo>
                  <a:lnTo>
                    <a:pt x="1504073" y="2905548"/>
                  </a:lnTo>
                  <a:lnTo>
                    <a:pt x="1432450" y="2909932"/>
                  </a:lnTo>
                  <a:lnTo>
                    <a:pt x="1360827" y="2914283"/>
                  </a:lnTo>
                  <a:lnTo>
                    <a:pt x="1289205" y="2918601"/>
                  </a:lnTo>
                  <a:lnTo>
                    <a:pt x="1217582" y="2922887"/>
                  </a:lnTo>
                  <a:lnTo>
                    <a:pt x="1145960" y="2927140"/>
                  </a:lnTo>
                  <a:lnTo>
                    <a:pt x="1074337" y="2931360"/>
                  </a:lnTo>
                  <a:lnTo>
                    <a:pt x="1002715" y="2935549"/>
                  </a:lnTo>
                  <a:lnTo>
                    <a:pt x="931092" y="2939705"/>
                  </a:lnTo>
                  <a:lnTo>
                    <a:pt x="859470" y="2943831"/>
                  </a:lnTo>
                  <a:lnTo>
                    <a:pt x="787847" y="2947925"/>
                  </a:lnTo>
                  <a:lnTo>
                    <a:pt x="716225" y="2951987"/>
                  </a:lnTo>
                  <a:lnTo>
                    <a:pt x="644602" y="2956020"/>
                  </a:lnTo>
                  <a:lnTo>
                    <a:pt x="572980" y="2960021"/>
                  </a:lnTo>
                  <a:lnTo>
                    <a:pt x="501357" y="2963992"/>
                  </a:lnTo>
                  <a:lnTo>
                    <a:pt x="429735" y="2967933"/>
                  </a:lnTo>
                  <a:lnTo>
                    <a:pt x="358112" y="2971845"/>
                  </a:lnTo>
                  <a:lnTo>
                    <a:pt x="286490" y="2975726"/>
                  </a:lnTo>
                  <a:lnTo>
                    <a:pt x="214867" y="2979578"/>
                  </a:lnTo>
                  <a:lnTo>
                    <a:pt x="143245" y="2983401"/>
                  </a:lnTo>
                  <a:lnTo>
                    <a:pt x="71622" y="2987195"/>
                  </a:lnTo>
                  <a:lnTo>
                    <a:pt x="0" y="2990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51018" y="2073503"/>
              <a:ext cx="3911660" cy="2650551"/>
            </a:xfrm>
            <a:custGeom>
              <a:avLst/>
              <a:pathLst>
                <a:path w="3911660" h="2650551">
                  <a:moveTo>
                    <a:pt x="0" y="0"/>
                  </a:moveTo>
                  <a:lnTo>
                    <a:pt x="44044" y="127019"/>
                  </a:lnTo>
                  <a:lnTo>
                    <a:pt x="115666" y="321598"/>
                  </a:lnTo>
                  <a:lnTo>
                    <a:pt x="187289" y="504898"/>
                  </a:lnTo>
                  <a:lnTo>
                    <a:pt x="258911" y="677573"/>
                  </a:lnTo>
                  <a:lnTo>
                    <a:pt x="330534" y="840238"/>
                  </a:lnTo>
                  <a:lnTo>
                    <a:pt x="402156" y="993474"/>
                  </a:lnTo>
                  <a:lnTo>
                    <a:pt x="473779" y="1137828"/>
                  </a:lnTo>
                  <a:lnTo>
                    <a:pt x="545401" y="1273814"/>
                  </a:lnTo>
                  <a:lnTo>
                    <a:pt x="617024" y="1401917"/>
                  </a:lnTo>
                  <a:lnTo>
                    <a:pt x="688646" y="1522594"/>
                  </a:lnTo>
                  <a:lnTo>
                    <a:pt x="760269" y="1636276"/>
                  </a:lnTo>
                  <a:lnTo>
                    <a:pt x="831891" y="1743369"/>
                  </a:lnTo>
                  <a:lnTo>
                    <a:pt x="903514" y="1844253"/>
                  </a:lnTo>
                  <a:lnTo>
                    <a:pt x="975136" y="1939289"/>
                  </a:lnTo>
                  <a:lnTo>
                    <a:pt x="1046759" y="2028817"/>
                  </a:lnTo>
                  <a:lnTo>
                    <a:pt x="1118381" y="2113155"/>
                  </a:lnTo>
                  <a:lnTo>
                    <a:pt x="1190004" y="2192604"/>
                  </a:lnTo>
                  <a:lnTo>
                    <a:pt x="1261627" y="2267447"/>
                  </a:lnTo>
                  <a:lnTo>
                    <a:pt x="1333249" y="2337953"/>
                  </a:lnTo>
                  <a:lnTo>
                    <a:pt x="1404872" y="2404371"/>
                  </a:lnTo>
                  <a:lnTo>
                    <a:pt x="1476494" y="2466939"/>
                  </a:lnTo>
                  <a:lnTo>
                    <a:pt x="1548117" y="2525880"/>
                  </a:lnTo>
                  <a:lnTo>
                    <a:pt x="1619739" y="2581405"/>
                  </a:lnTo>
                  <a:lnTo>
                    <a:pt x="1691362" y="2633711"/>
                  </a:lnTo>
                  <a:lnTo>
                    <a:pt x="1762984" y="2650551"/>
                  </a:lnTo>
                  <a:lnTo>
                    <a:pt x="1834607" y="2644185"/>
                  </a:lnTo>
                  <a:lnTo>
                    <a:pt x="1906229" y="2637770"/>
                  </a:lnTo>
                  <a:lnTo>
                    <a:pt x="1977852" y="2631307"/>
                  </a:lnTo>
                  <a:lnTo>
                    <a:pt x="2049474" y="2624794"/>
                  </a:lnTo>
                  <a:lnTo>
                    <a:pt x="2121097" y="2618231"/>
                  </a:lnTo>
                  <a:lnTo>
                    <a:pt x="2192719" y="2611618"/>
                  </a:lnTo>
                  <a:lnTo>
                    <a:pt x="2264342" y="2604954"/>
                  </a:lnTo>
                  <a:lnTo>
                    <a:pt x="2335964" y="2598240"/>
                  </a:lnTo>
                  <a:lnTo>
                    <a:pt x="2407587" y="2591474"/>
                  </a:lnTo>
                  <a:lnTo>
                    <a:pt x="2479209" y="2584657"/>
                  </a:lnTo>
                  <a:lnTo>
                    <a:pt x="2550832" y="2577787"/>
                  </a:lnTo>
                  <a:lnTo>
                    <a:pt x="2622455" y="2570865"/>
                  </a:lnTo>
                  <a:lnTo>
                    <a:pt x="2694077" y="2563890"/>
                  </a:lnTo>
                  <a:lnTo>
                    <a:pt x="2765700" y="2556862"/>
                  </a:lnTo>
                  <a:lnTo>
                    <a:pt x="2837322" y="2549780"/>
                  </a:lnTo>
                  <a:lnTo>
                    <a:pt x="2908945" y="2542644"/>
                  </a:lnTo>
                  <a:lnTo>
                    <a:pt x="2980567" y="2535454"/>
                  </a:lnTo>
                  <a:lnTo>
                    <a:pt x="3052190" y="2528208"/>
                  </a:lnTo>
                  <a:lnTo>
                    <a:pt x="3123812" y="2520908"/>
                  </a:lnTo>
                  <a:lnTo>
                    <a:pt x="3195435" y="2513551"/>
                  </a:lnTo>
                  <a:lnTo>
                    <a:pt x="3267057" y="2506138"/>
                  </a:lnTo>
                  <a:lnTo>
                    <a:pt x="3338680" y="2498669"/>
                  </a:lnTo>
                  <a:lnTo>
                    <a:pt x="3410302" y="2491142"/>
                  </a:lnTo>
                  <a:lnTo>
                    <a:pt x="3481925" y="2483558"/>
                  </a:lnTo>
                  <a:lnTo>
                    <a:pt x="3553547" y="2475916"/>
                  </a:lnTo>
                  <a:lnTo>
                    <a:pt x="3625170" y="2468216"/>
                  </a:lnTo>
                  <a:lnTo>
                    <a:pt x="3696792" y="2460457"/>
                  </a:lnTo>
                  <a:lnTo>
                    <a:pt x="3768415" y="2452638"/>
                  </a:lnTo>
                  <a:lnTo>
                    <a:pt x="3840037" y="2444760"/>
                  </a:lnTo>
                  <a:lnTo>
                    <a:pt x="3911660" y="24368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372"/>
              <a:ext cx="7090630" cy="693375"/>
            </a:xfrm>
            <a:custGeom>
              <a:avLst/>
              <a:pathLst>
                <a:path w="7090630" h="693375">
                  <a:moveTo>
                    <a:pt x="7090630" y="693375"/>
                  </a:moveTo>
                  <a:lnTo>
                    <a:pt x="7019007" y="685160"/>
                  </a:lnTo>
                  <a:lnTo>
                    <a:pt x="6947385" y="676440"/>
                  </a:lnTo>
                  <a:lnTo>
                    <a:pt x="6875762" y="667183"/>
                  </a:lnTo>
                  <a:lnTo>
                    <a:pt x="6804139" y="657356"/>
                  </a:lnTo>
                  <a:lnTo>
                    <a:pt x="6732517" y="646925"/>
                  </a:lnTo>
                  <a:lnTo>
                    <a:pt x="6660894" y="635852"/>
                  </a:lnTo>
                  <a:lnTo>
                    <a:pt x="6589272" y="624097"/>
                  </a:lnTo>
                  <a:lnTo>
                    <a:pt x="6517649" y="611620"/>
                  </a:lnTo>
                  <a:lnTo>
                    <a:pt x="6446027" y="598374"/>
                  </a:lnTo>
                  <a:lnTo>
                    <a:pt x="6374404" y="584313"/>
                  </a:lnTo>
                  <a:lnTo>
                    <a:pt x="6302782" y="569387"/>
                  </a:lnTo>
                  <a:lnTo>
                    <a:pt x="6231159" y="553543"/>
                  </a:lnTo>
                  <a:lnTo>
                    <a:pt x="6159537" y="536724"/>
                  </a:lnTo>
                  <a:lnTo>
                    <a:pt x="6087914" y="518869"/>
                  </a:lnTo>
                  <a:lnTo>
                    <a:pt x="6016292" y="499916"/>
                  </a:lnTo>
                  <a:lnTo>
                    <a:pt x="5944669" y="479797"/>
                  </a:lnTo>
                  <a:lnTo>
                    <a:pt x="5873047" y="458440"/>
                  </a:lnTo>
                  <a:lnTo>
                    <a:pt x="5801424" y="435769"/>
                  </a:lnTo>
                  <a:lnTo>
                    <a:pt x="5729802" y="411702"/>
                  </a:lnTo>
                  <a:lnTo>
                    <a:pt x="5658179" y="386155"/>
                  </a:lnTo>
                  <a:lnTo>
                    <a:pt x="5586557" y="359036"/>
                  </a:lnTo>
                  <a:lnTo>
                    <a:pt x="5514934" y="330248"/>
                  </a:lnTo>
                  <a:lnTo>
                    <a:pt x="5443311" y="299688"/>
                  </a:lnTo>
                  <a:lnTo>
                    <a:pt x="5371689" y="267248"/>
                  </a:lnTo>
                  <a:lnTo>
                    <a:pt x="5300066" y="232812"/>
                  </a:lnTo>
                  <a:lnTo>
                    <a:pt x="5228444" y="196257"/>
                  </a:lnTo>
                  <a:lnTo>
                    <a:pt x="5156821" y="157452"/>
                  </a:lnTo>
                  <a:lnTo>
                    <a:pt x="5085199" y="116260"/>
                  </a:lnTo>
                  <a:lnTo>
                    <a:pt x="5013576" y="72533"/>
                  </a:lnTo>
                  <a:lnTo>
                    <a:pt x="4941954" y="26115"/>
                  </a:lnTo>
                  <a:lnTo>
                    <a:pt x="4870331" y="0"/>
                  </a:lnTo>
                  <a:lnTo>
                    <a:pt x="4798709" y="6269"/>
                  </a:lnTo>
                  <a:lnTo>
                    <a:pt x="4727086" y="12492"/>
                  </a:lnTo>
                  <a:lnTo>
                    <a:pt x="4655464" y="18667"/>
                  </a:lnTo>
                  <a:lnTo>
                    <a:pt x="4583841" y="24795"/>
                  </a:lnTo>
                  <a:lnTo>
                    <a:pt x="4512219" y="30877"/>
                  </a:lnTo>
                  <a:lnTo>
                    <a:pt x="4440596" y="36913"/>
                  </a:lnTo>
                  <a:lnTo>
                    <a:pt x="4368974" y="42903"/>
                  </a:lnTo>
                  <a:lnTo>
                    <a:pt x="4297351" y="48847"/>
                  </a:lnTo>
                  <a:lnTo>
                    <a:pt x="4225729" y="54747"/>
                  </a:lnTo>
                  <a:lnTo>
                    <a:pt x="4154106" y="60602"/>
                  </a:lnTo>
                  <a:lnTo>
                    <a:pt x="4082483" y="66412"/>
                  </a:lnTo>
                  <a:lnTo>
                    <a:pt x="4010861" y="72178"/>
                  </a:lnTo>
                  <a:lnTo>
                    <a:pt x="3939238" y="77901"/>
                  </a:lnTo>
                  <a:lnTo>
                    <a:pt x="3867616" y="83580"/>
                  </a:lnTo>
                  <a:lnTo>
                    <a:pt x="3795993" y="89216"/>
                  </a:lnTo>
                  <a:lnTo>
                    <a:pt x="3724371" y="94809"/>
                  </a:lnTo>
                  <a:lnTo>
                    <a:pt x="3652748" y="100360"/>
                  </a:lnTo>
                  <a:lnTo>
                    <a:pt x="3581126" y="105869"/>
                  </a:lnTo>
                  <a:lnTo>
                    <a:pt x="3509503" y="111336"/>
                  </a:lnTo>
                  <a:lnTo>
                    <a:pt x="3437881" y="116762"/>
                  </a:lnTo>
                  <a:lnTo>
                    <a:pt x="3366258" y="122147"/>
                  </a:lnTo>
                  <a:lnTo>
                    <a:pt x="3294636" y="127490"/>
                  </a:lnTo>
                  <a:lnTo>
                    <a:pt x="3223013" y="132793"/>
                  </a:lnTo>
                  <a:lnTo>
                    <a:pt x="3151391" y="138056"/>
                  </a:lnTo>
                  <a:lnTo>
                    <a:pt x="3079768" y="143279"/>
                  </a:lnTo>
                  <a:lnTo>
                    <a:pt x="3008146" y="148463"/>
                  </a:lnTo>
                  <a:lnTo>
                    <a:pt x="2936523" y="153607"/>
                  </a:lnTo>
                  <a:lnTo>
                    <a:pt x="2864901" y="158712"/>
                  </a:lnTo>
                  <a:lnTo>
                    <a:pt x="2793278" y="163778"/>
                  </a:lnTo>
                  <a:lnTo>
                    <a:pt x="2721655" y="168807"/>
                  </a:lnTo>
                  <a:lnTo>
                    <a:pt x="2650033" y="173796"/>
                  </a:lnTo>
                  <a:lnTo>
                    <a:pt x="2578410" y="178748"/>
                  </a:lnTo>
                  <a:lnTo>
                    <a:pt x="2506788" y="183663"/>
                  </a:lnTo>
                  <a:lnTo>
                    <a:pt x="2435165" y="188540"/>
                  </a:lnTo>
                  <a:lnTo>
                    <a:pt x="2363543" y="193380"/>
                  </a:lnTo>
                  <a:lnTo>
                    <a:pt x="2291920" y="198184"/>
                  </a:lnTo>
                  <a:lnTo>
                    <a:pt x="2220298" y="202951"/>
                  </a:lnTo>
                  <a:lnTo>
                    <a:pt x="2148675" y="207682"/>
                  </a:lnTo>
                  <a:lnTo>
                    <a:pt x="2077053" y="212377"/>
                  </a:lnTo>
                  <a:lnTo>
                    <a:pt x="2005430" y="217037"/>
                  </a:lnTo>
                  <a:lnTo>
                    <a:pt x="1933808" y="221661"/>
                  </a:lnTo>
                  <a:lnTo>
                    <a:pt x="1862185" y="226250"/>
                  </a:lnTo>
                  <a:lnTo>
                    <a:pt x="1790563" y="230804"/>
                  </a:lnTo>
                  <a:lnTo>
                    <a:pt x="1718940" y="235324"/>
                  </a:lnTo>
                  <a:lnTo>
                    <a:pt x="1647318" y="239809"/>
                  </a:lnTo>
                  <a:lnTo>
                    <a:pt x="1575695" y="244261"/>
                  </a:lnTo>
                  <a:lnTo>
                    <a:pt x="1504073" y="248679"/>
                  </a:lnTo>
                  <a:lnTo>
                    <a:pt x="1432450" y="253063"/>
                  </a:lnTo>
                  <a:lnTo>
                    <a:pt x="1360827" y="257414"/>
                  </a:lnTo>
                  <a:lnTo>
                    <a:pt x="1289205" y="261732"/>
                  </a:lnTo>
                  <a:lnTo>
                    <a:pt x="1217582" y="266017"/>
                  </a:lnTo>
                  <a:lnTo>
                    <a:pt x="1145960" y="270270"/>
                  </a:lnTo>
                  <a:lnTo>
                    <a:pt x="1074337" y="274491"/>
                  </a:lnTo>
                  <a:lnTo>
                    <a:pt x="1002715" y="278679"/>
                  </a:lnTo>
                  <a:lnTo>
                    <a:pt x="931092" y="282836"/>
                  </a:lnTo>
                  <a:lnTo>
                    <a:pt x="859470" y="286961"/>
                  </a:lnTo>
                  <a:lnTo>
                    <a:pt x="787847" y="291055"/>
                  </a:lnTo>
                  <a:lnTo>
                    <a:pt x="716225" y="295118"/>
                  </a:lnTo>
                  <a:lnTo>
                    <a:pt x="644602" y="299150"/>
                  </a:lnTo>
                  <a:lnTo>
                    <a:pt x="572980" y="303152"/>
                  </a:lnTo>
                  <a:lnTo>
                    <a:pt x="501357" y="307123"/>
                  </a:lnTo>
                  <a:lnTo>
                    <a:pt x="429735" y="311064"/>
                  </a:lnTo>
                  <a:lnTo>
                    <a:pt x="358112" y="314975"/>
                  </a:lnTo>
                  <a:lnTo>
                    <a:pt x="286490" y="318857"/>
                  </a:lnTo>
                  <a:lnTo>
                    <a:pt x="214867" y="322709"/>
                  </a:lnTo>
                  <a:lnTo>
                    <a:pt x="143245" y="326532"/>
                  </a:lnTo>
                  <a:lnTo>
                    <a:pt x="71622" y="330326"/>
                  </a:lnTo>
                  <a:lnTo>
                    <a:pt x="0" y="33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26574" y="2073503"/>
              <a:ext cx="6136104" cy="3109893"/>
            </a:xfrm>
            <a:custGeom>
              <a:avLst/>
              <a:pathLst>
                <a:path w="6136104" h="3109893">
                  <a:moveTo>
                    <a:pt x="0" y="0"/>
                  </a:moveTo>
                  <a:lnTo>
                    <a:pt x="48190" y="60787"/>
                  </a:lnTo>
                  <a:lnTo>
                    <a:pt x="119812" y="148810"/>
                  </a:lnTo>
                  <a:lnTo>
                    <a:pt x="191435" y="234569"/>
                  </a:lnTo>
                  <a:lnTo>
                    <a:pt x="263057" y="318122"/>
                  </a:lnTo>
                  <a:lnTo>
                    <a:pt x="334680" y="399527"/>
                  </a:lnTo>
                  <a:lnTo>
                    <a:pt x="406302" y="478839"/>
                  </a:lnTo>
                  <a:lnTo>
                    <a:pt x="477925" y="556111"/>
                  </a:lnTo>
                  <a:lnTo>
                    <a:pt x="549547" y="631396"/>
                  </a:lnTo>
                  <a:lnTo>
                    <a:pt x="621170" y="704745"/>
                  </a:lnTo>
                  <a:lnTo>
                    <a:pt x="692792" y="776208"/>
                  </a:lnTo>
                  <a:lnTo>
                    <a:pt x="764415" y="845833"/>
                  </a:lnTo>
                  <a:lnTo>
                    <a:pt x="836037" y="913668"/>
                  </a:lnTo>
                  <a:lnTo>
                    <a:pt x="907660" y="979758"/>
                  </a:lnTo>
                  <a:lnTo>
                    <a:pt x="979282" y="1044149"/>
                  </a:lnTo>
                  <a:lnTo>
                    <a:pt x="1050905" y="1106884"/>
                  </a:lnTo>
                  <a:lnTo>
                    <a:pt x="1122527" y="1168006"/>
                  </a:lnTo>
                  <a:lnTo>
                    <a:pt x="1194150" y="1227556"/>
                  </a:lnTo>
                  <a:lnTo>
                    <a:pt x="1265772" y="1285575"/>
                  </a:lnTo>
                  <a:lnTo>
                    <a:pt x="1337395" y="1342101"/>
                  </a:lnTo>
                  <a:lnTo>
                    <a:pt x="1409018" y="1397174"/>
                  </a:lnTo>
                  <a:lnTo>
                    <a:pt x="1480640" y="1450831"/>
                  </a:lnTo>
                  <a:lnTo>
                    <a:pt x="1552263" y="1503108"/>
                  </a:lnTo>
                  <a:lnTo>
                    <a:pt x="1623885" y="1554041"/>
                  </a:lnTo>
                  <a:lnTo>
                    <a:pt x="1695508" y="1603664"/>
                  </a:lnTo>
                  <a:lnTo>
                    <a:pt x="1767130" y="1652011"/>
                  </a:lnTo>
                  <a:lnTo>
                    <a:pt x="1838753" y="1699114"/>
                  </a:lnTo>
                  <a:lnTo>
                    <a:pt x="1910375" y="1745007"/>
                  </a:lnTo>
                  <a:lnTo>
                    <a:pt x="1981998" y="1789719"/>
                  </a:lnTo>
                  <a:lnTo>
                    <a:pt x="2053620" y="1833281"/>
                  </a:lnTo>
                  <a:lnTo>
                    <a:pt x="2125243" y="1875724"/>
                  </a:lnTo>
                  <a:lnTo>
                    <a:pt x="2196865" y="1917075"/>
                  </a:lnTo>
                  <a:lnTo>
                    <a:pt x="2268488" y="1957362"/>
                  </a:lnTo>
                  <a:lnTo>
                    <a:pt x="2340110" y="1996613"/>
                  </a:lnTo>
                  <a:lnTo>
                    <a:pt x="2411733" y="2034856"/>
                  </a:lnTo>
                  <a:lnTo>
                    <a:pt x="2483355" y="2072114"/>
                  </a:lnTo>
                  <a:lnTo>
                    <a:pt x="2554978" y="2108415"/>
                  </a:lnTo>
                  <a:lnTo>
                    <a:pt x="2626600" y="2143782"/>
                  </a:lnTo>
                  <a:lnTo>
                    <a:pt x="2698223" y="2178239"/>
                  </a:lnTo>
                  <a:lnTo>
                    <a:pt x="2769846" y="2211811"/>
                  </a:lnTo>
                  <a:lnTo>
                    <a:pt x="2841468" y="2244519"/>
                  </a:lnTo>
                  <a:lnTo>
                    <a:pt x="2913091" y="2276386"/>
                  </a:lnTo>
                  <a:lnTo>
                    <a:pt x="2984713" y="2307434"/>
                  </a:lnTo>
                  <a:lnTo>
                    <a:pt x="3056336" y="2337683"/>
                  </a:lnTo>
                  <a:lnTo>
                    <a:pt x="3127958" y="2367155"/>
                  </a:lnTo>
                  <a:lnTo>
                    <a:pt x="3199581" y="2395868"/>
                  </a:lnTo>
                  <a:lnTo>
                    <a:pt x="3271203" y="2423843"/>
                  </a:lnTo>
                  <a:lnTo>
                    <a:pt x="3342826" y="2451099"/>
                  </a:lnTo>
                  <a:lnTo>
                    <a:pt x="3414448" y="2477654"/>
                  </a:lnTo>
                  <a:lnTo>
                    <a:pt x="3486071" y="2503526"/>
                  </a:lnTo>
                  <a:lnTo>
                    <a:pt x="3557693" y="2528732"/>
                  </a:lnTo>
                  <a:lnTo>
                    <a:pt x="3629316" y="2553291"/>
                  </a:lnTo>
                  <a:lnTo>
                    <a:pt x="3700938" y="2577218"/>
                  </a:lnTo>
                  <a:lnTo>
                    <a:pt x="3772561" y="2600530"/>
                  </a:lnTo>
                  <a:lnTo>
                    <a:pt x="3844183" y="2623242"/>
                  </a:lnTo>
                  <a:lnTo>
                    <a:pt x="3915806" y="2645370"/>
                  </a:lnTo>
                  <a:lnTo>
                    <a:pt x="3987428" y="2666929"/>
                  </a:lnTo>
                  <a:lnTo>
                    <a:pt x="4059051" y="2687934"/>
                  </a:lnTo>
                  <a:lnTo>
                    <a:pt x="4130673" y="2708398"/>
                  </a:lnTo>
                  <a:lnTo>
                    <a:pt x="4202296" y="2728337"/>
                  </a:lnTo>
                  <a:lnTo>
                    <a:pt x="4273919" y="2747762"/>
                  </a:lnTo>
                  <a:lnTo>
                    <a:pt x="4345541" y="2766688"/>
                  </a:lnTo>
                  <a:lnTo>
                    <a:pt x="4417164" y="2785128"/>
                  </a:lnTo>
                  <a:lnTo>
                    <a:pt x="4488786" y="2803093"/>
                  </a:lnTo>
                  <a:lnTo>
                    <a:pt x="4560409" y="2820596"/>
                  </a:lnTo>
                  <a:lnTo>
                    <a:pt x="4632031" y="2837649"/>
                  </a:lnTo>
                  <a:lnTo>
                    <a:pt x="4703654" y="2854264"/>
                  </a:lnTo>
                  <a:lnTo>
                    <a:pt x="4775276" y="2870451"/>
                  </a:lnTo>
                  <a:lnTo>
                    <a:pt x="4846899" y="2886222"/>
                  </a:lnTo>
                  <a:lnTo>
                    <a:pt x="4918521" y="2901588"/>
                  </a:lnTo>
                  <a:lnTo>
                    <a:pt x="4990144" y="2916558"/>
                  </a:lnTo>
                  <a:lnTo>
                    <a:pt x="5061766" y="2931144"/>
                  </a:lnTo>
                  <a:lnTo>
                    <a:pt x="5133389" y="2945354"/>
                  </a:lnTo>
                  <a:lnTo>
                    <a:pt x="5205011" y="2959199"/>
                  </a:lnTo>
                  <a:lnTo>
                    <a:pt x="5276634" y="2972688"/>
                  </a:lnTo>
                  <a:lnTo>
                    <a:pt x="5348256" y="2985830"/>
                  </a:lnTo>
                  <a:lnTo>
                    <a:pt x="5419879" y="2998634"/>
                  </a:lnTo>
                  <a:lnTo>
                    <a:pt x="5491501" y="3011109"/>
                  </a:lnTo>
                  <a:lnTo>
                    <a:pt x="5563124" y="3023263"/>
                  </a:lnTo>
                  <a:lnTo>
                    <a:pt x="5634747" y="3035104"/>
                  </a:lnTo>
                  <a:lnTo>
                    <a:pt x="5706369" y="3046641"/>
                  </a:lnTo>
                  <a:lnTo>
                    <a:pt x="5777992" y="3057881"/>
                  </a:lnTo>
                  <a:lnTo>
                    <a:pt x="5849614" y="3068833"/>
                  </a:lnTo>
                  <a:lnTo>
                    <a:pt x="5921237" y="3079502"/>
                  </a:lnTo>
                  <a:lnTo>
                    <a:pt x="5992859" y="3089898"/>
                  </a:lnTo>
                  <a:lnTo>
                    <a:pt x="6064482" y="3100026"/>
                  </a:lnTo>
                  <a:lnTo>
                    <a:pt x="6136104" y="31098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(0.93-1.01)  |  per IQR (Δ = 18.2): 0.54 (0.25-1.20)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2026-05-22T10:43:07Z</dcterms:modified>
  <cp:category/>
</cp:coreProperties>
</file>