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39135"/>
            </a:xfrm>
            <a:custGeom>
              <a:avLst/>
              <a:pathLst>
                <a:path w="7090630" h="3339135">
                  <a:moveTo>
                    <a:pt x="3100109" y="0"/>
                  </a:moveTo>
                  <a:lnTo>
                    <a:pt x="3151391" y="140658"/>
                  </a:lnTo>
                  <a:lnTo>
                    <a:pt x="3223013" y="326206"/>
                  </a:lnTo>
                  <a:lnTo>
                    <a:pt x="3294636" y="501457"/>
                  </a:lnTo>
                  <a:lnTo>
                    <a:pt x="3366258" y="666980"/>
                  </a:lnTo>
                  <a:lnTo>
                    <a:pt x="3437881" y="823317"/>
                  </a:lnTo>
                  <a:lnTo>
                    <a:pt x="3509503" y="970976"/>
                  </a:lnTo>
                  <a:lnTo>
                    <a:pt x="3581126" y="1110440"/>
                  </a:lnTo>
                  <a:lnTo>
                    <a:pt x="3652748" y="1242164"/>
                  </a:lnTo>
                  <a:lnTo>
                    <a:pt x="3724371" y="1366576"/>
                  </a:lnTo>
                  <a:lnTo>
                    <a:pt x="3795993" y="1484084"/>
                  </a:lnTo>
                  <a:lnTo>
                    <a:pt x="3867616" y="1595069"/>
                  </a:lnTo>
                  <a:lnTo>
                    <a:pt x="3939238" y="1699895"/>
                  </a:lnTo>
                  <a:lnTo>
                    <a:pt x="4010861" y="1798902"/>
                  </a:lnTo>
                  <a:lnTo>
                    <a:pt x="4082483" y="1892415"/>
                  </a:lnTo>
                  <a:lnTo>
                    <a:pt x="4154106" y="1980737"/>
                  </a:lnTo>
                  <a:lnTo>
                    <a:pt x="4225729" y="2064157"/>
                  </a:lnTo>
                  <a:lnTo>
                    <a:pt x="4297351" y="2142948"/>
                  </a:lnTo>
                  <a:lnTo>
                    <a:pt x="4368974" y="2217365"/>
                  </a:lnTo>
                  <a:lnTo>
                    <a:pt x="4440596" y="2287652"/>
                  </a:lnTo>
                  <a:lnTo>
                    <a:pt x="4512219" y="2354037"/>
                  </a:lnTo>
                  <a:lnTo>
                    <a:pt x="4583841" y="2416739"/>
                  </a:lnTo>
                  <a:lnTo>
                    <a:pt x="4655464" y="2475960"/>
                  </a:lnTo>
                  <a:lnTo>
                    <a:pt x="4727086" y="2531894"/>
                  </a:lnTo>
                  <a:lnTo>
                    <a:pt x="4798709" y="2584724"/>
                  </a:lnTo>
                  <a:lnTo>
                    <a:pt x="4870331" y="2634622"/>
                  </a:lnTo>
                  <a:lnTo>
                    <a:pt x="4941954" y="2658455"/>
                  </a:lnTo>
                  <a:lnTo>
                    <a:pt x="5013576" y="2665482"/>
                  </a:lnTo>
                  <a:lnTo>
                    <a:pt x="5085199" y="2672448"/>
                  </a:lnTo>
                  <a:lnTo>
                    <a:pt x="5156821" y="2679356"/>
                  </a:lnTo>
                  <a:lnTo>
                    <a:pt x="5228444" y="2686204"/>
                  </a:lnTo>
                  <a:lnTo>
                    <a:pt x="5300066" y="2692995"/>
                  </a:lnTo>
                  <a:lnTo>
                    <a:pt x="5371689" y="2699727"/>
                  </a:lnTo>
                  <a:lnTo>
                    <a:pt x="5443311" y="2706402"/>
                  </a:lnTo>
                  <a:lnTo>
                    <a:pt x="5514934" y="2713021"/>
                  </a:lnTo>
                  <a:lnTo>
                    <a:pt x="5586557" y="2719583"/>
                  </a:lnTo>
                  <a:lnTo>
                    <a:pt x="5658179" y="2726089"/>
                  </a:lnTo>
                  <a:lnTo>
                    <a:pt x="5729802" y="2732540"/>
                  </a:lnTo>
                  <a:lnTo>
                    <a:pt x="5801424" y="2738936"/>
                  </a:lnTo>
                  <a:lnTo>
                    <a:pt x="5873047" y="2745277"/>
                  </a:lnTo>
                  <a:lnTo>
                    <a:pt x="5944669" y="2751564"/>
                  </a:lnTo>
                  <a:lnTo>
                    <a:pt x="6016292" y="2757798"/>
                  </a:lnTo>
                  <a:lnTo>
                    <a:pt x="6087914" y="2763979"/>
                  </a:lnTo>
                  <a:lnTo>
                    <a:pt x="6159537" y="2770107"/>
                  </a:lnTo>
                  <a:lnTo>
                    <a:pt x="6231159" y="2776183"/>
                  </a:lnTo>
                  <a:lnTo>
                    <a:pt x="6302782" y="2782207"/>
                  </a:lnTo>
                  <a:lnTo>
                    <a:pt x="6374404" y="2788180"/>
                  </a:lnTo>
                  <a:lnTo>
                    <a:pt x="6446027" y="2794103"/>
                  </a:lnTo>
                  <a:lnTo>
                    <a:pt x="6517649" y="2799974"/>
                  </a:lnTo>
                  <a:lnTo>
                    <a:pt x="6589272" y="2805796"/>
                  </a:lnTo>
                  <a:lnTo>
                    <a:pt x="6660894" y="2811568"/>
                  </a:lnTo>
                  <a:lnTo>
                    <a:pt x="6732517" y="2817291"/>
                  </a:lnTo>
                  <a:lnTo>
                    <a:pt x="6804139" y="2822965"/>
                  </a:lnTo>
                  <a:lnTo>
                    <a:pt x="6875762" y="2828591"/>
                  </a:lnTo>
                  <a:lnTo>
                    <a:pt x="6947385" y="2834169"/>
                  </a:lnTo>
                  <a:lnTo>
                    <a:pt x="7019007" y="2839700"/>
                  </a:lnTo>
                  <a:lnTo>
                    <a:pt x="7090630" y="2845183"/>
                  </a:lnTo>
                  <a:lnTo>
                    <a:pt x="7090630" y="3339135"/>
                  </a:lnTo>
                  <a:lnTo>
                    <a:pt x="7019007" y="3330637"/>
                  </a:lnTo>
                  <a:lnTo>
                    <a:pt x="6947385" y="3321640"/>
                  </a:lnTo>
                  <a:lnTo>
                    <a:pt x="6875762" y="3312114"/>
                  </a:lnTo>
                  <a:lnTo>
                    <a:pt x="6804139" y="3302028"/>
                  </a:lnTo>
                  <a:lnTo>
                    <a:pt x="6732517" y="3291350"/>
                  </a:lnTo>
                  <a:lnTo>
                    <a:pt x="6660894" y="3280044"/>
                  </a:lnTo>
                  <a:lnTo>
                    <a:pt x="6589272" y="3268074"/>
                  </a:lnTo>
                  <a:lnTo>
                    <a:pt x="6517649" y="3255400"/>
                  </a:lnTo>
                  <a:lnTo>
                    <a:pt x="6446027" y="3241982"/>
                  </a:lnTo>
                  <a:lnTo>
                    <a:pt x="6374404" y="3227775"/>
                  </a:lnTo>
                  <a:lnTo>
                    <a:pt x="6302782" y="3212733"/>
                  </a:lnTo>
                  <a:lnTo>
                    <a:pt x="6231159" y="3196807"/>
                  </a:lnTo>
                  <a:lnTo>
                    <a:pt x="6159537" y="3179945"/>
                  </a:lnTo>
                  <a:lnTo>
                    <a:pt x="6087914" y="3162093"/>
                  </a:lnTo>
                  <a:lnTo>
                    <a:pt x="6016292" y="3143191"/>
                  </a:lnTo>
                  <a:lnTo>
                    <a:pt x="5944669" y="3123179"/>
                  </a:lnTo>
                  <a:lnTo>
                    <a:pt x="5873047" y="3101991"/>
                  </a:lnTo>
                  <a:lnTo>
                    <a:pt x="5801424" y="3079558"/>
                  </a:lnTo>
                  <a:lnTo>
                    <a:pt x="5729802" y="3055806"/>
                  </a:lnTo>
                  <a:lnTo>
                    <a:pt x="5658179" y="3030659"/>
                  </a:lnTo>
                  <a:lnTo>
                    <a:pt x="5586557" y="3004034"/>
                  </a:lnTo>
                  <a:lnTo>
                    <a:pt x="5514934" y="2975844"/>
                  </a:lnTo>
                  <a:lnTo>
                    <a:pt x="5443311" y="2945998"/>
                  </a:lnTo>
                  <a:lnTo>
                    <a:pt x="5371689" y="2914398"/>
                  </a:lnTo>
                  <a:lnTo>
                    <a:pt x="5300066" y="2880941"/>
                  </a:lnTo>
                  <a:lnTo>
                    <a:pt x="5228444" y="2845518"/>
                  </a:lnTo>
                  <a:lnTo>
                    <a:pt x="5156821" y="2808013"/>
                  </a:lnTo>
                  <a:lnTo>
                    <a:pt x="5085199" y="2768304"/>
                  </a:lnTo>
                  <a:lnTo>
                    <a:pt x="5013576" y="2726262"/>
                  </a:lnTo>
                  <a:lnTo>
                    <a:pt x="4941954" y="2681750"/>
                  </a:lnTo>
                  <a:lnTo>
                    <a:pt x="4870331" y="2651368"/>
                  </a:lnTo>
                  <a:lnTo>
                    <a:pt x="4798709" y="2644220"/>
                  </a:lnTo>
                  <a:lnTo>
                    <a:pt x="4727086" y="2637011"/>
                  </a:lnTo>
                  <a:lnTo>
                    <a:pt x="4655464" y="2629740"/>
                  </a:lnTo>
                  <a:lnTo>
                    <a:pt x="4583841" y="2622406"/>
                  </a:lnTo>
                  <a:lnTo>
                    <a:pt x="4512219" y="2615010"/>
                  </a:lnTo>
                  <a:lnTo>
                    <a:pt x="4440596" y="2607550"/>
                  </a:lnTo>
                  <a:lnTo>
                    <a:pt x="4368974" y="2600026"/>
                  </a:lnTo>
                  <a:lnTo>
                    <a:pt x="4297351" y="2592437"/>
                  </a:lnTo>
                  <a:lnTo>
                    <a:pt x="4225729" y="2584783"/>
                  </a:lnTo>
                  <a:lnTo>
                    <a:pt x="4154106" y="2577064"/>
                  </a:lnTo>
                  <a:lnTo>
                    <a:pt x="4082483" y="2569278"/>
                  </a:lnTo>
                  <a:lnTo>
                    <a:pt x="4010861" y="2561425"/>
                  </a:lnTo>
                  <a:lnTo>
                    <a:pt x="3939238" y="2553505"/>
                  </a:lnTo>
                  <a:lnTo>
                    <a:pt x="3867616" y="2545517"/>
                  </a:lnTo>
                  <a:lnTo>
                    <a:pt x="3795993" y="2537460"/>
                  </a:lnTo>
                  <a:lnTo>
                    <a:pt x="3724371" y="2529334"/>
                  </a:lnTo>
                  <a:lnTo>
                    <a:pt x="3652748" y="2521138"/>
                  </a:lnTo>
                  <a:lnTo>
                    <a:pt x="3581126" y="2512872"/>
                  </a:lnTo>
                  <a:lnTo>
                    <a:pt x="3509503" y="2504535"/>
                  </a:lnTo>
                  <a:lnTo>
                    <a:pt x="3437881" y="2496127"/>
                  </a:lnTo>
                  <a:lnTo>
                    <a:pt x="3366258" y="2487646"/>
                  </a:lnTo>
                  <a:lnTo>
                    <a:pt x="3294636" y="2479092"/>
                  </a:lnTo>
                  <a:lnTo>
                    <a:pt x="3223013" y="2470465"/>
                  </a:lnTo>
                  <a:lnTo>
                    <a:pt x="3151391" y="2461763"/>
                  </a:lnTo>
                  <a:lnTo>
                    <a:pt x="3079768" y="2452988"/>
                  </a:lnTo>
                  <a:lnTo>
                    <a:pt x="3008146" y="2444136"/>
                  </a:lnTo>
                  <a:lnTo>
                    <a:pt x="2936523" y="2435209"/>
                  </a:lnTo>
                  <a:lnTo>
                    <a:pt x="2864901" y="2426205"/>
                  </a:lnTo>
                  <a:lnTo>
                    <a:pt x="2793278" y="2417124"/>
                  </a:lnTo>
                  <a:lnTo>
                    <a:pt x="2721655" y="2407964"/>
                  </a:lnTo>
                  <a:lnTo>
                    <a:pt x="2650033" y="2398726"/>
                  </a:lnTo>
                  <a:lnTo>
                    <a:pt x="2578410" y="2389409"/>
                  </a:lnTo>
                  <a:lnTo>
                    <a:pt x="2506788" y="2380012"/>
                  </a:lnTo>
                  <a:lnTo>
                    <a:pt x="2435165" y="2370534"/>
                  </a:lnTo>
                  <a:lnTo>
                    <a:pt x="2363543" y="2360974"/>
                  </a:lnTo>
                  <a:lnTo>
                    <a:pt x="2291920" y="2351333"/>
                  </a:lnTo>
                  <a:lnTo>
                    <a:pt x="2220298" y="2341609"/>
                  </a:lnTo>
                  <a:lnTo>
                    <a:pt x="2148675" y="2331801"/>
                  </a:lnTo>
                  <a:lnTo>
                    <a:pt x="2077053" y="2321909"/>
                  </a:lnTo>
                  <a:lnTo>
                    <a:pt x="2005430" y="2311932"/>
                  </a:lnTo>
                  <a:lnTo>
                    <a:pt x="1933808" y="2301869"/>
                  </a:lnTo>
                  <a:lnTo>
                    <a:pt x="1862185" y="2291720"/>
                  </a:lnTo>
                  <a:lnTo>
                    <a:pt x="1790563" y="2281484"/>
                  </a:lnTo>
                  <a:lnTo>
                    <a:pt x="1718940" y="2271160"/>
                  </a:lnTo>
                  <a:lnTo>
                    <a:pt x="1647318" y="2260747"/>
                  </a:lnTo>
                  <a:lnTo>
                    <a:pt x="1575695" y="2250245"/>
                  </a:lnTo>
                  <a:lnTo>
                    <a:pt x="1504073" y="2239653"/>
                  </a:lnTo>
                  <a:lnTo>
                    <a:pt x="1432450" y="2228970"/>
                  </a:lnTo>
                  <a:lnTo>
                    <a:pt x="1360827" y="2218195"/>
                  </a:lnTo>
                  <a:lnTo>
                    <a:pt x="1289205" y="2207327"/>
                  </a:lnTo>
                  <a:lnTo>
                    <a:pt x="1217582" y="2196366"/>
                  </a:lnTo>
                  <a:lnTo>
                    <a:pt x="1145960" y="2185311"/>
                  </a:lnTo>
                  <a:lnTo>
                    <a:pt x="1074337" y="2174161"/>
                  </a:lnTo>
                  <a:lnTo>
                    <a:pt x="1002715" y="2162916"/>
                  </a:lnTo>
                  <a:lnTo>
                    <a:pt x="931092" y="2151573"/>
                  </a:lnTo>
                  <a:lnTo>
                    <a:pt x="859470" y="2140134"/>
                  </a:lnTo>
                  <a:lnTo>
                    <a:pt x="787847" y="2128596"/>
                  </a:lnTo>
                  <a:lnTo>
                    <a:pt x="716225" y="2116959"/>
                  </a:lnTo>
                  <a:lnTo>
                    <a:pt x="644602" y="2105222"/>
                  </a:lnTo>
                  <a:lnTo>
                    <a:pt x="572980" y="2093384"/>
                  </a:lnTo>
                  <a:lnTo>
                    <a:pt x="501357" y="2081445"/>
                  </a:lnTo>
                  <a:lnTo>
                    <a:pt x="429735" y="2069403"/>
                  </a:lnTo>
                  <a:lnTo>
                    <a:pt x="358112" y="2057258"/>
                  </a:lnTo>
                  <a:lnTo>
                    <a:pt x="286490" y="2045009"/>
                  </a:lnTo>
                  <a:lnTo>
                    <a:pt x="214867" y="2032654"/>
                  </a:lnTo>
                  <a:lnTo>
                    <a:pt x="143245" y="2020193"/>
                  </a:lnTo>
                  <a:lnTo>
                    <a:pt x="71622" y="2007625"/>
                  </a:lnTo>
                  <a:lnTo>
                    <a:pt x="0" y="19949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72159" y="2073503"/>
              <a:ext cx="3990520" cy="2845183"/>
            </a:xfrm>
            <a:custGeom>
              <a:avLst/>
              <a:pathLst>
                <a:path w="3990520" h="2845183">
                  <a:moveTo>
                    <a:pt x="0" y="0"/>
                  </a:moveTo>
                  <a:lnTo>
                    <a:pt x="51281" y="140658"/>
                  </a:lnTo>
                  <a:lnTo>
                    <a:pt x="122903" y="326206"/>
                  </a:lnTo>
                  <a:lnTo>
                    <a:pt x="194526" y="501457"/>
                  </a:lnTo>
                  <a:lnTo>
                    <a:pt x="266148" y="666980"/>
                  </a:lnTo>
                  <a:lnTo>
                    <a:pt x="337771" y="823317"/>
                  </a:lnTo>
                  <a:lnTo>
                    <a:pt x="409393" y="970976"/>
                  </a:lnTo>
                  <a:lnTo>
                    <a:pt x="481016" y="1110440"/>
                  </a:lnTo>
                  <a:lnTo>
                    <a:pt x="552638" y="1242164"/>
                  </a:lnTo>
                  <a:lnTo>
                    <a:pt x="624261" y="1366576"/>
                  </a:lnTo>
                  <a:lnTo>
                    <a:pt x="695883" y="1484084"/>
                  </a:lnTo>
                  <a:lnTo>
                    <a:pt x="767506" y="1595069"/>
                  </a:lnTo>
                  <a:lnTo>
                    <a:pt x="839129" y="1699895"/>
                  </a:lnTo>
                  <a:lnTo>
                    <a:pt x="910751" y="1798902"/>
                  </a:lnTo>
                  <a:lnTo>
                    <a:pt x="982374" y="1892415"/>
                  </a:lnTo>
                  <a:lnTo>
                    <a:pt x="1053996" y="1980737"/>
                  </a:lnTo>
                  <a:lnTo>
                    <a:pt x="1125619" y="2064157"/>
                  </a:lnTo>
                  <a:lnTo>
                    <a:pt x="1197241" y="2142948"/>
                  </a:lnTo>
                  <a:lnTo>
                    <a:pt x="1268864" y="2217365"/>
                  </a:lnTo>
                  <a:lnTo>
                    <a:pt x="1340486" y="2287652"/>
                  </a:lnTo>
                  <a:lnTo>
                    <a:pt x="1412109" y="2354037"/>
                  </a:lnTo>
                  <a:lnTo>
                    <a:pt x="1483731" y="2416739"/>
                  </a:lnTo>
                  <a:lnTo>
                    <a:pt x="1555354" y="2475960"/>
                  </a:lnTo>
                  <a:lnTo>
                    <a:pt x="1626976" y="2531894"/>
                  </a:lnTo>
                  <a:lnTo>
                    <a:pt x="1698599" y="2584724"/>
                  </a:lnTo>
                  <a:lnTo>
                    <a:pt x="1770221" y="2634622"/>
                  </a:lnTo>
                  <a:lnTo>
                    <a:pt x="1841844" y="2658455"/>
                  </a:lnTo>
                  <a:lnTo>
                    <a:pt x="1913466" y="2665482"/>
                  </a:lnTo>
                  <a:lnTo>
                    <a:pt x="1985089" y="2672448"/>
                  </a:lnTo>
                  <a:lnTo>
                    <a:pt x="2056711" y="2679356"/>
                  </a:lnTo>
                  <a:lnTo>
                    <a:pt x="2128334" y="2686204"/>
                  </a:lnTo>
                  <a:lnTo>
                    <a:pt x="2199957" y="2692995"/>
                  </a:lnTo>
                  <a:lnTo>
                    <a:pt x="2271579" y="2699727"/>
                  </a:lnTo>
                  <a:lnTo>
                    <a:pt x="2343202" y="2706402"/>
                  </a:lnTo>
                  <a:lnTo>
                    <a:pt x="2414824" y="2713021"/>
                  </a:lnTo>
                  <a:lnTo>
                    <a:pt x="2486447" y="2719583"/>
                  </a:lnTo>
                  <a:lnTo>
                    <a:pt x="2558069" y="2726089"/>
                  </a:lnTo>
                  <a:lnTo>
                    <a:pt x="2629692" y="2732540"/>
                  </a:lnTo>
                  <a:lnTo>
                    <a:pt x="2701314" y="2738936"/>
                  </a:lnTo>
                  <a:lnTo>
                    <a:pt x="2772937" y="2745277"/>
                  </a:lnTo>
                  <a:lnTo>
                    <a:pt x="2844559" y="2751564"/>
                  </a:lnTo>
                  <a:lnTo>
                    <a:pt x="2916182" y="2757798"/>
                  </a:lnTo>
                  <a:lnTo>
                    <a:pt x="2987804" y="2763979"/>
                  </a:lnTo>
                  <a:lnTo>
                    <a:pt x="3059427" y="2770107"/>
                  </a:lnTo>
                  <a:lnTo>
                    <a:pt x="3131049" y="2776183"/>
                  </a:lnTo>
                  <a:lnTo>
                    <a:pt x="3202672" y="2782207"/>
                  </a:lnTo>
                  <a:lnTo>
                    <a:pt x="3274294" y="2788180"/>
                  </a:lnTo>
                  <a:lnTo>
                    <a:pt x="3345917" y="2794103"/>
                  </a:lnTo>
                  <a:lnTo>
                    <a:pt x="3417539" y="2799974"/>
                  </a:lnTo>
                  <a:lnTo>
                    <a:pt x="3489162" y="2805796"/>
                  </a:lnTo>
                  <a:lnTo>
                    <a:pt x="3560785" y="2811568"/>
                  </a:lnTo>
                  <a:lnTo>
                    <a:pt x="3632407" y="2817291"/>
                  </a:lnTo>
                  <a:lnTo>
                    <a:pt x="3704030" y="2822965"/>
                  </a:lnTo>
                  <a:lnTo>
                    <a:pt x="3775652" y="2828591"/>
                  </a:lnTo>
                  <a:lnTo>
                    <a:pt x="3847275" y="2834169"/>
                  </a:lnTo>
                  <a:lnTo>
                    <a:pt x="3918897" y="2839700"/>
                  </a:lnTo>
                  <a:lnTo>
                    <a:pt x="3990520" y="2845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68452"/>
              <a:ext cx="7090630" cy="1344185"/>
            </a:xfrm>
            <a:custGeom>
              <a:avLst/>
              <a:pathLst>
                <a:path w="7090630" h="1344185">
                  <a:moveTo>
                    <a:pt x="7090630" y="1344185"/>
                  </a:moveTo>
                  <a:lnTo>
                    <a:pt x="7019007" y="1335687"/>
                  </a:lnTo>
                  <a:lnTo>
                    <a:pt x="6947385" y="1326690"/>
                  </a:lnTo>
                  <a:lnTo>
                    <a:pt x="6875762" y="1317164"/>
                  </a:lnTo>
                  <a:lnTo>
                    <a:pt x="6804139" y="1307078"/>
                  </a:lnTo>
                  <a:lnTo>
                    <a:pt x="6732517" y="1296400"/>
                  </a:lnTo>
                  <a:lnTo>
                    <a:pt x="6660894" y="1285094"/>
                  </a:lnTo>
                  <a:lnTo>
                    <a:pt x="6589272" y="1273124"/>
                  </a:lnTo>
                  <a:lnTo>
                    <a:pt x="6517649" y="1260450"/>
                  </a:lnTo>
                  <a:lnTo>
                    <a:pt x="6446027" y="1247032"/>
                  </a:lnTo>
                  <a:lnTo>
                    <a:pt x="6374404" y="1232825"/>
                  </a:lnTo>
                  <a:lnTo>
                    <a:pt x="6302782" y="1217783"/>
                  </a:lnTo>
                  <a:lnTo>
                    <a:pt x="6231159" y="1201857"/>
                  </a:lnTo>
                  <a:lnTo>
                    <a:pt x="6159537" y="1184995"/>
                  </a:lnTo>
                  <a:lnTo>
                    <a:pt x="6087914" y="1167143"/>
                  </a:lnTo>
                  <a:lnTo>
                    <a:pt x="6016292" y="1148241"/>
                  </a:lnTo>
                  <a:lnTo>
                    <a:pt x="5944669" y="1128229"/>
                  </a:lnTo>
                  <a:lnTo>
                    <a:pt x="5873047" y="1107041"/>
                  </a:lnTo>
                  <a:lnTo>
                    <a:pt x="5801424" y="1084608"/>
                  </a:lnTo>
                  <a:lnTo>
                    <a:pt x="5729802" y="1060856"/>
                  </a:lnTo>
                  <a:lnTo>
                    <a:pt x="5658179" y="1035709"/>
                  </a:lnTo>
                  <a:lnTo>
                    <a:pt x="5586557" y="1009084"/>
                  </a:lnTo>
                  <a:lnTo>
                    <a:pt x="5514934" y="980894"/>
                  </a:lnTo>
                  <a:lnTo>
                    <a:pt x="5443311" y="951048"/>
                  </a:lnTo>
                  <a:lnTo>
                    <a:pt x="5371689" y="919448"/>
                  </a:lnTo>
                  <a:lnTo>
                    <a:pt x="5300066" y="885991"/>
                  </a:lnTo>
                  <a:lnTo>
                    <a:pt x="5228444" y="850568"/>
                  </a:lnTo>
                  <a:lnTo>
                    <a:pt x="5156821" y="813063"/>
                  </a:lnTo>
                  <a:lnTo>
                    <a:pt x="5085199" y="773354"/>
                  </a:lnTo>
                  <a:lnTo>
                    <a:pt x="5013576" y="731312"/>
                  </a:lnTo>
                  <a:lnTo>
                    <a:pt x="4941954" y="686800"/>
                  </a:lnTo>
                  <a:lnTo>
                    <a:pt x="4870331" y="656418"/>
                  </a:lnTo>
                  <a:lnTo>
                    <a:pt x="4798709" y="649270"/>
                  </a:lnTo>
                  <a:lnTo>
                    <a:pt x="4727086" y="642061"/>
                  </a:lnTo>
                  <a:lnTo>
                    <a:pt x="4655464" y="634790"/>
                  </a:lnTo>
                  <a:lnTo>
                    <a:pt x="4583841" y="627456"/>
                  </a:lnTo>
                  <a:lnTo>
                    <a:pt x="4512219" y="620060"/>
                  </a:lnTo>
                  <a:lnTo>
                    <a:pt x="4440596" y="612600"/>
                  </a:lnTo>
                  <a:lnTo>
                    <a:pt x="4368974" y="605076"/>
                  </a:lnTo>
                  <a:lnTo>
                    <a:pt x="4297351" y="597487"/>
                  </a:lnTo>
                  <a:lnTo>
                    <a:pt x="4225729" y="589833"/>
                  </a:lnTo>
                  <a:lnTo>
                    <a:pt x="4154106" y="582114"/>
                  </a:lnTo>
                  <a:lnTo>
                    <a:pt x="4082483" y="574328"/>
                  </a:lnTo>
                  <a:lnTo>
                    <a:pt x="4010861" y="566475"/>
                  </a:lnTo>
                  <a:lnTo>
                    <a:pt x="3939238" y="558555"/>
                  </a:lnTo>
                  <a:lnTo>
                    <a:pt x="3867616" y="550567"/>
                  </a:lnTo>
                  <a:lnTo>
                    <a:pt x="3795993" y="542510"/>
                  </a:lnTo>
                  <a:lnTo>
                    <a:pt x="3724371" y="534384"/>
                  </a:lnTo>
                  <a:lnTo>
                    <a:pt x="3652748" y="526188"/>
                  </a:lnTo>
                  <a:lnTo>
                    <a:pt x="3581126" y="517922"/>
                  </a:lnTo>
                  <a:lnTo>
                    <a:pt x="3509503" y="509585"/>
                  </a:lnTo>
                  <a:lnTo>
                    <a:pt x="3437881" y="501177"/>
                  </a:lnTo>
                  <a:lnTo>
                    <a:pt x="3366258" y="492696"/>
                  </a:lnTo>
                  <a:lnTo>
                    <a:pt x="3294636" y="484142"/>
                  </a:lnTo>
                  <a:lnTo>
                    <a:pt x="3223013" y="475515"/>
                  </a:lnTo>
                  <a:lnTo>
                    <a:pt x="3151391" y="466814"/>
                  </a:lnTo>
                  <a:lnTo>
                    <a:pt x="3079768" y="458038"/>
                  </a:lnTo>
                  <a:lnTo>
                    <a:pt x="3008146" y="449186"/>
                  </a:lnTo>
                  <a:lnTo>
                    <a:pt x="2936523" y="440259"/>
                  </a:lnTo>
                  <a:lnTo>
                    <a:pt x="2864901" y="431255"/>
                  </a:lnTo>
                  <a:lnTo>
                    <a:pt x="2793278" y="422174"/>
                  </a:lnTo>
                  <a:lnTo>
                    <a:pt x="2721655" y="413014"/>
                  </a:lnTo>
                  <a:lnTo>
                    <a:pt x="2650033" y="403776"/>
                  </a:lnTo>
                  <a:lnTo>
                    <a:pt x="2578410" y="394459"/>
                  </a:lnTo>
                  <a:lnTo>
                    <a:pt x="2506788" y="385062"/>
                  </a:lnTo>
                  <a:lnTo>
                    <a:pt x="2435165" y="375584"/>
                  </a:lnTo>
                  <a:lnTo>
                    <a:pt x="2363543" y="366024"/>
                  </a:lnTo>
                  <a:lnTo>
                    <a:pt x="2291920" y="356383"/>
                  </a:lnTo>
                  <a:lnTo>
                    <a:pt x="2220298" y="346659"/>
                  </a:lnTo>
                  <a:lnTo>
                    <a:pt x="2148675" y="336851"/>
                  </a:lnTo>
                  <a:lnTo>
                    <a:pt x="2077053" y="326959"/>
                  </a:lnTo>
                  <a:lnTo>
                    <a:pt x="2005430" y="316982"/>
                  </a:lnTo>
                  <a:lnTo>
                    <a:pt x="1933808" y="306919"/>
                  </a:lnTo>
                  <a:lnTo>
                    <a:pt x="1862185" y="296770"/>
                  </a:lnTo>
                  <a:lnTo>
                    <a:pt x="1790563" y="286534"/>
                  </a:lnTo>
                  <a:lnTo>
                    <a:pt x="1718940" y="276210"/>
                  </a:lnTo>
                  <a:lnTo>
                    <a:pt x="1647318" y="265797"/>
                  </a:lnTo>
                  <a:lnTo>
                    <a:pt x="1575695" y="255295"/>
                  </a:lnTo>
                  <a:lnTo>
                    <a:pt x="1504073" y="244703"/>
                  </a:lnTo>
                  <a:lnTo>
                    <a:pt x="1432450" y="234020"/>
                  </a:lnTo>
                  <a:lnTo>
                    <a:pt x="1360827" y="223245"/>
                  </a:lnTo>
                  <a:lnTo>
                    <a:pt x="1289205" y="212377"/>
                  </a:lnTo>
                  <a:lnTo>
                    <a:pt x="1217582" y="201416"/>
                  </a:lnTo>
                  <a:lnTo>
                    <a:pt x="1145960" y="190361"/>
                  </a:lnTo>
                  <a:lnTo>
                    <a:pt x="1074337" y="179211"/>
                  </a:lnTo>
                  <a:lnTo>
                    <a:pt x="1002715" y="167966"/>
                  </a:lnTo>
                  <a:lnTo>
                    <a:pt x="931092" y="156624"/>
                  </a:lnTo>
                  <a:lnTo>
                    <a:pt x="859470" y="145184"/>
                  </a:lnTo>
                  <a:lnTo>
                    <a:pt x="787847" y="133646"/>
                  </a:lnTo>
                  <a:lnTo>
                    <a:pt x="716225" y="122009"/>
                  </a:lnTo>
                  <a:lnTo>
                    <a:pt x="644602" y="110272"/>
                  </a:lnTo>
                  <a:lnTo>
                    <a:pt x="572980" y="98435"/>
                  </a:lnTo>
                  <a:lnTo>
                    <a:pt x="501357" y="86495"/>
                  </a:lnTo>
                  <a:lnTo>
                    <a:pt x="429735" y="74453"/>
                  </a:lnTo>
                  <a:lnTo>
                    <a:pt x="358112" y="62308"/>
                  </a:lnTo>
                  <a:lnTo>
                    <a:pt x="286490" y="50059"/>
                  </a:lnTo>
                  <a:lnTo>
                    <a:pt x="214867" y="37704"/>
                  </a:lnTo>
                  <a:lnTo>
                    <a:pt x="143245" y="25243"/>
                  </a:lnTo>
                  <a:lnTo>
                    <a:pt x="71622" y="126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40845" y="2073503"/>
              <a:ext cx="5321834" cy="3179866"/>
            </a:xfrm>
            <a:custGeom>
              <a:avLst/>
              <a:pathLst>
                <a:path w="5321834" h="3179866">
                  <a:moveTo>
                    <a:pt x="0" y="0"/>
                  </a:moveTo>
                  <a:lnTo>
                    <a:pt x="21767" y="34977"/>
                  </a:lnTo>
                  <a:lnTo>
                    <a:pt x="93389" y="146349"/>
                  </a:lnTo>
                  <a:lnTo>
                    <a:pt x="165012" y="254124"/>
                  </a:lnTo>
                  <a:lnTo>
                    <a:pt x="236634" y="358419"/>
                  </a:lnTo>
                  <a:lnTo>
                    <a:pt x="308257" y="459346"/>
                  </a:lnTo>
                  <a:lnTo>
                    <a:pt x="379879" y="557014"/>
                  </a:lnTo>
                  <a:lnTo>
                    <a:pt x="451502" y="651528"/>
                  </a:lnTo>
                  <a:lnTo>
                    <a:pt x="523124" y="742989"/>
                  </a:lnTo>
                  <a:lnTo>
                    <a:pt x="594747" y="831497"/>
                  </a:lnTo>
                  <a:lnTo>
                    <a:pt x="666369" y="917147"/>
                  </a:lnTo>
                  <a:lnTo>
                    <a:pt x="737992" y="1000031"/>
                  </a:lnTo>
                  <a:lnTo>
                    <a:pt x="809615" y="1080238"/>
                  </a:lnTo>
                  <a:lnTo>
                    <a:pt x="881237" y="1157855"/>
                  </a:lnTo>
                  <a:lnTo>
                    <a:pt x="952860" y="1232966"/>
                  </a:lnTo>
                  <a:lnTo>
                    <a:pt x="1024482" y="1305651"/>
                  </a:lnTo>
                  <a:lnTo>
                    <a:pt x="1096105" y="1375989"/>
                  </a:lnTo>
                  <a:lnTo>
                    <a:pt x="1167727" y="1444055"/>
                  </a:lnTo>
                  <a:lnTo>
                    <a:pt x="1239350" y="1509923"/>
                  </a:lnTo>
                  <a:lnTo>
                    <a:pt x="1310972" y="1573665"/>
                  </a:lnTo>
                  <a:lnTo>
                    <a:pt x="1382595" y="1635347"/>
                  </a:lnTo>
                  <a:lnTo>
                    <a:pt x="1454217" y="1695038"/>
                  </a:lnTo>
                  <a:lnTo>
                    <a:pt x="1525840" y="1752801"/>
                  </a:lnTo>
                  <a:lnTo>
                    <a:pt x="1597462" y="1808699"/>
                  </a:lnTo>
                  <a:lnTo>
                    <a:pt x="1669085" y="1862792"/>
                  </a:lnTo>
                  <a:lnTo>
                    <a:pt x="1740707" y="1915138"/>
                  </a:lnTo>
                  <a:lnTo>
                    <a:pt x="1812330" y="1965793"/>
                  </a:lnTo>
                  <a:lnTo>
                    <a:pt x="1883952" y="2014813"/>
                  </a:lnTo>
                  <a:lnTo>
                    <a:pt x="1955575" y="2062250"/>
                  </a:lnTo>
                  <a:lnTo>
                    <a:pt x="2027197" y="2108154"/>
                  </a:lnTo>
                  <a:lnTo>
                    <a:pt x="2098820" y="2152577"/>
                  </a:lnTo>
                  <a:lnTo>
                    <a:pt x="2170443" y="2195565"/>
                  </a:lnTo>
                  <a:lnTo>
                    <a:pt x="2242065" y="2237164"/>
                  </a:lnTo>
                  <a:lnTo>
                    <a:pt x="2313688" y="2277420"/>
                  </a:lnTo>
                  <a:lnTo>
                    <a:pt x="2385310" y="2316377"/>
                  </a:lnTo>
                  <a:lnTo>
                    <a:pt x="2456933" y="2354075"/>
                  </a:lnTo>
                  <a:lnTo>
                    <a:pt x="2528555" y="2390555"/>
                  </a:lnTo>
                  <a:lnTo>
                    <a:pt x="2600178" y="2425858"/>
                  </a:lnTo>
                  <a:lnTo>
                    <a:pt x="2671800" y="2460021"/>
                  </a:lnTo>
                  <a:lnTo>
                    <a:pt x="2743423" y="2493080"/>
                  </a:lnTo>
                  <a:lnTo>
                    <a:pt x="2815045" y="2525072"/>
                  </a:lnTo>
                  <a:lnTo>
                    <a:pt x="2886668" y="2556031"/>
                  </a:lnTo>
                  <a:lnTo>
                    <a:pt x="2958290" y="2585990"/>
                  </a:lnTo>
                  <a:lnTo>
                    <a:pt x="3029913" y="2614981"/>
                  </a:lnTo>
                  <a:lnTo>
                    <a:pt x="3101535" y="2643037"/>
                  </a:lnTo>
                  <a:lnTo>
                    <a:pt x="3173158" y="2670186"/>
                  </a:lnTo>
                  <a:lnTo>
                    <a:pt x="3244780" y="2696458"/>
                  </a:lnTo>
                  <a:lnTo>
                    <a:pt x="3316403" y="2721882"/>
                  </a:lnTo>
                  <a:lnTo>
                    <a:pt x="3388025" y="2746485"/>
                  </a:lnTo>
                  <a:lnTo>
                    <a:pt x="3459648" y="2770294"/>
                  </a:lnTo>
                  <a:lnTo>
                    <a:pt x="3531271" y="2793334"/>
                  </a:lnTo>
                  <a:lnTo>
                    <a:pt x="3602893" y="2815629"/>
                  </a:lnTo>
                  <a:lnTo>
                    <a:pt x="3674516" y="2837205"/>
                  </a:lnTo>
                  <a:lnTo>
                    <a:pt x="3746138" y="2858084"/>
                  </a:lnTo>
                  <a:lnTo>
                    <a:pt x="3817761" y="2878289"/>
                  </a:lnTo>
                  <a:lnTo>
                    <a:pt x="3889383" y="2897841"/>
                  </a:lnTo>
                  <a:lnTo>
                    <a:pt x="3961006" y="2916762"/>
                  </a:lnTo>
                  <a:lnTo>
                    <a:pt x="4032628" y="2935071"/>
                  </a:lnTo>
                  <a:lnTo>
                    <a:pt x="4104251" y="2952790"/>
                  </a:lnTo>
                  <a:lnTo>
                    <a:pt x="4175873" y="2969936"/>
                  </a:lnTo>
                  <a:lnTo>
                    <a:pt x="4247496" y="2986529"/>
                  </a:lnTo>
                  <a:lnTo>
                    <a:pt x="4319118" y="3002586"/>
                  </a:lnTo>
                  <a:lnTo>
                    <a:pt x="4390741" y="3018124"/>
                  </a:lnTo>
                  <a:lnTo>
                    <a:pt x="4462363" y="3033160"/>
                  </a:lnTo>
                  <a:lnTo>
                    <a:pt x="4533986" y="3047711"/>
                  </a:lnTo>
                  <a:lnTo>
                    <a:pt x="4605608" y="3061792"/>
                  </a:lnTo>
                  <a:lnTo>
                    <a:pt x="4677231" y="3075419"/>
                  </a:lnTo>
                  <a:lnTo>
                    <a:pt x="4748853" y="3088605"/>
                  </a:lnTo>
                  <a:lnTo>
                    <a:pt x="4820476" y="3101365"/>
                  </a:lnTo>
                  <a:lnTo>
                    <a:pt x="4892099" y="3113714"/>
                  </a:lnTo>
                  <a:lnTo>
                    <a:pt x="4963721" y="3125663"/>
                  </a:lnTo>
                  <a:lnTo>
                    <a:pt x="5035344" y="3137227"/>
                  </a:lnTo>
                  <a:lnTo>
                    <a:pt x="5106966" y="3148417"/>
                  </a:lnTo>
                  <a:lnTo>
                    <a:pt x="5178589" y="3159246"/>
                  </a:lnTo>
                  <a:lnTo>
                    <a:pt x="5250211" y="3169725"/>
                  </a:lnTo>
                  <a:lnTo>
                    <a:pt x="5321834" y="31798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(0.93-0.99)  |  per IQR (Δ = 18.2): 0.46 (0.26-0.82)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2026-05-22T10:32:39Z</dcterms:modified>
  <cp:category/>
</cp:coreProperties>
</file>