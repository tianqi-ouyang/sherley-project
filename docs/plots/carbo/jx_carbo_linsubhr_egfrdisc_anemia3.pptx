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7475"/>
            </a:xfrm>
            <a:custGeom>
              <a:avLst/>
              <a:pathLst>
                <a:path w="7090630" h="3357475">
                  <a:moveTo>
                    <a:pt x="3229565" y="0"/>
                  </a:moveTo>
                  <a:lnTo>
                    <a:pt x="3294636" y="189930"/>
                  </a:lnTo>
                  <a:lnTo>
                    <a:pt x="3366258" y="386505"/>
                  </a:lnTo>
                  <a:lnTo>
                    <a:pt x="3437881" y="571350"/>
                  </a:lnTo>
                  <a:lnTo>
                    <a:pt x="3509503" y="745162"/>
                  </a:lnTo>
                  <a:lnTo>
                    <a:pt x="3581126" y="908602"/>
                  </a:lnTo>
                  <a:lnTo>
                    <a:pt x="3652748" y="1062287"/>
                  </a:lnTo>
                  <a:lnTo>
                    <a:pt x="3724371" y="1206800"/>
                  </a:lnTo>
                  <a:lnTo>
                    <a:pt x="3795993" y="1342689"/>
                  </a:lnTo>
                  <a:lnTo>
                    <a:pt x="3867616" y="1470468"/>
                  </a:lnTo>
                  <a:lnTo>
                    <a:pt x="3939238" y="1590621"/>
                  </a:lnTo>
                  <a:lnTo>
                    <a:pt x="4010861" y="1703603"/>
                  </a:lnTo>
                  <a:lnTo>
                    <a:pt x="4082483" y="1809843"/>
                  </a:lnTo>
                  <a:lnTo>
                    <a:pt x="4154106" y="1909742"/>
                  </a:lnTo>
                  <a:lnTo>
                    <a:pt x="4225729" y="2003679"/>
                  </a:lnTo>
                  <a:lnTo>
                    <a:pt x="4297351" y="2092010"/>
                  </a:lnTo>
                  <a:lnTo>
                    <a:pt x="4368974" y="2175069"/>
                  </a:lnTo>
                  <a:lnTo>
                    <a:pt x="4440596" y="2253171"/>
                  </a:lnTo>
                  <a:lnTo>
                    <a:pt x="4512219" y="2326612"/>
                  </a:lnTo>
                  <a:lnTo>
                    <a:pt x="4583841" y="2395670"/>
                  </a:lnTo>
                  <a:lnTo>
                    <a:pt x="4655464" y="2460607"/>
                  </a:lnTo>
                  <a:lnTo>
                    <a:pt x="4727086" y="2521668"/>
                  </a:lnTo>
                  <a:lnTo>
                    <a:pt x="4798709" y="2579085"/>
                  </a:lnTo>
                  <a:lnTo>
                    <a:pt x="4870331" y="2633076"/>
                  </a:lnTo>
                  <a:lnTo>
                    <a:pt x="4941954" y="2657060"/>
                  </a:lnTo>
                  <a:lnTo>
                    <a:pt x="5013576" y="2661747"/>
                  </a:lnTo>
                  <a:lnTo>
                    <a:pt x="5085199" y="2666408"/>
                  </a:lnTo>
                  <a:lnTo>
                    <a:pt x="5156821" y="2671042"/>
                  </a:lnTo>
                  <a:lnTo>
                    <a:pt x="5228444" y="2675650"/>
                  </a:lnTo>
                  <a:lnTo>
                    <a:pt x="5300066" y="2680232"/>
                  </a:lnTo>
                  <a:lnTo>
                    <a:pt x="5371689" y="2684788"/>
                  </a:lnTo>
                  <a:lnTo>
                    <a:pt x="5443311" y="2689318"/>
                  </a:lnTo>
                  <a:lnTo>
                    <a:pt x="5514934" y="2693823"/>
                  </a:lnTo>
                  <a:lnTo>
                    <a:pt x="5586557" y="2698302"/>
                  </a:lnTo>
                  <a:lnTo>
                    <a:pt x="5658179" y="2702755"/>
                  </a:lnTo>
                  <a:lnTo>
                    <a:pt x="5729802" y="2707183"/>
                  </a:lnTo>
                  <a:lnTo>
                    <a:pt x="5801424" y="2711587"/>
                  </a:lnTo>
                  <a:lnTo>
                    <a:pt x="5873047" y="2715965"/>
                  </a:lnTo>
                  <a:lnTo>
                    <a:pt x="5944669" y="2720318"/>
                  </a:lnTo>
                  <a:lnTo>
                    <a:pt x="6016292" y="2724647"/>
                  </a:lnTo>
                  <a:lnTo>
                    <a:pt x="6087914" y="2728951"/>
                  </a:lnTo>
                  <a:lnTo>
                    <a:pt x="6159537" y="2733231"/>
                  </a:lnTo>
                  <a:lnTo>
                    <a:pt x="6231159" y="2737486"/>
                  </a:lnTo>
                  <a:lnTo>
                    <a:pt x="6302782" y="2741717"/>
                  </a:lnTo>
                  <a:lnTo>
                    <a:pt x="6374404" y="2745925"/>
                  </a:lnTo>
                  <a:lnTo>
                    <a:pt x="6446027" y="2750108"/>
                  </a:lnTo>
                  <a:lnTo>
                    <a:pt x="6517649" y="2754268"/>
                  </a:lnTo>
                  <a:lnTo>
                    <a:pt x="6589272" y="2758404"/>
                  </a:lnTo>
                  <a:lnTo>
                    <a:pt x="6660894" y="2762517"/>
                  </a:lnTo>
                  <a:lnTo>
                    <a:pt x="6732517" y="2766606"/>
                  </a:lnTo>
                  <a:lnTo>
                    <a:pt x="6804139" y="2770672"/>
                  </a:lnTo>
                  <a:lnTo>
                    <a:pt x="6875762" y="2774716"/>
                  </a:lnTo>
                  <a:lnTo>
                    <a:pt x="6947385" y="2778736"/>
                  </a:lnTo>
                  <a:lnTo>
                    <a:pt x="7019007" y="2782733"/>
                  </a:lnTo>
                  <a:lnTo>
                    <a:pt x="7090630" y="2786708"/>
                  </a:lnTo>
                  <a:lnTo>
                    <a:pt x="7090630" y="3357475"/>
                  </a:lnTo>
                  <a:lnTo>
                    <a:pt x="7019007" y="3349461"/>
                  </a:lnTo>
                  <a:lnTo>
                    <a:pt x="6947385" y="3340938"/>
                  </a:lnTo>
                  <a:lnTo>
                    <a:pt x="6875762" y="3331875"/>
                  </a:lnTo>
                  <a:lnTo>
                    <a:pt x="6804139" y="3322236"/>
                  </a:lnTo>
                  <a:lnTo>
                    <a:pt x="6732517" y="3311985"/>
                  </a:lnTo>
                  <a:lnTo>
                    <a:pt x="6660894" y="3301084"/>
                  </a:lnTo>
                  <a:lnTo>
                    <a:pt x="6589272" y="3289490"/>
                  </a:lnTo>
                  <a:lnTo>
                    <a:pt x="6517649" y="3277161"/>
                  </a:lnTo>
                  <a:lnTo>
                    <a:pt x="6446027" y="3264050"/>
                  </a:lnTo>
                  <a:lnTo>
                    <a:pt x="6374404" y="3250106"/>
                  </a:lnTo>
                  <a:lnTo>
                    <a:pt x="6302782" y="3235277"/>
                  </a:lnTo>
                  <a:lnTo>
                    <a:pt x="6231159" y="3219507"/>
                  </a:lnTo>
                  <a:lnTo>
                    <a:pt x="6159537" y="3202737"/>
                  </a:lnTo>
                  <a:lnTo>
                    <a:pt x="6087914" y="3184902"/>
                  </a:lnTo>
                  <a:lnTo>
                    <a:pt x="6016292" y="3165934"/>
                  </a:lnTo>
                  <a:lnTo>
                    <a:pt x="5944669" y="3145764"/>
                  </a:lnTo>
                  <a:lnTo>
                    <a:pt x="5873047" y="3124312"/>
                  </a:lnTo>
                  <a:lnTo>
                    <a:pt x="5801424" y="3101500"/>
                  </a:lnTo>
                  <a:lnTo>
                    <a:pt x="5729802" y="3077239"/>
                  </a:lnTo>
                  <a:lnTo>
                    <a:pt x="5658179" y="3051439"/>
                  </a:lnTo>
                  <a:lnTo>
                    <a:pt x="5586557" y="3024002"/>
                  </a:lnTo>
                  <a:lnTo>
                    <a:pt x="5514934" y="2994822"/>
                  </a:lnTo>
                  <a:lnTo>
                    <a:pt x="5443311" y="2963791"/>
                  </a:lnTo>
                  <a:lnTo>
                    <a:pt x="5371689" y="2930791"/>
                  </a:lnTo>
                  <a:lnTo>
                    <a:pt x="5300066" y="2895696"/>
                  </a:lnTo>
                  <a:lnTo>
                    <a:pt x="5228444" y="2858373"/>
                  </a:lnTo>
                  <a:lnTo>
                    <a:pt x="5156821" y="2818682"/>
                  </a:lnTo>
                  <a:lnTo>
                    <a:pt x="5085199" y="2776472"/>
                  </a:lnTo>
                  <a:lnTo>
                    <a:pt x="5013576" y="2731582"/>
                  </a:lnTo>
                  <a:lnTo>
                    <a:pt x="4941954" y="2683844"/>
                  </a:lnTo>
                  <a:lnTo>
                    <a:pt x="4870331" y="2652346"/>
                  </a:lnTo>
                  <a:lnTo>
                    <a:pt x="4798709" y="2647605"/>
                  </a:lnTo>
                  <a:lnTo>
                    <a:pt x="4727086" y="2642837"/>
                  </a:lnTo>
                  <a:lnTo>
                    <a:pt x="4655464" y="2638041"/>
                  </a:lnTo>
                  <a:lnTo>
                    <a:pt x="4583841" y="2633219"/>
                  </a:lnTo>
                  <a:lnTo>
                    <a:pt x="4512219" y="2628369"/>
                  </a:lnTo>
                  <a:lnTo>
                    <a:pt x="4440596" y="2623491"/>
                  </a:lnTo>
                  <a:lnTo>
                    <a:pt x="4368974" y="2618586"/>
                  </a:lnTo>
                  <a:lnTo>
                    <a:pt x="4297351" y="2613652"/>
                  </a:lnTo>
                  <a:lnTo>
                    <a:pt x="4225729" y="2608691"/>
                  </a:lnTo>
                  <a:lnTo>
                    <a:pt x="4154106" y="2603701"/>
                  </a:lnTo>
                  <a:lnTo>
                    <a:pt x="4082483" y="2598682"/>
                  </a:lnTo>
                  <a:lnTo>
                    <a:pt x="4010861" y="2593635"/>
                  </a:lnTo>
                  <a:lnTo>
                    <a:pt x="3939238" y="2588560"/>
                  </a:lnTo>
                  <a:lnTo>
                    <a:pt x="3867616" y="2583455"/>
                  </a:lnTo>
                  <a:lnTo>
                    <a:pt x="3795993" y="2578321"/>
                  </a:lnTo>
                  <a:lnTo>
                    <a:pt x="3724371" y="2573158"/>
                  </a:lnTo>
                  <a:lnTo>
                    <a:pt x="3652748" y="2567966"/>
                  </a:lnTo>
                  <a:lnTo>
                    <a:pt x="3581126" y="2562743"/>
                  </a:lnTo>
                  <a:lnTo>
                    <a:pt x="3509503" y="2557492"/>
                  </a:lnTo>
                  <a:lnTo>
                    <a:pt x="3437881" y="2552210"/>
                  </a:lnTo>
                  <a:lnTo>
                    <a:pt x="3366258" y="2546898"/>
                  </a:lnTo>
                  <a:lnTo>
                    <a:pt x="3294636" y="2541555"/>
                  </a:lnTo>
                  <a:lnTo>
                    <a:pt x="3223013" y="2536183"/>
                  </a:lnTo>
                  <a:lnTo>
                    <a:pt x="3151391" y="2530779"/>
                  </a:lnTo>
                  <a:lnTo>
                    <a:pt x="3079768" y="2525345"/>
                  </a:lnTo>
                  <a:lnTo>
                    <a:pt x="3008146" y="2519880"/>
                  </a:lnTo>
                  <a:lnTo>
                    <a:pt x="2936523" y="2514384"/>
                  </a:lnTo>
                  <a:lnTo>
                    <a:pt x="2864901" y="2508856"/>
                  </a:lnTo>
                  <a:lnTo>
                    <a:pt x="2793278" y="2503297"/>
                  </a:lnTo>
                  <a:lnTo>
                    <a:pt x="2721655" y="2497706"/>
                  </a:lnTo>
                  <a:lnTo>
                    <a:pt x="2650033" y="2492083"/>
                  </a:lnTo>
                  <a:lnTo>
                    <a:pt x="2578410" y="2486428"/>
                  </a:lnTo>
                  <a:lnTo>
                    <a:pt x="2506788" y="2480741"/>
                  </a:lnTo>
                  <a:lnTo>
                    <a:pt x="2435165" y="2475022"/>
                  </a:lnTo>
                  <a:lnTo>
                    <a:pt x="2363543" y="2469270"/>
                  </a:lnTo>
                  <a:lnTo>
                    <a:pt x="2291920" y="2463485"/>
                  </a:lnTo>
                  <a:lnTo>
                    <a:pt x="2220298" y="2457667"/>
                  </a:lnTo>
                  <a:lnTo>
                    <a:pt x="2148675" y="2451816"/>
                  </a:lnTo>
                  <a:lnTo>
                    <a:pt x="2077053" y="2445931"/>
                  </a:lnTo>
                  <a:lnTo>
                    <a:pt x="2005430" y="2440013"/>
                  </a:lnTo>
                  <a:lnTo>
                    <a:pt x="1933808" y="2434061"/>
                  </a:lnTo>
                  <a:lnTo>
                    <a:pt x="1862185" y="2428076"/>
                  </a:lnTo>
                  <a:lnTo>
                    <a:pt x="1790563" y="2422056"/>
                  </a:lnTo>
                  <a:lnTo>
                    <a:pt x="1718940" y="2416002"/>
                  </a:lnTo>
                  <a:lnTo>
                    <a:pt x="1647318" y="2409913"/>
                  </a:lnTo>
                  <a:lnTo>
                    <a:pt x="1575695" y="2403790"/>
                  </a:lnTo>
                  <a:lnTo>
                    <a:pt x="1504073" y="2397631"/>
                  </a:lnTo>
                  <a:lnTo>
                    <a:pt x="1432450" y="2391438"/>
                  </a:lnTo>
                  <a:lnTo>
                    <a:pt x="1360827" y="2385209"/>
                  </a:lnTo>
                  <a:lnTo>
                    <a:pt x="1289205" y="2378945"/>
                  </a:lnTo>
                  <a:lnTo>
                    <a:pt x="1217582" y="2372645"/>
                  </a:lnTo>
                  <a:lnTo>
                    <a:pt x="1145960" y="2366309"/>
                  </a:lnTo>
                  <a:lnTo>
                    <a:pt x="1074337" y="2359937"/>
                  </a:lnTo>
                  <a:lnTo>
                    <a:pt x="1002715" y="2353528"/>
                  </a:lnTo>
                  <a:lnTo>
                    <a:pt x="931092" y="2347083"/>
                  </a:lnTo>
                  <a:lnTo>
                    <a:pt x="859470" y="2340602"/>
                  </a:lnTo>
                  <a:lnTo>
                    <a:pt x="787847" y="2334083"/>
                  </a:lnTo>
                  <a:lnTo>
                    <a:pt x="716225" y="2327527"/>
                  </a:lnTo>
                  <a:lnTo>
                    <a:pt x="644602" y="2320934"/>
                  </a:lnTo>
                  <a:lnTo>
                    <a:pt x="572980" y="2314303"/>
                  </a:lnTo>
                  <a:lnTo>
                    <a:pt x="501357" y="2307635"/>
                  </a:lnTo>
                  <a:lnTo>
                    <a:pt x="429735" y="2300928"/>
                  </a:lnTo>
                  <a:lnTo>
                    <a:pt x="358112" y="2294183"/>
                  </a:lnTo>
                  <a:lnTo>
                    <a:pt x="286490" y="2287400"/>
                  </a:lnTo>
                  <a:lnTo>
                    <a:pt x="214867" y="2280578"/>
                  </a:lnTo>
                  <a:lnTo>
                    <a:pt x="143245" y="2273717"/>
                  </a:lnTo>
                  <a:lnTo>
                    <a:pt x="71622" y="2266817"/>
                  </a:lnTo>
                  <a:lnTo>
                    <a:pt x="0" y="22598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1614" y="2073503"/>
              <a:ext cx="3861065" cy="2786708"/>
            </a:xfrm>
            <a:custGeom>
              <a:avLst/>
              <a:pathLst>
                <a:path w="3861065" h="2786708">
                  <a:moveTo>
                    <a:pt x="0" y="0"/>
                  </a:moveTo>
                  <a:lnTo>
                    <a:pt x="65071" y="189930"/>
                  </a:lnTo>
                  <a:lnTo>
                    <a:pt x="136693" y="386505"/>
                  </a:lnTo>
                  <a:lnTo>
                    <a:pt x="208316" y="571350"/>
                  </a:lnTo>
                  <a:lnTo>
                    <a:pt x="279938" y="745162"/>
                  </a:lnTo>
                  <a:lnTo>
                    <a:pt x="351561" y="908602"/>
                  </a:lnTo>
                  <a:lnTo>
                    <a:pt x="423183" y="1062287"/>
                  </a:lnTo>
                  <a:lnTo>
                    <a:pt x="494806" y="1206800"/>
                  </a:lnTo>
                  <a:lnTo>
                    <a:pt x="566428" y="1342689"/>
                  </a:lnTo>
                  <a:lnTo>
                    <a:pt x="638051" y="1470468"/>
                  </a:lnTo>
                  <a:lnTo>
                    <a:pt x="709673" y="1590621"/>
                  </a:lnTo>
                  <a:lnTo>
                    <a:pt x="781296" y="1703603"/>
                  </a:lnTo>
                  <a:lnTo>
                    <a:pt x="852918" y="1809843"/>
                  </a:lnTo>
                  <a:lnTo>
                    <a:pt x="924541" y="1909742"/>
                  </a:lnTo>
                  <a:lnTo>
                    <a:pt x="996163" y="2003679"/>
                  </a:lnTo>
                  <a:lnTo>
                    <a:pt x="1067786" y="2092010"/>
                  </a:lnTo>
                  <a:lnTo>
                    <a:pt x="1139409" y="2175069"/>
                  </a:lnTo>
                  <a:lnTo>
                    <a:pt x="1211031" y="2253171"/>
                  </a:lnTo>
                  <a:lnTo>
                    <a:pt x="1282654" y="2326612"/>
                  </a:lnTo>
                  <a:lnTo>
                    <a:pt x="1354276" y="2395670"/>
                  </a:lnTo>
                  <a:lnTo>
                    <a:pt x="1425899" y="2460607"/>
                  </a:lnTo>
                  <a:lnTo>
                    <a:pt x="1497521" y="2521668"/>
                  </a:lnTo>
                  <a:lnTo>
                    <a:pt x="1569144" y="2579085"/>
                  </a:lnTo>
                  <a:lnTo>
                    <a:pt x="1640766" y="2633076"/>
                  </a:lnTo>
                  <a:lnTo>
                    <a:pt x="1712389" y="2657060"/>
                  </a:lnTo>
                  <a:lnTo>
                    <a:pt x="1784011" y="2661747"/>
                  </a:lnTo>
                  <a:lnTo>
                    <a:pt x="1855634" y="2666408"/>
                  </a:lnTo>
                  <a:lnTo>
                    <a:pt x="1927256" y="2671042"/>
                  </a:lnTo>
                  <a:lnTo>
                    <a:pt x="1998879" y="2675650"/>
                  </a:lnTo>
                  <a:lnTo>
                    <a:pt x="2070501" y="2680232"/>
                  </a:lnTo>
                  <a:lnTo>
                    <a:pt x="2142124" y="2684788"/>
                  </a:lnTo>
                  <a:lnTo>
                    <a:pt x="2213746" y="2689318"/>
                  </a:lnTo>
                  <a:lnTo>
                    <a:pt x="2285369" y="2693823"/>
                  </a:lnTo>
                  <a:lnTo>
                    <a:pt x="2356991" y="2698302"/>
                  </a:lnTo>
                  <a:lnTo>
                    <a:pt x="2428614" y="2702755"/>
                  </a:lnTo>
                  <a:lnTo>
                    <a:pt x="2500237" y="2707183"/>
                  </a:lnTo>
                  <a:lnTo>
                    <a:pt x="2571859" y="2711587"/>
                  </a:lnTo>
                  <a:lnTo>
                    <a:pt x="2643482" y="2715965"/>
                  </a:lnTo>
                  <a:lnTo>
                    <a:pt x="2715104" y="2720318"/>
                  </a:lnTo>
                  <a:lnTo>
                    <a:pt x="2786727" y="2724647"/>
                  </a:lnTo>
                  <a:lnTo>
                    <a:pt x="2858349" y="2728951"/>
                  </a:lnTo>
                  <a:lnTo>
                    <a:pt x="2929972" y="2733231"/>
                  </a:lnTo>
                  <a:lnTo>
                    <a:pt x="3001594" y="2737486"/>
                  </a:lnTo>
                  <a:lnTo>
                    <a:pt x="3073217" y="2741717"/>
                  </a:lnTo>
                  <a:lnTo>
                    <a:pt x="3144839" y="2745925"/>
                  </a:lnTo>
                  <a:lnTo>
                    <a:pt x="3216462" y="2750108"/>
                  </a:lnTo>
                  <a:lnTo>
                    <a:pt x="3288084" y="2754268"/>
                  </a:lnTo>
                  <a:lnTo>
                    <a:pt x="3359707" y="2758404"/>
                  </a:lnTo>
                  <a:lnTo>
                    <a:pt x="3431329" y="2762517"/>
                  </a:lnTo>
                  <a:lnTo>
                    <a:pt x="3502952" y="2766606"/>
                  </a:lnTo>
                  <a:lnTo>
                    <a:pt x="3574574" y="2770672"/>
                  </a:lnTo>
                  <a:lnTo>
                    <a:pt x="3646197" y="2774716"/>
                  </a:lnTo>
                  <a:lnTo>
                    <a:pt x="3717819" y="2778736"/>
                  </a:lnTo>
                  <a:lnTo>
                    <a:pt x="3789442" y="2782733"/>
                  </a:lnTo>
                  <a:lnTo>
                    <a:pt x="3861065" y="2786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33381"/>
              <a:ext cx="7090630" cy="1097598"/>
            </a:xfrm>
            <a:custGeom>
              <a:avLst/>
              <a:pathLst>
                <a:path w="7090630" h="1097598">
                  <a:moveTo>
                    <a:pt x="7090630" y="1097598"/>
                  </a:moveTo>
                  <a:lnTo>
                    <a:pt x="7019007" y="1089583"/>
                  </a:lnTo>
                  <a:lnTo>
                    <a:pt x="6947385" y="1081061"/>
                  </a:lnTo>
                  <a:lnTo>
                    <a:pt x="6875762" y="1071997"/>
                  </a:lnTo>
                  <a:lnTo>
                    <a:pt x="6804139" y="1062358"/>
                  </a:lnTo>
                  <a:lnTo>
                    <a:pt x="6732517" y="1052107"/>
                  </a:lnTo>
                  <a:lnTo>
                    <a:pt x="6660894" y="1041206"/>
                  </a:lnTo>
                  <a:lnTo>
                    <a:pt x="6589272" y="1029612"/>
                  </a:lnTo>
                  <a:lnTo>
                    <a:pt x="6517649" y="1017283"/>
                  </a:lnTo>
                  <a:lnTo>
                    <a:pt x="6446027" y="1004172"/>
                  </a:lnTo>
                  <a:lnTo>
                    <a:pt x="6374404" y="990228"/>
                  </a:lnTo>
                  <a:lnTo>
                    <a:pt x="6302782" y="975399"/>
                  </a:lnTo>
                  <a:lnTo>
                    <a:pt x="6231159" y="959629"/>
                  </a:lnTo>
                  <a:lnTo>
                    <a:pt x="6159537" y="942859"/>
                  </a:lnTo>
                  <a:lnTo>
                    <a:pt x="6087914" y="925024"/>
                  </a:lnTo>
                  <a:lnTo>
                    <a:pt x="6016292" y="906057"/>
                  </a:lnTo>
                  <a:lnTo>
                    <a:pt x="5944669" y="885886"/>
                  </a:lnTo>
                  <a:lnTo>
                    <a:pt x="5873047" y="864434"/>
                  </a:lnTo>
                  <a:lnTo>
                    <a:pt x="5801424" y="841622"/>
                  </a:lnTo>
                  <a:lnTo>
                    <a:pt x="5729802" y="817361"/>
                  </a:lnTo>
                  <a:lnTo>
                    <a:pt x="5658179" y="791561"/>
                  </a:lnTo>
                  <a:lnTo>
                    <a:pt x="5586557" y="764124"/>
                  </a:lnTo>
                  <a:lnTo>
                    <a:pt x="5514934" y="734944"/>
                  </a:lnTo>
                  <a:lnTo>
                    <a:pt x="5443311" y="703913"/>
                  </a:lnTo>
                  <a:lnTo>
                    <a:pt x="5371689" y="670913"/>
                  </a:lnTo>
                  <a:lnTo>
                    <a:pt x="5300066" y="635818"/>
                  </a:lnTo>
                  <a:lnTo>
                    <a:pt x="5228444" y="598495"/>
                  </a:lnTo>
                  <a:lnTo>
                    <a:pt x="5156821" y="558804"/>
                  </a:lnTo>
                  <a:lnTo>
                    <a:pt x="5085199" y="516594"/>
                  </a:lnTo>
                  <a:lnTo>
                    <a:pt x="5013576" y="471704"/>
                  </a:lnTo>
                  <a:lnTo>
                    <a:pt x="4941954" y="423966"/>
                  </a:lnTo>
                  <a:lnTo>
                    <a:pt x="4870331" y="392468"/>
                  </a:lnTo>
                  <a:lnTo>
                    <a:pt x="4798709" y="387727"/>
                  </a:lnTo>
                  <a:lnTo>
                    <a:pt x="4727086" y="382959"/>
                  </a:lnTo>
                  <a:lnTo>
                    <a:pt x="4655464" y="378163"/>
                  </a:lnTo>
                  <a:lnTo>
                    <a:pt x="4583841" y="373341"/>
                  </a:lnTo>
                  <a:lnTo>
                    <a:pt x="4512219" y="368491"/>
                  </a:lnTo>
                  <a:lnTo>
                    <a:pt x="4440596" y="363613"/>
                  </a:lnTo>
                  <a:lnTo>
                    <a:pt x="4368974" y="358708"/>
                  </a:lnTo>
                  <a:lnTo>
                    <a:pt x="4297351" y="353774"/>
                  </a:lnTo>
                  <a:lnTo>
                    <a:pt x="4225729" y="348813"/>
                  </a:lnTo>
                  <a:lnTo>
                    <a:pt x="4154106" y="343823"/>
                  </a:lnTo>
                  <a:lnTo>
                    <a:pt x="4082483" y="338804"/>
                  </a:lnTo>
                  <a:lnTo>
                    <a:pt x="4010861" y="333757"/>
                  </a:lnTo>
                  <a:lnTo>
                    <a:pt x="3939238" y="328682"/>
                  </a:lnTo>
                  <a:lnTo>
                    <a:pt x="3867616" y="323577"/>
                  </a:lnTo>
                  <a:lnTo>
                    <a:pt x="3795993" y="318443"/>
                  </a:lnTo>
                  <a:lnTo>
                    <a:pt x="3724371" y="313280"/>
                  </a:lnTo>
                  <a:lnTo>
                    <a:pt x="3652748" y="308088"/>
                  </a:lnTo>
                  <a:lnTo>
                    <a:pt x="3581126" y="302865"/>
                  </a:lnTo>
                  <a:lnTo>
                    <a:pt x="3509503" y="297614"/>
                  </a:lnTo>
                  <a:lnTo>
                    <a:pt x="3437881" y="292332"/>
                  </a:lnTo>
                  <a:lnTo>
                    <a:pt x="3366258" y="287020"/>
                  </a:lnTo>
                  <a:lnTo>
                    <a:pt x="3294636" y="281677"/>
                  </a:lnTo>
                  <a:lnTo>
                    <a:pt x="3223013" y="276305"/>
                  </a:lnTo>
                  <a:lnTo>
                    <a:pt x="3151391" y="270901"/>
                  </a:lnTo>
                  <a:lnTo>
                    <a:pt x="3079768" y="265467"/>
                  </a:lnTo>
                  <a:lnTo>
                    <a:pt x="3008146" y="260002"/>
                  </a:lnTo>
                  <a:lnTo>
                    <a:pt x="2936523" y="254506"/>
                  </a:lnTo>
                  <a:lnTo>
                    <a:pt x="2864901" y="248978"/>
                  </a:lnTo>
                  <a:lnTo>
                    <a:pt x="2793278" y="243419"/>
                  </a:lnTo>
                  <a:lnTo>
                    <a:pt x="2721655" y="237828"/>
                  </a:lnTo>
                  <a:lnTo>
                    <a:pt x="2650033" y="232205"/>
                  </a:lnTo>
                  <a:lnTo>
                    <a:pt x="2578410" y="226550"/>
                  </a:lnTo>
                  <a:lnTo>
                    <a:pt x="2506788" y="220863"/>
                  </a:lnTo>
                  <a:lnTo>
                    <a:pt x="2435165" y="215144"/>
                  </a:lnTo>
                  <a:lnTo>
                    <a:pt x="2363543" y="209392"/>
                  </a:lnTo>
                  <a:lnTo>
                    <a:pt x="2291920" y="203607"/>
                  </a:lnTo>
                  <a:lnTo>
                    <a:pt x="2220298" y="197789"/>
                  </a:lnTo>
                  <a:lnTo>
                    <a:pt x="2148675" y="191938"/>
                  </a:lnTo>
                  <a:lnTo>
                    <a:pt x="2077053" y="186053"/>
                  </a:lnTo>
                  <a:lnTo>
                    <a:pt x="2005430" y="180135"/>
                  </a:lnTo>
                  <a:lnTo>
                    <a:pt x="1933808" y="174183"/>
                  </a:lnTo>
                  <a:lnTo>
                    <a:pt x="1862185" y="168198"/>
                  </a:lnTo>
                  <a:lnTo>
                    <a:pt x="1790563" y="162178"/>
                  </a:lnTo>
                  <a:lnTo>
                    <a:pt x="1718940" y="156124"/>
                  </a:lnTo>
                  <a:lnTo>
                    <a:pt x="1647318" y="150035"/>
                  </a:lnTo>
                  <a:lnTo>
                    <a:pt x="1575695" y="143912"/>
                  </a:lnTo>
                  <a:lnTo>
                    <a:pt x="1504073" y="137753"/>
                  </a:lnTo>
                  <a:lnTo>
                    <a:pt x="1432450" y="131560"/>
                  </a:lnTo>
                  <a:lnTo>
                    <a:pt x="1360827" y="125331"/>
                  </a:lnTo>
                  <a:lnTo>
                    <a:pt x="1289205" y="119067"/>
                  </a:lnTo>
                  <a:lnTo>
                    <a:pt x="1217582" y="112767"/>
                  </a:lnTo>
                  <a:lnTo>
                    <a:pt x="1145960" y="106431"/>
                  </a:lnTo>
                  <a:lnTo>
                    <a:pt x="1074337" y="100059"/>
                  </a:lnTo>
                  <a:lnTo>
                    <a:pt x="1002715" y="93650"/>
                  </a:lnTo>
                  <a:lnTo>
                    <a:pt x="931092" y="87205"/>
                  </a:lnTo>
                  <a:lnTo>
                    <a:pt x="859470" y="80724"/>
                  </a:lnTo>
                  <a:lnTo>
                    <a:pt x="787847" y="74205"/>
                  </a:lnTo>
                  <a:lnTo>
                    <a:pt x="716225" y="67649"/>
                  </a:lnTo>
                  <a:lnTo>
                    <a:pt x="644602" y="61056"/>
                  </a:lnTo>
                  <a:lnTo>
                    <a:pt x="572980" y="54425"/>
                  </a:lnTo>
                  <a:lnTo>
                    <a:pt x="501357" y="47757"/>
                  </a:lnTo>
                  <a:lnTo>
                    <a:pt x="429735" y="41050"/>
                  </a:lnTo>
                  <a:lnTo>
                    <a:pt x="358112" y="34305"/>
                  </a:lnTo>
                  <a:lnTo>
                    <a:pt x="286490" y="27522"/>
                  </a:lnTo>
                  <a:lnTo>
                    <a:pt x="214867" y="20700"/>
                  </a:lnTo>
                  <a:lnTo>
                    <a:pt x="143245" y="13839"/>
                  </a:lnTo>
                  <a:lnTo>
                    <a:pt x="71622" y="6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13931" y="2073503"/>
              <a:ext cx="5248748" cy="3187072"/>
            </a:xfrm>
            <a:custGeom>
              <a:avLst/>
              <a:pathLst>
                <a:path w="5248748" h="3187072">
                  <a:moveTo>
                    <a:pt x="0" y="0"/>
                  </a:moveTo>
                  <a:lnTo>
                    <a:pt x="20303" y="33433"/>
                  </a:lnTo>
                  <a:lnTo>
                    <a:pt x="91926" y="147474"/>
                  </a:lnTo>
                  <a:lnTo>
                    <a:pt x="163548" y="257745"/>
                  </a:lnTo>
                  <a:lnTo>
                    <a:pt x="235171" y="364371"/>
                  </a:lnTo>
                  <a:lnTo>
                    <a:pt x="306793" y="467473"/>
                  </a:lnTo>
                  <a:lnTo>
                    <a:pt x="378416" y="567168"/>
                  </a:lnTo>
                  <a:lnTo>
                    <a:pt x="450038" y="663567"/>
                  </a:lnTo>
                  <a:lnTo>
                    <a:pt x="521661" y="756780"/>
                  </a:lnTo>
                  <a:lnTo>
                    <a:pt x="593284" y="846912"/>
                  </a:lnTo>
                  <a:lnTo>
                    <a:pt x="664906" y="934066"/>
                  </a:lnTo>
                  <a:lnTo>
                    <a:pt x="736529" y="1018338"/>
                  </a:lnTo>
                  <a:lnTo>
                    <a:pt x="808151" y="1099825"/>
                  </a:lnTo>
                  <a:lnTo>
                    <a:pt x="879774" y="1178619"/>
                  </a:lnTo>
                  <a:lnTo>
                    <a:pt x="951396" y="1254809"/>
                  </a:lnTo>
                  <a:lnTo>
                    <a:pt x="1023019" y="1328480"/>
                  </a:lnTo>
                  <a:lnTo>
                    <a:pt x="1094641" y="1399716"/>
                  </a:lnTo>
                  <a:lnTo>
                    <a:pt x="1166264" y="1468598"/>
                  </a:lnTo>
                  <a:lnTo>
                    <a:pt x="1237886" y="1535203"/>
                  </a:lnTo>
                  <a:lnTo>
                    <a:pt x="1309509" y="1599607"/>
                  </a:lnTo>
                  <a:lnTo>
                    <a:pt x="1381131" y="1661882"/>
                  </a:lnTo>
                  <a:lnTo>
                    <a:pt x="1452754" y="1722098"/>
                  </a:lnTo>
                  <a:lnTo>
                    <a:pt x="1524376" y="1780324"/>
                  </a:lnTo>
                  <a:lnTo>
                    <a:pt x="1595999" y="1836626"/>
                  </a:lnTo>
                  <a:lnTo>
                    <a:pt x="1667621" y="1891067"/>
                  </a:lnTo>
                  <a:lnTo>
                    <a:pt x="1739244" y="1943709"/>
                  </a:lnTo>
                  <a:lnTo>
                    <a:pt x="1810866" y="1994610"/>
                  </a:lnTo>
                  <a:lnTo>
                    <a:pt x="1882489" y="2043830"/>
                  </a:lnTo>
                  <a:lnTo>
                    <a:pt x="1954112" y="2091422"/>
                  </a:lnTo>
                  <a:lnTo>
                    <a:pt x="2025734" y="2137441"/>
                  </a:lnTo>
                  <a:lnTo>
                    <a:pt x="2097357" y="2181940"/>
                  </a:lnTo>
                  <a:lnTo>
                    <a:pt x="2168979" y="2224967"/>
                  </a:lnTo>
                  <a:lnTo>
                    <a:pt x="2240602" y="2266573"/>
                  </a:lnTo>
                  <a:lnTo>
                    <a:pt x="2312224" y="2306803"/>
                  </a:lnTo>
                  <a:lnTo>
                    <a:pt x="2383847" y="2345703"/>
                  </a:lnTo>
                  <a:lnTo>
                    <a:pt x="2455469" y="2383318"/>
                  </a:lnTo>
                  <a:lnTo>
                    <a:pt x="2527092" y="2419690"/>
                  </a:lnTo>
                  <a:lnTo>
                    <a:pt x="2598714" y="2454859"/>
                  </a:lnTo>
                  <a:lnTo>
                    <a:pt x="2670337" y="2488866"/>
                  </a:lnTo>
                  <a:lnTo>
                    <a:pt x="2741959" y="2521749"/>
                  </a:lnTo>
                  <a:lnTo>
                    <a:pt x="2813582" y="2553545"/>
                  </a:lnTo>
                  <a:lnTo>
                    <a:pt x="2885204" y="2584290"/>
                  </a:lnTo>
                  <a:lnTo>
                    <a:pt x="2956827" y="2614019"/>
                  </a:lnTo>
                  <a:lnTo>
                    <a:pt x="3028449" y="2642766"/>
                  </a:lnTo>
                  <a:lnTo>
                    <a:pt x="3100072" y="2670562"/>
                  </a:lnTo>
                  <a:lnTo>
                    <a:pt x="3171694" y="2697440"/>
                  </a:lnTo>
                  <a:lnTo>
                    <a:pt x="3243317" y="2723429"/>
                  </a:lnTo>
                  <a:lnTo>
                    <a:pt x="3314940" y="2748559"/>
                  </a:lnTo>
                  <a:lnTo>
                    <a:pt x="3386562" y="2772859"/>
                  </a:lnTo>
                  <a:lnTo>
                    <a:pt x="3458185" y="2796355"/>
                  </a:lnTo>
                  <a:lnTo>
                    <a:pt x="3529807" y="2819075"/>
                  </a:lnTo>
                  <a:lnTo>
                    <a:pt x="3601430" y="2841044"/>
                  </a:lnTo>
                  <a:lnTo>
                    <a:pt x="3673052" y="2862286"/>
                  </a:lnTo>
                  <a:lnTo>
                    <a:pt x="3744675" y="2882827"/>
                  </a:lnTo>
                  <a:lnTo>
                    <a:pt x="3816297" y="2902689"/>
                  </a:lnTo>
                  <a:lnTo>
                    <a:pt x="3887920" y="2921894"/>
                  </a:lnTo>
                  <a:lnTo>
                    <a:pt x="3959542" y="2940464"/>
                  </a:lnTo>
                  <a:lnTo>
                    <a:pt x="4031165" y="2958421"/>
                  </a:lnTo>
                  <a:lnTo>
                    <a:pt x="4102787" y="2975784"/>
                  </a:lnTo>
                  <a:lnTo>
                    <a:pt x="4174410" y="2992573"/>
                  </a:lnTo>
                  <a:lnTo>
                    <a:pt x="4246032" y="3008808"/>
                  </a:lnTo>
                  <a:lnTo>
                    <a:pt x="4317655" y="3024506"/>
                  </a:lnTo>
                  <a:lnTo>
                    <a:pt x="4389277" y="3039684"/>
                  </a:lnTo>
                  <a:lnTo>
                    <a:pt x="4460900" y="3054362"/>
                  </a:lnTo>
                  <a:lnTo>
                    <a:pt x="4532522" y="3068554"/>
                  </a:lnTo>
                  <a:lnTo>
                    <a:pt x="4604145" y="3082277"/>
                  </a:lnTo>
                  <a:lnTo>
                    <a:pt x="4675768" y="3095546"/>
                  </a:lnTo>
                  <a:lnTo>
                    <a:pt x="4747390" y="3108377"/>
                  </a:lnTo>
                  <a:lnTo>
                    <a:pt x="4819013" y="3120784"/>
                  </a:lnTo>
                  <a:lnTo>
                    <a:pt x="4890635" y="3132781"/>
                  </a:lnTo>
                  <a:lnTo>
                    <a:pt x="4962258" y="3144381"/>
                  </a:lnTo>
                  <a:lnTo>
                    <a:pt x="5033880" y="3155598"/>
                  </a:lnTo>
                  <a:lnTo>
                    <a:pt x="5105503" y="3166444"/>
                  </a:lnTo>
                  <a:lnTo>
                    <a:pt x="5177125" y="3176931"/>
                  </a:lnTo>
                  <a:lnTo>
                    <a:pt x="5248748" y="31870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(0.92-0.99)  |  per IQR (Δ = 18.2): 0.45 (0.24-0.87)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2026-05-22T09:54:30Z</dcterms:modified>
  <cp:category/>
</cp:coreProperties>
</file>