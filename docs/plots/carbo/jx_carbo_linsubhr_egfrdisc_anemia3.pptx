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8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1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3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39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4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8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1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6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5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89" y="60787"/>
                  </a:lnTo>
                  <a:lnTo>
                    <a:pt x="119812" y="148809"/>
                  </a:lnTo>
                  <a:lnTo>
                    <a:pt x="191434" y="234568"/>
                  </a:lnTo>
                  <a:lnTo>
                    <a:pt x="263057" y="318122"/>
                  </a:lnTo>
                  <a:lnTo>
                    <a:pt x="334679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4"/>
                  </a:lnTo>
                  <a:lnTo>
                    <a:pt x="1337395" y="1342101"/>
                  </a:lnTo>
                  <a:lnTo>
                    <a:pt x="1409017" y="1397174"/>
                  </a:lnTo>
                  <a:lnTo>
                    <a:pt x="1480640" y="1450831"/>
                  </a:lnTo>
                  <a:lnTo>
                    <a:pt x="1552262" y="1503108"/>
                  </a:lnTo>
                  <a:lnTo>
                    <a:pt x="1623885" y="1554041"/>
                  </a:lnTo>
                  <a:lnTo>
                    <a:pt x="1695507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4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5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5" y="2211811"/>
                  </a:lnTo>
                  <a:lnTo>
                    <a:pt x="2841468" y="2244519"/>
                  </a:lnTo>
                  <a:lnTo>
                    <a:pt x="2913090" y="2276386"/>
                  </a:lnTo>
                  <a:lnTo>
                    <a:pt x="2984713" y="2307434"/>
                  </a:lnTo>
                  <a:lnTo>
                    <a:pt x="3056335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8" y="2747762"/>
                  </a:lnTo>
                  <a:lnTo>
                    <a:pt x="4345541" y="2766688"/>
                  </a:lnTo>
                  <a:lnTo>
                    <a:pt x="4417163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6" y="3035104"/>
                  </a:lnTo>
                  <a:lnTo>
                    <a:pt x="5706369" y="3046641"/>
                  </a:lnTo>
                  <a:lnTo>
                    <a:pt x="5777991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2026-05-26T13:56:36Z</dcterms:modified>
  <cp:category/>
</cp:coreProperties>
</file>