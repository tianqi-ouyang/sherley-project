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94376"/>
            </a:xfrm>
            <a:custGeom>
              <a:avLst/>
              <a:pathLst>
                <a:path w="7370972" h="3594376">
                  <a:moveTo>
                    <a:pt x="1271090" y="0"/>
                  </a:moveTo>
                  <a:lnTo>
                    <a:pt x="1315517" y="109637"/>
                  </a:lnTo>
                  <a:lnTo>
                    <a:pt x="1393151" y="291393"/>
                  </a:lnTo>
                  <a:lnTo>
                    <a:pt x="1470785" y="463826"/>
                  </a:lnTo>
                  <a:lnTo>
                    <a:pt x="1548419" y="627412"/>
                  </a:lnTo>
                  <a:lnTo>
                    <a:pt x="1626053" y="782607"/>
                  </a:lnTo>
                  <a:lnTo>
                    <a:pt x="1703687" y="929840"/>
                  </a:lnTo>
                  <a:lnTo>
                    <a:pt x="1781321" y="1069520"/>
                  </a:lnTo>
                  <a:lnTo>
                    <a:pt x="1858955" y="1202034"/>
                  </a:lnTo>
                  <a:lnTo>
                    <a:pt x="1936589" y="1327751"/>
                  </a:lnTo>
                  <a:lnTo>
                    <a:pt x="2014223" y="1447018"/>
                  </a:lnTo>
                  <a:lnTo>
                    <a:pt x="2091857" y="1560167"/>
                  </a:lnTo>
                  <a:lnTo>
                    <a:pt x="2169491" y="1667511"/>
                  </a:lnTo>
                  <a:lnTo>
                    <a:pt x="2247125" y="1769348"/>
                  </a:lnTo>
                  <a:lnTo>
                    <a:pt x="2324759" y="1865962"/>
                  </a:lnTo>
                  <a:lnTo>
                    <a:pt x="2402393" y="1957619"/>
                  </a:lnTo>
                  <a:lnTo>
                    <a:pt x="2480027" y="2044573"/>
                  </a:lnTo>
                  <a:lnTo>
                    <a:pt x="2557661" y="2127068"/>
                  </a:lnTo>
                  <a:lnTo>
                    <a:pt x="2635295" y="2205330"/>
                  </a:lnTo>
                  <a:lnTo>
                    <a:pt x="2712930" y="2279577"/>
                  </a:lnTo>
                  <a:lnTo>
                    <a:pt x="2790564" y="2350015"/>
                  </a:lnTo>
                  <a:lnTo>
                    <a:pt x="2868198" y="2416840"/>
                  </a:lnTo>
                  <a:lnTo>
                    <a:pt x="2945832" y="2480237"/>
                  </a:lnTo>
                  <a:lnTo>
                    <a:pt x="3023466" y="2540382"/>
                  </a:lnTo>
                  <a:lnTo>
                    <a:pt x="3101100" y="2597441"/>
                  </a:lnTo>
                  <a:lnTo>
                    <a:pt x="3178734" y="2651573"/>
                  </a:lnTo>
                  <a:lnTo>
                    <a:pt x="3256368" y="2702928"/>
                  </a:lnTo>
                  <a:lnTo>
                    <a:pt x="3334002" y="2751648"/>
                  </a:lnTo>
                  <a:lnTo>
                    <a:pt x="3411636" y="2786859"/>
                  </a:lnTo>
                  <a:lnTo>
                    <a:pt x="3489270" y="2798613"/>
                  </a:lnTo>
                  <a:lnTo>
                    <a:pt x="3566904" y="2810207"/>
                  </a:lnTo>
                  <a:lnTo>
                    <a:pt x="3644538" y="2821643"/>
                  </a:lnTo>
                  <a:lnTo>
                    <a:pt x="3722172" y="2832924"/>
                  </a:lnTo>
                  <a:lnTo>
                    <a:pt x="3799806" y="2844052"/>
                  </a:lnTo>
                  <a:lnTo>
                    <a:pt x="3877440" y="2855029"/>
                  </a:lnTo>
                  <a:lnTo>
                    <a:pt x="3955074" y="2865858"/>
                  </a:lnTo>
                  <a:lnTo>
                    <a:pt x="4032708" y="2876539"/>
                  </a:lnTo>
                  <a:lnTo>
                    <a:pt x="4110342" y="2887075"/>
                  </a:lnTo>
                  <a:lnTo>
                    <a:pt x="4187976" y="2897468"/>
                  </a:lnTo>
                  <a:lnTo>
                    <a:pt x="4265610" y="2907720"/>
                  </a:lnTo>
                  <a:lnTo>
                    <a:pt x="4343244" y="2917832"/>
                  </a:lnTo>
                  <a:lnTo>
                    <a:pt x="4420879" y="2927808"/>
                  </a:lnTo>
                  <a:lnTo>
                    <a:pt x="4498513" y="2937648"/>
                  </a:lnTo>
                  <a:lnTo>
                    <a:pt x="4576147" y="2947354"/>
                  </a:lnTo>
                  <a:lnTo>
                    <a:pt x="4653781" y="2956929"/>
                  </a:lnTo>
                  <a:lnTo>
                    <a:pt x="4731415" y="2966374"/>
                  </a:lnTo>
                  <a:lnTo>
                    <a:pt x="4809049" y="2975690"/>
                  </a:lnTo>
                  <a:lnTo>
                    <a:pt x="4886683" y="2984880"/>
                  </a:lnTo>
                  <a:lnTo>
                    <a:pt x="4964317" y="2993945"/>
                  </a:lnTo>
                  <a:lnTo>
                    <a:pt x="5041951" y="3002887"/>
                  </a:lnTo>
                  <a:lnTo>
                    <a:pt x="5119585" y="3011708"/>
                  </a:lnTo>
                  <a:lnTo>
                    <a:pt x="5197219" y="3020409"/>
                  </a:lnTo>
                  <a:lnTo>
                    <a:pt x="5274853" y="3028992"/>
                  </a:lnTo>
                  <a:lnTo>
                    <a:pt x="5352487" y="3037459"/>
                  </a:lnTo>
                  <a:lnTo>
                    <a:pt x="5430121" y="3045810"/>
                  </a:lnTo>
                  <a:lnTo>
                    <a:pt x="5507755" y="3054048"/>
                  </a:lnTo>
                  <a:lnTo>
                    <a:pt x="5585389" y="3062174"/>
                  </a:lnTo>
                  <a:lnTo>
                    <a:pt x="5663023" y="3070190"/>
                  </a:lnTo>
                  <a:lnTo>
                    <a:pt x="5740657" y="3078097"/>
                  </a:lnTo>
                  <a:lnTo>
                    <a:pt x="5818291" y="3085897"/>
                  </a:lnTo>
                  <a:lnTo>
                    <a:pt x="5895925" y="3093591"/>
                  </a:lnTo>
                  <a:lnTo>
                    <a:pt x="5973559" y="3101180"/>
                  </a:lnTo>
                  <a:lnTo>
                    <a:pt x="6051193" y="3108667"/>
                  </a:lnTo>
                  <a:lnTo>
                    <a:pt x="6128827" y="3116052"/>
                  </a:lnTo>
                  <a:lnTo>
                    <a:pt x="6206462" y="3123336"/>
                  </a:lnTo>
                  <a:lnTo>
                    <a:pt x="6284096" y="3130522"/>
                  </a:lnTo>
                  <a:lnTo>
                    <a:pt x="6361730" y="3137610"/>
                  </a:lnTo>
                  <a:lnTo>
                    <a:pt x="6439364" y="3144602"/>
                  </a:lnTo>
                  <a:lnTo>
                    <a:pt x="6516998" y="3151499"/>
                  </a:lnTo>
                  <a:lnTo>
                    <a:pt x="6594632" y="3158302"/>
                  </a:lnTo>
                  <a:lnTo>
                    <a:pt x="6672266" y="3165013"/>
                  </a:lnTo>
                  <a:lnTo>
                    <a:pt x="6749900" y="3171633"/>
                  </a:lnTo>
                  <a:lnTo>
                    <a:pt x="6827534" y="3178163"/>
                  </a:lnTo>
                  <a:lnTo>
                    <a:pt x="6905168" y="3184604"/>
                  </a:lnTo>
                  <a:lnTo>
                    <a:pt x="6982802" y="3190958"/>
                  </a:lnTo>
                  <a:lnTo>
                    <a:pt x="7060436" y="3197226"/>
                  </a:lnTo>
                  <a:lnTo>
                    <a:pt x="7138070" y="3203408"/>
                  </a:lnTo>
                  <a:lnTo>
                    <a:pt x="7215704" y="3209507"/>
                  </a:lnTo>
                  <a:lnTo>
                    <a:pt x="7293338" y="3215523"/>
                  </a:lnTo>
                  <a:lnTo>
                    <a:pt x="7370972" y="3221457"/>
                  </a:lnTo>
                  <a:lnTo>
                    <a:pt x="7370972" y="3594376"/>
                  </a:lnTo>
                  <a:lnTo>
                    <a:pt x="7293338" y="3591225"/>
                  </a:lnTo>
                  <a:lnTo>
                    <a:pt x="7215704" y="3587904"/>
                  </a:lnTo>
                  <a:lnTo>
                    <a:pt x="7138070" y="3584404"/>
                  </a:lnTo>
                  <a:lnTo>
                    <a:pt x="7060436" y="3580714"/>
                  </a:lnTo>
                  <a:lnTo>
                    <a:pt x="6982802" y="3576824"/>
                  </a:lnTo>
                  <a:lnTo>
                    <a:pt x="6905168" y="3572724"/>
                  </a:lnTo>
                  <a:lnTo>
                    <a:pt x="6827534" y="3568403"/>
                  </a:lnTo>
                  <a:lnTo>
                    <a:pt x="6749900" y="3563848"/>
                  </a:lnTo>
                  <a:lnTo>
                    <a:pt x="6672266" y="3559046"/>
                  </a:lnTo>
                  <a:lnTo>
                    <a:pt x="6594632" y="3553985"/>
                  </a:lnTo>
                  <a:lnTo>
                    <a:pt x="6516998" y="3548650"/>
                  </a:lnTo>
                  <a:lnTo>
                    <a:pt x="6439364" y="3543027"/>
                  </a:lnTo>
                  <a:lnTo>
                    <a:pt x="6361730" y="3537099"/>
                  </a:lnTo>
                  <a:lnTo>
                    <a:pt x="6284096" y="3530851"/>
                  </a:lnTo>
                  <a:lnTo>
                    <a:pt x="6206462" y="3524265"/>
                  </a:lnTo>
                  <a:lnTo>
                    <a:pt x="6128827" y="3517323"/>
                  </a:lnTo>
                  <a:lnTo>
                    <a:pt x="6051193" y="3510006"/>
                  </a:lnTo>
                  <a:lnTo>
                    <a:pt x="5973559" y="3502293"/>
                  </a:lnTo>
                  <a:lnTo>
                    <a:pt x="5895925" y="3494163"/>
                  </a:lnTo>
                  <a:lnTo>
                    <a:pt x="5818291" y="3485593"/>
                  </a:lnTo>
                  <a:lnTo>
                    <a:pt x="5740657" y="3476560"/>
                  </a:lnTo>
                  <a:lnTo>
                    <a:pt x="5663023" y="3467039"/>
                  </a:lnTo>
                  <a:lnTo>
                    <a:pt x="5585389" y="3457003"/>
                  </a:lnTo>
                  <a:lnTo>
                    <a:pt x="5507755" y="3446423"/>
                  </a:lnTo>
                  <a:lnTo>
                    <a:pt x="5430121" y="3435272"/>
                  </a:lnTo>
                  <a:lnTo>
                    <a:pt x="5352487" y="3423518"/>
                  </a:lnTo>
                  <a:lnTo>
                    <a:pt x="5274853" y="3411128"/>
                  </a:lnTo>
                  <a:lnTo>
                    <a:pt x="5197219" y="3398069"/>
                  </a:lnTo>
                  <a:lnTo>
                    <a:pt x="5119585" y="3384303"/>
                  </a:lnTo>
                  <a:lnTo>
                    <a:pt x="5041951" y="3369793"/>
                  </a:lnTo>
                  <a:lnTo>
                    <a:pt x="4964317" y="3354498"/>
                  </a:lnTo>
                  <a:lnTo>
                    <a:pt x="4886683" y="3338376"/>
                  </a:lnTo>
                  <a:lnTo>
                    <a:pt x="4809049" y="3321382"/>
                  </a:lnTo>
                  <a:lnTo>
                    <a:pt x="4731415" y="3303469"/>
                  </a:lnTo>
                  <a:lnTo>
                    <a:pt x="4653781" y="3284588"/>
                  </a:lnTo>
                  <a:lnTo>
                    <a:pt x="4576147" y="3264686"/>
                  </a:lnTo>
                  <a:lnTo>
                    <a:pt x="4498513" y="3243707"/>
                  </a:lnTo>
                  <a:lnTo>
                    <a:pt x="4420879" y="3221594"/>
                  </a:lnTo>
                  <a:lnTo>
                    <a:pt x="4343244" y="3198286"/>
                  </a:lnTo>
                  <a:lnTo>
                    <a:pt x="4265610" y="3173717"/>
                  </a:lnTo>
                  <a:lnTo>
                    <a:pt x="4187976" y="3147819"/>
                  </a:lnTo>
                  <a:lnTo>
                    <a:pt x="4110342" y="3120522"/>
                  </a:lnTo>
                  <a:lnTo>
                    <a:pt x="4032708" y="3091748"/>
                  </a:lnTo>
                  <a:lnTo>
                    <a:pt x="3955074" y="3061418"/>
                  </a:lnTo>
                  <a:lnTo>
                    <a:pt x="3877440" y="3029448"/>
                  </a:lnTo>
                  <a:lnTo>
                    <a:pt x="3799806" y="2995749"/>
                  </a:lnTo>
                  <a:lnTo>
                    <a:pt x="3722172" y="2960228"/>
                  </a:lnTo>
                  <a:lnTo>
                    <a:pt x="3644538" y="2922786"/>
                  </a:lnTo>
                  <a:lnTo>
                    <a:pt x="3566904" y="2883320"/>
                  </a:lnTo>
                  <a:lnTo>
                    <a:pt x="3489270" y="2841719"/>
                  </a:lnTo>
                  <a:lnTo>
                    <a:pt x="3411636" y="2797869"/>
                  </a:lnTo>
                  <a:lnTo>
                    <a:pt x="3334002" y="2774944"/>
                  </a:lnTo>
                  <a:lnTo>
                    <a:pt x="3256368" y="2762865"/>
                  </a:lnTo>
                  <a:lnTo>
                    <a:pt x="3178734" y="2750619"/>
                  </a:lnTo>
                  <a:lnTo>
                    <a:pt x="3101100" y="2738205"/>
                  </a:lnTo>
                  <a:lnTo>
                    <a:pt x="3023466" y="2725620"/>
                  </a:lnTo>
                  <a:lnTo>
                    <a:pt x="2945832" y="2712862"/>
                  </a:lnTo>
                  <a:lnTo>
                    <a:pt x="2868198" y="2699929"/>
                  </a:lnTo>
                  <a:lnTo>
                    <a:pt x="2790564" y="2686817"/>
                  </a:lnTo>
                  <a:lnTo>
                    <a:pt x="2712930" y="2673525"/>
                  </a:lnTo>
                  <a:lnTo>
                    <a:pt x="2635295" y="2660050"/>
                  </a:lnTo>
                  <a:lnTo>
                    <a:pt x="2557661" y="2646390"/>
                  </a:lnTo>
                  <a:lnTo>
                    <a:pt x="2480027" y="2632541"/>
                  </a:lnTo>
                  <a:lnTo>
                    <a:pt x="2402393" y="2618502"/>
                  </a:lnTo>
                  <a:lnTo>
                    <a:pt x="2324759" y="2604270"/>
                  </a:lnTo>
                  <a:lnTo>
                    <a:pt x="2247125" y="2589842"/>
                  </a:lnTo>
                  <a:lnTo>
                    <a:pt x="2169491" y="2575215"/>
                  </a:lnTo>
                  <a:lnTo>
                    <a:pt x="2091857" y="2560387"/>
                  </a:lnTo>
                  <a:lnTo>
                    <a:pt x="2014223" y="2545355"/>
                  </a:lnTo>
                  <a:lnTo>
                    <a:pt x="1936589" y="2530116"/>
                  </a:lnTo>
                  <a:lnTo>
                    <a:pt x="1858955" y="2514668"/>
                  </a:lnTo>
                  <a:lnTo>
                    <a:pt x="1781321" y="2499006"/>
                  </a:lnTo>
                  <a:lnTo>
                    <a:pt x="1703687" y="2483130"/>
                  </a:lnTo>
                  <a:lnTo>
                    <a:pt x="1626053" y="2467034"/>
                  </a:lnTo>
                  <a:lnTo>
                    <a:pt x="1548419" y="2450718"/>
                  </a:lnTo>
                  <a:lnTo>
                    <a:pt x="1470785" y="2434176"/>
                  </a:lnTo>
                  <a:lnTo>
                    <a:pt x="1393151" y="2417407"/>
                  </a:lnTo>
                  <a:lnTo>
                    <a:pt x="1315517" y="2400408"/>
                  </a:lnTo>
                  <a:lnTo>
                    <a:pt x="1237883" y="2383174"/>
                  </a:lnTo>
                  <a:lnTo>
                    <a:pt x="1160249" y="2365703"/>
                  </a:lnTo>
                  <a:lnTo>
                    <a:pt x="1082615" y="2347992"/>
                  </a:lnTo>
                  <a:lnTo>
                    <a:pt x="1004981" y="2330036"/>
                  </a:lnTo>
                  <a:lnTo>
                    <a:pt x="927346" y="2311834"/>
                  </a:lnTo>
                  <a:lnTo>
                    <a:pt x="849712" y="2293382"/>
                  </a:lnTo>
                  <a:lnTo>
                    <a:pt x="772078" y="2274675"/>
                  </a:lnTo>
                  <a:lnTo>
                    <a:pt x="694444" y="2255711"/>
                  </a:lnTo>
                  <a:lnTo>
                    <a:pt x="616810" y="2236486"/>
                  </a:lnTo>
                  <a:lnTo>
                    <a:pt x="539176" y="2216996"/>
                  </a:lnTo>
                  <a:lnTo>
                    <a:pt x="461542" y="2197238"/>
                  </a:lnTo>
                  <a:lnTo>
                    <a:pt x="383908" y="2177208"/>
                  </a:lnTo>
                  <a:lnTo>
                    <a:pt x="306274" y="2156903"/>
                  </a:lnTo>
                  <a:lnTo>
                    <a:pt x="228640" y="2136318"/>
                  </a:lnTo>
                  <a:lnTo>
                    <a:pt x="151006" y="2115450"/>
                  </a:lnTo>
                  <a:lnTo>
                    <a:pt x="73372" y="2094294"/>
                  </a:lnTo>
                  <a:lnTo>
                    <a:pt x="0" y="20740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88607" y="1896563"/>
              <a:ext cx="6099882" cy="3221457"/>
            </a:xfrm>
            <a:custGeom>
              <a:avLst/>
              <a:pathLst>
                <a:path w="6099882" h="3221457">
                  <a:moveTo>
                    <a:pt x="0" y="0"/>
                  </a:moveTo>
                  <a:lnTo>
                    <a:pt x="44427" y="109637"/>
                  </a:lnTo>
                  <a:lnTo>
                    <a:pt x="122061" y="291393"/>
                  </a:lnTo>
                  <a:lnTo>
                    <a:pt x="199695" y="463826"/>
                  </a:lnTo>
                  <a:lnTo>
                    <a:pt x="277329" y="627412"/>
                  </a:lnTo>
                  <a:lnTo>
                    <a:pt x="354963" y="782607"/>
                  </a:lnTo>
                  <a:lnTo>
                    <a:pt x="432597" y="929840"/>
                  </a:lnTo>
                  <a:lnTo>
                    <a:pt x="510231" y="1069520"/>
                  </a:lnTo>
                  <a:lnTo>
                    <a:pt x="587865" y="1202034"/>
                  </a:lnTo>
                  <a:lnTo>
                    <a:pt x="665499" y="1327751"/>
                  </a:lnTo>
                  <a:lnTo>
                    <a:pt x="743133" y="1447018"/>
                  </a:lnTo>
                  <a:lnTo>
                    <a:pt x="820767" y="1560167"/>
                  </a:lnTo>
                  <a:lnTo>
                    <a:pt x="898401" y="1667511"/>
                  </a:lnTo>
                  <a:lnTo>
                    <a:pt x="976035" y="1769348"/>
                  </a:lnTo>
                  <a:lnTo>
                    <a:pt x="1053669" y="1865962"/>
                  </a:lnTo>
                  <a:lnTo>
                    <a:pt x="1131303" y="1957619"/>
                  </a:lnTo>
                  <a:lnTo>
                    <a:pt x="1208937" y="2044573"/>
                  </a:lnTo>
                  <a:lnTo>
                    <a:pt x="1286571" y="2127068"/>
                  </a:lnTo>
                  <a:lnTo>
                    <a:pt x="1364205" y="2205330"/>
                  </a:lnTo>
                  <a:lnTo>
                    <a:pt x="1441839" y="2279577"/>
                  </a:lnTo>
                  <a:lnTo>
                    <a:pt x="1519473" y="2350015"/>
                  </a:lnTo>
                  <a:lnTo>
                    <a:pt x="1597108" y="2416840"/>
                  </a:lnTo>
                  <a:lnTo>
                    <a:pt x="1674742" y="2480237"/>
                  </a:lnTo>
                  <a:lnTo>
                    <a:pt x="1752376" y="2540382"/>
                  </a:lnTo>
                  <a:lnTo>
                    <a:pt x="1830010" y="2597441"/>
                  </a:lnTo>
                  <a:lnTo>
                    <a:pt x="1907644" y="2651573"/>
                  </a:lnTo>
                  <a:lnTo>
                    <a:pt x="1985278" y="2702928"/>
                  </a:lnTo>
                  <a:lnTo>
                    <a:pt x="2062912" y="2751648"/>
                  </a:lnTo>
                  <a:lnTo>
                    <a:pt x="2140546" y="2786859"/>
                  </a:lnTo>
                  <a:lnTo>
                    <a:pt x="2218180" y="2798613"/>
                  </a:lnTo>
                  <a:lnTo>
                    <a:pt x="2295814" y="2810207"/>
                  </a:lnTo>
                  <a:lnTo>
                    <a:pt x="2373448" y="2821643"/>
                  </a:lnTo>
                  <a:lnTo>
                    <a:pt x="2451082" y="2832924"/>
                  </a:lnTo>
                  <a:lnTo>
                    <a:pt x="2528716" y="2844052"/>
                  </a:lnTo>
                  <a:lnTo>
                    <a:pt x="2606350" y="2855029"/>
                  </a:lnTo>
                  <a:lnTo>
                    <a:pt x="2683984" y="2865858"/>
                  </a:lnTo>
                  <a:lnTo>
                    <a:pt x="2761618" y="2876539"/>
                  </a:lnTo>
                  <a:lnTo>
                    <a:pt x="2839252" y="2887075"/>
                  </a:lnTo>
                  <a:lnTo>
                    <a:pt x="2916886" y="2897468"/>
                  </a:lnTo>
                  <a:lnTo>
                    <a:pt x="2994520" y="2907720"/>
                  </a:lnTo>
                  <a:lnTo>
                    <a:pt x="3072154" y="2917832"/>
                  </a:lnTo>
                  <a:lnTo>
                    <a:pt x="3149788" y="2927808"/>
                  </a:lnTo>
                  <a:lnTo>
                    <a:pt x="3227422" y="2937648"/>
                  </a:lnTo>
                  <a:lnTo>
                    <a:pt x="3305057" y="2947354"/>
                  </a:lnTo>
                  <a:lnTo>
                    <a:pt x="3382691" y="2956929"/>
                  </a:lnTo>
                  <a:lnTo>
                    <a:pt x="3460325" y="2966374"/>
                  </a:lnTo>
                  <a:lnTo>
                    <a:pt x="3537959" y="2975690"/>
                  </a:lnTo>
                  <a:lnTo>
                    <a:pt x="3615593" y="2984880"/>
                  </a:lnTo>
                  <a:lnTo>
                    <a:pt x="3693227" y="2993945"/>
                  </a:lnTo>
                  <a:lnTo>
                    <a:pt x="3770861" y="3002887"/>
                  </a:lnTo>
                  <a:lnTo>
                    <a:pt x="3848495" y="3011708"/>
                  </a:lnTo>
                  <a:lnTo>
                    <a:pt x="3926129" y="3020409"/>
                  </a:lnTo>
                  <a:lnTo>
                    <a:pt x="4003763" y="3028992"/>
                  </a:lnTo>
                  <a:lnTo>
                    <a:pt x="4081397" y="3037459"/>
                  </a:lnTo>
                  <a:lnTo>
                    <a:pt x="4159031" y="3045810"/>
                  </a:lnTo>
                  <a:lnTo>
                    <a:pt x="4236665" y="3054048"/>
                  </a:lnTo>
                  <a:lnTo>
                    <a:pt x="4314299" y="3062174"/>
                  </a:lnTo>
                  <a:lnTo>
                    <a:pt x="4391933" y="3070190"/>
                  </a:lnTo>
                  <a:lnTo>
                    <a:pt x="4469567" y="3078097"/>
                  </a:lnTo>
                  <a:lnTo>
                    <a:pt x="4547201" y="3085897"/>
                  </a:lnTo>
                  <a:lnTo>
                    <a:pt x="4624835" y="3093591"/>
                  </a:lnTo>
                  <a:lnTo>
                    <a:pt x="4702469" y="3101180"/>
                  </a:lnTo>
                  <a:lnTo>
                    <a:pt x="4780103" y="3108667"/>
                  </a:lnTo>
                  <a:lnTo>
                    <a:pt x="4857737" y="3116052"/>
                  </a:lnTo>
                  <a:lnTo>
                    <a:pt x="4935371" y="3123336"/>
                  </a:lnTo>
                  <a:lnTo>
                    <a:pt x="5013006" y="3130522"/>
                  </a:lnTo>
                  <a:lnTo>
                    <a:pt x="5090640" y="3137610"/>
                  </a:lnTo>
                  <a:lnTo>
                    <a:pt x="5168274" y="3144602"/>
                  </a:lnTo>
                  <a:lnTo>
                    <a:pt x="5245908" y="3151499"/>
                  </a:lnTo>
                  <a:lnTo>
                    <a:pt x="5323542" y="3158302"/>
                  </a:lnTo>
                  <a:lnTo>
                    <a:pt x="5401176" y="3165013"/>
                  </a:lnTo>
                  <a:lnTo>
                    <a:pt x="5478810" y="3171633"/>
                  </a:lnTo>
                  <a:lnTo>
                    <a:pt x="5556444" y="3178163"/>
                  </a:lnTo>
                  <a:lnTo>
                    <a:pt x="5634078" y="3184604"/>
                  </a:lnTo>
                  <a:lnTo>
                    <a:pt x="5711712" y="3190958"/>
                  </a:lnTo>
                  <a:lnTo>
                    <a:pt x="5789346" y="3197226"/>
                  </a:lnTo>
                  <a:lnTo>
                    <a:pt x="5866980" y="3203408"/>
                  </a:lnTo>
                  <a:lnTo>
                    <a:pt x="5944614" y="3209507"/>
                  </a:lnTo>
                  <a:lnTo>
                    <a:pt x="6022248" y="3215523"/>
                  </a:lnTo>
                  <a:lnTo>
                    <a:pt x="6099882" y="3221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0588"/>
              <a:ext cx="7370972" cy="1520351"/>
            </a:xfrm>
            <a:custGeom>
              <a:avLst/>
              <a:pathLst>
                <a:path w="7370972" h="1520351">
                  <a:moveTo>
                    <a:pt x="7370972" y="1520351"/>
                  </a:moveTo>
                  <a:lnTo>
                    <a:pt x="7293338" y="1517200"/>
                  </a:lnTo>
                  <a:lnTo>
                    <a:pt x="7215704" y="1513879"/>
                  </a:lnTo>
                  <a:lnTo>
                    <a:pt x="7138070" y="1510378"/>
                  </a:lnTo>
                  <a:lnTo>
                    <a:pt x="7060436" y="1506688"/>
                  </a:lnTo>
                  <a:lnTo>
                    <a:pt x="6982802" y="1502799"/>
                  </a:lnTo>
                  <a:lnTo>
                    <a:pt x="6905168" y="1498699"/>
                  </a:lnTo>
                  <a:lnTo>
                    <a:pt x="6827534" y="1494377"/>
                  </a:lnTo>
                  <a:lnTo>
                    <a:pt x="6749900" y="1489822"/>
                  </a:lnTo>
                  <a:lnTo>
                    <a:pt x="6672266" y="1485021"/>
                  </a:lnTo>
                  <a:lnTo>
                    <a:pt x="6594632" y="1479959"/>
                  </a:lnTo>
                  <a:lnTo>
                    <a:pt x="6516998" y="1474624"/>
                  </a:lnTo>
                  <a:lnTo>
                    <a:pt x="6439364" y="1469001"/>
                  </a:lnTo>
                  <a:lnTo>
                    <a:pt x="6361730" y="1463074"/>
                  </a:lnTo>
                  <a:lnTo>
                    <a:pt x="6284096" y="1456826"/>
                  </a:lnTo>
                  <a:lnTo>
                    <a:pt x="6206462" y="1450240"/>
                  </a:lnTo>
                  <a:lnTo>
                    <a:pt x="6128827" y="1443298"/>
                  </a:lnTo>
                  <a:lnTo>
                    <a:pt x="6051193" y="1435981"/>
                  </a:lnTo>
                  <a:lnTo>
                    <a:pt x="5973559" y="1428268"/>
                  </a:lnTo>
                  <a:lnTo>
                    <a:pt x="5895925" y="1420138"/>
                  </a:lnTo>
                  <a:lnTo>
                    <a:pt x="5818291" y="1411568"/>
                  </a:lnTo>
                  <a:lnTo>
                    <a:pt x="5740657" y="1402535"/>
                  </a:lnTo>
                  <a:lnTo>
                    <a:pt x="5663023" y="1393013"/>
                  </a:lnTo>
                  <a:lnTo>
                    <a:pt x="5585389" y="1382977"/>
                  </a:lnTo>
                  <a:lnTo>
                    <a:pt x="5507755" y="1372398"/>
                  </a:lnTo>
                  <a:lnTo>
                    <a:pt x="5430121" y="1361247"/>
                  </a:lnTo>
                  <a:lnTo>
                    <a:pt x="5352487" y="1349493"/>
                  </a:lnTo>
                  <a:lnTo>
                    <a:pt x="5274853" y="1337103"/>
                  </a:lnTo>
                  <a:lnTo>
                    <a:pt x="5197219" y="1324043"/>
                  </a:lnTo>
                  <a:lnTo>
                    <a:pt x="5119585" y="1310277"/>
                  </a:lnTo>
                  <a:lnTo>
                    <a:pt x="5041951" y="1295767"/>
                  </a:lnTo>
                  <a:lnTo>
                    <a:pt x="4964317" y="1280472"/>
                  </a:lnTo>
                  <a:lnTo>
                    <a:pt x="4886683" y="1264350"/>
                  </a:lnTo>
                  <a:lnTo>
                    <a:pt x="4809049" y="1247357"/>
                  </a:lnTo>
                  <a:lnTo>
                    <a:pt x="4731415" y="1229444"/>
                  </a:lnTo>
                  <a:lnTo>
                    <a:pt x="4653781" y="1210563"/>
                  </a:lnTo>
                  <a:lnTo>
                    <a:pt x="4576147" y="1190660"/>
                  </a:lnTo>
                  <a:lnTo>
                    <a:pt x="4498513" y="1169682"/>
                  </a:lnTo>
                  <a:lnTo>
                    <a:pt x="4420879" y="1147569"/>
                  </a:lnTo>
                  <a:lnTo>
                    <a:pt x="4343244" y="1124260"/>
                  </a:lnTo>
                  <a:lnTo>
                    <a:pt x="4265610" y="1099692"/>
                  </a:lnTo>
                  <a:lnTo>
                    <a:pt x="4187976" y="1073794"/>
                  </a:lnTo>
                  <a:lnTo>
                    <a:pt x="4110342" y="1046496"/>
                  </a:lnTo>
                  <a:lnTo>
                    <a:pt x="4032708" y="1017722"/>
                  </a:lnTo>
                  <a:lnTo>
                    <a:pt x="3955074" y="987392"/>
                  </a:lnTo>
                  <a:lnTo>
                    <a:pt x="3877440" y="955422"/>
                  </a:lnTo>
                  <a:lnTo>
                    <a:pt x="3799806" y="921723"/>
                  </a:lnTo>
                  <a:lnTo>
                    <a:pt x="3722172" y="886203"/>
                  </a:lnTo>
                  <a:lnTo>
                    <a:pt x="3644538" y="848761"/>
                  </a:lnTo>
                  <a:lnTo>
                    <a:pt x="3566904" y="809294"/>
                  </a:lnTo>
                  <a:lnTo>
                    <a:pt x="3489270" y="767694"/>
                  </a:lnTo>
                  <a:lnTo>
                    <a:pt x="3411636" y="723844"/>
                  </a:lnTo>
                  <a:lnTo>
                    <a:pt x="3334002" y="700918"/>
                  </a:lnTo>
                  <a:lnTo>
                    <a:pt x="3256368" y="688839"/>
                  </a:lnTo>
                  <a:lnTo>
                    <a:pt x="3178734" y="676594"/>
                  </a:lnTo>
                  <a:lnTo>
                    <a:pt x="3101100" y="664180"/>
                  </a:lnTo>
                  <a:lnTo>
                    <a:pt x="3023466" y="651595"/>
                  </a:lnTo>
                  <a:lnTo>
                    <a:pt x="2945832" y="638837"/>
                  </a:lnTo>
                  <a:lnTo>
                    <a:pt x="2868198" y="625903"/>
                  </a:lnTo>
                  <a:lnTo>
                    <a:pt x="2790564" y="612792"/>
                  </a:lnTo>
                  <a:lnTo>
                    <a:pt x="2712930" y="599500"/>
                  </a:lnTo>
                  <a:lnTo>
                    <a:pt x="2635295" y="586025"/>
                  </a:lnTo>
                  <a:lnTo>
                    <a:pt x="2557661" y="572364"/>
                  </a:lnTo>
                  <a:lnTo>
                    <a:pt x="2480027" y="558516"/>
                  </a:lnTo>
                  <a:lnTo>
                    <a:pt x="2402393" y="544477"/>
                  </a:lnTo>
                  <a:lnTo>
                    <a:pt x="2324759" y="530245"/>
                  </a:lnTo>
                  <a:lnTo>
                    <a:pt x="2247125" y="515816"/>
                  </a:lnTo>
                  <a:lnTo>
                    <a:pt x="2169491" y="501190"/>
                  </a:lnTo>
                  <a:lnTo>
                    <a:pt x="2091857" y="486362"/>
                  </a:lnTo>
                  <a:lnTo>
                    <a:pt x="2014223" y="471330"/>
                  </a:lnTo>
                  <a:lnTo>
                    <a:pt x="1936589" y="456091"/>
                  </a:lnTo>
                  <a:lnTo>
                    <a:pt x="1858955" y="440642"/>
                  </a:lnTo>
                  <a:lnTo>
                    <a:pt x="1781321" y="424981"/>
                  </a:lnTo>
                  <a:lnTo>
                    <a:pt x="1703687" y="409104"/>
                  </a:lnTo>
                  <a:lnTo>
                    <a:pt x="1626053" y="393009"/>
                  </a:lnTo>
                  <a:lnTo>
                    <a:pt x="1548419" y="376692"/>
                  </a:lnTo>
                  <a:lnTo>
                    <a:pt x="1470785" y="360151"/>
                  </a:lnTo>
                  <a:lnTo>
                    <a:pt x="1393151" y="343382"/>
                  </a:lnTo>
                  <a:lnTo>
                    <a:pt x="1315517" y="326382"/>
                  </a:lnTo>
                  <a:lnTo>
                    <a:pt x="1237883" y="309148"/>
                  </a:lnTo>
                  <a:lnTo>
                    <a:pt x="1160249" y="291677"/>
                  </a:lnTo>
                  <a:lnTo>
                    <a:pt x="1082615" y="273966"/>
                  </a:lnTo>
                  <a:lnTo>
                    <a:pt x="1004981" y="256011"/>
                  </a:lnTo>
                  <a:lnTo>
                    <a:pt x="927346" y="237809"/>
                  </a:lnTo>
                  <a:lnTo>
                    <a:pt x="849712" y="219356"/>
                  </a:lnTo>
                  <a:lnTo>
                    <a:pt x="772078" y="200649"/>
                  </a:lnTo>
                  <a:lnTo>
                    <a:pt x="694444" y="181685"/>
                  </a:lnTo>
                  <a:lnTo>
                    <a:pt x="616810" y="162460"/>
                  </a:lnTo>
                  <a:lnTo>
                    <a:pt x="539176" y="142971"/>
                  </a:lnTo>
                  <a:lnTo>
                    <a:pt x="461542" y="123213"/>
                  </a:lnTo>
                  <a:lnTo>
                    <a:pt x="383908" y="103183"/>
                  </a:lnTo>
                  <a:lnTo>
                    <a:pt x="306274" y="82877"/>
                  </a:lnTo>
                  <a:lnTo>
                    <a:pt x="228640" y="62292"/>
                  </a:lnTo>
                  <a:lnTo>
                    <a:pt x="151006" y="41424"/>
                  </a:lnTo>
                  <a:lnTo>
                    <a:pt x="73372" y="202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44740" y="1896563"/>
              <a:ext cx="7343750" cy="3494138"/>
            </a:xfrm>
            <a:custGeom>
              <a:avLst/>
              <a:pathLst>
                <a:path w="7343750" h="3494138">
                  <a:moveTo>
                    <a:pt x="0" y="0"/>
                  </a:moveTo>
                  <a:lnTo>
                    <a:pt x="46150" y="71782"/>
                  </a:lnTo>
                  <a:lnTo>
                    <a:pt x="123784" y="188596"/>
                  </a:lnTo>
                  <a:lnTo>
                    <a:pt x="201418" y="301599"/>
                  </a:lnTo>
                  <a:lnTo>
                    <a:pt x="279052" y="410916"/>
                  </a:lnTo>
                  <a:lnTo>
                    <a:pt x="356686" y="516666"/>
                  </a:lnTo>
                  <a:lnTo>
                    <a:pt x="434320" y="618967"/>
                  </a:lnTo>
                  <a:lnTo>
                    <a:pt x="511954" y="717931"/>
                  </a:lnTo>
                  <a:lnTo>
                    <a:pt x="589588" y="813666"/>
                  </a:lnTo>
                  <a:lnTo>
                    <a:pt x="667222" y="906278"/>
                  </a:lnTo>
                  <a:lnTo>
                    <a:pt x="744856" y="995869"/>
                  </a:lnTo>
                  <a:lnTo>
                    <a:pt x="822490" y="1082538"/>
                  </a:lnTo>
                  <a:lnTo>
                    <a:pt x="900124" y="1166379"/>
                  </a:lnTo>
                  <a:lnTo>
                    <a:pt x="977758" y="1247485"/>
                  </a:lnTo>
                  <a:lnTo>
                    <a:pt x="1055392" y="1325945"/>
                  </a:lnTo>
                  <a:lnTo>
                    <a:pt x="1133026" y="1401846"/>
                  </a:lnTo>
                  <a:lnTo>
                    <a:pt x="1210661" y="1475271"/>
                  </a:lnTo>
                  <a:lnTo>
                    <a:pt x="1288295" y="1546301"/>
                  </a:lnTo>
                  <a:lnTo>
                    <a:pt x="1365929" y="1615013"/>
                  </a:lnTo>
                  <a:lnTo>
                    <a:pt x="1443563" y="1681484"/>
                  </a:lnTo>
                  <a:lnTo>
                    <a:pt x="1521197" y="1745786"/>
                  </a:lnTo>
                  <a:lnTo>
                    <a:pt x="1598831" y="1807991"/>
                  </a:lnTo>
                  <a:lnTo>
                    <a:pt x="1676465" y="1868167"/>
                  </a:lnTo>
                  <a:lnTo>
                    <a:pt x="1754099" y="1926380"/>
                  </a:lnTo>
                  <a:lnTo>
                    <a:pt x="1831733" y="1982693"/>
                  </a:lnTo>
                  <a:lnTo>
                    <a:pt x="1909367" y="2037170"/>
                  </a:lnTo>
                  <a:lnTo>
                    <a:pt x="1987001" y="2089869"/>
                  </a:lnTo>
                  <a:lnTo>
                    <a:pt x="2064635" y="2140850"/>
                  </a:lnTo>
                  <a:lnTo>
                    <a:pt x="2142269" y="2190167"/>
                  </a:lnTo>
                  <a:lnTo>
                    <a:pt x="2219903" y="2237875"/>
                  </a:lnTo>
                  <a:lnTo>
                    <a:pt x="2297537" y="2284027"/>
                  </a:lnTo>
                  <a:lnTo>
                    <a:pt x="2375171" y="2328674"/>
                  </a:lnTo>
                  <a:lnTo>
                    <a:pt x="2452805" y="2371864"/>
                  </a:lnTo>
                  <a:lnTo>
                    <a:pt x="2530439" y="2413645"/>
                  </a:lnTo>
                  <a:lnTo>
                    <a:pt x="2608073" y="2454063"/>
                  </a:lnTo>
                  <a:lnTo>
                    <a:pt x="2685707" y="2493163"/>
                  </a:lnTo>
                  <a:lnTo>
                    <a:pt x="2763341" y="2530987"/>
                  </a:lnTo>
                  <a:lnTo>
                    <a:pt x="2840975" y="2567578"/>
                  </a:lnTo>
                  <a:lnTo>
                    <a:pt x="2918610" y="2602974"/>
                  </a:lnTo>
                  <a:lnTo>
                    <a:pt x="2996244" y="2637216"/>
                  </a:lnTo>
                  <a:lnTo>
                    <a:pt x="3073878" y="2670341"/>
                  </a:lnTo>
                  <a:lnTo>
                    <a:pt x="3151512" y="2702386"/>
                  </a:lnTo>
                  <a:lnTo>
                    <a:pt x="3229146" y="2733385"/>
                  </a:lnTo>
                  <a:lnTo>
                    <a:pt x="3306780" y="2763372"/>
                  </a:lnTo>
                  <a:lnTo>
                    <a:pt x="3384414" y="2792382"/>
                  </a:lnTo>
                  <a:lnTo>
                    <a:pt x="3462048" y="2820445"/>
                  </a:lnTo>
                  <a:lnTo>
                    <a:pt x="3539682" y="2847593"/>
                  </a:lnTo>
                  <a:lnTo>
                    <a:pt x="3617316" y="2873855"/>
                  </a:lnTo>
                  <a:lnTo>
                    <a:pt x="3694950" y="2899260"/>
                  </a:lnTo>
                  <a:lnTo>
                    <a:pt x="3772584" y="2923837"/>
                  </a:lnTo>
                  <a:lnTo>
                    <a:pt x="3850218" y="2947612"/>
                  </a:lnTo>
                  <a:lnTo>
                    <a:pt x="3927852" y="2970611"/>
                  </a:lnTo>
                  <a:lnTo>
                    <a:pt x="4005486" y="2992860"/>
                  </a:lnTo>
                  <a:lnTo>
                    <a:pt x="4083120" y="3014383"/>
                  </a:lnTo>
                  <a:lnTo>
                    <a:pt x="4160754" y="3035204"/>
                  </a:lnTo>
                  <a:lnTo>
                    <a:pt x="4238388" y="3055346"/>
                  </a:lnTo>
                  <a:lnTo>
                    <a:pt x="4316022" y="3074831"/>
                  </a:lnTo>
                  <a:lnTo>
                    <a:pt x="4393656" y="3093680"/>
                  </a:lnTo>
                  <a:lnTo>
                    <a:pt x="4471290" y="3111915"/>
                  </a:lnTo>
                  <a:lnTo>
                    <a:pt x="4548924" y="3129554"/>
                  </a:lnTo>
                  <a:lnTo>
                    <a:pt x="4626558" y="3146618"/>
                  </a:lnTo>
                  <a:lnTo>
                    <a:pt x="4704193" y="3163126"/>
                  </a:lnTo>
                  <a:lnTo>
                    <a:pt x="4781827" y="3179095"/>
                  </a:lnTo>
                  <a:lnTo>
                    <a:pt x="4859461" y="3194542"/>
                  </a:lnTo>
                  <a:lnTo>
                    <a:pt x="4937095" y="3209486"/>
                  </a:lnTo>
                  <a:lnTo>
                    <a:pt x="5014729" y="3223943"/>
                  </a:lnTo>
                  <a:lnTo>
                    <a:pt x="5092363" y="3237928"/>
                  </a:lnTo>
                  <a:lnTo>
                    <a:pt x="5169997" y="3251457"/>
                  </a:lnTo>
                  <a:lnTo>
                    <a:pt x="5247631" y="3264544"/>
                  </a:lnTo>
                  <a:lnTo>
                    <a:pt x="5325265" y="3277204"/>
                  </a:lnTo>
                  <a:lnTo>
                    <a:pt x="5402899" y="3289452"/>
                  </a:lnTo>
                  <a:lnTo>
                    <a:pt x="5480533" y="3301300"/>
                  </a:lnTo>
                  <a:lnTo>
                    <a:pt x="5558167" y="3312761"/>
                  </a:lnTo>
                  <a:lnTo>
                    <a:pt x="5635801" y="3323849"/>
                  </a:lnTo>
                  <a:lnTo>
                    <a:pt x="5713435" y="3334575"/>
                  </a:lnTo>
                  <a:lnTo>
                    <a:pt x="5791069" y="3344951"/>
                  </a:lnTo>
                  <a:lnTo>
                    <a:pt x="5868703" y="3354988"/>
                  </a:lnTo>
                  <a:lnTo>
                    <a:pt x="5946337" y="3364698"/>
                  </a:lnTo>
                  <a:lnTo>
                    <a:pt x="6023971" y="3374091"/>
                  </a:lnTo>
                  <a:lnTo>
                    <a:pt x="6101605" y="3383178"/>
                  </a:lnTo>
                  <a:lnTo>
                    <a:pt x="6179239" y="3391969"/>
                  </a:lnTo>
                  <a:lnTo>
                    <a:pt x="6256873" y="3400472"/>
                  </a:lnTo>
                  <a:lnTo>
                    <a:pt x="6334507" y="3408698"/>
                  </a:lnTo>
                  <a:lnTo>
                    <a:pt x="6412142" y="3416656"/>
                  </a:lnTo>
                  <a:lnTo>
                    <a:pt x="6489776" y="3424355"/>
                  </a:lnTo>
                  <a:lnTo>
                    <a:pt x="6567410" y="3431802"/>
                  </a:lnTo>
                  <a:lnTo>
                    <a:pt x="6645044" y="3439006"/>
                  </a:lnTo>
                  <a:lnTo>
                    <a:pt x="6722678" y="3445975"/>
                  </a:lnTo>
                  <a:lnTo>
                    <a:pt x="6800312" y="3452717"/>
                  </a:lnTo>
                  <a:lnTo>
                    <a:pt x="6877946" y="3459239"/>
                  </a:lnTo>
                  <a:lnTo>
                    <a:pt x="6955580" y="3465548"/>
                  </a:lnTo>
                  <a:lnTo>
                    <a:pt x="7033214" y="3471652"/>
                  </a:lnTo>
                  <a:lnTo>
                    <a:pt x="7110848" y="3477556"/>
                  </a:lnTo>
                  <a:lnTo>
                    <a:pt x="7188482" y="3483267"/>
                  </a:lnTo>
                  <a:lnTo>
                    <a:pt x="7266116" y="3488793"/>
                  </a:lnTo>
                  <a:lnTo>
                    <a:pt x="7343750" y="34941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2026-05-22T09:54:29Z</dcterms:modified>
  <cp:category/>
</cp:coreProperties>
</file>