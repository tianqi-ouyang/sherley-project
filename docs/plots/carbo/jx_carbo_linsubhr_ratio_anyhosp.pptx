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8546"/>
            </a:xfrm>
            <a:custGeom>
              <a:avLst/>
              <a:pathLst>
                <a:path w="7370972" h="3598546">
                  <a:moveTo>
                    <a:pt x="1327421" y="0"/>
                  </a:moveTo>
                  <a:lnTo>
                    <a:pt x="1393151" y="164215"/>
                  </a:lnTo>
                  <a:lnTo>
                    <a:pt x="1470785" y="347956"/>
                  </a:lnTo>
                  <a:lnTo>
                    <a:pt x="1548419" y="522019"/>
                  </a:lnTo>
                  <a:lnTo>
                    <a:pt x="1626053" y="686914"/>
                  </a:lnTo>
                  <a:lnTo>
                    <a:pt x="1703687" y="843123"/>
                  </a:lnTo>
                  <a:lnTo>
                    <a:pt x="1781321" y="991105"/>
                  </a:lnTo>
                  <a:lnTo>
                    <a:pt x="1858955" y="1131292"/>
                  </a:lnTo>
                  <a:lnTo>
                    <a:pt x="1936589" y="1264096"/>
                  </a:lnTo>
                  <a:lnTo>
                    <a:pt x="2014223" y="1389904"/>
                  </a:lnTo>
                  <a:lnTo>
                    <a:pt x="2091857" y="1509086"/>
                  </a:lnTo>
                  <a:lnTo>
                    <a:pt x="2169491" y="1621991"/>
                  </a:lnTo>
                  <a:lnTo>
                    <a:pt x="2247125" y="1728948"/>
                  </a:lnTo>
                  <a:lnTo>
                    <a:pt x="2324759" y="1830272"/>
                  </a:lnTo>
                  <a:lnTo>
                    <a:pt x="2402393" y="1926259"/>
                  </a:lnTo>
                  <a:lnTo>
                    <a:pt x="2480027" y="2017191"/>
                  </a:lnTo>
                  <a:lnTo>
                    <a:pt x="2557661" y="2103332"/>
                  </a:lnTo>
                  <a:lnTo>
                    <a:pt x="2635295" y="2184937"/>
                  </a:lnTo>
                  <a:lnTo>
                    <a:pt x="2712930" y="2262243"/>
                  </a:lnTo>
                  <a:lnTo>
                    <a:pt x="2790564" y="2335478"/>
                  </a:lnTo>
                  <a:lnTo>
                    <a:pt x="2868198" y="2404855"/>
                  </a:lnTo>
                  <a:lnTo>
                    <a:pt x="2945832" y="2470578"/>
                  </a:lnTo>
                  <a:lnTo>
                    <a:pt x="3023466" y="2532839"/>
                  </a:lnTo>
                  <a:lnTo>
                    <a:pt x="3101100" y="2591821"/>
                  </a:lnTo>
                  <a:lnTo>
                    <a:pt x="3178734" y="2647696"/>
                  </a:lnTo>
                  <a:lnTo>
                    <a:pt x="3256368" y="2700628"/>
                  </a:lnTo>
                  <a:lnTo>
                    <a:pt x="3334002" y="2750772"/>
                  </a:lnTo>
                  <a:lnTo>
                    <a:pt x="3411636" y="2786986"/>
                  </a:lnTo>
                  <a:lnTo>
                    <a:pt x="3489270" y="2799121"/>
                  </a:lnTo>
                  <a:lnTo>
                    <a:pt x="3566904" y="2811085"/>
                  </a:lnTo>
                  <a:lnTo>
                    <a:pt x="3644538" y="2822881"/>
                  </a:lnTo>
                  <a:lnTo>
                    <a:pt x="3722172" y="2834512"/>
                  </a:lnTo>
                  <a:lnTo>
                    <a:pt x="3799806" y="2845980"/>
                  </a:lnTo>
                  <a:lnTo>
                    <a:pt x="3877440" y="2857288"/>
                  </a:lnTo>
                  <a:lnTo>
                    <a:pt x="3955074" y="2868437"/>
                  </a:lnTo>
                  <a:lnTo>
                    <a:pt x="4032708" y="2879429"/>
                  </a:lnTo>
                  <a:lnTo>
                    <a:pt x="4110342" y="2890268"/>
                  </a:lnTo>
                  <a:lnTo>
                    <a:pt x="4187976" y="2900954"/>
                  </a:lnTo>
                  <a:lnTo>
                    <a:pt x="4265610" y="2911491"/>
                  </a:lnTo>
                  <a:lnTo>
                    <a:pt x="4343244" y="2921880"/>
                  </a:lnTo>
                  <a:lnTo>
                    <a:pt x="4420879" y="2932123"/>
                  </a:lnTo>
                  <a:lnTo>
                    <a:pt x="4498513" y="2942223"/>
                  </a:lnTo>
                  <a:lnTo>
                    <a:pt x="4576147" y="2952181"/>
                  </a:lnTo>
                  <a:lnTo>
                    <a:pt x="4653781" y="2962000"/>
                  </a:lnTo>
                  <a:lnTo>
                    <a:pt x="4731415" y="2971681"/>
                  </a:lnTo>
                  <a:lnTo>
                    <a:pt x="4809049" y="2981226"/>
                  </a:lnTo>
                  <a:lnTo>
                    <a:pt x="4886683" y="2990638"/>
                  </a:lnTo>
                  <a:lnTo>
                    <a:pt x="4964317" y="2999917"/>
                  </a:lnTo>
                  <a:lnTo>
                    <a:pt x="5041951" y="3009067"/>
                  </a:lnTo>
                  <a:lnTo>
                    <a:pt x="5119585" y="3018088"/>
                  </a:lnTo>
                  <a:lnTo>
                    <a:pt x="5197219" y="3026983"/>
                  </a:lnTo>
                  <a:lnTo>
                    <a:pt x="5274853" y="3035753"/>
                  </a:lnTo>
                  <a:lnTo>
                    <a:pt x="5352487" y="3044400"/>
                  </a:lnTo>
                  <a:lnTo>
                    <a:pt x="5430121" y="3052926"/>
                  </a:lnTo>
                  <a:lnTo>
                    <a:pt x="5507755" y="3061333"/>
                  </a:lnTo>
                  <a:lnTo>
                    <a:pt x="5585389" y="3069621"/>
                  </a:lnTo>
                  <a:lnTo>
                    <a:pt x="5663023" y="3077794"/>
                  </a:lnTo>
                  <a:lnTo>
                    <a:pt x="5740657" y="3085852"/>
                  </a:lnTo>
                  <a:lnTo>
                    <a:pt x="5818291" y="3093797"/>
                  </a:lnTo>
                  <a:lnTo>
                    <a:pt x="5895925" y="3101630"/>
                  </a:lnTo>
                  <a:lnTo>
                    <a:pt x="5973559" y="3109354"/>
                  </a:lnTo>
                  <a:lnTo>
                    <a:pt x="6051193" y="3116969"/>
                  </a:lnTo>
                  <a:lnTo>
                    <a:pt x="6128827" y="3124478"/>
                  </a:lnTo>
                  <a:lnTo>
                    <a:pt x="6206462" y="3131882"/>
                  </a:lnTo>
                  <a:lnTo>
                    <a:pt x="6284096" y="3139181"/>
                  </a:lnTo>
                  <a:lnTo>
                    <a:pt x="6361730" y="3146379"/>
                  </a:lnTo>
                  <a:lnTo>
                    <a:pt x="6439364" y="3153475"/>
                  </a:lnTo>
                  <a:lnTo>
                    <a:pt x="6516998" y="3160472"/>
                  </a:lnTo>
                  <a:lnTo>
                    <a:pt x="6594632" y="3167371"/>
                  </a:lnTo>
                  <a:lnTo>
                    <a:pt x="6672266" y="3174173"/>
                  </a:lnTo>
                  <a:lnTo>
                    <a:pt x="6749900" y="3180880"/>
                  </a:lnTo>
                  <a:lnTo>
                    <a:pt x="6827534" y="3187493"/>
                  </a:lnTo>
                  <a:lnTo>
                    <a:pt x="6905168" y="3194013"/>
                  </a:lnTo>
                  <a:lnTo>
                    <a:pt x="6982802" y="3200442"/>
                  </a:lnTo>
                  <a:lnTo>
                    <a:pt x="7060436" y="3206781"/>
                  </a:lnTo>
                  <a:lnTo>
                    <a:pt x="7138070" y="3213031"/>
                  </a:lnTo>
                  <a:lnTo>
                    <a:pt x="7215704" y="3219193"/>
                  </a:lnTo>
                  <a:lnTo>
                    <a:pt x="7293338" y="3225269"/>
                  </a:lnTo>
                  <a:lnTo>
                    <a:pt x="7370972" y="3231259"/>
                  </a:lnTo>
                  <a:lnTo>
                    <a:pt x="7370972" y="3598546"/>
                  </a:lnTo>
                  <a:lnTo>
                    <a:pt x="7293338" y="3595538"/>
                  </a:lnTo>
                  <a:lnTo>
                    <a:pt x="7215704" y="3592363"/>
                  </a:lnTo>
                  <a:lnTo>
                    <a:pt x="7138070" y="3589012"/>
                  </a:lnTo>
                  <a:lnTo>
                    <a:pt x="7060436" y="3585474"/>
                  </a:lnTo>
                  <a:lnTo>
                    <a:pt x="6982802" y="3581739"/>
                  </a:lnTo>
                  <a:lnTo>
                    <a:pt x="6905168" y="3577797"/>
                  </a:lnTo>
                  <a:lnTo>
                    <a:pt x="6827534" y="3573635"/>
                  </a:lnTo>
                  <a:lnTo>
                    <a:pt x="6749900" y="3569242"/>
                  </a:lnTo>
                  <a:lnTo>
                    <a:pt x="6672266" y="3564605"/>
                  </a:lnTo>
                  <a:lnTo>
                    <a:pt x="6594632" y="3559710"/>
                  </a:lnTo>
                  <a:lnTo>
                    <a:pt x="6516998" y="3554543"/>
                  </a:lnTo>
                  <a:lnTo>
                    <a:pt x="6439364" y="3549089"/>
                  </a:lnTo>
                  <a:lnTo>
                    <a:pt x="6361730" y="3543331"/>
                  </a:lnTo>
                  <a:lnTo>
                    <a:pt x="6284096" y="3537254"/>
                  </a:lnTo>
                  <a:lnTo>
                    <a:pt x="6206462" y="3530838"/>
                  </a:lnTo>
                  <a:lnTo>
                    <a:pt x="6128827" y="3524066"/>
                  </a:lnTo>
                  <a:lnTo>
                    <a:pt x="6051193" y="3516917"/>
                  </a:lnTo>
                  <a:lnTo>
                    <a:pt x="5973559" y="3509370"/>
                  </a:lnTo>
                  <a:lnTo>
                    <a:pt x="5895925" y="3501404"/>
                  </a:lnTo>
                  <a:lnTo>
                    <a:pt x="5818291" y="3492995"/>
                  </a:lnTo>
                  <a:lnTo>
                    <a:pt x="5740657" y="3484119"/>
                  </a:lnTo>
                  <a:lnTo>
                    <a:pt x="5663023" y="3474749"/>
                  </a:lnTo>
                  <a:lnTo>
                    <a:pt x="5585389" y="3464858"/>
                  </a:lnTo>
                  <a:lnTo>
                    <a:pt x="5507755" y="3454417"/>
                  </a:lnTo>
                  <a:lnTo>
                    <a:pt x="5430121" y="3443396"/>
                  </a:lnTo>
                  <a:lnTo>
                    <a:pt x="5352487" y="3431762"/>
                  </a:lnTo>
                  <a:lnTo>
                    <a:pt x="5274853" y="3419481"/>
                  </a:lnTo>
                  <a:lnTo>
                    <a:pt x="5197219" y="3406517"/>
                  </a:lnTo>
                  <a:lnTo>
                    <a:pt x="5119585" y="3392832"/>
                  </a:lnTo>
                  <a:lnTo>
                    <a:pt x="5041951" y="3378387"/>
                  </a:lnTo>
                  <a:lnTo>
                    <a:pt x="4964317" y="3363138"/>
                  </a:lnTo>
                  <a:lnTo>
                    <a:pt x="4886683" y="3347041"/>
                  </a:lnTo>
                  <a:lnTo>
                    <a:pt x="4809049" y="3330050"/>
                  </a:lnTo>
                  <a:lnTo>
                    <a:pt x="4731415" y="3312114"/>
                  </a:lnTo>
                  <a:lnTo>
                    <a:pt x="4653781" y="3293180"/>
                  </a:lnTo>
                  <a:lnTo>
                    <a:pt x="4576147" y="3273194"/>
                  </a:lnTo>
                  <a:lnTo>
                    <a:pt x="4498513" y="3252097"/>
                  </a:lnTo>
                  <a:lnTo>
                    <a:pt x="4420879" y="3229826"/>
                  </a:lnTo>
                  <a:lnTo>
                    <a:pt x="4343244" y="3206317"/>
                  </a:lnTo>
                  <a:lnTo>
                    <a:pt x="4265610" y="3181502"/>
                  </a:lnTo>
                  <a:lnTo>
                    <a:pt x="4187976" y="3155306"/>
                  </a:lnTo>
                  <a:lnTo>
                    <a:pt x="4110342" y="3127654"/>
                  </a:lnTo>
                  <a:lnTo>
                    <a:pt x="4032708" y="3098465"/>
                  </a:lnTo>
                  <a:lnTo>
                    <a:pt x="3955074" y="3067652"/>
                  </a:lnTo>
                  <a:lnTo>
                    <a:pt x="3877440" y="3035127"/>
                  </a:lnTo>
                  <a:lnTo>
                    <a:pt x="3799806" y="3000793"/>
                  </a:lnTo>
                  <a:lnTo>
                    <a:pt x="3722172" y="2964550"/>
                  </a:lnTo>
                  <a:lnTo>
                    <a:pt x="3644538" y="2926292"/>
                  </a:lnTo>
                  <a:lnTo>
                    <a:pt x="3566904" y="2885907"/>
                  </a:lnTo>
                  <a:lnTo>
                    <a:pt x="3489270" y="2843276"/>
                  </a:lnTo>
                  <a:lnTo>
                    <a:pt x="3411636" y="2798275"/>
                  </a:lnTo>
                  <a:lnTo>
                    <a:pt x="3334002" y="2774680"/>
                  </a:lnTo>
                  <a:lnTo>
                    <a:pt x="3256368" y="2762198"/>
                  </a:lnTo>
                  <a:lnTo>
                    <a:pt x="3178734" y="2749539"/>
                  </a:lnTo>
                  <a:lnTo>
                    <a:pt x="3101100" y="2736700"/>
                  </a:lnTo>
                  <a:lnTo>
                    <a:pt x="3023466" y="2723678"/>
                  </a:lnTo>
                  <a:lnTo>
                    <a:pt x="2945832" y="2710471"/>
                  </a:lnTo>
                  <a:lnTo>
                    <a:pt x="2868198" y="2697077"/>
                  </a:lnTo>
                  <a:lnTo>
                    <a:pt x="2790564" y="2683492"/>
                  </a:lnTo>
                  <a:lnTo>
                    <a:pt x="2712930" y="2669714"/>
                  </a:lnTo>
                  <a:lnTo>
                    <a:pt x="2635295" y="2655740"/>
                  </a:lnTo>
                  <a:lnTo>
                    <a:pt x="2557661" y="2641567"/>
                  </a:lnTo>
                  <a:lnTo>
                    <a:pt x="2480027" y="2627193"/>
                  </a:lnTo>
                  <a:lnTo>
                    <a:pt x="2402393" y="2612614"/>
                  </a:lnTo>
                  <a:lnTo>
                    <a:pt x="2324759" y="2597829"/>
                  </a:lnTo>
                  <a:lnTo>
                    <a:pt x="2247125" y="2582833"/>
                  </a:lnTo>
                  <a:lnTo>
                    <a:pt x="2169491" y="2567623"/>
                  </a:lnTo>
                  <a:lnTo>
                    <a:pt x="2091857" y="2552198"/>
                  </a:lnTo>
                  <a:lnTo>
                    <a:pt x="2014223" y="2536553"/>
                  </a:lnTo>
                  <a:lnTo>
                    <a:pt x="1936589" y="2520686"/>
                  </a:lnTo>
                  <a:lnTo>
                    <a:pt x="1858955" y="2504594"/>
                  </a:lnTo>
                  <a:lnTo>
                    <a:pt x="1781321" y="2488272"/>
                  </a:lnTo>
                  <a:lnTo>
                    <a:pt x="1703687" y="2471719"/>
                  </a:lnTo>
                  <a:lnTo>
                    <a:pt x="1626053" y="2454930"/>
                  </a:lnTo>
                  <a:lnTo>
                    <a:pt x="1548419" y="2437902"/>
                  </a:lnTo>
                  <a:lnTo>
                    <a:pt x="1470785" y="2420633"/>
                  </a:lnTo>
                  <a:lnTo>
                    <a:pt x="1393151" y="2403118"/>
                  </a:lnTo>
                  <a:lnTo>
                    <a:pt x="1315517" y="2385354"/>
                  </a:lnTo>
                  <a:lnTo>
                    <a:pt x="1237883" y="2367337"/>
                  </a:lnTo>
                  <a:lnTo>
                    <a:pt x="1160249" y="2349064"/>
                  </a:lnTo>
                  <a:lnTo>
                    <a:pt x="1082615" y="2330532"/>
                  </a:lnTo>
                  <a:lnTo>
                    <a:pt x="1004981" y="2311736"/>
                  </a:lnTo>
                  <a:lnTo>
                    <a:pt x="927346" y="2292672"/>
                  </a:lnTo>
                  <a:lnTo>
                    <a:pt x="849712" y="2273338"/>
                  </a:lnTo>
                  <a:lnTo>
                    <a:pt x="772078" y="2253729"/>
                  </a:lnTo>
                  <a:lnTo>
                    <a:pt x="694444" y="2233841"/>
                  </a:lnTo>
                  <a:lnTo>
                    <a:pt x="616810" y="2213671"/>
                  </a:lnTo>
                  <a:lnTo>
                    <a:pt x="539176" y="2193213"/>
                  </a:lnTo>
                  <a:lnTo>
                    <a:pt x="461542" y="2172465"/>
                  </a:lnTo>
                  <a:lnTo>
                    <a:pt x="383908" y="2151422"/>
                  </a:lnTo>
                  <a:lnTo>
                    <a:pt x="306274" y="2130079"/>
                  </a:lnTo>
                  <a:lnTo>
                    <a:pt x="228640" y="2108434"/>
                  </a:lnTo>
                  <a:lnTo>
                    <a:pt x="151006" y="2086480"/>
                  </a:lnTo>
                  <a:lnTo>
                    <a:pt x="73372" y="2064214"/>
                  </a:lnTo>
                  <a:lnTo>
                    <a:pt x="0" y="2042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44939" y="1896563"/>
              <a:ext cx="6043551" cy="3231259"/>
            </a:xfrm>
            <a:custGeom>
              <a:avLst/>
              <a:pathLst>
                <a:path w="6043551" h="3231259">
                  <a:moveTo>
                    <a:pt x="0" y="0"/>
                  </a:moveTo>
                  <a:lnTo>
                    <a:pt x="65729" y="164215"/>
                  </a:lnTo>
                  <a:lnTo>
                    <a:pt x="143363" y="347956"/>
                  </a:lnTo>
                  <a:lnTo>
                    <a:pt x="220997" y="522019"/>
                  </a:lnTo>
                  <a:lnTo>
                    <a:pt x="298631" y="686914"/>
                  </a:lnTo>
                  <a:lnTo>
                    <a:pt x="376265" y="843123"/>
                  </a:lnTo>
                  <a:lnTo>
                    <a:pt x="453899" y="991105"/>
                  </a:lnTo>
                  <a:lnTo>
                    <a:pt x="531533" y="1131292"/>
                  </a:lnTo>
                  <a:lnTo>
                    <a:pt x="609167" y="1264096"/>
                  </a:lnTo>
                  <a:lnTo>
                    <a:pt x="686801" y="1389904"/>
                  </a:lnTo>
                  <a:lnTo>
                    <a:pt x="764436" y="1509086"/>
                  </a:lnTo>
                  <a:lnTo>
                    <a:pt x="842070" y="1621991"/>
                  </a:lnTo>
                  <a:lnTo>
                    <a:pt x="919704" y="1728948"/>
                  </a:lnTo>
                  <a:lnTo>
                    <a:pt x="997338" y="1830272"/>
                  </a:lnTo>
                  <a:lnTo>
                    <a:pt x="1074972" y="1926259"/>
                  </a:lnTo>
                  <a:lnTo>
                    <a:pt x="1152606" y="2017191"/>
                  </a:lnTo>
                  <a:lnTo>
                    <a:pt x="1230240" y="2103332"/>
                  </a:lnTo>
                  <a:lnTo>
                    <a:pt x="1307874" y="2184937"/>
                  </a:lnTo>
                  <a:lnTo>
                    <a:pt x="1385508" y="2262243"/>
                  </a:lnTo>
                  <a:lnTo>
                    <a:pt x="1463142" y="2335478"/>
                  </a:lnTo>
                  <a:lnTo>
                    <a:pt x="1540776" y="2404855"/>
                  </a:lnTo>
                  <a:lnTo>
                    <a:pt x="1618410" y="2470578"/>
                  </a:lnTo>
                  <a:lnTo>
                    <a:pt x="1696044" y="2532839"/>
                  </a:lnTo>
                  <a:lnTo>
                    <a:pt x="1773678" y="2591821"/>
                  </a:lnTo>
                  <a:lnTo>
                    <a:pt x="1851312" y="2647696"/>
                  </a:lnTo>
                  <a:lnTo>
                    <a:pt x="1928946" y="2700628"/>
                  </a:lnTo>
                  <a:lnTo>
                    <a:pt x="2006580" y="2750772"/>
                  </a:lnTo>
                  <a:lnTo>
                    <a:pt x="2084214" y="2786986"/>
                  </a:lnTo>
                  <a:lnTo>
                    <a:pt x="2161848" y="2799121"/>
                  </a:lnTo>
                  <a:lnTo>
                    <a:pt x="2239482" y="2811085"/>
                  </a:lnTo>
                  <a:lnTo>
                    <a:pt x="2317116" y="2822881"/>
                  </a:lnTo>
                  <a:lnTo>
                    <a:pt x="2394750" y="2834512"/>
                  </a:lnTo>
                  <a:lnTo>
                    <a:pt x="2472385" y="2845980"/>
                  </a:lnTo>
                  <a:lnTo>
                    <a:pt x="2550019" y="2857288"/>
                  </a:lnTo>
                  <a:lnTo>
                    <a:pt x="2627653" y="2868437"/>
                  </a:lnTo>
                  <a:lnTo>
                    <a:pt x="2705287" y="2879429"/>
                  </a:lnTo>
                  <a:lnTo>
                    <a:pt x="2782921" y="2890268"/>
                  </a:lnTo>
                  <a:lnTo>
                    <a:pt x="2860555" y="2900954"/>
                  </a:lnTo>
                  <a:lnTo>
                    <a:pt x="2938189" y="2911491"/>
                  </a:lnTo>
                  <a:lnTo>
                    <a:pt x="3015823" y="2921880"/>
                  </a:lnTo>
                  <a:lnTo>
                    <a:pt x="3093457" y="2932123"/>
                  </a:lnTo>
                  <a:lnTo>
                    <a:pt x="3171091" y="2942223"/>
                  </a:lnTo>
                  <a:lnTo>
                    <a:pt x="3248725" y="2952181"/>
                  </a:lnTo>
                  <a:lnTo>
                    <a:pt x="3326359" y="2962000"/>
                  </a:lnTo>
                  <a:lnTo>
                    <a:pt x="3403993" y="2971681"/>
                  </a:lnTo>
                  <a:lnTo>
                    <a:pt x="3481627" y="2981226"/>
                  </a:lnTo>
                  <a:lnTo>
                    <a:pt x="3559261" y="2990638"/>
                  </a:lnTo>
                  <a:lnTo>
                    <a:pt x="3636895" y="2999917"/>
                  </a:lnTo>
                  <a:lnTo>
                    <a:pt x="3714529" y="3009067"/>
                  </a:lnTo>
                  <a:lnTo>
                    <a:pt x="3792163" y="3018088"/>
                  </a:lnTo>
                  <a:lnTo>
                    <a:pt x="3869797" y="3026983"/>
                  </a:lnTo>
                  <a:lnTo>
                    <a:pt x="3947431" y="3035753"/>
                  </a:lnTo>
                  <a:lnTo>
                    <a:pt x="4025065" y="3044400"/>
                  </a:lnTo>
                  <a:lnTo>
                    <a:pt x="4102699" y="3052926"/>
                  </a:lnTo>
                  <a:lnTo>
                    <a:pt x="4180334" y="3061333"/>
                  </a:lnTo>
                  <a:lnTo>
                    <a:pt x="4257968" y="3069621"/>
                  </a:lnTo>
                  <a:lnTo>
                    <a:pt x="4335602" y="3077794"/>
                  </a:lnTo>
                  <a:lnTo>
                    <a:pt x="4413236" y="3085852"/>
                  </a:lnTo>
                  <a:lnTo>
                    <a:pt x="4490870" y="3093797"/>
                  </a:lnTo>
                  <a:lnTo>
                    <a:pt x="4568504" y="3101630"/>
                  </a:lnTo>
                  <a:lnTo>
                    <a:pt x="4646138" y="3109354"/>
                  </a:lnTo>
                  <a:lnTo>
                    <a:pt x="4723772" y="3116969"/>
                  </a:lnTo>
                  <a:lnTo>
                    <a:pt x="4801406" y="3124478"/>
                  </a:lnTo>
                  <a:lnTo>
                    <a:pt x="4879040" y="3131882"/>
                  </a:lnTo>
                  <a:lnTo>
                    <a:pt x="4956674" y="3139181"/>
                  </a:lnTo>
                  <a:lnTo>
                    <a:pt x="5034308" y="3146379"/>
                  </a:lnTo>
                  <a:lnTo>
                    <a:pt x="5111942" y="3153475"/>
                  </a:lnTo>
                  <a:lnTo>
                    <a:pt x="5189576" y="3160472"/>
                  </a:lnTo>
                  <a:lnTo>
                    <a:pt x="5267210" y="3167371"/>
                  </a:lnTo>
                  <a:lnTo>
                    <a:pt x="5344844" y="3174173"/>
                  </a:lnTo>
                  <a:lnTo>
                    <a:pt x="5422478" y="3180880"/>
                  </a:lnTo>
                  <a:lnTo>
                    <a:pt x="5500112" y="3187493"/>
                  </a:lnTo>
                  <a:lnTo>
                    <a:pt x="5577746" y="3194013"/>
                  </a:lnTo>
                  <a:lnTo>
                    <a:pt x="5655380" y="3200442"/>
                  </a:lnTo>
                  <a:lnTo>
                    <a:pt x="5733014" y="3206781"/>
                  </a:lnTo>
                  <a:lnTo>
                    <a:pt x="5810648" y="3213031"/>
                  </a:lnTo>
                  <a:lnTo>
                    <a:pt x="5888282" y="3219193"/>
                  </a:lnTo>
                  <a:lnTo>
                    <a:pt x="5965917" y="3225269"/>
                  </a:lnTo>
                  <a:lnTo>
                    <a:pt x="6043551" y="323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39435"/>
              <a:ext cx="7370972" cy="1555674"/>
            </a:xfrm>
            <a:custGeom>
              <a:avLst/>
              <a:pathLst>
                <a:path w="7370972" h="1555674">
                  <a:moveTo>
                    <a:pt x="7370972" y="1555674"/>
                  </a:moveTo>
                  <a:lnTo>
                    <a:pt x="7293338" y="1552666"/>
                  </a:lnTo>
                  <a:lnTo>
                    <a:pt x="7215704" y="1549491"/>
                  </a:lnTo>
                  <a:lnTo>
                    <a:pt x="7138070" y="1546139"/>
                  </a:lnTo>
                  <a:lnTo>
                    <a:pt x="7060436" y="1542601"/>
                  </a:lnTo>
                  <a:lnTo>
                    <a:pt x="6982802" y="1538867"/>
                  </a:lnTo>
                  <a:lnTo>
                    <a:pt x="6905168" y="1534924"/>
                  </a:lnTo>
                  <a:lnTo>
                    <a:pt x="6827534" y="1530763"/>
                  </a:lnTo>
                  <a:lnTo>
                    <a:pt x="6749900" y="1526370"/>
                  </a:lnTo>
                  <a:lnTo>
                    <a:pt x="6672266" y="1521733"/>
                  </a:lnTo>
                  <a:lnTo>
                    <a:pt x="6594632" y="1516838"/>
                  </a:lnTo>
                  <a:lnTo>
                    <a:pt x="6516998" y="1511671"/>
                  </a:lnTo>
                  <a:lnTo>
                    <a:pt x="6439364" y="1506217"/>
                  </a:lnTo>
                  <a:lnTo>
                    <a:pt x="6361730" y="1500459"/>
                  </a:lnTo>
                  <a:lnTo>
                    <a:pt x="6284096" y="1494381"/>
                  </a:lnTo>
                  <a:lnTo>
                    <a:pt x="6206462" y="1487966"/>
                  </a:lnTo>
                  <a:lnTo>
                    <a:pt x="6128827" y="1481193"/>
                  </a:lnTo>
                  <a:lnTo>
                    <a:pt x="6051193" y="1474044"/>
                  </a:lnTo>
                  <a:lnTo>
                    <a:pt x="5973559" y="1466498"/>
                  </a:lnTo>
                  <a:lnTo>
                    <a:pt x="5895925" y="1458532"/>
                  </a:lnTo>
                  <a:lnTo>
                    <a:pt x="5818291" y="1450123"/>
                  </a:lnTo>
                  <a:lnTo>
                    <a:pt x="5740657" y="1441247"/>
                  </a:lnTo>
                  <a:lnTo>
                    <a:pt x="5663023" y="1431877"/>
                  </a:lnTo>
                  <a:lnTo>
                    <a:pt x="5585389" y="1421986"/>
                  </a:lnTo>
                  <a:lnTo>
                    <a:pt x="5507755" y="1411545"/>
                  </a:lnTo>
                  <a:lnTo>
                    <a:pt x="5430121" y="1400523"/>
                  </a:lnTo>
                  <a:lnTo>
                    <a:pt x="5352487" y="1388889"/>
                  </a:lnTo>
                  <a:lnTo>
                    <a:pt x="5274853" y="1376608"/>
                  </a:lnTo>
                  <a:lnTo>
                    <a:pt x="5197219" y="1363644"/>
                  </a:lnTo>
                  <a:lnTo>
                    <a:pt x="5119585" y="1349960"/>
                  </a:lnTo>
                  <a:lnTo>
                    <a:pt x="5041951" y="1335514"/>
                  </a:lnTo>
                  <a:lnTo>
                    <a:pt x="4964317" y="1320265"/>
                  </a:lnTo>
                  <a:lnTo>
                    <a:pt x="4886683" y="1304169"/>
                  </a:lnTo>
                  <a:lnTo>
                    <a:pt x="4809049" y="1287177"/>
                  </a:lnTo>
                  <a:lnTo>
                    <a:pt x="4731415" y="1269241"/>
                  </a:lnTo>
                  <a:lnTo>
                    <a:pt x="4653781" y="1250308"/>
                  </a:lnTo>
                  <a:lnTo>
                    <a:pt x="4576147" y="1230322"/>
                  </a:lnTo>
                  <a:lnTo>
                    <a:pt x="4498513" y="1209224"/>
                  </a:lnTo>
                  <a:lnTo>
                    <a:pt x="4420879" y="1186954"/>
                  </a:lnTo>
                  <a:lnTo>
                    <a:pt x="4343244" y="1163445"/>
                  </a:lnTo>
                  <a:lnTo>
                    <a:pt x="4265610" y="1138629"/>
                  </a:lnTo>
                  <a:lnTo>
                    <a:pt x="4187976" y="1112434"/>
                  </a:lnTo>
                  <a:lnTo>
                    <a:pt x="4110342" y="1084782"/>
                  </a:lnTo>
                  <a:lnTo>
                    <a:pt x="4032708" y="1055592"/>
                  </a:lnTo>
                  <a:lnTo>
                    <a:pt x="3955074" y="1024780"/>
                  </a:lnTo>
                  <a:lnTo>
                    <a:pt x="3877440" y="992254"/>
                  </a:lnTo>
                  <a:lnTo>
                    <a:pt x="3799806" y="957921"/>
                  </a:lnTo>
                  <a:lnTo>
                    <a:pt x="3722172" y="921678"/>
                  </a:lnTo>
                  <a:lnTo>
                    <a:pt x="3644538" y="883420"/>
                  </a:lnTo>
                  <a:lnTo>
                    <a:pt x="3566904" y="843034"/>
                  </a:lnTo>
                  <a:lnTo>
                    <a:pt x="3489270" y="800404"/>
                  </a:lnTo>
                  <a:lnTo>
                    <a:pt x="3411636" y="755403"/>
                  </a:lnTo>
                  <a:lnTo>
                    <a:pt x="3334002" y="731807"/>
                  </a:lnTo>
                  <a:lnTo>
                    <a:pt x="3256368" y="719326"/>
                  </a:lnTo>
                  <a:lnTo>
                    <a:pt x="3178734" y="706666"/>
                  </a:lnTo>
                  <a:lnTo>
                    <a:pt x="3101100" y="693827"/>
                  </a:lnTo>
                  <a:lnTo>
                    <a:pt x="3023466" y="680806"/>
                  </a:lnTo>
                  <a:lnTo>
                    <a:pt x="2945832" y="667599"/>
                  </a:lnTo>
                  <a:lnTo>
                    <a:pt x="2868198" y="654204"/>
                  </a:lnTo>
                  <a:lnTo>
                    <a:pt x="2790564" y="640619"/>
                  </a:lnTo>
                  <a:lnTo>
                    <a:pt x="2712930" y="626841"/>
                  </a:lnTo>
                  <a:lnTo>
                    <a:pt x="2635295" y="612867"/>
                  </a:lnTo>
                  <a:lnTo>
                    <a:pt x="2557661" y="598695"/>
                  </a:lnTo>
                  <a:lnTo>
                    <a:pt x="2480027" y="584320"/>
                  </a:lnTo>
                  <a:lnTo>
                    <a:pt x="2402393" y="569742"/>
                  </a:lnTo>
                  <a:lnTo>
                    <a:pt x="2324759" y="554956"/>
                  </a:lnTo>
                  <a:lnTo>
                    <a:pt x="2247125" y="539960"/>
                  </a:lnTo>
                  <a:lnTo>
                    <a:pt x="2169491" y="524751"/>
                  </a:lnTo>
                  <a:lnTo>
                    <a:pt x="2091857" y="509326"/>
                  </a:lnTo>
                  <a:lnTo>
                    <a:pt x="2014223" y="493681"/>
                  </a:lnTo>
                  <a:lnTo>
                    <a:pt x="1936589" y="477814"/>
                  </a:lnTo>
                  <a:lnTo>
                    <a:pt x="1858955" y="461721"/>
                  </a:lnTo>
                  <a:lnTo>
                    <a:pt x="1781321" y="445400"/>
                  </a:lnTo>
                  <a:lnTo>
                    <a:pt x="1703687" y="428846"/>
                  </a:lnTo>
                  <a:lnTo>
                    <a:pt x="1626053" y="412058"/>
                  </a:lnTo>
                  <a:lnTo>
                    <a:pt x="1548419" y="395030"/>
                  </a:lnTo>
                  <a:lnTo>
                    <a:pt x="1470785" y="377761"/>
                  </a:lnTo>
                  <a:lnTo>
                    <a:pt x="1393151" y="360245"/>
                  </a:lnTo>
                  <a:lnTo>
                    <a:pt x="1315517" y="342481"/>
                  </a:lnTo>
                  <a:lnTo>
                    <a:pt x="1237883" y="324465"/>
                  </a:lnTo>
                  <a:lnTo>
                    <a:pt x="1160249" y="306192"/>
                  </a:lnTo>
                  <a:lnTo>
                    <a:pt x="1082615" y="287659"/>
                  </a:lnTo>
                  <a:lnTo>
                    <a:pt x="1004981" y="268863"/>
                  </a:lnTo>
                  <a:lnTo>
                    <a:pt x="927346" y="249800"/>
                  </a:lnTo>
                  <a:lnTo>
                    <a:pt x="849712" y="230466"/>
                  </a:lnTo>
                  <a:lnTo>
                    <a:pt x="772078" y="210857"/>
                  </a:lnTo>
                  <a:lnTo>
                    <a:pt x="694444" y="190969"/>
                  </a:lnTo>
                  <a:lnTo>
                    <a:pt x="616810" y="170798"/>
                  </a:lnTo>
                  <a:lnTo>
                    <a:pt x="539176" y="150341"/>
                  </a:lnTo>
                  <a:lnTo>
                    <a:pt x="461542" y="129593"/>
                  </a:lnTo>
                  <a:lnTo>
                    <a:pt x="383908" y="108549"/>
                  </a:lnTo>
                  <a:lnTo>
                    <a:pt x="306274" y="87207"/>
                  </a:lnTo>
                  <a:lnTo>
                    <a:pt x="228640" y="65561"/>
                  </a:lnTo>
                  <a:lnTo>
                    <a:pt x="151006" y="43608"/>
                  </a:lnTo>
                  <a:lnTo>
                    <a:pt x="73372" y="213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38035" y="1896563"/>
              <a:ext cx="7250454" cy="3501661"/>
            </a:xfrm>
            <a:custGeom>
              <a:avLst/>
              <a:pathLst>
                <a:path w="7250454" h="3501661">
                  <a:moveTo>
                    <a:pt x="0" y="0"/>
                  </a:moveTo>
                  <a:lnTo>
                    <a:pt x="30488" y="49108"/>
                  </a:lnTo>
                  <a:lnTo>
                    <a:pt x="108122" y="169963"/>
                  </a:lnTo>
                  <a:lnTo>
                    <a:pt x="185756" y="286764"/>
                  </a:lnTo>
                  <a:lnTo>
                    <a:pt x="263390" y="399648"/>
                  </a:lnTo>
                  <a:lnTo>
                    <a:pt x="341024" y="508746"/>
                  </a:lnTo>
                  <a:lnTo>
                    <a:pt x="418658" y="614185"/>
                  </a:lnTo>
                  <a:lnTo>
                    <a:pt x="496292" y="716088"/>
                  </a:lnTo>
                  <a:lnTo>
                    <a:pt x="573926" y="814573"/>
                  </a:lnTo>
                  <a:lnTo>
                    <a:pt x="651560" y="909755"/>
                  </a:lnTo>
                  <a:lnTo>
                    <a:pt x="729194" y="1001745"/>
                  </a:lnTo>
                  <a:lnTo>
                    <a:pt x="806828" y="1090650"/>
                  </a:lnTo>
                  <a:lnTo>
                    <a:pt x="884462" y="1176574"/>
                  </a:lnTo>
                  <a:lnTo>
                    <a:pt x="962097" y="1259615"/>
                  </a:lnTo>
                  <a:lnTo>
                    <a:pt x="1039731" y="1339872"/>
                  </a:lnTo>
                  <a:lnTo>
                    <a:pt x="1117365" y="1417437"/>
                  </a:lnTo>
                  <a:lnTo>
                    <a:pt x="1194999" y="1492401"/>
                  </a:lnTo>
                  <a:lnTo>
                    <a:pt x="1272633" y="1564850"/>
                  </a:lnTo>
                  <a:lnTo>
                    <a:pt x="1350267" y="1634870"/>
                  </a:lnTo>
                  <a:lnTo>
                    <a:pt x="1427901" y="1702541"/>
                  </a:lnTo>
                  <a:lnTo>
                    <a:pt x="1505535" y="1767943"/>
                  </a:lnTo>
                  <a:lnTo>
                    <a:pt x="1583169" y="1831152"/>
                  </a:lnTo>
                  <a:lnTo>
                    <a:pt x="1660803" y="1892240"/>
                  </a:lnTo>
                  <a:lnTo>
                    <a:pt x="1738437" y="1951280"/>
                  </a:lnTo>
                  <a:lnTo>
                    <a:pt x="1816071" y="2008340"/>
                  </a:lnTo>
                  <a:lnTo>
                    <a:pt x="1893705" y="2063486"/>
                  </a:lnTo>
                  <a:lnTo>
                    <a:pt x="1971339" y="2116783"/>
                  </a:lnTo>
                  <a:lnTo>
                    <a:pt x="2048973" y="2168292"/>
                  </a:lnTo>
                  <a:lnTo>
                    <a:pt x="2126607" y="2218074"/>
                  </a:lnTo>
                  <a:lnTo>
                    <a:pt x="2204241" y="2266186"/>
                  </a:lnTo>
                  <a:lnTo>
                    <a:pt x="2281875" y="2312685"/>
                  </a:lnTo>
                  <a:lnTo>
                    <a:pt x="2359509" y="2357624"/>
                  </a:lnTo>
                  <a:lnTo>
                    <a:pt x="2437143" y="2401056"/>
                  </a:lnTo>
                  <a:lnTo>
                    <a:pt x="2514777" y="2443031"/>
                  </a:lnTo>
                  <a:lnTo>
                    <a:pt x="2592411" y="2483599"/>
                  </a:lnTo>
                  <a:lnTo>
                    <a:pt x="2670046" y="2522806"/>
                  </a:lnTo>
                  <a:lnTo>
                    <a:pt x="2747680" y="2560698"/>
                  </a:lnTo>
                  <a:lnTo>
                    <a:pt x="2825314" y="2597319"/>
                  </a:lnTo>
                  <a:lnTo>
                    <a:pt x="2902948" y="2632712"/>
                  </a:lnTo>
                  <a:lnTo>
                    <a:pt x="2980582" y="2666918"/>
                  </a:lnTo>
                  <a:lnTo>
                    <a:pt x="3058216" y="2699977"/>
                  </a:lnTo>
                  <a:lnTo>
                    <a:pt x="3135850" y="2731928"/>
                  </a:lnTo>
                  <a:lnTo>
                    <a:pt x="3213484" y="2762806"/>
                  </a:lnTo>
                  <a:lnTo>
                    <a:pt x="3291118" y="2792649"/>
                  </a:lnTo>
                  <a:lnTo>
                    <a:pt x="3368752" y="2821492"/>
                  </a:lnTo>
                  <a:lnTo>
                    <a:pt x="3446386" y="2849366"/>
                  </a:lnTo>
                  <a:lnTo>
                    <a:pt x="3524020" y="2876306"/>
                  </a:lnTo>
                  <a:lnTo>
                    <a:pt x="3601654" y="2902343"/>
                  </a:lnTo>
                  <a:lnTo>
                    <a:pt x="3679288" y="2927506"/>
                  </a:lnTo>
                  <a:lnTo>
                    <a:pt x="3756922" y="2951826"/>
                  </a:lnTo>
                  <a:lnTo>
                    <a:pt x="3834556" y="2975330"/>
                  </a:lnTo>
                  <a:lnTo>
                    <a:pt x="3912190" y="2998045"/>
                  </a:lnTo>
                  <a:lnTo>
                    <a:pt x="3989824" y="3019999"/>
                  </a:lnTo>
                  <a:lnTo>
                    <a:pt x="4067458" y="3041216"/>
                  </a:lnTo>
                  <a:lnTo>
                    <a:pt x="4145092" y="3061722"/>
                  </a:lnTo>
                  <a:lnTo>
                    <a:pt x="4222726" y="3081540"/>
                  </a:lnTo>
                  <a:lnTo>
                    <a:pt x="4300360" y="3100694"/>
                  </a:lnTo>
                  <a:lnTo>
                    <a:pt x="4377994" y="3119205"/>
                  </a:lnTo>
                  <a:lnTo>
                    <a:pt x="4455629" y="3137095"/>
                  </a:lnTo>
                  <a:lnTo>
                    <a:pt x="4533263" y="3154385"/>
                  </a:lnTo>
                  <a:lnTo>
                    <a:pt x="4610897" y="3171096"/>
                  </a:lnTo>
                  <a:lnTo>
                    <a:pt x="4688531" y="3187246"/>
                  </a:lnTo>
                  <a:lnTo>
                    <a:pt x="4766165" y="3202854"/>
                  </a:lnTo>
                  <a:lnTo>
                    <a:pt x="4843799" y="3217939"/>
                  </a:lnTo>
                  <a:lnTo>
                    <a:pt x="4921433" y="3232518"/>
                  </a:lnTo>
                  <a:lnTo>
                    <a:pt x="4999067" y="3246608"/>
                  </a:lnTo>
                  <a:lnTo>
                    <a:pt x="5076701" y="3260226"/>
                  </a:lnTo>
                  <a:lnTo>
                    <a:pt x="5154335" y="3273386"/>
                  </a:lnTo>
                  <a:lnTo>
                    <a:pt x="5231969" y="3286106"/>
                  </a:lnTo>
                  <a:lnTo>
                    <a:pt x="5309603" y="3298399"/>
                  </a:lnTo>
                  <a:lnTo>
                    <a:pt x="5387237" y="3310279"/>
                  </a:lnTo>
                  <a:lnTo>
                    <a:pt x="5464871" y="3321761"/>
                  </a:lnTo>
                  <a:lnTo>
                    <a:pt x="5542505" y="3332858"/>
                  </a:lnTo>
                  <a:lnTo>
                    <a:pt x="5620139" y="3343583"/>
                  </a:lnTo>
                  <a:lnTo>
                    <a:pt x="5697773" y="3353948"/>
                  </a:lnTo>
                  <a:lnTo>
                    <a:pt x="5775407" y="3363966"/>
                  </a:lnTo>
                  <a:lnTo>
                    <a:pt x="5853041" y="3373647"/>
                  </a:lnTo>
                  <a:lnTo>
                    <a:pt x="5930675" y="3383004"/>
                  </a:lnTo>
                  <a:lnTo>
                    <a:pt x="6008309" y="3392047"/>
                  </a:lnTo>
                  <a:lnTo>
                    <a:pt x="6085943" y="3400787"/>
                  </a:lnTo>
                  <a:lnTo>
                    <a:pt x="6163578" y="3409234"/>
                  </a:lnTo>
                  <a:lnTo>
                    <a:pt x="6241212" y="3417397"/>
                  </a:lnTo>
                  <a:lnTo>
                    <a:pt x="6318846" y="3425287"/>
                  </a:lnTo>
                  <a:lnTo>
                    <a:pt x="6396480" y="3432912"/>
                  </a:lnTo>
                  <a:lnTo>
                    <a:pt x="6474114" y="3440281"/>
                  </a:lnTo>
                  <a:lnTo>
                    <a:pt x="6551748" y="3447403"/>
                  </a:lnTo>
                  <a:lnTo>
                    <a:pt x="6629382" y="3454287"/>
                  </a:lnTo>
                  <a:lnTo>
                    <a:pt x="6707016" y="3460939"/>
                  </a:lnTo>
                  <a:lnTo>
                    <a:pt x="6784650" y="3467368"/>
                  </a:lnTo>
                  <a:lnTo>
                    <a:pt x="6862284" y="3473582"/>
                  </a:lnTo>
                  <a:lnTo>
                    <a:pt x="6939918" y="3479587"/>
                  </a:lnTo>
                  <a:lnTo>
                    <a:pt x="7017552" y="3485391"/>
                  </a:lnTo>
                  <a:lnTo>
                    <a:pt x="7095186" y="3491000"/>
                  </a:lnTo>
                  <a:lnTo>
                    <a:pt x="7172820" y="3496422"/>
                  </a:lnTo>
                  <a:lnTo>
                    <a:pt x="7250454" y="3501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2026-05-22T10:22:43Z</dcterms:modified>
  <cp:category/>
</cp:coreProperties>
</file>