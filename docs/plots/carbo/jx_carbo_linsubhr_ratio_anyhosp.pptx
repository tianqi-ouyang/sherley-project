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00746"/>
            </a:xfrm>
            <a:custGeom>
              <a:avLst/>
              <a:pathLst>
                <a:path w="7370972" h="3600746">
                  <a:moveTo>
                    <a:pt x="1357999" y="0"/>
                  </a:moveTo>
                  <a:lnTo>
                    <a:pt x="1393151" y="91040"/>
                  </a:lnTo>
                  <a:lnTo>
                    <a:pt x="1470785" y="281362"/>
                  </a:lnTo>
                  <a:lnTo>
                    <a:pt x="1548419" y="461514"/>
                  </a:lnTo>
                  <a:lnTo>
                    <a:pt x="1626053" y="632040"/>
                  </a:lnTo>
                  <a:lnTo>
                    <a:pt x="1703687" y="793453"/>
                  </a:lnTo>
                  <a:lnTo>
                    <a:pt x="1781321" y="946240"/>
                  </a:lnTo>
                  <a:lnTo>
                    <a:pt x="1858955" y="1090863"/>
                  </a:lnTo>
                  <a:lnTo>
                    <a:pt x="1936589" y="1227757"/>
                  </a:lnTo>
                  <a:lnTo>
                    <a:pt x="2014223" y="1357337"/>
                  </a:lnTo>
                  <a:lnTo>
                    <a:pt x="2091857" y="1479992"/>
                  </a:lnTo>
                  <a:lnTo>
                    <a:pt x="2169491" y="1596092"/>
                  </a:lnTo>
                  <a:lnTo>
                    <a:pt x="2247125" y="1705989"/>
                  </a:lnTo>
                  <a:lnTo>
                    <a:pt x="2324759" y="1810013"/>
                  </a:lnTo>
                  <a:lnTo>
                    <a:pt x="2402393" y="1908478"/>
                  </a:lnTo>
                  <a:lnTo>
                    <a:pt x="2480027" y="2001681"/>
                  </a:lnTo>
                  <a:lnTo>
                    <a:pt x="2557661" y="2089904"/>
                  </a:lnTo>
                  <a:lnTo>
                    <a:pt x="2635295" y="2173413"/>
                  </a:lnTo>
                  <a:lnTo>
                    <a:pt x="2712930" y="2252459"/>
                  </a:lnTo>
                  <a:lnTo>
                    <a:pt x="2790564" y="2327281"/>
                  </a:lnTo>
                  <a:lnTo>
                    <a:pt x="2868198" y="2398105"/>
                  </a:lnTo>
                  <a:lnTo>
                    <a:pt x="2945832" y="2465144"/>
                  </a:lnTo>
                  <a:lnTo>
                    <a:pt x="3023466" y="2528601"/>
                  </a:lnTo>
                  <a:lnTo>
                    <a:pt x="3101100" y="2588666"/>
                  </a:lnTo>
                  <a:lnTo>
                    <a:pt x="3178734" y="2645522"/>
                  </a:lnTo>
                  <a:lnTo>
                    <a:pt x="3256368" y="2699340"/>
                  </a:lnTo>
                  <a:lnTo>
                    <a:pt x="3334002" y="2750282"/>
                  </a:lnTo>
                  <a:lnTo>
                    <a:pt x="3411636" y="2786929"/>
                  </a:lnTo>
                  <a:lnTo>
                    <a:pt x="3489270" y="2798890"/>
                  </a:lnTo>
                  <a:lnTo>
                    <a:pt x="3566904" y="2810686"/>
                  </a:lnTo>
                  <a:lnTo>
                    <a:pt x="3644538" y="2822320"/>
                  </a:lnTo>
                  <a:lnTo>
                    <a:pt x="3722172" y="2833792"/>
                  </a:lnTo>
                  <a:lnTo>
                    <a:pt x="3799806" y="2845106"/>
                  </a:lnTo>
                  <a:lnTo>
                    <a:pt x="3877440" y="2856264"/>
                  </a:lnTo>
                  <a:lnTo>
                    <a:pt x="3955074" y="2867268"/>
                  </a:lnTo>
                  <a:lnTo>
                    <a:pt x="4032708" y="2878119"/>
                  </a:lnTo>
                  <a:lnTo>
                    <a:pt x="4110342" y="2888821"/>
                  </a:lnTo>
                  <a:lnTo>
                    <a:pt x="4187976" y="2899374"/>
                  </a:lnTo>
                  <a:lnTo>
                    <a:pt x="4265610" y="2909782"/>
                  </a:lnTo>
                  <a:lnTo>
                    <a:pt x="4343244" y="2920046"/>
                  </a:lnTo>
                  <a:lnTo>
                    <a:pt x="4420879" y="2930169"/>
                  </a:lnTo>
                  <a:lnTo>
                    <a:pt x="4498513" y="2940151"/>
                  </a:lnTo>
                  <a:lnTo>
                    <a:pt x="4576147" y="2949996"/>
                  </a:lnTo>
                  <a:lnTo>
                    <a:pt x="4653781" y="2959704"/>
                  </a:lnTo>
                  <a:lnTo>
                    <a:pt x="4731415" y="2969278"/>
                  </a:lnTo>
                  <a:lnTo>
                    <a:pt x="4809049" y="2978720"/>
                  </a:lnTo>
                  <a:lnTo>
                    <a:pt x="4886683" y="2988032"/>
                  </a:lnTo>
                  <a:lnTo>
                    <a:pt x="4964317" y="2997215"/>
                  </a:lnTo>
                  <a:lnTo>
                    <a:pt x="5041951" y="3006271"/>
                  </a:lnTo>
                  <a:lnTo>
                    <a:pt x="5119585" y="3015202"/>
                  </a:lnTo>
                  <a:lnTo>
                    <a:pt x="5197219" y="3024009"/>
                  </a:lnTo>
                  <a:lnTo>
                    <a:pt x="5274853" y="3032695"/>
                  </a:lnTo>
                  <a:lnTo>
                    <a:pt x="5352487" y="3041261"/>
                  </a:lnTo>
                  <a:lnTo>
                    <a:pt x="5430121" y="3049708"/>
                  </a:lnTo>
                  <a:lnTo>
                    <a:pt x="5507755" y="3058039"/>
                  </a:lnTo>
                  <a:lnTo>
                    <a:pt x="5585389" y="3066255"/>
                  </a:lnTo>
                  <a:lnTo>
                    <a:pt x="5663023" y="3074357"/>
                  </a:lnTo>
                  <a:lnTo>
                    <a:pt x="5740657" y="3082347"/>
                  </a:lnTo>
                  <a:lnTo>
                    <a:pt x="5818291" y="3090227"/>
                  </a:lnTo>
                  <a:lnTo>
                    <a:pt x="5895925" y="3097998"/>
                  </a:lnTo>
                  <a:lnTo>
                    <a:pt x="5973559" y="3105661"/>
                  </a:lnTo>
                  <a:lnTo>
                    <a:pt x="6051193" y="3113219"/>
                  </a:lnTo>
                  <a:lnTo>
                    <a:pt x="6128827" y="3120672"/>
                  </a:lnTo>
                  <a:lnTo>
                    <a:pt x="6206462" y="3128022"/>
                  </a:lnTo>
                  <a:lnTo>
                    <a:pt x="6284096" y="3135271"/>
                  </a:lnTo>
                  <a:lnTo>
                    <a:pt x="6361730" y="3142420"/>
                  </a:lnTo>
                  <a:lnTo>
                    <a:pt x="6439364" y="3149469"/>
                  </a:lnTo>
                  <a:lnTo>
                    <a:pt x="6516998" y="3156422"/>
                  </a:lnTo>
                  <a:lnTo>
                    <a:pt x="6594632" y="3163278"/>
                  </a:lnTo>
                  <a:lnTo>
                    <a:pt x="6672266" y="3170040"/>
                  </a:lnTo>
                  <a:lnTo>
                    <a:pt x="6749900" y="3176708"/>
                  </a:lnTo>
                  <a:lnTo>
                    <a:pt x="6827534" y="3183284"/>
                  </a:lnTo>
                  <a:lnTo>
                    <a:pt x="6905168" y="3189769"/>
                  </a:lnTo>
                  <a:lnTo>
                    <a:pt x="6982802" y="3196164"/>
                  </a:lnTo>
                  <a:lnTo>
                    <a:pt x="7060436" y="3202471"/>
                  </a:lnTo>
                  <a:lnTo>
                    <a:pt x="7138070" y="3208691"/>
                  </a:lnTo>
                  <a:lnTo>
                    <a:pt x="7215704" y="3214826"/>
                  </a:lnTo>
                  <a:lnTo>
                    <a:pt x="7293338" y="3220875"/>
                  </a:lnTo>
                  <a:lnTo>
                    <a:pt x="7370972" y="3226841"/>
                  </a:lnTo>
                  <a:lnTo>
                    <a:pt x="7370972" y="3600746"/>
                  </a:lnTo>
                  <a:lnTo>
                    <a:pt x="7293338" y="3597816"/>
                  </a:lnTo>
                  <a:lnTo>
                    <a:pt x="7215704" y="3594720"/>
                  </a:lnTo>
                  <a:lnTo>
                    <a:pt x="7138070" y="3591450"/>
                  </a:lnTo>
                  <a:lnTo>
                    <a:pt x="7060436" y="3587996"/>
                  </a:lnTo>
                  <a:lnTo>
                    <a:pt x="6982802" y="3584346"/>
                  </a:lnTo>
                  <a:lnTo>
                    <a:pt x="6905168" y="3580491"/>
                  </a:lnTo>
                  <a:lnTo>
                    <a:pt x="6827534" y="3576417"/>
                  </a:lnTo>
                  <a:lnTo>
                    <a:pt x="6749900" y="3572114"/>
                  </a:lnTo>
                  <a:lnTo>
                    <a:pt x="6672266" y="3567568"/>
                  </a:lnTo>
                  <a:lnTo>
                    <a:pt x="6594632" y="3562765"/>
                  </a:lnTo>
                  <a:lnTo>
                    <a:pt x="6516998" y="3557691"/>
                  </a:lnTo>
                  <a:lnTo>
                    <a:pt x="6439364" y="3552331"/>
                  </a:lnTo>
                  <a:lnTo>
                    <a:pt x="6361730" y="3546668"/>
                  </a:lnTo>
                  <a:lnTo>
                    <a:pt x="6284096" y="3540685"/>
                  </a:lnTo>
                  <a:lnTo>
                    <a:pt x="6206462" y="3534364"/>
                  </a:lnTo>
                  <a:lnTo>
                    <a:pt x="6128827" y="3527687"/>
                  </a:lnTo>
                  <a:lnTo>
                    <a:pt x="6051193" y="3520633"/>
                  </a:lnTo>
                  <a:lnTo>
                    <a:pt x="5973559" y="3513180"/>
                  </a:lnTo>
                  <a:lnTo>
                    <a:pt x="5895925" y="3505307"/>
                  </a:lnTo>
                  <a:lnTo>
                    <a:pt x="5818291" y="3496989"/>
                  </a:lnTo>
                  <a:lnTo>
                    <a:pt x="5740657" y="3488202"/>
                  </a:lnTo>
                  <a:lnTo>
                    <a:pt x="5663023" y="3478918"/>
                  </a:lnTo>
                  <a:lnTo>
                    <a:pt x="5585389" y="3469111"/>
                  </a:lnTo>
                  <a:lnTo>
                    <a:pt x="5507755" y="3458750"/>
                  </a:lnTo>
                  <a:lnTo>
                    <a:pt x="5430121" y="3447804"/>
                  </a:lnTo>
                  <a:lnTo>
                    <a:pt x="5352487" y="3436240"/>
                  </a:lnTo>
                  <a:lnTo>
                    <a:pt x="5274853" y="3424023"/>
                  </a:lnTo>
                  <a:lnTo>
                    <a:pt x="5197219" y="3411116"/>
                  </a:lnTo>
                  <a:lnTo>
                    <a:pt x="5119585" y="3397481"/>
                  </a:lnTo>
                  <a:lnTo>
                    <a:pt x="5041951" y="3383076"/>
                  </a:lnTo>
                  <a:lnTo>
                    <a:pt x="4964317" y="3367858"/>
                  </a:lnTo>
                  <a:lnTo>
                    <a:pt x="4886683" y="3351781"/>
                  </a:lnTo>
                  <a:lnTo>
                    <a:pt x="4809049" y="3334796"/>
                  </a:lnTo>
                  <a:lnTo>
                    <a:pt x="4731415" y="3316852"/>
                  </a:lnTo>
                  <a:lnTo>
                    <a:pt x="4653781" y="3297895"/>
                  </a:lnTo>
                  <a:lnTo>
                    <a:pt x="4576147" y="3277868"/>
                  </a:lnTo>
                  <a:lnTo>
                    <a:pt x="4498513" y="3256711"/>
                  </a:lnTo>
                  <a:lnTo>
                    <a:pt x="4420879" y="3234359"/>
                  </a:lnTo>
                  <a:lnTo>
                    <a:pt x="4343244" y="3210745"/>
                  </a:lnTo>
                  <a:lnTo>
                    <a:pt x="4265610" y="3185798"/>
                  </a:lnTo>
                  <a:lnTo>
                    <a:pt x="4187976" y="3159443"/>
                  </a:lnTo>
                  <a:lnTo>
                    <a:pt x="4110342" y="3131599"/>
                  </a:lnTo>
                  <a:lnTo>
                    <a:pt x="4032708" y="3102184"/>
                  </a:lnTo>
                  <a:lnTo>
                    <a:pt x="3955074" y="3071109"/>
                  </a:lnTo>
                  <a:lnTo>
                    <a:pt x="3877440" y="3038279"/>
                  </a:lnTo>
                  <a:lnTo>
                    <a:pt x="3799806" y="3003595"/>
                  </a:lnTo>
                  <a:lnTo>
                    <a:pt x="3722172" y="2966954"/>
                  </a:lnTo>
                  <a:lnTo>
                    <a:pt x="3644538" y="2928244"/>
                  </a:lnTo>
                  <a:lnTo>
                    <a:pt x="3566904" y="2887349"/>
                  </a:lnTo>
                  <a:lnTo>
                    <a:pt x="3489270" y="2844145"/>
                  </a:lnTo>
                  <a:lnTo>
                    <a:pt x="3411636" y="2798502"/>
                  </a:lnTo>
                  <a:lnTo>
                    <a:pt x="3334002" y="2774800"/>
                  </a:lnTo>
                  <a:lnTo>
                    <a:pt x="3256368" y="2762500"/>
                  </a:lnTo>
                  <a:lnTo>
                    <a:pt x="3178734" y="2750029"/>
                  </a:lnTo>
                  <a:lnTo>
                    <a:pt x="3101100" y="2737383"/>
                  </a:lnTo>
                  <a:lnTo>
                    <a:pt x="3023466" y="2724560"/>
                  </a:lnTo>
                  <a:lnTo>
                    <a:pt x="2945832" y="2711557"/>
                  </a:lnTo>
                  <a:lnTo>
                    <a:pt x="2868198" y="2698371"/>
                  </a:lnTo>
                  <a:lnTo>
                    <a:pt x="2790564" y="2685002"/>
                  </a:lnTo>
                  <a:lnTo>
                    <a:pt x="2712930" y="2671444"/>
                  </a:lnTo>
                  <a:lnTo>
                    <a:pt x="2635295" y="2657697"/>
                  </a:lnTo>
                  <a:lnTo>
                    <a:pt x="2557661" y="2643757"/>
                  </a:lnTo>
                  <a:lnTo>
                    <a:pt x="2480027" y="2629622"/>
                  </a:lnTo>
                  <a:lnTo>
                    <a:pt x="2402393" y="2615289"/>
                  </a:lnTo>
                  <a:lnTo>
                    <a:pt x="2324759" y="2600755"/>
                  </a:lnTo>
                  <a:lnTo>
                    <a:pt x="2247125" y="2586018"/>
                  </a:lnTo>
                  <a:lnTo>
                    <a:pt x="2169491" y="2571074"/>
                  </a:lnTo>
                  <a:lnTo>
                    <a:pt x="2091857" y="2555920"/>
                  </a:lnTo>
                  <a:lnTo>
                    <a:pt x="2014223" y="2540555"/>
                  </a:lnTo>
                  <a:lnTo>
                    <a:pt x="1936589" y="2524974"/>
                  </a:lnTo>
                  <a:lnTo>
                    <a:pt x="1858955" y="2509175"/>
                  </a:lnTo>
                  <a:lnTo>
                    <a:pt x="1781321" y="2493154"/>
                  </a:lnTo>
                  <a:lnTo>
                    <a:pt x="1703687" y="2476909"/>
                  </a:lnTo>
                  <a:lnTo>
                    <a:pt x="1626053" y="2460436"/>
                  </a:lnTo>
                  <a:lnTo>
                    <a:pt x="1548419" y="2443733"/>
                  </a:lnTo>
                  <a:lnTo>
                    <a:pt x="1470785" y="2426795"/>
                  </a:lnTo>
                  <a:lnTo>
                    <a:pt x="1393151" y="2409620"/>
                  </a:lnTo>
                  <a:lnTo>
                    <a:pt x="1315517" y="2392205"/>
                  </a:lnTo>
                  <a:lnTo>
                    <a:pt x="1237883" y="2374545"/>
                  </a:lnTo>
                  <a:lnTo>
                    <a:pt x="1160249" y="2356639"/>
                  </a:lnTo>
                  <a:lnTo>
                    <a:pt x="1082615" y="2338481"/>
                  </a:lnTo>
                  <a:lnTo>
                    <a:pt x="1004981" y="2320069"/>
                  </a:lnTo>
                  <a:lnTo>
                    <a:pt x="927346" y="2301399"/>
                  </a:lnTo>
                  <a:lnTo>
                    <a:pt x="849712" y="2282467"/>
                  </a:lnTo>
                  <a:lnTo>
                    <a:pt x="772078" y="2263270"/>
                  </a:lnTo>
                  <a:lnTo>
                    <a:pt x="694444" y="2243804"/>
                  </a:lnTo>
                  <a:lnTo>
                    <a:pt x="616810" y="2224065"/>
                  </a:lnTo>
                  <a:lnTo>
                    <a:pt x="539176" y="2204050"/>
                  </a:lnTo>
                  <a:lnTo>
                    <a:pt x="461542" y="2183755"/>
                  </a:lnTo>
                  <a:lnTo>
                    <a:pt x="383908" y="2163175"/>
                  </a:lnTo>
                  <a:lnTo>
                    <a:pt x="306274" y="2142306"/>
                  </a:lnTo>
                  <a:lnTo>
                    <a:pt x="228640" y="2121146"/>
                  </a:lnTo>
                  <a:lnTo>
                    <a:pt x="151006" y="2099689"/>
                  </a:lnTo>
                  <a:lnTo>
                    <a:pt x="73372" y="2077931"/>
                  </a:lnTo>
                  <a:lnTo>
                    <a:pt x="0" y="20570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75517" y="1896563"/>
              <a:ext cx="6012973" cy="3226841"/>
            </a:xfrm>
            <a:custGeom>
              <a:avLst/>
              <a:pathLst>
                <a:path w="6012973" h="3226841">
                  <a:moveTo>
                    <a:pt x="0" y="0"/>
                  </a:moveTo>
                  <a:lnTo>
                    <a:pt x="35151" y="91040"/>
                  </a:lnTo>
                  <a:lnTo>
                    <a:pt x="112785" y="281362"/>
                  </a:lnTo>
                  <a:lnTo>
                    <a:pt x="190419" y="461514"/>
                  </a:lnTo>
                  <a:lnTo>
                    <a:pt x="268053" y="632040"/>
                  </a:lnTo>
                  <a:lnTo>
                    <a:pt x="345687" y="793453"/>
                  </a:lnTo>
                  <a:lnTo>
                    <a:pt x="423321" y="946240"/>
                  </a:lnTo>
                  <a:lnTo>
                    <a:pt x="500955" y="1090863"/>
                  </a:lnTo>
                  <a:lnTo>
                    <a:pt x="578589" y="1227757"/>
                  </a:lnTo>
                  <a:lnTo>
                    <a:pt x="656223" y="1357337"/>
                  </a:lnTo>
                  <a:lnTo>
                    <a:pt x="733858" y="1479992"/>
                  </a:lnTo>
                  <a:lnTo>
                    <a:pt x="811492" y="1596092"/>
                  </a:lnTo>
                  <a:lnTo>
                    <a:pt x="889126" y="1705989"/>
                  </a:lnTo>
                  <a:lnTo>
                    <a:pt x="966760" y="1810013"/>
                  </a:lnTo>
                  <a:lnTo>
                    <a:pt x="1044394" y="1908478"/>
                  </a:lnTo>
                  <a:lnTo>
                    <a:pt x="1122028" y="2001681"/>
                  </a:lnTo>
                  <a:lnTo>
                    <a:pt x="1199662" y="2089904"/>
                  </a:lnTo>
                  <a:lnTo>
                    <a:pt x="1277296" y="2173413"/>
                  </a:lnTo>
                  <a:lnTo>
                    <a:pt x="1354930" y="2252459"/>
                  </a:lnTo>
                  <a:lnTo>
                    <a:pt x="1432564" y="2327281"/>
                  </a:lnTo>
                  <a:lnTo>
                    <a:pt x="1510198" y="2398105"/>
                  </a:lnTo>
                  <a:lnTo>
                    <a:pt x="1587832" y="2465144"/>
                  </a:lnTo>
                  <a:lnTo>
                    <a:pt x="1665466" y="2528601"/>
                  </a:lnTo>
                  <a:lnTo>
                    <a:pt x="1743100" y="2588666"/>
                  </a:lnTo>
                  <a:lnTo>
                    <a:pt x="1820734" y="2645522"/>
                  </a:lnTo>
                  <a:lnTo>
                    <a:pt x="1898368" y="2699340"/>
                  </a:lnTo>
                  <a:lnTo>
                    <a:pt x="1976002" y="2750282"/>
                  </a:lnTo>
                  <a:lnTo>
                    <a:pt x="2053636" y="2786929"/>
                  </a:lnTo>
                  <a:lnTo>
                    <a:pt x="2131270" y="2798890"/>
                  </a:lnTo>
                  <a:lnTo>
                    <a:pt x="2208904" y="2810686"/>
                  </a:lnTo>
                  <a:lnTo>
                    <a:pt x="2286538" y="2822320"/>
                  </a:lnTo>
                  <a:lnTo>
                    <a:pt x="2364172" y="2833792"/>
                  </a:lnTo>
                  <a:lnTo>
                    <a:pt x="2441807" y="2845106"/>
                  </a:lnTo>
                  <a:lnTo>
                    <a:pt x="2519441" y="2856264"/>
                  </a:lnTo>
                  <a:lnTo>
                    <a:pt x="2597075" y="2867268"/>
                  </a:lnTo>
                  <a:lnTo>
                    <a:pt x="2674709" y="2878119"/>
                  </a:lnTo>
                  <a:lnTo>
                    <a:pt x="2752343" y="2888821"/>
                  </a:lnTo>
                  <a:lnTo>
                    <a:pt x="2829977" y="2899374"/>
                  </a:lnTo>
                  <a:lnTo>
                    <a:pt x="2907611" y="2909782"/>
                  </a:lnTo>
                  <a:lnTo>
                    <a:pt x="2985245" y="2920046"/>
                  </a:lnTo>
                  <a:lnTo>
                    <a:pt x="3062879" y="2930169"/>
                  </a:lnTo>
                  <a:lnTo>
                    <a:pt x="3140513" y="2940151"/>
                  </a:lnTo>
                  <a:lnTo>
                    <a:pt x="3218147" y="2949996"/>
                  </a:lnTo>
                  <a:lnTo>
                    <a:pt x="3295781" y="2959704"/>
                  </a:lnTo>
                  <a:lnTo>
                    <a:pt x="3373415" y="2969278"/>
                  </a:lnTo>
                  <a:lnTo>
                    <a:pt x="3451049" y="2978720"/>
                  </a:lnTo>
                  <a:lnTo>
                    <a:pt x="3528683" y="2988032"/>
                  </a:lnTo>
                  <a:lnTo>
                    <a:pt x="3606317" y="2997215"/>
                  </a:lnTo>
                  <a:lnTo>
                    <a:pt x="3683951" y="3006271"/>
                  </a:lnTo>
                  <a:lnTo>
                    <a:pt x="3761585" y="3015202"/>
                  </a:lnTo>
                  <a:lnTo>
                    <a:pt x="3839219" y="3024009"/>
                  </a:lnTo>
                  <a:lnTo>
                    <a:pt x="3916853" y="3032695"/>
                  </a:lnTo>
                  <a:lnTo>
                    <a:pt x="3994487" y="3041261"/>
                  </a:lnTo>
                  <a:lnTo>
                    <a:pt x="4072121" y="3049708"/>
                  </a:lnTo>
                  <a:lnTo>
                    <a:pt x="4149756" y="3058039"/>
                  </a:lnTo>
                  <a:lnTo>
                    <a:pt x="4227390" y="3066255"/>
                  </a:lnTo>
                  <a:lnTo>
                    <a:pt x="4305024" y="3074357"/>
                  </a:lnTo>
                  <a:lnTo>
                    <a:pt x="4382658" y="3082347"/>
                  </a:lnTo>
                  <a:lnTo>
                    <a:pt x="4460292" y="3090227"/>
                  </a:lnTo>
                  <a:lnTo>
                    <a:pt x="4537926" y="3097998"/>
                  </a:lnTo>
                  <a:lnTo>
                    <a:pt x="4615560" y="3105661"/>
                  </a:lnTo>
                  <a:lnTo>
                    <a:pt x="4693194" y="3113219"/>
                  </a:lnTo>
                  <a:lnTo>
                    <a:pt x="4770828" y="3120672"/>
                  </a:lnTo>
                  <a:lnTo>
                    <a:pt x="4848462" y="3128022"/>
                  </a:lnTo>
                  <a:lnTo>
                    <a:pt x="4926096" y="3135271"/>
                  </a:lnTo>
                  <a:lnTo>
                    <a:pt x="5003730" y="3142420"/>
                  </a:lnTo>
                  <a:lnTo>
                    <a:pt x="5081364" y="3149469"/>
                  </a:lnTo>
                  <a:lnTo>
                    <a:pt x="5158998" y="3156422"/>
                  </a:lnTo>
                  <a:lnTo>
                    <a:pt x="5236632" y="3163278"/>
                  </a:lnTo>
                  <a:lnTo>
                    <a:pt x="5314266" y="3170040"/>
                  </a:lnTo>
                  <a:lnTo>
                    <a:pt x="5391900" y="3176708"/>
                  </a:lnTo>
                  <a:lnTo>
                    <a:pt x="5469534" y="3183284"/>
                  </a:lnTo>
                  <a:lnTo>
                    <a:pt x="5547168" y="3189769"/>
                  </a:lnTo>
                  <a:lnTo>
                    <a:pt x="5624802" y="3196164"/>
                  </a:lnTo>
                  <a:lnTo>
                    <a:pt x="5702436" y="3202471"/>
                  </a:lnTo>
                  <a:lnTo>
                    <a:pt x="5780070" y="3208691"/>
                  </a:lnTo>
                  <a:lnTo>
                    <a:pt x="5857705" y="3214826"/>
                  </a:lnTo>
                  <a:lnTo>
                    <a:pt x="5935339" y="3220875"/>
                  </a:lnTo>
                  <a:lnTo>
                    <a:pt x="6012973" y="3226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53643"/>
              <a:ext cx="7370972" cy="1543666"/>
            </a:xfrm>
            <a:custGeom>
              <a:avLst/>
              <a:pathLst>
                <a:path w="7370972" h="1543666">
                  <a:moveTo>
                    <a:pt x="7370972" y="1543666"/>
                  </a:moveTo>
                  <a:lnTo>
                    <a:pt x="7293338" y="1540736"/>
                  </a:lnTo>
                  <a:lnTo>
                    <a:pt x="7215704" y="1537641"/>
                  </a:lnTo>
                  <a:lnTo>
                    <a:pt x="7138070" y="1534371"/>
                  </a:lnTo>
                  <a:lnTo>
                    <a:pt x="7060436" y="1530916"/>
                  </a:lnTo>
                  <a:lnTo>
                    <a:pt x="6982802" y="1527266"/>
                  </a:lnTo>
                  <a:lnTo>
                    <a:pt x="6905168" y="1523411"/>
                  </a:lnTo>
                  <a:lnTo>
                    <a:pt x="6827534" y="1519338"/>
                  </a:lnTo>
                  <a:lnTo>
                    <a:pt x="6749900" y="1515034"/>
                  </a:lnTo>
                  <a:lnTo>
                    <a:pt x="6672266" y="1510488"/>
                  </a:lnTo>
                  <a:lnTo>
                    <a:pt x="6594632" y="1505685"/>
                  </a:lnTo>
                  <a:lnTo>
                    <a:pt x="6516998" y="1500611"/>
                  </a:lnTo>
                  <a:lnTo>
                    <a:pt x="6439364" y="1495251"/>
                  </a:lnTo>
                  <a:lnTo>
                    <a:pt x="6361730" y="1489588"/>
                  </a:lnTo>
                  <a:lnTo>
                    <a:pt x="6284096" y="1483605"/>
                  </a:lnTo>
                  <a:lnTo>
                    <a:pt x="6206462" y="1477284"/>
                  </a:lnTo>
                  <a:lnTo>
                    <a:pt x="6128827" y="1470607"/>
                  </a:lnTo>
                  <a:lnTo>
                    <a:pt x="6051193" y="1463553"/>
                  </a:lnTo>
                  <a:lnTo>
                    <a:pt x="5973559" y="1456100"/>
                  </a:lnTo>
                  <a:lnTo>
                    <a:pt x="5895925" y="1448227"/>
                  </a:lnTo>
                  <a:lnTo>
                    <a:pt x="5818291" y="1439909"/>
                  </a:lnTo>
                  <a:lnTo>
                    <a:pt x="5740657" y="1431122"/>
                  </a:lnTo>
                  <a:lnTo>
                    <a:pt x="5663023" y="1421839"/>
                  </a:lnTo>
                  <a:lnTo>
                    <a:pt x="5585389" y="1412031"/>
                  </a:lnTo>
                  <a:lnTo>
                    <a:pt x="5507755" y="1401670"/>
                  </a:lnTo>
                  <a:lnTo>
                    <a:pt x="5430121" y="1390724"/>
                  </a:lnTo>
                  <a:lnTo>
                    <a:pt x="5352487" y="1379160"/>
                  </a:lnTo>
                  <a:lnTo>
                    <a:pt x="5274853" y="1366943"/>
                  </a:lnTo>
                  <a:lnTo>
                    <a:pt x="5197219" y="1354036"/>
                  </a:lnTo>
                  <a:lnTo>
                    <a:pt x="5119585" y="1340401"/>
                  </a:lnTo>
                  <a:lnTo>
                    <a:pt x="5041951" y="1325996"/>
                  </a:lnTo>
                  <a:lnTo>
                    <a:pt x="4964317" y="1310778"/>
                  </a:lnTo>
                  <a:lnTo>
                    <a:pt x="4886683" y="1294701"/>
                  </a:lnTo>
                  <a:lnTo>
                    <a:pt x="4809049" y="1277716"/>
                  </a:lnTo>
                  <a:lnTo>
                    <a:pt x="4731415" y="1259772"/>
                  </a:lnTo>
                  <a:lnTo>
                    <a:pt x="4653781" y="1240815"/>
                  </a:lnTo>
                  <a:lnTo>
                    <a:pt x="4576147" y="1220788"/>
                  </a:lnTo>
                  <a:lnTo>
                    <a:pt x="4498513" y="1199631"/>
                  </a:lnTo>
                  <a:lnTo>
                    <a:pt x="4420879" y="1177279"/>
                  </a:lnTo>
                  <a:lnTo>
                    <a:pt x="4343244" y="1153665"/>
                  </a:lnTo>
                  <a:lnTo>
                    <a:pt x="4265610" y="1128718"/>
                  </a:lnTo>
                  <a:lnTo>
                    <a:pt x="4187976" y="1102363"/>
                  </a:lnTo>
                  <a:lnTo>
                    <a:pt x="4110342" y="1074520"/>
                  </a:lnTo>
                  <a:lnTo>
                    <a:pt x="4032708" y="1045105"/>
                  </a:lnTo>
                  <a:lnTo>
                    <a:pt x="3955074" y="1014029"/>
                  </a:lnTo>
                  <a:lnTo>
                    <a:pt x="3877440" y="981199"/>
                  </a:lnTo>
                  <a:lnTo>
                    <a:pt x="3799806" y="946516"/>
                  </a:lnTo>
                  <a:lnTo>
                    <a:pt x="3722172" y="909874"/>
                  </a:lnTo>
                  <a:lnTo>
                    <a:pt x="3644538" y="871164"/>
                  </a:lnTo>
                  <a:lnTo>
                    <a:pt x="3566904" y="830269"/>
                  </a:lnTo>
                  <a:lnTo>
                    <a:pt x="3489270" y="787065"/>
                  </a:lnTo>
                  <a:lnTo>
                    <a:pt x="3411636" y="741422"/>
                  </a:lnTo>
                  <a:lnTo>
                    <a:pt x="3334002" y="717720"/>
                  </a:lnTo>
                  <a:lnTo>
                    <a:pt x="3256368" y="705421"/>
                  </a:lnTo>
                  <a:lnTo>
                    <a:pt x="3178734" y="692949"/>
                  </a:lnTo>
                  <a:lnTo>
                    <a:pt x="3101100" y="680303"/>
                  </a:lnTo>
                  <a:lnTo>
                    <a:pt x="3023466" y="667480"/>
                  </a:lnTo>
                  <a:lnTo>
                    <a:pt x="2945832" y="654477"/>
                  </a:lnTo>
                  <a:lnTo>
                    <a:pt x="2868198" y="641292"/>
                  </a:lnTo>
                  <a:lnTo>
                    <a:pt x="2790564" y="627922"/>
                  </a:lnTo>
                  <a:lnTo>
                    <a:pt x="2712930" y="614365"/>
                  </a:lnTo>
                  <a:lnTo>
                    <a:pt x="2635295" y="600617"/>
                  </a:lnTo>
                  <a:lnTo>
                    <a:pt x="2557661" y="586678"/>
                  </a:lnTo>
                  <a:lnTo>
                    <a:pt x="2480027" y="572543"/>
                  </a:lnTo>
                  <a:lnTo>
                    <a:pt x="2402393" y="558210"/>
                  </a:lnTo>
                  <a:lnTo>
                    <a:pt x="2324759" y="543676"/>
                  </a:lnTo>
                  <a:lnTo>
                    <a:pt x="2247125" y="528938"/>
                  </a:lnTo>
                  <a:lnTo>
                    <a:pt x="2169491" y="513994"/>
                  </a:lnTo>
                  <a:lnTo>
                    <a:pt x="2091857" y="498841"/>
                  </a:lnTo>
                  <a:lnTo>
                    <a:pt x="2014223" y="483475"/>
                  </a:lnTo>
                  <a:lnTo>
                    <a:pt x="1936589" y="467894"/>
                  </a:lnTo>
                  <a:lnTo>
                    <a:pt x="1858955" y="452095"/>
                  </a:lnTo>
                  <a:lnTo>
                    <a:pt x="1781321" y="436074"/>
                  </a:lnTo>
                  <a:lnTo>
                    <a:pt x="1703687" y="419829"/>
                  </a:lnTo>
                  <a:lnTo>
                    <a:pt x="1626053" y="403356"/>
                  </a:lnTo>
                  <a:lnTo>
                    <a:pt x="1548419" y="386653"/>
                  </a:lnTo>
                  <a:lnTo>
                    <a:pt x="1470785" y="369715"/>
                  </a:lnTo>
                  <a:lnTo>
                    <a:pt x="1393151" y="352541"/>
                  </a:lnTo>
                  <a:lnTo>
                    <a:pt x="1315517" y="335125"/>
                  </a:lnTo>
                  <a:lnTo>
                    <a:pt x="1237883" y="317466"/>
                  </a:lnTo>
                  <a:lnTo>
                    <a:pt x="1160249" y="299559"/>
                  </a:lnTo>
                  <a:lnTo>
                    <a:pt x="1082615" y="281401"/>
                  </a:lnTo>
                  <a:lnTo>
                    <a:pt x="1004981" y="262989"/>
                  </a:lnTo>
                  <a:lnTo>
                    <a:pt x="927346" y="244319"/>
                  </a:lnTo>
                  <a:lnTo>
                    <a:pt x="849712" y="225387"/>
                  </a:lnTo>
                  <a:lnTo>
                    <a:pt x="772078" y="206190"/>
                  </a:lnTo>
                  <a:lnTo>
                    <a:pt x="694444" y="186724"/>
                  </a:lnTo>
                  <a:lnTo>
                    <a:pt x="616810" y="166986"/>
                  </a:lnTo>
                  <a:lnTo>
                    <a:pt x="539176" y="146970"/>
                  </a:lnTo>
                  <a:lnTo>
                    <a:pt x="461542" y="126675"/>
                  </a:lnTo>
                  <a:lnTo>
                    <a:pt x="383908" y="106095"/>
                  </a:lnTo>
                  <a:lnTo>
                    <a:pt x="306274" y="85227"/>
                  </a:lnTo>
                  <a:lnTo>
                    <a:pt x="228640" y="64066"/>
                  </a:lnTo>
                  <a:lnTo>
                    <a:pt x="151006" y="42609"/>
                  </a:lnTo>
                  <a:lnTo>
                    <a:pt x="73372" y="208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66479" y="1896563"/>
              <a:ext cx="7222010" cy="3503989"/>
            </a:xfrm>
            <a:custGeom>
              <a:avLst/>
              <a:pathLst>
                <a:path w="7222010" h="3503989">
                  <a:moveTo>
                    <a:pt x="0" y="0"/>
                  </a:moveTo>
                  <a:lnTo>
                    <a:pt x="2044" y="3365"/>
                  </a:lnTo>
                  <a:lnTo>
                    <a:pt x="79678" y="126820"/>
                  </a:lnTo>
                  <a:lnTo>
                    <a:pt x="157312" y="246100"/>
                  </a:lnTo>
                  <a:lnTo>
                    <a:pt x="234946" y="361344"/>
                  </a:lnTo>
                  <a:lnTo>
                    <a:pt x="312580" y="472689"/>
                  </a:lnTo>
                  <a:lnTo>
                    <a:pt x="390214" y="580268"/>
                  </a:lnTo>
                  <a:lnTo>
                    <a:pt x="467848" y="684207"/>
                  </a:lnTo>
                  <a:lnTo>
                    <a:pt x="545482" y="784629"/>
                  </a:lnTo>
                  <a:lnTo>
                    <a:pt x="623116" y="881655"/>
                  </a:lnTo>
                  <a:lnTo>
                    <a:pt x="700750" y="975398"/>
                  </a:lnTo>
                  <a:lnTo>
                    <a:pt x="778384" y="1065970"/>
                  </a:lnTo>
                  <a:lnTo>
                    <a:pt x="856018" y="1153477"/>
                  </a:lnTo>
                  <a:lnTo>
                    <a:pt x="933653" y="1238025"/>
                  </a:lnTo>
                  <a:lnTo>
                    <a:pt x="1011287" y="1319712"/>
                  </a:lnTo>
                  <a:lnTo>
                    <a:pt x="1088921" y="1398635"/>
                  </a:lnTo>
                  <a:lnTo>
                    <a:pt x="1166555" y="1474889"/>
                  </a:lnTo>
                  <a:lnTo>
                    <a:pt x="1244189" y="1548563"/>
                  </a:lnTo>
                  <a:lnTo>
                    <a:pt x="1321823" y="1619744"/>
                  </a:lnTo>
                  <a:lnTo>
                    <a:pt x="1399457" y="1688518"/>
                  </a:lnTo>
                  <a:lnTo>
                    <a:pt x="1477091" y="1754964"/>
                  </a:lnTo>
                  <a:lnTo>
                    <a:pt x="1554725" y="1819163"/>
                  </a:lnTo>
                  <a:lnTo>
                    <a:pt x="1632359" y="1881190"/>
                  </a:lnTo>
                  <a:lnTo>
                    <a:pt x="1709993" y="1941119"/>
                  </a:lnTo>
                  <a:lnTo>
                    <a:pt x="1787627" y="1999020"/>
                  </a:lnTo>
                  <a:lnTo>
                    <a:pt x="1865261" y="2054962"/>
                  </a:lnTo>
                  <a:lnTo>
                    <a:pt x="1942895" y="2109012"/>
                  </a:lnTo>
                  <a:lnTo>
                    <a:pt x="2020529" y="2161234"/>
                  </a:lnTo>
                  <a:lnTo>
                    <a:pt x="2098163" y="2211688"/>
                  </a:lnTo>
                  <a:lnTo>
                    <a:pt x="2175797" y="2260436"/>
                  </a:lnTo>
                  <a:lnTo>
                    <a:pt x="2253431" y="2307535"/>
                  </a:lnTo>
                  <a:lnTo>
                    <a:pt x="2331065" y="2353040"/>
                  </a:lnTo>
                  <a:lnTo>
                    <a:pt x="2408699" y="2397006"/>
                  </a:lnTo>
                  <a:lnTo>
                    <a:pt x="2486333" y="2439484"/>
                  </a:lnTo>
                  <a:lnTo>
                    <a:pt x="2563967" y="2480526"/>
                  </a:lnTo>
                  <a:lnTo>
                    <a:pt x="2641602" y="2520179"/>
                  </a:lnTo>
                  <a:lnTo>
                    <a:pt x="2719236" y="2558490"/>
                  </a:lnTo>
                  <a:lnTo>
                    <a:pt x="2796870" y="2595506"/>
                  </a:lnTo>
                  <a:lnTo>
                    <a:pt x="2874504" y="2631269"/>
                  </a:lnTo>
                  <a:lnTo>
                    <a:pt x="2952138" y="2665822"/>
                  </a:lnTo>
                  <a:lnTo>
                    <a:pt x="3029772" y="2699207"/>
                  </a:lnTo>
                  <a:lnTo>
                    <a:pt x="3107406" y="2731461"/>
                  </a:lnTo>
                  <a:lnTo>
                    <a:pt x="3185040" y="2762625"/>
                  </a:lnTo>
                  <a:lnTo>
                    <a:pt x="3262674" y="2792735"/>
                  </a:lnTo>
                  <a:lnTo>
                    <a:pt x="3340308" y="2821826"/>
                  </a:lnTo>
                  <a:lnTo>
                    <a:pt x="3417942" y="2849932"/>
                  </a:lnTo>
                  <a:lnTo>
                    <a:pt x="3495576" y="2877088"/>
                  </a:lnTo>
                  <a:lnTo>
                    <a:pt x="3573210" y="2903325"/>
                  </a:lnTo>
                  <a:lnTo>
                    <a:pt x="3650844" y="2928675"/>
                  </a:lnTo>
                  <a:lnTo>
                    <a:pt x="3728478" y="2953167"/>
                  </a:lnTo>
                  <a:lnTo>
                    <a:pt x="3806112" y="2976830"/>
                  </a:lnTo>
                  <a:lnTo>
                    <a:pt x="3883746" y="2999693"/>
                  </a:lnTo>
                  <a:lnTo>
                    <a:pt x="3961380" y="3021783"/>
                  </a:lnTo>
                  <a:lnTo>
                    <a:pt x="4039014" y="3043125"/>
                  </a:lnTo>
                  <a:lnTo>
                    <a:pt x="4116648" y="3063745"/>
                  </a:lnTo>
                  <a:lnTo>
                    <a:pt x="4194282" y="3083668"/>
                  </a:lnTo>
                  <a:lnTo>
                    <a:pt x="4271916" y="3102916"/>
                  </a:lnTo>
                  <a:lnTo>
                    <a:pt x="4349550" y="3121513"/>
                  </a:lnTo>
                  <a:lnTo>
                    <a:pt x="4427185" y="3139482"/>
                  </a:lnTo>
                  <a:lnTo>
                    <a:pt x="4504819" y="3156842"/>
                  </a:lnTo>
                  <a:lnTo>
                    <a:pt x="4582453" y="3173615"/>
                  </a:lnTo>
                  <a:lnTo>
                    <a:pt x="4660087" y="3189821"/>
                  </a:lnTo>
                  <a:lnTo>
                    <a:pt x="4737721" y="3205478"/>
                  </a:lnTo>
                  <a:lnTo>
                    <a:pt x="4815355" y="3220606"/>
                  </a:lnTo>
                  <a:lnTo>
                    <a:pt x="4892989" y="3235222"/>
                  </a:lnTo>
                  <a:lnTo>
                    <a:pt x="4970623" y="3249343"/>
                  </a:lnTo>
                  <a:lnTo>
                    <a:pt x="5048257" y="3262987"/>
                  </a:lnTo>
                  <a:lnTo>
                    <a:pt x="5125891" y="3276169"/>
                  </a:lnTo>
                  <a:lnTo>
                    <a:pt x="5203525" y="3288905"/>
                  </a:lnTo>
                  <a:lnTo>
                    <a:pt x="5281159" y="3301211"/>
                  </a:lnTo>
                  <a:lnTo>
                    <a:pt x="5358793" y="3313100"/>
                  </a:lnTo>
                  <a:lnTo>
                    <a:pt x="5436427" y="3324586"/>
                  </a:lnTo>
                  <a:lnTo>
                    <a:pt x="5514061" y="3335685"/>
                  </a:lnTo>
                  <a:lnTo>
                    <a:pt x="5591695" y="3346407"/>
                  </a:lnTo>
                  <a:lnTo>
                    <a:pt x="5669329" y="3356767"/>
                  </a:lnTo>
                  <a:lnTo>
                    <a:pt x="5746963" y="3366777"/>
                  </a:lnTo>
                  <a:lnTo>
                    <a:pt x="5824597" y="3376448"/>
                  </a:lnTo>
                  <a:lnTo>
                    <a:pt x="5902231" y="3385792"/>
                  </a:lnTo>
                  <a:lnTo>
                    <a:pt x="5979865" y="3394819"/>
                  </a:lnTo>
                  <a:lnTo>
                    <a:pt x="6057499" y="3403542"/>
                  </a:lnTo>
                  <a:lnTo>
                    <a:pt x="6135134" y="3411969"/>
                  </a:lnTo>
                  <a:lnTo>
                    <a:pt x="6212768" y="3420111"/>
                  </a:lnTo>
                  <a:lnTo>
                    <a:pt x="6290402" y="3427977"/>
                  </a:lnTo>
                  <a:lnTo>
                    <a:pt x="6368036" y="3435578"/>
                  </a:lnTo>
                  <a:lnTo>
                    <a:pt x="6445670" y="3442921"/>
                  </a:lnTo>
                  <a:lnTo>
                    <a:pt x="6523304" y="3450016"/>
                  </a:lnTo>
                  <a:lnTo>
                    <a:pt x="6600938" y="3456871"/>
                  </a:lnTo>
                  <a:lnTo>
                    <a:pt x="6678572" y="3463494"/>
                  </a:lnTo>
                  <a:lnTo>
                    <a:pt x="6756206" y="3469893"/>
                  </a:lnTo>
                  <a:lnTo>
                    <a:pt x="6833840" y="3476076"/>
                  </a:lnTo>
                  <a:lnTo>
                    <a:pt x="6911474" y="3482049"/>
                  </a:lnTo>
                  <a:lnTo>
                    <a:pt x="6989108" y="3487820"/>
                  </a:lnTo>
                  <a:lnTo>
                    <a:pt x="7066742" y="3493396"/>
                  </a:lnTo>
                  <a:lnTo>
                    <a:pt x="7144376" y="3498784"/>
                  </a:lnTo>
                  <a:lnTo>
                    <a:pt x="7222010" y="35039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2026-05-22T10:32:38Z</dcterms:modified>
  <cp:category/>
</cp:coreProperties>
</file>