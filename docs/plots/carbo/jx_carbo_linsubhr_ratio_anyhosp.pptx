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32151"/>
            </a:xfrm>
            <a:custGeom>
              <a:avLst/>
              <a:pathLst>
                <a:path w="7370972" h="3432151">
                  <a:moveTo>
                    <a:pt x="1327421" y="0"/>
                  </a:moveTo>
                  <a:lnTo>
                    <a:pt x="1393151" y="156622"/>
                  </a:lnTo>
                  <a:lnTo>
                    <a:pt x="1470785" y="331866"/>
                  </a:lnTo>
                  <a:lnTo>
                    <a:pt x="1548419" y="497881"/>
                  </a:lnTo>
                  <a:lnTo>
                    <a:pt x="1626053" y="655151"/>
                  </a:lnTo>
                  <a:lnTo>
                    <a:pt x="1703687" y="804137"/>
                  </a:lnTo>
                  <a:lnTo>
                    <a:pt x="1781321" y="945277"/>
                  </a:lnTo>
                  <a:lnTo>
                    <a:pt x="1858955" y="1078982"/>
                  </a:lnTo>
                  <a:lnTo>
                    <a:pt x="1936589" y="1205644"/>
                  </a:lnTo>
                  <a:lnTo>
                    <a:pt x="2014223" y="1325635"/>
                  </a:lnTo>
                  <a:lnTo>
                    <a:pt x="2091857" y="1439306"/>
                  </a:lnTo>
                  <a:lnTo>
                    <a:pt x="2169491" y="1546990"/>
                  </a:lnTo>
                  <a:lnTo>
                    <a:pt x="2247125" y="1649002"/>
                  </a:lnTo>
                  <a:lnTo>
                    <a:pt x="2324759" y="1745641"/>
                  </a:lnTo>
                  <a:lnTo>
                    <a:pt x="2402393" y="1837190"/>
                  </a:lnTo>
                  <a:lnTo>
                    <a:pt x="2480027" y="1923916"/>
                  </a:lnTo>
                  <a:lnTo>
                    <a:pt x="2557661" y="2006075"/>
                  </a:lnTo>
                  <a:lnTo>
                    <a:pt x="2635295" y="2083906"/>
                  </a:lnTo>
                  <a:lnTo>
                    <a:pt x="2712930" y="2157638"/>
                  </a:lnTo>
                  <a:lnTo>
                    <a:pt x="2790564" y="2227486"/>
                  </a:lnTo>
                  <a:lnTo>
                    <a:pt x="2868198" y="2293655"/>
                  </a:lnTo>
                  <a:lnTo>
                    <a:pt x="2945832" y="2356339"/>
                  </a:lnTo>
                  <a:lnTo>
                    <a:pt x="3023466" y="2415722"/>
                  </a:lnTo>
                  <a:lnTo>
                    <a:pt x="3101100" y="2471976"/>
                  </a:lnTo>
                  <a:lnTo>
                    <a:pt x="3178734" y="2525268"/>
                  </a:lnTo>
                  <a:lnTo>
                    <a:pt x="3256368" y="2575752"/>
                  </a:lnTo>
                  <a:lnTo>
                    <a:pt x="3334002" y="2623578"/>
                  </a:lnTo>
                  <a:lnTo>
                    <a:pt x="3411636" y="2658117"/>
                  </a:lnTo>
                  <a:lnTo>
                    <a:pt x="3489270" y="2669690"/>
                  </a:lnTo>
                  <a:lnTo>
                    <a:pt x="3566904" y="2681101"/>
                  </a:lnTo>
                  <a:lnTo>
                    <a:pt x="3644538" y="2692352"/>
                  </a:lnTo>
                  <a:lnTo>
                    <a:pt x="3722172" y="2703446"/>
                  </a:lnTo>
                  <a:lnTo>
                    <a:pt x="3799806" y="2714383"/>
                  </a:lnTo>
                  <a:lnTo>
                    <a:pt x="3877440" y="2725168"/>
                  </a:lnTo>
                  <a:lnTo>
                    <a:pt x="3955074" y="2735801"/>
                  </a:lnTo>
                  <a:lnTo>
                    <a:pt x="4032708" y="2746285"/>
                  </a:lnTo>
                  <a:lnTo>
                    <a:pt x="4110342" y="2756623"/>
                  </a:lnTo>
                  <a:lnTo>
                    <a:pt x="4187976" y="2766815"/>
                  </a:lnTo>
                  <a:lnTo>
                    <a:pt x="4265610" y="2776864"/>
                  </a:lnTo>
                  <a:lnTo>
                    <a:pt x="4343244" y="2786773"/>
                  </a:lnTo>
                  <a:lnTo>
                    <a:pt x="4420879" y="2796543"/>
                  </a:lnTo>
                  <a:lnTo>
                    <a:pt x="4498513" y="2806176"/>
                  </a:lnTo>
                  <a:lnTo>
                    <a:pt x="4576147" y="2815673"/>
                  </a:lnTo>
                  <a:lnTo>
                    <a:pt x="4653781" y="2825038"/>
                  </a:lnTo>
                  <a:lnTo>
                    <a:pt x="4731415" y="2834271"/>
                  </a:lnTo>
                  <a:lnTo>
                    <a:pt x="4809049" y="2843375"/>
                  </a:lnTo>
                  <a:lnTo>
                    <a:pt x="4886683" y="2852352"/>
                  </a:lnTo>
                  <a:lnTo>
                    <a:pt x="4964317" y="2861202"/>
                  </a:lnTo>
                  <a:lnTo>
                    <a:pt x="5041951" y="2869929"/>
                  </a:lnTo>
                  <a:lnTo>
                    <a:pt x="5119585" y="2878533"/>
                  </a:lnTo>
                  <a:lnTo>
                    <a:pt x="5197219" y="2887016"/>
                  </a:lnTo>
                  <a:lnTo>
                    <a:pt x="5274853" y="2895381"/>
                  </a:lnTo>
                  <a:lnTo>
                    <a:pt x="5352487" y="2903628"/>
                  </a:lnTo>
                  <a:lnTo>
                    <a:pt x="5430121" y="2911760"/>
                  </a:lnTo>
                  <a:lnTo>
                    <a:pt x="5507755" y="2919778"/>
                  </a:lnTo>
                  <a:lnTo>
                    <a:pt x="5585389" y="2927683"/>
                  </a:lnTo>
                  <a:lnTo>
                    <a:pt x="5663023" y="2935478"/>
                  </a:lnTo>
                  <a:lnTo>
                    <a:pt x="5740657" y="2943163"/>
                  </a:lnTo>
                  <a:lnTo>
                    <a:pt x="5818291" y="2950741"/>
                  </a:lnTo>
                  <a:lnTo>
                    <a:pt x="5895925" y="2958212"/>
                  </a:lnTo>
                  <a:lnTo>
                    <a:pt x="5973559" y="2965578"/>
                  </a:lnTo>
                  <a:lnTo>
                    <a:pt x="6051193" y="2972842"/>
                  </a:lnTo>
                  <a:lnTo>
                    <a:pt x="6128827" y="2980003"/>
                  </a:lnTo>
                  <a:lnTo>
                    <a:pt x="6206462" y="2987065"/>
                  </a:lnTo>
                  <a:lnTo>
                    <a:pt x="6284096" y="2994027"/>
                  </a:lnTo>
                  <a:lnTo>
                    <a:pt x="6361730" y="3000891"/>
                  </a:lnTo>
                  <a:lnTo>
                    <a:pt x="6439364" y="3007660"/>
                  </a:lnTo>
                  <a:lnTo>
                    <a:pt x="6516998" y="3014333"/>
                  </a:lnTo>
                  <a:lnTo>
                    <a:pt x="6594632" y="3020913"/>
                  </a:lnTo>
                  <a:lnTo>
                    <a:pt x="6672266" y="3027401"/>
                  </a:lnTo>
                  <a:lnTo>
                    <a:pt x="6749900" y="3033798"/>
                  </a:lnTo>
                  <a:lnTo>
                    <a:pt x="6827534" y="3040105"/>
                  </a:lnTo>
                  <a:lnTo>
                    <a:pt x="6905168" y="3046323"/>
                  </a:lnTo>
                  <a:lnTo>
                    <a:pt x="6982802" y="3052455"/>
                  </a:lnTo>
                  <a:lnTo>
                    <a:pt x="7060436" y="3058501"/>
                  </a:lnTo>
                  <a:lnTo>
                    <a:pt x="7138070" y="3064461"/>
                  </a:lnTo>
                  <a:lnTo>
                    <a:pt x="7215704" y="3070339"/>
                  </a:lnTo>
                  <a:lnTo>
                    <a:pt x="7293338" y="3076134"/>
                  </a:lnTo>
                  <a:lnTo>
                    <a:pt x="7370972" y="3081847"/>
                  </a:lnTo>
                  <a:lnTo>
                    <a:pt x="7370972" y="3432151"/>
                  </a:lnTo>
                  <a:lnTo>
                    <a:pt x="7293338" y="3429282"/>
                  </a:lnTo>
                  <a:lnTo>
                    <a:pt x="7215704" y="3426254"/>
                  </a:lnTo>
                  <a:lnTo>
                    <a:pt x="7138070" y="3423057"/>
                  </a:lnTo>
                  <a:lnTo>
                    <a:pt x="7060436" y="3419683"/>
                  </a:lnTo>
                  <a:lnTo>
                    <a:pt x="6982802" y="3416121"/>
                  </a:lnTo>
                  <a:lnTo>
                    <a:pt x="6905168" y="3412361"/>
                  </a:lnTo>
                  <a:lnTo>
                    <a:pt x="6827534" y="3408392"/>
                  </a:lnTo>
                  <a:lnTo>
                    <a:pt x="6749900" y="3404202"/>
                  </a:lnTo>
                  <a:lnTo>
                    <a:pt x="6672266" y="3399779"/>
                  </a:lnTo>
                  <a:lnTo>
                    <a:pt x="6594632" y="3395111"/>
                  </a:lnTo>
                  <a:lnTo>
                    <a:pt x="6516998" y="3390183"/>
                  </a:lnTo>
                  <a:lnTo>
                    <a:pt x="6439364" y="3384980"/>
                  </a:lnTo>
                  <a:lnTo>
                    <a:pt x="6361730" y="3379489"/>
                  </a:lnTo>
                  <a:lnTo>
                    <a:pt x="6284096" y="3373692"/>
                  </a:lnTo>
                  <a:lnTo>
                    <a:pt x="6206462" y="3367573"/>
                  </a:lnTo>
                  <a:lnTo>
                    <a:pt x="6128827" y="3361114"/>
                  </a:lnTo>
                  <a:lnTo>
                    <a:pt x="6051193" y="3354296"/>
                  </a:lnTo>
                  <a:lnTo>
                    <a:pt x="5973559" y="3347098"/>
                  </a:lnTo>
                  <a:lnTo>
                    <a:pt x="5895925" y="3339501"/>
                  </a:lnTo>
                  <a:lnTo>
                    <a:pt x="5818291" y="3331481"/>
                  </a:lnTo>
                  <a:lnTo>
                    <a:pt x="5740657" y="3323015"/>
                  </a:lnTo>
                  <a:lnTo>
                    <a:pt x="5663023" y="3314078"/>
                  </a:lnTo>
                  <a:lnTo>
                    <a:pt x="5585389" y="3304644"/>
                  </a:lnTo>
                  <a:lnTo>
                    <a:pt x="5507755" y="3294686"/>
                  </a:lnTo>
                  <a:lnTo>
                    <a:pt x="5430121" y="3284174"/>
                  </a:lnTo>
                  <a:lnTo>
                    <a:pt x="5352487" y="3273078"/>
                  </a:lnTo>
                  <a:lnTo>
                    <a:pt x="5274853" y="3261365"/>
                  </a:lnTo>
                  <a:lnTo>
                    <a:pt x="5197219" y="3249001"/>
                  </a:lnTo>
                  <a:lnTo>
                    <a:pt x="5119585" y="3235949"/>
                  </a:lnTo>
                  <a:lnTo>
                    <a:pt x="5041951" y="3222171"/>
                  </a:lnTo>
                  <a:lnTo>
                    <a:pt x="4964317" y="3207628"/>
                  </a:lnTo>
                  <a:lnTo>
                    <a:pt x="4886683" y="3192275"/>
                  </a:lnTo>
                  <a:lnTo>
                    <a:pt x="4809049" y="3176070"/>
                  </a:lnTo>
                  <a:lnTo>
                    <a:pt x="4731415" y="3158963"/>
                  </a:lnTo>
                  <a:lnTo>
                    <a:pt x="4653781" y="3140905"/>
                  </a:lnTo>
                  <a:lnTo>
                    <a:pt x="4576147" y="3121843"/>
                  </a:lnTo>
                  <a:lnTo>
                    <a:pt x="4498513" y="3101721"/>
                  </a:lnTo>
                  <a:lnTo>
                    <a:pt x="4420879" y="3080480"/>
                  </a:lnTo>
                  <a:lnTo>
                    <a:pt x="4343244" y="3058058"/>
                  </a:lnTo>
                  <a:lnTo>
                    <a:pt x="4265610" y="3034390"/>
                  </a:lnTo>
                  <a:lnTo>
                    <a:pt x="4187976" y="3009406"/>
                  </a:lnTo>
                  <a:lnTo>
                    <a:pt x="4110342" y="2983033"/>
                  </a:lnTo>
                  <a:lnTo>
                    <a:pt x="4032708" y="2955193"/>
                  </a:lnTo>
                  <a:lnTo>
                    <a:pt x="3955074" y="2925805"/>
                  </a:lnTo>
                  <a:lnTo>
                    <a:pt x="3877440" y="2894784"/>
                  </a:lnTo>
                  <a:lnTo>
                    <a:pt x="3799806" y="2862037"/>
                  </a:lnTo>
                  <a:lnTo>
                    <a:pt x="3722172" y="2827470"/>
                  </a:lnTo>
                  <a:lnTo>
                    <a:pt x="3644538" y="2790981"/>
                  </a:lnTo>
                  <a:lnTo>
                    <a:pt x="3566904" y="2752463"/>
                  </a:lnTo>
                  <a:lnTo>
                    <a:pt x="3489270" y="2711804"/>
                  </a:lnTo>
                  <a:lnTo>
                    <a:pt x="3411636" y="2668884"/>
                  </a:lnTo>
                  <a:lnTo>
                    <a:pt x="3334002" y="2646379"/>
                  </a:lnTo>
                  <a:lnTo>
                    <a:pt x="3256368" y="2634475"/>
                  </a:lnTo>
                  <a:lnTo>
                    <a:pt x="3178734" y="2622401"/>
                  </a:lnTo>
                  <a:lnTo>
                    <a:pt x="3101100" y="2610156"/>
                  </a:lnTo>
                  <a:lnTo>
                    <a:pt x="3023466" y="2597736"/>
                  </a:lnTo>
                  <a:lnTo>
                    <a:pt x="2945832" y="2585140"/>
                  </a:lnTo>
                  <a:lnTo>
                    <a:pt x="2868198" y="2572365"/>
                  </a:lnTo>
                  <a:lnTo>
                    <a:pt x="2790564" y="2559408"/>
                  </a:lnTo>
                  <a:lnTo>
                    <a:pt x="2712930" y="2546267"/>
                  </a:lnTo>
                  <a:lnTo>
                    <a:pt x="2635295" y="2532939"/>
                  </a:lnTo>
                  <a:lnTo>
                    <a:pt x="2557661" y="2519422"/>
                  </a:lnTo>
                  <a:lnTo>
                    <a:pt x="2480027" y="2505712"/>
                  </a:lnTo>
                  <a:lnTo>
                    <a:pt x="2402393" y="2491808"/>
                  </a:lnTo>
                  <a:lnTo>
                    <a:pt x="2324759" y="2477706"/>
                  </a:lnTo>
                  <a:lnTo>
                    <a:pt x="2247125" y="2463403"/>
                  </a:lnTo>
                  <a:lnTo>
                    <a:pt x="2169491" y="2448897"/>
                  </a:lnTo>
                  <a:lnTo>
                    <a:pt x="2091857" y="2434185"/>
                  </a:lnTo>
                  <a:lnTo>
                    <a:pt x="2014223" y="2419264"/>
                  </a:lnTo>
                  <a:lnTo>
                    <a:pt x="1936589" y="2404131"/>
                  </a:lnTo>
                  <a:lnTo>
                    <a:pt x="1858955" y="2388782"/>
                  </a:lnTo>
                  <a:lnTo>
                    <a:pt x="1781321" y="2373215"/>
                  </a:lnTo>
                  <a:lnTo>
                    <a:pt x="1703687" y="2357427"/>
                  </a:lnTo>
                  <a:lnTo>
                    <a:pt x="1626053" y="2341415"/>
                  </a:lnTo>
                  <a:lnTo>
                    <a:pt x="1548419" y="2325175"/>
                  </a:lnTo>
                  <a:lnTo>
                    <a:pt x="1470785" y="2308704"/>
                  </a:lnTo>
                  <a:lnTo>
                    <a:pt x="1393151" y="2291998"/>
                  </a:lnTo>
                  <a:lnTo>
                    <a:pt x="1315517" y="2275056"/>
                  </a:lnTo>
                  <a:lnTo>
                    <a:pt x="1237883" y="2257872"/>
                  </a:lnTo>
                  <a:lnTo>
                    <a:pt x="1160249" y="2240444"/>
                  </a:lnTo>
                  <a:lnTo>
                    <a:pt x="1082615" y="2222769"/>
                  </a:lnTo>
                  <a:lnTo>
                    <a:pt x="1004981" y="2204842"/>
                  </a:lnTo>
                  <a:lnTo>
                    <a:pt x="927346" y="2186660"/>
                  </a:lnTo>
                  <a:lnTo>
                    <a:pt x="849712" y="2168220"/>
                  </a:lnTo>
                  <a:lnTo>
                    <a:pt x="772078" y="2149517"/>
                  </a:lnTo>
                  <a:lnTo>
                    <a:pt x="694444" y="2130549"/>
                  </a:lnTo>
                  <a:lnTo>
                    <a:pt x="616810" y="2111311"/>
                  </a:lnTo>
                  <a:lnTo>
                    <a:pt x="539176" y="2091800"/>
                  </a:lnTo>
                  <a:lnTo>
                    <a:pt x="461542" y="2072011"/>
                  </a:lnTo>
                  <a:lnTo>
                    <a:pt x="383908" y="2051941"/>
                  </a:lnTo>
                  <a:lnTo>
                    <a:pt x="306274" y="2031585"/>
                  </a:lnTo>
                  <a:lnTo>
                    <a:pt x="228640" y="2010940"/>
                  </a:lnTo>
                  <a:lnTo>
                    <a:pt x="151006" y="1990002"/>
                  </a:lnTo>
                  <a:lnTo>
                    <a:pt x="73372" y="1968766"/>
                  </a:lnTo>
                  <a:lnTo>
                    <a:pt x="0" y="19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44939" y="2073503"/>
              <a:ext cx="6043551" cy="3081847"/>
            </a:xfrm>
            <a:custGeom>
              <a:avLst/>
              <a:pathLst>
                <a:path w="6043551" h="3081847">
                  <a:moveTo>
                    <a:pt x="0" y="0"/>
                  </a:moveTo>
                  <a:lnTo>
                    <a:pt x="65729" y="156622"/>
                  </a:lnTo>
                  <a:lnTo>
                    <a:pt x="143363" y="331866"/>
                  </a:lnTo>
                  <a:lnTo>
                    <a:pt x="220997" y="497881"/>
                  </a:lnTo>
                  <a:lnTo>
                    <a:pt x="298631" y="655151"/>
                  </a:lnTo>
                  <a:lnTo>
                    <a:pt x="376265" y="804137"/>
                  </a:lnTo>
                  <a:lnTo>
                    <a:pt x="453899" y="945277"/>
                  </a:lnTo>
                  <a:lnTo>
                    <a:pt x="531533" y="1078982"/>
                  </a:lnTo>
                  <a:lnTo>
                    <a:pt x="609167" y="1205644"/>
                  </a:lnTo>
                  <a:lnTo>
                    <a:pt x="686801" y="1325635"/>
                  </a:lnTo>
                  <a:lnTo>
                    <a:pt x="764436" y="1439306"/>
                  </a:lnTo>
                  <a:lnTo>
                    <a:pt x="842070" y="1546990"/>
                  </a:lnTo>
                  <a:lnTo>
                    <a:pt x="919704" y="1649002"/>
                  </a:lnTo>
                  <a:lnTo>
                    <a:pt x="997338" y="1745641"/>
                  </a:lnTo>
                  <a:lnTo>
                    <a:pt x="1074972" y="1837190"/>
                  </a:lnTo>
                  <a:lnTo>
                    <a:pt x="1152606" y="1923916"/>
                  </a:lnTo>
                  <a:lnTo>
                    <a:pt x="1230240" y="2006075"/>
                  </a:lnTo>
                  <a:lnTo>
                    <a:pt x="1307874" y="2083906"/>
                  </a:lnTo>
                  <a:lnTo>
                    <a:pt x="1385508" y="2157638"/>
                  </a:lnTo>
                  <a:lnTo>
                    <a:pt x="1463142" y="2227486"/>
                  </a:lnTo>
                  <a:lnTo>
                    <a:pt x="1540776" y="2293655"/>
                  </a:lnTo>
                  <a:lnTo>
                    <a:pt x="1618410" y="2356339"/>
                  </a:lnTo>
                  <a:lnTo>
                    <a:pt x="1696044" y="2415722"/>
                  </a:lnTo>
                  <a:lnTo>
                    <a:pt x="1773678" y="2471976"/>
                  </a:lnTo>
                  <a:lnTo>
                    <a:pt x="1851312" y="2525268"/>
                  </a:lnTo>
                  <a:lnTo>
                    <a:pt x="1928946" y="2575752"/>
                  </a:lnTo>
                  <a:lnTo>
                    <a:pt x="2006580" y="2623578"/>
                  </a:lnTo>
                  <a:lnTo>
                    <a:pt x="2084214" y="2658117"/>
                  </a:lnTo>
                  <a:lnTo>
                    <a:pt x="2161848" y="2669690"/>
                  </a:lnTo>
                  <a:lnTo>
                    <a:pt x="2239482" y="2681101"/>
                  </a:lnTo>
                  <a:lnTo>
                    <a:pt x="2317116" y="2692352"/>
                  </a:lnTo>
                  <a:lnTo>
                    <a:pt x="2394750" y="2703446"/>
                  </a:lnTo>
                  <a:lnTo>
                    <a:pt x="2472384" y="2714383"/>
                  </a:lnTo>
                  <a:lnTo>
                    <a:pt x="2550019" y="2725168"/>
                  </a:lnTo>
                  <a:lnTo>
                    <a:pt x="2627653" y="2735801"/>
                  </a:lnTo>
                  <a:lnTo>
                    <a:pt x="2705287" y="2746285"/>
                  </a:lnTo>
                  <a:lnTo>
                    <a:pt x="2782921" y="2756623"/>
                  </a:lnTo>
                  <a:lnTo>
                    <a:pt x="2860555" y="2766815"/>
                  </a:lnTo>
                  <a:lnTo>
                    <a:pt x="2938189" y="2776864"/>
                  </a:lnTo>
                  <a:lnTo>
                    <a:pt x="3015823" y="2786773"/>
                  </a:lnTo>
                  <a:lnTo>
                    <a:pt x="3093457" y="2796543"/>
                  </a:lnTo>
                  <a:lnTo>
                    <a:pt x="3171091" y="2806176"/>
                  </a:lnTo>
                  <a:lnTo>
                    <a:pt x="3248725" y="2815673"/>
                  </a:lnTo>
                  <a:lnTo>
                    <a:pt x="3326359" y="2825038"/>
                  </a:lnTo>
                  <a:lnTo>
                    <a:pt x="3403993" y="2834271"/>
                  </a:lnTo>
                  <a:lnTo>
                    <a:pt x="3481627" y="2843375"/>
                  </a:lnTo>
                  <a:lnTo>
                    <a:pt x="3559261" y="2852352"/>
                  </a:lnTo>
                  <a:lnTo>
                    <a:pt x="3636895" y="2861202"/>
                  </a:lnTo>
                  <a:lnTo>
                    <a:pt x="3714529" y="2869929"/>
                  </a:lnTo>
                  <a:lnTo>
                    <a:pt x="3792163" y="2878533"/>
                  </a:lnTo>
                  <a:lnTo>
                    <a:pt x="3869797" y="2887016"/>
                  </a:lnTo>
                  <a:lnTo>
                    <a:pt x="3947431" y="2895381"/>
                  </a:lnTo>
                  <a:lnTo>
                    <a:pt x="4025065" y="2903628"/>
                  </a:lnTo>
                  <a:lnTo>
                    <a:pt x="4102699" y="2911760"/>
                  </a:lnTo>
                  <a:lnTo>
                    <a:pt x="4180333" y="2919778"/>
                  </a:lnTo>
                  <a:lnTo>
                    <a:pt x="4257968" y="2927683"/>
                  </a:lnTo>
                  <a:lnTo>
                    <a:pt x="4335602" y="2935478"/>
                  </a:lnTo>
                  <a:lnTo>
                    <a:pt x="4413236" y="2943163"/>
                  </a:lnTo>
                  <a:lnTo>
                    <a:pt x="4490870" y="2950741"/>
                  </a:lnTo>
                  <a:lnTo>
                    <a:pt x="4568504" y="2958212"/>
                  </a:lnTo>
                  <a:lnTo>
                    <a:pt x="4646138" y="2965578"/>
                  </a:lnTo>
                  <a:lnTo>
                    <a:pt x="4723772" y="2972842"/>
                  </a:lnTo>
                  <a:lnTo>
                    <a:pt x="4801406" y="2980003"/>
                  </a:lnTo>
                  <a:lnTo>
                    <a:pt x="4879040" y="2987065"/>
                  </a:lnTo>
                  <a:lnTo>
                    <a:pt x="4956674" y="2994027"/>
                  </a:lnTo>
                  <a:lnTo>
                    <a:pt x="5034308" y="3000891"/>
                  </a:lnTo>
                  <a:lnTo>
                    <a:pt x="5111942" y="3007660"/>
                  </a:lnTo>
                  <a:lnTo>
                    <a:pt x="5189576" y="3014333"/>
                  </a:lnTo>
                  <a:lnTo>
                    <a:pt x="5267210" y="3020913"/>
                  </a:lnTo>
                  <a:lnTo>
                    <a:pt x="5344844" y="3027401"/>
                  </a:lnTo>
                  <a:lnTo>
                    <a:pt x="5422478" y="3033798"/>
                  </a:lnTo>
                  <a:lnTo>
                    <a:pt x="5500112" y="3040105"/>
                  </a:lnTo>
                  <a:lnTo>
                    <a:pt x="5577746" y="3046323"/>
                  </a:lnTo>
                  <a:lnTo>
                    <a:pt x="5655380" y="3052455"/>
                  </a:lnTo>
                  <a:lnTo>
                    <a:pt x="5733014" y="3058501"/>
                  </a:lnTo>
                  <a:lnTo>
                    <a:pt x="5810648" y="3064461"/>
                  </a:lnTo>
                  <a:lnTo>
                    <a:pt x="5888282" y="3070339"/>
                  </a:lnTo>
                  <a:lnTo>
                    <a:pt x="5965917" y="3076134"/>
                  </a:lnTo>
                  <a:lnTo>
                    <a:pt x="6043551" y="3081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1913"/>
              <a:ext cx="7370972" cy="1483740"/>
            </a:xfrm>
            <a:custGeom>
              <a:avLst/>
              <a:pathLst>
                <a:path w="7370972" h="1483740">
                  <a:moveTo>
                    <a:pt x="7370972" y="1483740"/>
                  </a:moveTo>
                  <a:lnTo>
                    <a:pt x="7293338" y="1480871"/>
                  </a:lnTo>
                  <a:lnTo>
                    <a:pt x="7215704" y="1477843"/>
                  </a:lnTo>
                  <a:lnTo>
                    <a:pt x="7138070" y="1474646"/>
                  </a:lnTo>
                  <a:lnTo>
                    <a:pt x="7060436" y="1471272"/>
                  </a:lnTo>
                  <a:lnTo>
                    <a:pt x="6982802" y="1467710"/>
                  </a:lnTo>
                  <a:lnTo>
                    <a:pt x="6905168" y="1463950"/>
                  </a:lnTo>
                  <a:lnTo>
                    <a:pt x="6827534" y="1459981"/>
                  </a:lnTo>
                  <a:lnTo>
                    <a:pt x="6749900" y="1455791"/>
                  </a:lnTo>
                  <a:lnTo>
                    <a:pt x="6672266" y="1451369"/>
                  </a:lnTo>
                  <a:lnTo>
                    <a:pt x="6594632" y="1446700"/>
                  </a:lnTo>
                  <a:lnTo>
                    <a:pt x="6516998" y="1441772"/>
                  </a:lnTo>
                  <a:lnTo>
                    <a:pt x="6439364" y="1436570"/>
                  </a:lnTo>
                  <a:lnTo>
                    <a:pt x="6361730" y="1431078"/>
                  </a:lnTo>
                  <a:lnTo>
                    <a:pt x="6284096" y="1425282"/>
                  </a:lnTo>
                  <a:lnTo>
                    <a:pt x="6206462" y="1419163"/>
                  </a:lnTo>
                  <a:lnTo>
                    <a:pt x="6128827" y="1412703"/>
                  </a:lnTo>
                  <a:lnTo>
                    <a:pt x="6051193" y="1405885"/>
                  </a:lnTo>
                  <a:lnTo>
                    <a:pt x="5973559" y="1398688"/>
                  </a:lnTo>
                  <a:lnTo>
                    <a:pt x="5895925" y="1391090"/>
                  </a:lnTo>
                  <a:lnTo>
                    <a:pt x="5818291" y="1383070"/>
                  </a:lnTo>
                  <a:lnTo>
                    <a:pt x="5740657" y="1374604"/>
                  </a:lnTo>
                  <a:lnTo>
                    <a:pt x="5663023" y="1365667"/>
                  </a:lnTo>
                  <a:lnTo>
                    <a:pt x="5585389" y="1356234"/>
                  </a:lnTo>
                  <a:lnTo>
                    <a:pt x="5507755" y="1346276"/>
                  </a:lnTo>
                  <a:lnTo>
                    <a:pt x="5430121" y="1335764"/>
                  </a:lnTo>
                  <a:lnTo>
                    <a:pt x="5352487" y="1324668"/>
                  </a:lnTo>
                  <a:lnTo>
                    <a:pt x="5274853" y="1312954"/>
                  </a:lnTo>
                  <a:lnTo>
                    <a:pt x="5197219" y="1300590"/>
                  </a:lnTo>
                  <a:lnTo>
                    <a:pt x="5119585" y="1287538"/>
                  </a:lnTo>
                  <a:lnTo>
                    <a:pt x="5041951" y="1273760"/>
                  </a:lnTo>
                  <a:lnTo>
                    <a:pt x="4964317" y="1259217"/>
                  </a:lnTo>
                  <a:lnTo>
                    <a:pt x="4886683" y="1243865"/>
                  </a:lnTo>
                  <a:lnTo>
                    <a:pt x="4809049" y="1227659"/>
                  </a:lnTo>
                  <a:lnTo>
                    <a:pt x="4731415" y="1210552"/>
                  </a:lnTo>
                  <a:lnTo>
                    <a:pt x="4653781" y="1192494"/>
                  </a:lnTo>
                  <a:lnTo>
                    <a:pt x="4576147" y="1173432"/>
                  </a:lnTo>
                  <a:lnTo>
                    <a:pt x="4498513" y="1153310"/>
                  </a:lnTo>
                  <a:lnTo>
                    <a:pt x="4420879" y="1132069"/>
                  </a:lnTo>
                  <a:lnTo>
                    <a:pt x="4343244" y="1109648"/>
                  </a:lnTo>
                  <a:lnTo>
                    <a:pt x="4265610" y="1085980"/>
                  </a:lnTo>
                  <a:lnTo>
                    <a:pt x="4187976" y="1060995"/>
                  </a:lnTo>
                  <a:lnTo>
                    <a:pt x="4110342" y="1034622"/>
                  </a:lnTo>
                  <a:lnTo>
                    <a:pt x="4032708" y="1006782"/>
                  </a:lnTo>
                  <a:lnTo>
                    <a:pt x="3955074" y="977395"/>
                  </a:lnTo>
                  <a:lnTo>
                    <a:pt x="3877440" y="946373"/>
                  </a:lnTo>
                  <a:lnTo>
                    <a:pt x="3799806" y="913627"/>
                  </a:lnTo>
                  <a:lnTo>
                    <a:pt x="3722172" y="879060"/>
                  </a:lnTo>
                  <a:lnTo>
                    <a:pt x="3644538" y="842571"/>
                  </a:lnTo>
                  <a:lnTo>
                    <a:pt x="3566904" y="804053"/>
                  </a:lnTo>
                  <a:lnTo>
                    <a:pt x="3489270" y="763393"/>
                  </a:lnTo>
                  <a:lnTo>
                    <a:pt x="3411636" y="720473"/>
                  </a:lnTo>
                  <a:lnTo>
                    <a:pt x="3334002" y="697969"/>
                  </a:lnTo>
                  <a:lnTo>
                    <a:pt x="3256368" y="686064"/>
                  </a:lnTo>
                  <a:lnTo>
                    <a:pt x="3178734" y="673990"/>
                  </a:lnTo>
                  <a:lnTo>
                    <a:pt x="3101100" y="661745"/>
                  </a:lnTo>
                  <a:lnTo>
                    <a:pt x="3023466" y="649325"/>
                  </a:lnTo>
                  <a:lnTo>
                    <a:pt x="2945832" y="636729"/>
                  </a:lnTo>
                  <a:lnTo>
                    <a:pt x="2868198" y="623954"/>
                  </a:lnTo>
                  <a:lnTo>
                    <a:pt x="2790564" y="610997"/>
                  </a:lnTo>
                  <a:lnTo>
                    <a:pt x="2712930" y="597856"/>
                  </a:lnTo>
                  <a:lnTo>
                    <a:pt x="2635295" y="584528"/>
                  </a:lnTo>
                  <a:lnTo>
                    <a:pt x="2557661" y="571011"/>
                  </a:lnTo>
                  <a:lnTo>
                    <a:pt x="2480027" y="557302"/>
                  </a:lnTo>
                  <a:lnTo>
                    <a:pt x="2402393" y="543397"/>
                  </a:lnTo>
                  <a:lnTo>
                    <a:pt x="2324759" y="529295"/>
                  </a:lnTo>
                  <a:lnTo>
                    <a:pt x="2247125" y="514993"/>
                  </a:lnTo>
                  <a:lnTo>
                    <a:pt x="2169491" y="500487"/>
                  </a:lnTo>
                  <a:lnTo>
                    <a:pt x="2091857" y="485775"/>
                  </a:lnTo>
                  <a:lnTo>
                    <a:pt x="2014223" y="470853"/>
                  </a:lnTo>
                  <a:lnTo>
                    <a:pt x="1936589" y="455720"/>
                  </a:lnTo>
                  <a:lnTo>
                    <a:pt x="1858955" y="440371"/>
                  </a:lnTo>
                  <a:lnTo>
                    <a:pt x="1781321" y="424805"/>
                  </a:lnTo>
                  <a:lnTo>
                    <a:pt x="1703687" y="409017"/>
                  </a:lnTo>
                  <a:lnTo>
                    <a:pt x="1626053" y="393004"/>
                  </a:lnTo>
                  <a:lnTo>
                    <a:pt x="1548419" y="376764"/>
                  </a:lnTo>
                  <a:lnTo>
                    <a:pt x="1470785" y="360293"/>
                  </a:lnTo>
                  <a:lnTo>
                    <a:pt x="1393151" y="343588"/>
                  </a:lnTo>
                  <a:lnTo>
                    <a:pt x="1315517" y="326645"/>
                  </a:lnTo>
                  <a:lnTo>
                    <a:pt x="1237883" y="309462"/>
                  </a:lnTo>
                  <a:lnTo>
                    <a:pt x="1160249" y="292034"/>
                  </a:lnTo>
                  <a:lnTo>
                    <a:pt x="1082615" y="274358"/>
                  </a:lnTo>
                  <a:lnTo>
                    <a:pt x="1004981" y="256431"/>
                  </a:lnTo>
                  <a:lnTo>
                    <a:pt x="927346" y="238249"/>
                  </a:lnTo>
                  <a:lnTo>
                    <a:pt x="849712" y="219809"/>
                  </a:lnTo>
                  <a:lnTo>
                    <a:pt x="772078" y="201107"/>
                  </a:lnTo>
                  <a:lnTo>
                    <a:pt x="694444" y="182138"/>
                  </a:lnTo>
                  <a:lnTo>
                    <a:pt x="616810" y="162901"/>
                  </a:lnTo>
                  <a:lnTo>
                    <a:pt x="539176" y="143389"/>
                  </a:lnTo>
                  <a:lnTo>
                    <a:pt x="461542" y="123600"/>
                  </a:lnTo>
                  <a:lnTo>
                    <a:pt x="383908" y="103530"/>
                  </a:lnTo>
                  <a:lnTo>
                    <a:pt x="306274" y="83175"/>
                  </a:lnTo>
                  <a:lnTo>
                    <a:pt x="228640" y="62530"/>
                  </a:lnTo>
                  <a:lnTo>
                    <a:pt x="151006" y="41591"/>
                  </a:lnTo>
                  <a:lnTo>
                    <a:pt x="73372" y="203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38035" y="2073503"/>
              <a:ext cx="7250454" cy="3339745"/>
            </a:xfrm>
            <a:custGeom>
              <a:avLst/>
              <a:pathLst>
                <a:path w="7250454" h="3339745">
                  <a:moveTo>
                    <a:pt x="0" y="0"/>
                  </a:moveTo>
                  <a:lnTo>
                    <a:pt x="30488" y="46838"/>
                  </a:lnTo>
                  <a:lnTo>
                    <a:pt x="108122" y="162104"/>
                  </a:lnTo>
                  <a:lnTo>
                    <a:pt x="185756" y="273504"/>
                  </a:lnTo>
                  <a:lnTo>
                    <a:pt x="263390" y="381168"/>
                  </a:lnTo>
                  <a:lnTo>
                    <a:pt x="341024" y="485221"/>
                  </a:lnTo>
                  <a:lnTo>
                    <a:pt x="418658" y="585785"/>
                  </a:lnTo>
                  <a:lnTo>
                    <a:pt x="496292" y="682976"/>
                  </a:lnTo>
                  <a:lnTo>
                    <a:pt x="573926" y="776907"/>
                  </a:lnTo>
                  <a:lnTo>
                    <a:pt x="651560" y="867688"/>
                  </a:lnTo>
                  <a:lnTo>
                    <a:pt x="729194" y="955425"/>
                  </a:lnTo>
                  <a:lnTo>
                    <a:pt x="806828" y="1040219"/>
                  </a:lnTo>
                  <a:lnTo>
                    <a:pt x="884462" y="1122169"/>
                  </a:lnTo>
                  <a:lnTo>
                    <a:pt x="962096" y="1201371"/>
                  </a:lnTo>
                  <a:lnTo>
                    <a:pt x="1039731" y="1277917"/>
                  </a:lnTo>
                  <a:lnTo>
                    <a:pt x="1117365" y="1351895"/>
                  </a:lnTo>
                  <a:lnTo>
                    <a:pt x="1194999" y="1423393"/>
                  </a:lnTo>
                  <a:lnTo>
                    <a:pt x="1272633" y="1492492"/>
                  </a:lnTo>
                  <a:lnTo>
                    <a:pt x="1350267" y="1559274"/>
                  </a:lnTo>
                  <a:lnTo>
                    <a:pt x="1427901" y="1623816"/>
                  </a:lnTo>
                  <a:lnTo>
                    <a:pt x="1505535" y="1686194"/>
                  </a:lnTo>
                  <a:lnTo>
                    <a:pt x="1583169" y="1746480"/>
                  </a:lnTo>
                  <a:lnTo>
                    <a:pt x="1660803" y="1804744"/>
                  </a:lnTo>
                  <a:lnTo>
                    <a:pt x="1738437" y="1861054"/>
                  </a:lnTo>
                  <a:lnTo>
                    <a:pt x="1816071" y="1915475"/>
                  </a:lnTo>
                  <a:lnTo>
                    <a:pt x="1893705" y="1968071"/>
                  </a:lnTo>
                  <a:lnTo>
                    <a:pt x="1971339" y="2018904"/>
                  </a:lnTo>
                  <a:lnTo>
                    <a:pt x="2048973" y="2068031"/>
                  </a:lnTo>
                  <a:lnTo>
                    <a:pt x="2126607" y="2115511"/>
                  </a:lnTo>
                  <a:lnTo>
                    <a:pt x="2204241" y="2161398"/>
                  </a:lnTo>
                  <a:lnTo>
                    <a:pt x="2281875" y="2205747"/>
                  </a:lnTo>
                  <a:lnTo>
                    <a:pt x="2359509" y="2248608"/>
                  </a:lnTo>
                  <a:lnTo>
                    <a:pt x="2437143" y="2290032"/>
                  </a:lnTo>
                  <a:lnTo>
                    <a:pt x="2514777" y="2330066"/>
                  </a:lnTo>
                  <a:lnTo>
                    <a:pt x="2592411" y="2368758"/>
                  </a:lnTo>
                  <a:lnTo>
                    <a:pt x="2670045" y="2406152"/>
                  </a:lnTo>
                  <a:lnTo>
                    <a:pt x="2747680" y="2442292"/>
                  </a:lnTo>
                  <a:lnTo>
                    <a:pt x="2825314" y="2477220"/>
                  </a:lnTo>
                  <a:lnTo>
                    <a:pt x="2902948" y="2510977"/>
                  </a:lnTo>
                  <a:lnTo>
                    <a:pt x="2980582" y="2543601"/>
                  </a:lnTo>
                  <a:lnTo>
                    <a:pt x="3058216" y="2575131"/>
                  </a:lnTo>
                  <a:lnTo>
                    <a:pt x="3135850" y="2605604"/>
                  </a:lnTo>
                  <a:lnTo>
                    <a:pt x="3213484" y="2635055"/>
                  </a:lnTo>
                  <a:lnTo>
                    <a:pt x="3291118" y="2663518"/>
                  </a:lnTo>
                  <a:lnTo>
                    <a:pt x="3368752" y="2691027"/>
                  </a:lnTo>
                  <a:lnTo>
                    <a:pt x="3446386" y="2717613"/>
                  </a:lnTo>
                  <a:lnTo>
                    <a:pt x="3524020" y="2743307"/>
                  </a:lnTo>
                  <a:lnTo>
                    <a:pt x="3601654" y="2768140"/>
                  </a:lnTo>
                  <a:lnTo>
                    <a:pt x="3679288" y="2792140"/>
                  </a:lnTo>
                  <a:lnTo>
                    <a:pt x="3756922" y="2815334"/>
                  </a:lnTo>
                  <a:lnTo>
                    <a:pt x="3834556" y="2837751"/>
                  </a:lnTo>
                  <a:lnTo>
                    <a:pt x="3912190" y="2859417"/>
                  </a:lnTo>
                  <a:lnTo>
                    <a:pt x="3989824" y="2880355"/>
                  </a:lnTo>
                  <a:lnTo>
                    <a:pt x="4067458" y="2900592"/>
                  </a:lnTo>
                  <a:lnTo>
                    <a:pt x="4145092" y="2920149"/>
                  </a:lnTo>
                  <a:lnTo>
                    <a:pt x="4222726" y="2939051"/>
                  </a:lnTo>
                  <a:lnTo>
                    <a:pt x="4300360" y="2957319"/>
                  </a:lnTo>
                  <a:lnTo>
                    <a:pt x="4377994" y="2974974"/>
                  </a:lnTo>
                  <a:lnTo>
                    <a:pt x="4455629" y="2992037"/>
                  </a:lnTo>
                  <a:lnTo>
                    <a:pt x="4533263" y="3008528"/>
                  </a:lnTo>
                  <a:lnTo>
                    <a:pt x="4610897" y="3024466"/>
                  </a:lnTo>
                  <a:lnTo>
                    <a:pt x="4688531" y="3039869"/>
                  </a:lnTo>
                  <a:lnTo>
                    <a:pt x="4766165" y="3054755"/>
                  </a:lnTo>
                  <a:lnTo>
                    <a:pt x="4843799" y="3069143"/>
                  </a:lnTo>
                  <a:lnTo>
                    <a:pt x="4921433" y="3083048"/>
                  </a:lnTo>
                  <a:lnTo>
                    <a:pt x="4999067" y="3096486"/>
                  </a:lnTo>
                  <a:lnTo>
                    <a:pt x="5076701" y="3109474"/>
                  </a:lnTo>
                  <a:lnTo>
                    <a:pt x="5154335" y="3122026"/>
                  </a:lnTo>
                  <a:lnTo>
                    <a:pt x="5231969" y="3134157"/>
                  </a:lnTo>
                  <a:lnTo>
                    <a:pt x="5309603" y="3145882"/>
                  </a:lnTo>
                  <a:lnTo>
                    <a:pt x="5387237" y="3157213"/>
                  </a:lnTo>
                  <a:lnTo>
                    <a:pt x="5464871" y="3168164"/>
                  </a:lnTo>
                  <a:lnTo>
                    <a:pt x="5542505" y="3178748"/>
                  </a:lnTo>
                  <a:lnTo>
                    <a:pt x="5620139" y="3188977"/>
                  </a:lnTo>
                  <a:lnTo>
                    <a:pt x="5697773" y="3198863"/>
                  </a:lnTo>
                  <a:lnTo>
                    <a:pt x="5775407" y="3208417"/>
                  </a:lnTo>
                  <a:lnTo>
                    <a:pt x="5853041" y="3217651"/>
                  </a:lnTo>
                  <a:lnTo>
                    <a:pt x="5930675" y="3226575"/>
                  </a:lnTo>
                  <a:lnTo>
                    <a:pt x="6008309" y="3235200"/>
                  </a:lnTo>
                  <a:lnTo>
                    <a:pt x="6085943" y="3243536"/>
                  </a:lnTo>
                  <a:lnTo>
                    <a:pt x="6163577" y="3251592"/>
                  </a:lnTo>
                  <a:lnTo>
                    <a:pt x="6241212" y="3259378"/>
                  </a:lnTo>
                  <a:lnTo>
                    <a:pt x="6318846" y="3266903"/>
                  </a:lnTo>
                  <a:lnTo>
                    <a:pt x="6396480" y="3274175"/>
                  </a:lnTo>
                  <a:lnTo>
                    <a:pt x="6474114" y="3281204"/>
                  </a:lnTo>
                  <a:lnTo>
                    <a:pt x="6551748" y="3287997"/>
                  </a:lnTo>
                  <a:lnTo>
                    <a:pt x="6629382" y="3294562"/>
                  </a:lnTo>
                  <a:lnTo>
                    <a:pt x="6707016" y="3300906"/>
                  </a:lnTo>
                  <a:lnTo>
                    <a:pt x="6784650" y="3307038"/>
                  </a:lnTo>
                  <a:lnTo>
                    <a:pt x="6862284" y="3312965"/>
                  </a:lnTo>
                  <a:lnTo>
                    <a:pt x="6939918" y="3318692"/>
                  </a:lnTo>
                  <a:lnTo>
                    <a:pt x="7017552" y="3324228"/>
                  </a:lnTo>
                  <a:lnTo>
                    <a:pt x="7095186" y="3329578"/>
                  </a:lnTo>
                  <a:lnTo>
                    <a:pt x="7172820" y="3334748"/>
                  </a:lnTo>
                  <a:lnTo>
                    <a:pt x="7250454" y="33397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2332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0.54-0.85),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2026-06-02T08:49:27Z</dcterms:modified>
  <cp:category/>
</cp:coreProperties>
</file>