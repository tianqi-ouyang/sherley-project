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35851"/>
            </a:xfrm>
            <a:custGeom>
              <a:avLst/>
              <a:pathLst>
                <a:path w="7090630" h="3435851">
                  <a:moveTo>
                    <a:pt x="0" y="1170717"/>
                  </a:moveTo>
                  <a:lnTo>
                    <a:pt x="71622" y="1231088"/>
                  </a:lnTo>
                  <a:lnTo>
                    <a:pt x="143245" y="1289989"/>
                  </a:lnTo>
                  <a:lnTo>
                    <a:pt x="214867" y="1347459"/>
                  </a:lnTo>
                  <a:lnTo>
                    <a:pt x="286490" y="1403530"/>
                  </a:lnTo>
                  <a:lnTo>
                    <a:pt x="358112" y="1458238"/>
                  </a:lnTo>
                  <a:lnTo>
                    <a:pt x="429735" y="1511614"/>
                  </a:lnTo>
                  <a:lnTo>
                    <a:pt x="501357" y="1563693"/>
                  </a:lnTo>
                  <a:lnTo>
                    <a:pt x="572980" y="1614504"/>
                  </a:lnTo>
                  <a:lnTo>
                    <a:pt x="644602" y="1664080"/>
                  </a:lnTo>
                  <a:lnTo>
                    <a:pt x="716225" y="1712450"/>
                  </a:lnTo>
                  <a:lnTo>
                    <a:pt x="787847" y="1759643"/>
                  </a:lnTo>
                  <a:lnTo>
                    <a:pt x="859470" y="1805689"/>
                  </a:lnTo>
                  <a:lnTo>
                    <a:pt x="931092" y="1850614"/>
                  </a:lnTo>
                  <a:lnTo>
                    <a:pt x="1002715" y="1894447"/>
                  </a:lnTo>
                  <a:lnTo>
                    <a:pt x="1074337" y="1937213"/>
                  </a:lnTo>
                  <a:lnTo>
                    <a:pt x="1145960" y="1978939"/>
                  </a:lnTo>
                  <a:lnTo>
                    <a:pt x="1217582" y="2019650"/>
                  </a:lnTo>
                  <a:lnTo>
                    <a:pt x="1289205" y="2059371"/>
                  </a:lnTo>
                  <a:lnTo>
                    <a:pt x="1360827" y="2098126"/>
                  </a:lnTo>
                  <a:lnTo>
                    <a:pt x="1432450" y="2135938"/>
                  </a:lnTo>
                  <a:lnTo>
                    <a:pt x="1504073" y="2172831"/>
                  </a:lnTo>
                  <a:lnTo>
                    <a:pt x="1575695" y="2208826"/>
                  </a:lnTo>
                  <a:lnTo>
                    <a:pt x="1647318" y="2243945"/>
                  </a:lnTo>
                  <a:lnTo>
                    <a:pt x="1718940" y="2278210"/>
                  </a:lnTo>
                  <a:lnTo>
                    <a:pt x="1790563" y="2311642"/>
                  </a:lnTo>
                  <a:lnTo>
                    <a:pt x="1862185" y="2344261"/>
                  </a:lnTo>
                  <a:lnTo>
                    <a:pt x="1933808" y="2376086"/>
                  </a:lnTo>
                  <a:lnTo>
                    <a:pt x="2005430" y="2407137"/>
                  </a:lnTo>
                  <a:lnTo>
                    <a:pt x="2077053" y="2437433"/>
                  </a:lnTo>
                  <a:lnTo>
                    <a:pt x="2148675" y="2466991"/>
                  </a:lnTo>
                  <a:lnTo>
                    <a:pt x="2220298" y="2495831"/>
                  </a:lnTo>
                  <a:lnTo>
                    <a:pt x="2291920" y="2523969"/>
                  </a:lnTo>
                  <a:lnTo>
                    <a:pt x="2363543" y="2551423"/>
                  </a:lnTo>
                  <a:lnTo>
                    <a:pt x="2435165" y="2578209"/>
                  </a:lnTo>
                  <a:lnTo>
                    <a:pt x="2506788" y="2604344"/>
                  </a:lnTo>
                  <a:lnTo>
                    <a:pt x="2578410" y="2629843"/>
                  </a:lnTo>
                  <a:lnTo>
                    <a:pt x="2650033" y="2654721"/>
                  </a:lnTo>
                  <a:lnTo>
                    <a:pt x="2721655" y="2678995"/>
                  </a:lnTo>
                  <a:lnTo>
                    <a:pt x="2793278" y="2702678"/>
                  </a:lnTo>
                  <a:lnTo>
                    <a:pt x="2864901" y="2725785"/>
                  </a:lnTo>
                  <a:lnTo>
                    <a:pt x="2936523" y="2748330"/>
                  </a:lnTo>
                  <a:lnTo>
                    <a:pt x="3008146" y="2770326"/>
                  </a:lnTo>
                  <a:lnTo>
                    <a:pt x="3079768" y="2772069"/>
                  </a:lnTo>
                  <a:lnTo>
                    <a:pt x="3151391" y="2745182"/>
                  </a:lnTo>
                  <a:lnTo>
                    <a:pt x="3223013" y="2717474"/>
                  </a:lnTo>
                  <a:lnTo>
                    <a:pt x="3294636" y="2688920"/>
                  </a:lnTo>
                  <a:lnTo>
                    <a:pt x="3366258" y="2659494"/>
                  </a:lnTo>
                  <a:lnTo>
                    <a:pt x="3437881" y="2629170"/>
                  </a:lnTo>
                  <a:lnTo>
                    <a:pt x="3509503" y="2597919"/>
                  </a:lnTo>
                  <a:lnTo>
                    <a:pt x="3581126" y="2565715"/>
                  </a:lnTo>
                  <a:lnTo>
                    <a:pt x="3652748" y="2532527"/>
                  </a:lnTo>
                  <a:lnTo>
                    <a:pt x="3724371" y="2498326"/>
                  </a:lnTo>
                  <a:lnTo>
                    <a:pt x="3795993" y="2463081"/>
                  </a:lnTo>
                  <a:lnTo>
                    <a:pt x="3867616" y="2426759"/>
                  </a:lnTo>
                  <a:lnTo>
                    <a:pt x="3939238" y="2389329"/>
                  </a:lnTo>
                  <a:lnTo>
                    <a:pt x="4010861" y="2350756"/>
                  </a:lnTo>
                  <a:lnTo>
                    <a:pt x="4082483" y="2311004"/>
                  </a:lnTo>
                  <a:lnTo>
                    <a:pt x="4154106" y="2270039"/>
                  </a:lnTo>
                  <a:lnTo>
                    <a:pt x="4225729" y="2227824"/>
                  </a:lnTo>
                  <a:lnTo>
                    <a:pt x="4297351" y="2184319"/>
                  </a:lnTo>
                  <a:lnTo>
                    <a:pt x="4368974" y="2139486"/>
                  </a:lnTo>
                  <a:lnTo>
                    <a:pt x="4440596" y="2093284"/>
                  </a:lnTo>
                  <a:lnTo>
                    <a:pt x="4512219" y="2045671"/>
                  </a:lnTo>
                  <a:lnTo>
                    <a:pt x="4583841" y="1996605"/>
                  </a:lnTo>
                  <a:lnTo>
                    <a:pt x="4655464" y="1946040"/>
                  </a:lnTo>
                  <a:lnTo>
                    <a:pt x="4727086" y="1893932"/>
                  </a:lnTo>
                  <a:lnTo>
                    <a:pt x="4798709" y="1840232"/>
                  </a:lnTo>
                  <a:lnTo>
                    <a:pt x="4870331" y="1784893"/>
                  </a:lnTo>
                  <a:lnTo>
                    <a:pt x="4941954" y="1727864"/>
                  </a:lnTo>
                  <a:lnTo>
                    <a:pt x="5013576" y="1669094"/>
                  </a:lnTo>
                  <a:lnTo>
                    <a:pt x="5085199" y="1608529"/>
                  </a:lnTo>
                  <a:lnTo>
                    <a:pt x="5156821" y="1546115"/>
                  </a:lnTo>
                  <a:lnTo>
                    <a:pt x="5228444" y="1481796"/>
                  </a:lnTo>
                  <a:lnTo>
                    <a:pt x="5300066" y="1415512"/>
                  </a:lnTo>
                  <a:lnTo>
                    <a:pt x="5371689" y="1347205"/>
                  </a:lnTo>
                  <a:lnTo>
                    <a:pt x="5443311" y="1276812"/>
                  </a:lnTo>
                  <a:lnTo>
                    <a:pt x="5514934" y="1204270"/>
                  </a:lnTo>
                  <a:lnTo>
                    <a:pt x="5586557" y="1129512"/>
                  </a:lnTo>
                  <a:lnTo>
                    <a:pt x="5658179" y="1052472"/>
                  </a:lnTo>
                  <a:lnTo>
                    <a:pt x="5729802" y="973080"/>
                  </a:lnTo>
                  <a:lnTo>
                    <a:pt x="5801424" y="891264"/>
                  </a:lnTo>
                  <a:lnTo>
                    <a:pt x="5873047" y="806949"/>
                  </a:lnTo>
                  <a:lnTo>
                    <a:pt x="5944669" y="720060"/>
                  </a:lnTo>
                  <a:lnTo>
                    <a:pt x="6016292" y="630518"/>
                  </a:lnTo>
                  <a:lnTo>
                    <a:pt x="6087914" y="538242"/>
                  </a:lnTo>
                  <a:lnTo>
                    <a:pt x="6159537" y="443149"/>
                  </a:lnTo>
                  <a:lnTo>
                    <a:pt x="6231159" y="345152"/>
                  </a:lnTo>
                  <a:lnTo>
                    <a:pt x="6302782" y="244162"/>
                  </a:lnTo>
                  <a:lnTo>
                    <a:pt x="6374404" y="140090"/>
                  </a:lnTo>
                  <a:lnTo>
                    <a:pt x="6446027" y="32839"/>
                  </a:lnTo>
                  <a:lnTo>
                    <a:pt x="6467308" y="0"/>
                  </a:lnTo>
                  <a:lnTo>
                    <a:pt x="7090630" y="0"/>
                  </a:lnTo>
                  <a:lnTo>
                    <a:pt x="7090630" y="3435851"/>
                  </a:lnTo>
                  <a:lnTo>
                    <a:pt x="7019007" y="3430446"/>
                  </a:lnTo>
                  <a:lnTo>
                    <a:pt x="6947385" y="3424906"/>
                  </a:lnTo>
                  <a:lnTo>
                    <a:pt x="6875762" y="3419229"/>
                  </a:lnTo>
                  <a:lnTo>
                    <a:pt x="6804139" y="3413410"/>
                  </a:lnTo>
                  <a:lnTo>
                    <a:pt x="6732517" y="3407446"/>
                  </a:lnTo>
                  <a:lnTo>
                    <a:pt x="6660894" y="3401333"/>
                  </a:lnTo>
                  <a:lnTo>
                    <a:pt x="6589272" y="3395067"/>
                  </a:lnTo>
                  <a:lnTo>
                    <a:pt x="6517649" y="3388646"/>
                  </a:lnTo>
                  <a:lnTo>
                    <a:pt x="6446027" y="3382064"/>
                  </a:lnTo>
                  <a:lnTo>
                    <a:pt x="6374404" y="3375319"/>
                  </a:lnTo>
                  <a:lnTo>
                    <a:pt x="6302782" y="3368405"/>
                  </a:lnTo>
                  <a:lnTo>
                    <a:pt x="6231159" y="3361319"/>
                  </a:lnTo>
                  <a:lnTo>
                    <a:pt x="6159537" y="3354056"/>
                  </a:lnTo>
                  <a:lnTo>
                    <a:pt x="6087914" y="3346612"/>
                  </a:lnTo>
                  <a:lnTo>
                    <a:pt x="6016292" y="3338982"/>
                  </a:lnTo>
                  <a:lnTo>
                    <a:pt x="5944669" y="3331163"/>
                  </a:lnTo>
                  <a:lnTo>
                    <a:pt x="5873047" y="3323148"/>
                  </a:lnTo>
                  <a:lnTo>
                    <a:pt x="5801424" y="3314934"/>
                  </a:lnTo>
                  <a:lnTo>
                    <a:pt x="5729802" y="3306514"/>
                  </a:lnTo>
                  <a:lnTo>
                    <a:pt x="5658179" y="3297885"/>
                  </a:lnTo>
                  <a:lnTo>
                    <a:pt x="5586557" y="3289041"/>
                  </a:lnTo>
                  <a:lnTo>
                    <a:pt x="5514934" y="3279976"/>
                  </a:lnTo>
                  <a:lnTo>
                    <a:pt x="5443311" y="3270686"/>
                  </a:lnTo>
                  <a:lnTo>
                    <a:pt x="5371689" y="3261163"/>
                  </a:lnTo>
                  <a:lnTo>
                    <a:pt x="5300066" y="3251403"/>
                  </a:lnTo>
                  <a:lnTo>
                    <a:pt x="5228444" y="3241400"/>
                  </a:lnTo>
                  <a:lnTo>
                    <a:pt x="5156821" y="3231148"/>
                  </a:lnTo>
                  <a:lnTo>
                    <a:pt x="5085199" y="3220640"/>
                  </a:lnTo>
                  <a:lnTo>
                    <a:pt x="5013576" y="3209870"/>
                  </a:lnTo>
                  <a:lnTo>
                    <a:pt x="4941954" y="3198831"/>
                  </a:lnTo>
                  <a:lnTo>
                    <a:pt x="4870331" y="3187517"/>
                  </a:lnTo>
                  <a:lnTo>
                    <a:pt x="4798709" y="3175922"/>
                  </a:lnTo>
                  <a:lnTo>
                    <a:pt x="4727086" y="3164037"/>
                  </a:lnTo>
                  <a:lnTo>
                    <a:pt x="4655464" y="3151856"/>
                  </a:lnTo>
                  <a:lnTo>
                    <a:pt x="4583841" y="3139371"/>
                  </a:lnTo>
                  <a:lnTo>
                    <a:pt x="4512219" y="3126575"/>
                  </a:lnTo>
                  <a:lnTo>
                    <a:pt x="4440596" y="3113460"/>
                  </a:lnTo>
                  <a:lnTo>
                    <a:pt x="4368974" y="3100017"/>
                  </a:lnTo>
                  <a:lnTo>
                    <a:pt x="4297351" y="3086240"/>
                  </a:lnTo>
                  <a:lnTo>
                    <a:pt x="4225729" y="3072120"/>
                  </a:lnTo>
                  <a:lnTo>
                    <a:pt x="4154106" y="3057647"/>
                  </a:lnTo>
                  <a:lnTo>
                    <a:pt x="4082483" y="3042813"/>
                  </a:lnTo>
                  <a:lnTo>
                    <a:pt x="4010861" y="3027610"/>
                  </a:lnTo>
                  <a:lnTo>
                    <a:pt x="3939238" y="3012028"/>
                  </a:lnTo>
                  <a:lnTo>
                    <a:pt x="3867616" y="2996057"/>
                  </a:lnTo>
                  <a:lnTo>
                    <a:pt x="3795993" y="2979688"/>
                  </a:lnTo>
                  <a:lnTo>
                    <a:pt x="3724371" y="2962911"/>
                  </a:lnTo>
                  <a:lnTo>
                    <a:pt x="3652748" y="2945715"/>
                  </a:lnTo>
                  <a:lnTo>
                    <a:pt x="3581126" y="2928091"/>
                  </a:lnTo>
                  <a:lnTo>
                    <a:pt x="3509503" y="2910028"/>
                  </a:lnTo>
                  <a:lnTo>
                    <a:pt x="3437881" y="2891514"/>
                  </a:lnTo>
                  <a:lnTo>
                    <a:pt x="3366258" y="2872539"/>
                  </a:lnTo>
                  <a:lnTo>
                    <a:pt x="3294636" y="2853091"/>
                  </a:lnTo>
                  <a:lnTo>
                    <a:pt x="3223013" y="2833158"/>
                  </a:lnTo>
                  <a:lnTo>
                    <a:pt x="3151391" y="2812727"/>
                  </a:lnTo>
                  <a:lnTo>
                    <a:pt x="3079768" y="2791788"/>
                  </a:lnTo>
                  <a:lnTo>
                    <a:pt x="3008146" y="2798159"/>
                  </a:lnTo>
                  <a:lnTo>
                    <a:pt x="2936523" y="2823476"/>
                  </a:lnTo>
                  <a:lnTo>
                    <a:pt x="2864901" y="2848044"/>
                  </a:lnTo>
                  <a:lnTo>
                    <a:pt x="2793278" y="2871883"/>
                  </a:lnTo>
                  <a:lnTo>
                    <a:pt x="2721655" y="2895016"/>
                  </a:lnTo>
                  <a:lnTo>
                    <a:pt x="2650033" y="2917463"/>
                  </a:lnTo>
                  <a:lnTo>
                    <a:pt x="2578410" y="2939246"/>
                  </a:lnTo>
                  <a:lnTo>
                    <a:pt x="2506788" y="2960383"/>
                  </a:lnTo>
                  <a:lnTo>
                    <a:pt x="2435165" y="2980894"/>
                  </a:lnTo>
                  <a:lnTo>
                    <a:pt x="2363543" y="3000797"/>
                  </a:lnTo>
                  <a:lnTo>
                    <a:pt x="2291920" y="3020110"/>
                  </a:lnTo>
                  <a:lnTo>
                    <a:pt x="2220298" y="3038852"/>
                  </a:lnTo>
                  <a:lnTo>
                    <a:pt x="2148675" y="3057038"/>
                  </a:lnTo>
                  <a:lnTo>
                    <a:pt x="2077053" y="3074685"/>
                  </a:lnTo>
                  <a:lnTo>
                    <a:pt x="2005430" y="3091809"/>
                  </a:lnTo>
                  <a:lnTo>
                    <a:pt x="1933808" y="3108426"/>
                  </a:lnTo>
                  <a:lnTo>
                    <a:pt x="1862185" y="3124550"/>
                  </a:lnTo>
                  <a:lnTo>
                    <a:pt x="1790563" y="3140197"/>
                  </a:lnTo>
                  <a:lnTo>
                    <a:pt x="1718940" y="3155380"/>
                  </a:lnTo>
                  <a:lnTo>
                    <a:pt x="1647318" y="3170114"/>
                  </a:lnTo>
                  <a:lnTo>
                    <a:pt x="1575695" y="3184410"/>
                  </a:lnTo>
                  <a:lnTo>
                    <a:pt x="1504073" y="3198283"/>
                  </a:lnTo>
                  <a:lnTo>
                    <a:pt x="1432450" y="3211746"/>
                  </a:lnTo>
                  <a:lnTo>
                    <a:pt x="1360827" y="3224809"/>
                  </a:lnTo>
                  <a:lnTo>
                    <a:pt x="1289205" y="3237485"/>
                  </a:lnTo>
                  <a:lnTo>
                    <a:pt x="1217582" y="3249786"/>
                  </a:lnTo>
                  <a:lnTo>
                    <a:pt x="1145960" y="3261722"/>
                  </a:lnTo>
                  <a:lnTo>
                    <a:pt x="1074337" y="3273304"/>
                  </a:lnTo>
                  <a:lnTo>
                    <a:pt x="1002715" y="3284544"/>
                  </a:lnTo>
                  <a:lnTo>
                    <a:pt x="931092" y="3295450"/>
                  </a:lnTo>
                  <a:lnTo>
                    <a:pt x="859470" y="3306033"/>
                  </a:lnTo>
                  <a:lnTo>
                    <a:pt x="787847" y="3316303"/>
                  </a:lnTo>
                  <a:lnTo>
                    <a:pt x="716225" y="3326268"/>
                  </a:lnTo>
                  <a:lnTo>
                    <a:pt x="644602" y="3335938"/>
                  </a:lnTo>
                  <a:lnTo>
                    <a:pt x="572980" y="3345322"/>
                  </a:lnTo>
                  <a:lnTo>
                    <a:pt x="501357" y="3354428"/>
                  </a:lnTo>
                  <a:lnTo>
                    <a:pt x="429735" y="3363263"/>
                  </a:lnTo>
                  <a:lnTo>
                    <a:pt x="358112" y="3371837"/>
                  </a:lnTo>
                  <a:lnTo>
                    <a:pt x="286490" y="3380157"/>
                  </a:lnTo>
                  <a:lnTo>
                    <a:pt x="214867" y="3388231"/>
                  </a:lnTo>
                  <a:lnTo>
                    <a:pt x="143245" y="3396065"/>
                  </a:lnTo>
                  <a:lnTo>
                    <a:pt x="71622" y="3403667"/>
                  </a:lnTo>
                  <a:lnTo>
                    <a:pt x="0" y="34110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6467308" cy="2772069"/>
            </a:xfrm>
            <a:custGeom>
              <a:avLst/>
              <a:pathLst>
                <a:path w="6467308" h="2772069">
                  <a:moveTo>
                    <a:pt x="0" y="1170717"/>
                  </a:moveTo>
                  <a:lnTo>
                    <a:pt x="71622" y="1231088"/>
                  </a:lnTo>
                  <a:lnTo>
                    <a:pt x="143245" y="1289989"/>
                  </a:lnTo>
                  <a:lnTo>
                    <a:pt x="214867" y="1347459"/>
                  </a:lnTo>
                  <a:lnTo>
                    <a:pt x="286490" y="1403530"/>
                  </a:lnTo>
                  <a:lnTo>
                    <a:pt x="358112" y="1458238"/>
                  </a:lnTo>
                  <a:lnTo>
                    <a:pt x="429735" y="1511614"/>
                  </a:lnTo>
                  <a:lnTo>
                    <a:pt x="501357" y="1563693"/>
                  </a:lnTo>
                  <a:lnTo>
                    <a:pt x="572980" y="1614504"/>
                  </a:lnTo>
                  <a:lnTo>
                    <a:pt x="644602" y="1664080"/>
                  </a:lnTo>
                  <a:lnTo>
                    <a:pt x="716225" y="1712450"/>
                  </a:lnTo>
                  <a:lnTo>
                    <a:pt x="787847" y="1759643"/>
                  </a:lnTo>
                  <a:lnTo>
                    <a:pt x="859470" y="1805689"/>
                  </a:lnTo>
                  <a:lnTo>
                    <a:pt x="931092" y="1850614"/>
                  </a:lnTo>
                  <a:lnTo>
                    <a:pt x="1002715" y="1894447"/>
                  </a:lnTo>
                  <a:lnTo>
                    <a:pt x="1074337" y="1937213"/>
                  </a:lnTo>
                  <a:lnTo>
                    <a:pt x="1145960" y="1978939"/>
                  </a:lnTo>
                  <a:lnTo>
                    <a:pt x="1217582" y="2019650"/>
                  </a:lnTo>
                  <a:lnTo>
                    <a:pt x="1289205" y="2059371"/>
                  </a:lnTo>
                  <a:lnTo>
                    <a:pt x="1360827" y="2098126"/>
                  </a:lnTo>
                  <a:lnTo>
                    <a:pt x="1432450" y="2135938"/>
                  </a:lnTo>
                  <a:lnTo>
                    <a:pt x="1504073" y="2172831"/>
                  </a:lnTo>
                  <a:lnTo>
                    <a:pt x="1575695" y="2208826"/>
                  </a:lnTo>
                  <a:lnTo>
                    <a:pt x="1647318" y="2243945"/>
                  </a:lnTo>
                  <a:lnTo>
                    <a:pt x="1718940" y="2278210"/>
                  </a:lnTo>
                  <a:lnTo>
                    <a:pt x="1790563" y="2311642"/>
                  </a:lnTo>
                  <a:lnTo>
                    <a:pt x="1862185" y="2344261"/>
                  </a:lnTo>
                  <a:lnTo>
                    <a:pt x="1933808" y="2376086"/>
                  </a:lnTo>
                  <a:lnTo>
                    <a:pt x="2005430" y="2407137"/>
                  </a:lnTo>
                  <a:lnTo>
                    <a:pt x="2077053" y="2437433"/>
                  </a:lnTo>
                  <a:lnTo>
                    <a:pt x="2148675" y="2466991"/>
                  </a:lnTo>
                  <a:lnTo>
                    <a:pt x="2220298" y="2495831"/>
                  </a:lnTo>
                  <a:lnTo>
                    <a:pt x="2291920" y="2523969"/>
                  </a:lnTo>
                  <a:lnTo>
                    <a:pt x="2363543" y="2551423"/>
                  </a:lnTo>
                  <a:lnTo>
                    <a:pt x="2435165" y="2578209"/>
                  </a:lnTo>
                  <a:lnTo>
                    <a:pt x="2506788" y="2604344"/>
                  </a:lnTo>
                  <a:lnTo>
                    <a:pt x="2578410" y="2629843"/>
                  </a:lnTo>
                  <a:lnTo>
                    <a:pt x="2650033" y="2654721"/>
                  </a:lnTo>
                  <a:lnTo>
                    <a:pt x="2721655" y="2678995"/>
                  </a:lnTo>
                  <a:lnTo>
                    <a:pt x="2793278" y="2702678"/>
                  </a:lnTo>
                  <a:lnTo>
                    <a:pt x="2864901" y="2725785"/>
                  </a:lnTo>
                  <a:lnTo>
                    <a:pt x="2936523" y="2748330"/>
                  </a:lnTo>
                  <a:lnTo>
                    <a:pt x="3008146" y="2770326"/>
                  </a:lnTo>
                  <a:lnTo>
                    <a:pt x="3079768" y="2772069"/>
                  </a:lnTo>
                  <a:lnTo>
                    <a:pt x="3151391" y="2745182"/>
                  </a:lnTo>
                  <a:lnTo>
                    <a:pt x="3223013" y="2717474"/>
                  </a:lnTo>
                  <a:lnTo>
                    <a:pt x="3294636" y="2688920"/>
                  </a:lnTo>
                  <a:lnTo>
                    <a:pt x="3366258" y="2659494"/>
                  </a:lnTo>
                  <a:lnTo>
                    <a:pt x="3437881" y="2629170"/>
                  </a:lnTo>
                  <a:lnTo>
                    <a:pt x="3509503" y="2597919"/>
                  </a:lnTo>
                  <a:lnTo>
                    <a:pt x="3581126" y="2565715"/>
                  </a:lnTo>
                  <a:lnTo>
                    <a:pt x="3652748" y="2532527"/>
                  </a:lnTo>
                  <a:lnTo>
                    <a:pt x="3724371" y="2498326"/>
                  </a:lnTo>
                  <a:lnTo>
                    <a:pt x="3795993" y="2463081"/>
                  </a:lnTo>
                  <a:lnTo>
                    <a:pt x="3867616" y="2426759"/>
                  </a:lnTo>
                  <a:lnTo>
                    <a:pt x="3939238" y="2389329"/>
                  </a:lnTo>
                  <a:lnTo>
                    <a:pt x="4010861" y="2350756"/>
                  </a:lnTo>
                  <a:lnTo>
                    <a:pt x="4082483" y="2311004"/>
                  </a:lnTo>
                  <a:lnTo>
                    <a:pt x="4154106" y="2270039"/>
                  </a:lnTo>
                  <a:lnTo>
                    <a:pt x="4225729" y="2227824"/>
                  </a:lnTo>
                  <a:lnTo>
                    <a:pt x="4297351" y="2184319"/>
                  </a:lnTo>
                  <a:lnTo>
                    <a:pt x="4368974" y="2139486"/>
                  </a:lnTo>
                  <a:lnTo>
                    <a:pt x="4440596" y="2093284"/>
                  </a:lnTo>
                  <a:lnTo>
                    <a:pt x="4512219" y="2045671"/>
                  </a:lnTo>
                  <a:lnTo>
                    <a:pt x="4583841" y="1996605"/>
                  </a:lnTo>
                  <a:lnTo>
                    <a:pt x="4655464" y="1946040"/>
                  </a:lnTo>
                  <a:lnTo>
                    <a:pt x="4727086" y="1893932"/>
                  </a:lnTo>
                  <a:lnTo>
                    <a:pt x="4798709" y="1840232"/>
                  </a:lnTo>
                  <a:lnTo>
                    <a:pt x="4870331" y="1784893"/>
                  </a:lnTo>
                  <a:lnTo>
                    <a:pt x="4941954" y="1727864"/>
                  </a:lnTo>
                  <a:lnTo>
                    <a:pt x="5013576" y="1669094"/>
                  </a:lnTo>
                  <a:lnTo>
                    <a:pt x="5085199" y="1608529"/>
                  </a:lnTo>
                  <a:lnTo>
                    <a:pt x="5156821" y="1546115"/>
                  </a:lnTo>
                  <a:lnTo>
                    <a:pt x="5228444" y="1481796"/>
                  </a:lnTo>
                  <a:lnTo>
                    <a:pt x="5300066" y="1415512"/>
                  </a:lnTo>
                  <a:lnTo>
                    <a:pt x="5371689" y="1347205"/>
                  </a:lnTo>
                  <a:lnTo>
                    <a:pt x="5443311" y="1276812"/>
                  </a:lnTo>
                  <a:lnTo>
                    <a:pt x="5514934" y="1204270"/>
                  </a:lnTo>
                  <a:lnTo>
                    <a:pt x="5586557" y="1129512"/>
                  </a:lnTo>
                  <a:lnTo>
                    <a:pt x="5658179" y="1052472"/>
                  </a:lnTo>
                  <a:lnTo>
                    <a:pt x="5729802" y="973080"/>
                  </a:lnTo>
                  <a:lnTo>
                    <a:pt x="5801424" y="891264"/>
                  </a:lnTo>
                  <a:lnTo>
                    <a:pt x="5873047" y="806949"/>
                  </a:lnTo>
                  <a:lnTo>
                    <a:pt x="5944669" y="720060"/>
                  </a:lnTo>
                  <a:lnTo>
                    <a:pt x="6016292" y="630518"/>
                  </a:lnTo>
                  <a:lnTo>
                    <a:pt x="6087914" y="538242"/>
                  </a:lnTo>
                  <a:lnTo>
                    <a:pt x="6159537" y="443149"/>
                  </a:lnTo>
                  <a:lnTo>
                    <a:pt x="6231159" y="345152"/>
                  </a:lnTo>
                  <a:lnTo>
                    <a:pt x="6302782" y="244162"/>
                  </a:lnTo>
                  <a:lnTo>
                    <a:pt x="6374404" y="140090"/>
                  </a:lnTo>
                  <a:lnTo>
                    <a:pt x="6446027" y="32839"/>
                  </a:lnTo>
                  <a:lnTo>
                    <a:pt x="646730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8351"/>
              <a:ext cx="7090630" cy="644062"/>
            </a:xfrm>
            <a:custGeom>
              <a:avLst/>
              <a:pathLst>
                <a:path w="7090630" h="644062">
                  <a:moveTo>
                    <a:pt x="7090630" y="644062"/>
                  </a:moveTo>
                  <a:lnTo>
                    <a:pt x="7019007" y="638658"/>
                  </a:lnTo>
                  <a:lnTo>
                    <a:pt x="6947385" y="633118"/>
                  </a:lnTo>
                  <a:lnTo>
                    <a:pt x="6875762" y="627440"/>
                  </a:lnTo>
                  <a:lnTo>
                    <a:pt x="6804139" y="621621"/>
                  </a:lnTo>
                  <a:lnTo>
                    <a:pt x="6732517" y="615657"/>
                  </a:lnTo>
                  <a:lnTo>
                    <a:pt x="6660894" y="609544"/>
                  </a:lnTo>
                  <a:lnTo>
                    <a:pt x="6589272" y="603279"/>
                  </a:lnTo>
                  <a:lnTo>
                    <a:pt x="6517649" y="596858"/>
                  </a:lnTo>
                  <a:lnTo>
                    <a:pt x="6446027" y="590276"/>
                  </a:lnTo>
                  <a:lnTo>
                    <a:pt x="6374404" y="583530"/>
                  </a:lnTo>
                  <a:lnTo>
                    <a:pt x="6302782" y="576616"/>
                  </a:lnTo>
                  <a:lnTo>
                    <a:pt x="6231159" y="569530"/>
                  </a:lnTo>
                  <a:lnTo>
                    <a:pt x="6159537" y="562267"/>
                  </a:lnTo>
                  <a:lnTo>
                    <a:pt x="6087914" y="554824"/>
                  </a:lnTo>
                  <a:lnTo>
                    <a:pt x="6016292" y="547194"/>
                  </a:lnTo>
                  <a:lnTo>
                    <a:pt x="5944669" y="539374"/>
                  </a:lnTo>
                  <a:lnTo>
                    <a:pt x="5873047" y="531360"/>
                  </a:lnTo>
                  <a:lnTo>
                    <a:pt x="5801424" y="523145"/>
                  </a:lnTo>
                  <a:lnTo>
                    <a:pt x="5729802" y="514726"/>
                  </a:lnTo>
                  <a:lnTo>
                    <a:pt x="5658179" y="506097"/>
                  </a:lnTo>
                  <a:lnTo>
                    <a:pt x="5586557" y="497253"/>
                  </a:lnTo>
                  <a:lnTo>
                    <a:pt x="5514934" y="488188"/>
                  </a:lnTo>
                  <a:lnTo>
                    <a:pt x="5443311" y="478897"/>
                  </a:lnTo>
                  <a:lnTo>
                    <a:pt x="5371689" y="469375"/>
                  </a:lnTo>
                  <a:lnTo>
                    <a:pt x="5300066" y="459615"/>
                  </a:lnTo>
                  <a:lnTo>
                    <a:pt x="5228444" y="449612"/>
                  </a:lnTo>
                  <a:lnTo>
                    <a:pt x="5156821" y="439359"/>
                  </a:lnTo>
                  <a:lnTo>
                    <a:pt x="5085199" y="428851"/>
                  </a:lnTo>
                  <a:lnTo>
                    <a:pt x="5013576" y="418081"/>
                  </a:lnTo>
                  <a:lnTo>
                    <a:pt x="4941954" y="407043"/>
                  </a:lnTo>
                  <a:lnTo>
                    <a:pt x="4870331" y="395729"/>
                  </a:lnTo>
                  <a:lnTo>
                    <a:pt x="4798709" y="384133"/>
                  </a:lnTo>
                  <a:lnTo>
                    <a:pt x="4727086" y="372248"/>
                  </a:lnTo>
                  <a:lnTo>
                    <a:pt x="4655464" y="360067"/>
                  </a:lnTo>
                  <a:lnTo>
                    <a:pt x="4583841" y="347582"/>
                  </a:lnTo>
                  <a:lnTo>
                    <a:pt x="4512219" y="334786"/>
                  </a:lnTo>
                  <a:lnTo>
                    <a:pt x="4440596" y="321671"/>
                  </a:lnTo>
                  <a:lnTo>
                    <a:pt x="4368974" y="308229"/>
                  </a:lnTo>
                  <a:lnTo>
                    <a:pt x="4297351" y="294452"/>
                  </a:lnTo>
                  <a:lnTo>
                    <a:pt x="4225729" y="280331"/>
                  </a:lnTo>
                  <a:lnTo>
                    <a:pt x="4154106" y="265858"/>
                  </a:lnTo>
                  <a:lnTo>
                    <a:pt x="4082483" y="251025"/>
                  </a:lnTo>
                  <a:lnTo>
                    <a:pt x="4010861" y="235822"/>
                  </a:lnTo>
                  <a:lnTo>
                    <a:pt x="3939238" y="220239"/>
                  </a:lnTo>
                  <a:lnTo>
                    <a:pt x="3867616" y="204268"/>
                  </a:lnTo>
                  <a:lnTo>
                    <a:pt x="3795993" y="187899"/>
                  </a:lnTo>
                  <a:lnTo>
                    <a:pt x="3724371" y="171122"/>
                  </a:lnTo>
                  <a:lnTo>
                    <a:pt x="3652748" y="153927"/>
                  </a:lnTo>
                  <a:lnTo>
                    <a:pt x="3581126" y="136303"/>
                  </a:lnTo>
                  <a:lnTo>
                    <a:pt x="3509503" y="118240"/>
                  </a:lnTo>
                  <a:lnTo>
                    <a:pt x="3437881" y="99726"/>
                  </a:lnTo>
                  <a:lnTo>
                    <a:pt x="3366258" y="80751"/>
                  </a:lnTo>
                  <a:lnTo>
                    <a:pt x="3294636" y="61302"/>
                  </a:lnTo>
                  <a:lnTo>
                    <a:pt x="3223013" y="41369"/>
                  </a:lnTo>
                  <a:lnTo>
                    <a:pt x="3151391" y="20939"/>
                  </a:lnTo>
                  <a:lnTo>
                    <a:pt x="3079768" y="0"/>
                  </a:lnTo>
                  <a:lnTo>
                    <a:pt x="3008146" y="6371"/>
                  </a:lnTo>
                  <a:lnTo>
                    <a:pt x="2936523" y="31688"/>
                  </a:lnTo>
                  <a:lnTo>
                    <a:pt x="2864901" y="56255"/>
                  </a:lnTo>
                  <a:lnTo>
                    <a:pt x="2793278" y="80094"/>
                  </a:lnTo>
                  <a:lnTo>
                    <a:pt x="2721655" y="103227"/>
                  </a:lnTo>
                  <a:lnTo>
                    <a:pt x="2650033" y="125675"/>
                  </a:lnTo>
                  <a:lnTo>
                    <a:pt x="2578410" y="147458"/>
                  </a:lnTo>
                  <a:lnTo>
                    <a:pt x="2506788" y="168595"/>
                  </a:lnTo>
                  <a:lnTo>
                    <a:pt x="2435165" y="189105"/>
                  </a:lnTo>
                  <a:lnTo>
                    <a:pt x="2363543" y="209009"/>
                  </a:lnTo>
                  <a:lnTo>
                    <a:pt x="2291920" y="228322"/>
                  </a:lnTo>
                  <a:lnTo>
                    <a:pt x="2220298" y="247063"/>
                  </a:lnTo>
                  <a:lnTo>
                    <a:pt x="2148675" y="265249"/>
                  </a:lnTo>
                  <a:lnTo>
                    <a:pt x="2077053" y="282896"/>
                  </a:lnTo>
                  <a:lnTo>
                    <a:pt x="2005430" y="300020"/>
                  </a:lnTo>
                  <a:lnTo>
                    <a:pt x="1933808" y="316637"/>
                  </a:lnTo>
                  <a:lnTo>
                    <a:pt x="1862185" y="332762"/>
                  </a:lnTo>
                  <a:lnTo>
                    <a:pt x="1790563" y="348409"/>
                  </a:lnTo>
                  <a:lnTo>
                    <a:pt x="1718940" y="363592"/>
                  </a:lnTo>
                  <a:lnTo>
                    <a:pt x="1647318" y="378325"/>
                  </a:lnTo>
                  <a:lnTo>
                    <a:pt x="1575695" y="392622"/>
                  </a:lnTo>
                  <a:lnTo>
                    <a:pt x="1504073" y="406495"/>
                  </a:lnTo>
                  <a:lnTo>
                    <a:pt x="1432450" y="419957"/>
                  </a:lnTo>
                  <a:lnTo>
                    <a:pt x="1360827" y="433020"/>
                  </a:lnTo>
                  <a:lnTo>
                    <a:pt x="1289205" y="445697"/>
                  </a:lnTo>
                  <a:lnTo>
                    <a:pt x="1217582" y="457997"/>
                  </a:lnTo>
                  <a:lnTo>
                    <a:pt x="1145960" y="469933"/>
                  </a:lnTo>
                  <a:lnTo>
                    <a:pt x="1074337" y="481516"/>
                  </a:lnTo>
                  <a:lnTo>
                    <a:pt x="1002715" y="492755"/>
                  </a:lnTo>
                  <a:lnTo>
                    <a:pt x="931092" y="503662"/>
                  </a:lnTo>
                  <a:lnTo>
                    <a:pt x="859470" y="514245"/>
                  </a:lnTo>
                  <a:lnTo>
                    <a:pt x="787847" y="524515"/>
                  </a:lnTo>
                  <a:lnTo>
                    <a:pt x="716225" y="534480"/>
                  </a:lnTo>
                  <a:lnTo>
                    <a:pt x="644602" y="544150"/>
                  </a:lnTo>
                  <a:lnTo>
                    <a:pt x="572980" y="553534"/>
                  </a:lnTo>
                  <a:lnTo>
                    <a:pt x="501357" y="562639"/>
                  </a:lnTo>
                  <a:lnTo>
                    <a:pt x="429735" y="571475"/>
                  </a:lnTo>
                  <a:lnTo>
                    <a:pt x="358112" y="580049"/>
                  </a:lnTo>
                  <a:lnTo>
                    <a:pt x="286490" y="588369"/>
                  </a:lnTo>
                  <a:lnTo>
                    <a:pt x="214867" y="596442"/>
                  </a:lnTo>
                  <a:lnTo>
                    <a:pt x="143245" y="604277"/>
                  </a:lnTo>
                  <a:lnTo>
                    <a:pt x="71622" y="611879"/>
                  </a:lnTo>
                  <a:lnTo>
                    <a:pt x="0" y="6192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4534959"/>
              <a:ext cx="7090630" cy="239889"/>
            </a:xfrm>
            <a:custGeom>
              <a:avLst/>
              <a:pathLst>
                <a:path w="7090630" h="239889">
                  <a:moveTo>
                    <a:pt x="0" y="239889"/>
                  </a:moveTo>
                  <a:lnTo>
                    <a:pt x="71622" y="237775"/>
                  </a:lnTo>
                  <a:lnTo>
                    <a:pt x="143245" y="235655"/>
                  </a:lnTo>
                  <a:lnTo>
                    <a:pt x="214867" y="233530"/>
                  </a:lnTo>
                  <a:lnTo>
                    <a:pt x="286490" y="231399"/>
                  </a:lnTo>
                  <a:lnTo>
                    <a:pt x="358112" y="229262"/>
                  </a:lnTo>
                  <a:lnTo>
                    <a:pt x="429735" y="227119"/>
                  </a:lnTo>
                  <a:lnTo>
                    <a:pt x="501357" y="224971"/>
                  </a:lnTo>
                  <a:lnTo>
                    <a:pt x="572980" y="222816"/>
                  </a:lnTo>
                  <a:lnTo>
                    <a:pt x="644602" y="220656"/>
                  </a:lnTo>
                  <a:lnTo>
                    <a:pt x="716225" y="218490"/>
                  </a:lnTo>
                  <a:lnTo>
                    <a:pt x="787847" y="216318"/>
                  </a:lnTo>
                  <a:lnTo>
                    <a:pt x="859470" y="214140"/>
                  </a:lnTo>
                  <a:lnTo>
                    <a:pt x="931092" y="211956"/>
                  </a:lnTo>
                  <a:lnTo>
                    <a:pt x="1002715" y="209766"/>
                  </a:lnTo>
                  <a:lnTo>
                    <a:pt x="1074337" y="207570"/>
                  </a:lnTo>
                  <a:lnTo>
                    <a:pt x="1145960" y="205368"/>
                  </a:lnTo>
                  <a:lnTo>
                    <a:pt x="1217582" y="203160"/>
                  </a:lnTo>
                  <a:lnTo>
                    <a:pt x="1289205" y="200946"/>
                  </a:lnTo>
                  <a:lnTo>
                    <a:pt x="1360827" y="198726"/>
                  </a:lnTo>
                  <a:lnTo>
                    <a:pt x="1432450" y="196500"/>
                  </a:lnTo>
                  <a:lnTo>
                    <a:pt x="1504073" y="194268"/>
                  </a:lnTo>
                  <a:lnTo>
                    <a:pt x="1575695" y="192029"/>
                  </a:lnTo>
                  <a:lnTo>
                    <a:pt x="1647318" y="189785"/>
                  </a:lnTo>
                  <a:lnTo>
                    <a:pt x="1718940" y="187534"/>
                  </a:lnTo>
                  <a:lnTo>
                    <a:pt x="1790563" y="185278"/>
                  </a:lnTo>
                  <a:lnTo>
                    <a:pt x="1862185" y="183015"/>
                  </a:lnTo>
                  <a:lnTo>
                    <a:pt x="1933808" y="180746"/>
                  </a:lnTo>
                  <a:lnTo>
                    <a:pt x="2005430" y="178471"/>
                  </a:lnTo>
                  <a:lnTo>
                    <a:pt x="2077053" y="176189"/>
                  </a:lnTo>
                  <a:lnTo>
                    <a:pt x="2148675" y="173902"/>
                  </a:lnTo>
                  <a:lnTo>
                    <a:pt x="2220298" y="171608"/>
                  </a:lnTo>
                  <a:lnTo>
                    <a:pt x="2291920" y="169308"/>
                  </a:lnTo>
                  <a:lnTo>
                    <a:pt x="2363543" y="167001"/>
                  </a:lnTo>
                  <a:lnTo>
                    <a:pt x="2435165" y="164689"/>
                  </a:lnTo>
                  <a:lnTo>
                    <a:pt x="2506788" y="162370"/>
                  </a:lnTo>
                  <a:lnTo>
                    <a:pt x="2578410" y="160044"/>
                  </a:lnTo>
                  <a:lnTo>
                    <a:pt x="2650033" y="157713"/>
                  </a:lnTo>
                  <a:lnTo>
                    <a:pt x="2721655" y="155375"/>
                  </a:lnTo>
                  <a:lnTo>
                    <a:pt x="2793278" y="153030"/>
                  </a:lnTo>
                  <a:lnTo>
                    <a:pt x="2864901" y="150679"/>
                  </a:lnTo>
                  <a:lnTo>
                    <a:pt x="2936523" y="148322"/>
                  </a:lnTo>
                  <a:lnTo>
                    <a:pt x="3008146" y="145959"/>
                  </a:lnTo>
                  <a:lnTo>
                    <a:pt x="3079768" y="143588"/>
                  </a:lnTo>
                  <a:lnTo>
                    <a:pt x="3151391" y="141212"/>
                  </a:lnTo>
                  <a:lnTo>
                    <a:pt x="3223013" y="138829"/>
                  </a:lnTo>
                  <a:lnTo>
                    <a:pt x="3294636" y="136439"/>
                  </a:lnTo>
                  <a:lnTo>
                    <a:pt x="3366258" y="134043"/>
                  </a:lnTo>
                  <a:lnTo>
                    <a:pt x="3437881" y="131640"/>
                  </a:lnTo>
                  <a:lnTo>
                    <a:pt x="3509503" y="129231"/>
                  </a:lnTo>
                  <a:lnTo>
                    <a:pt x="3581126" y="126815"/>
                  </a:lnTo>
                  <a:lnTo>
                    <a:pt x="3652748" y="124393"/>
                  </a:lnTo>
                  <a:lnTo>
                    <a:pt x="3724371" y="121964"/>
                  </a:lnTo>
                  <a:lnTo>
                    <a:pt x="3795993" y="119528"/>
                  </a:lnTo>
                  <a:lnTo>
                    <a:pt x="3867616" y="117086"/>
                  </a:lnTo>
                  <a:lnTo>
                    <a:pt x="3939238" y="114637"/>
                  </a:lnTo>
                  <a:lnTo>
                    <a:pt x="4010861" y="112182"/>
                  </a:lnTo>
                  <a:lnTo>
                    <a:pt x="4082483" y="109719"/>
                  </a:lnTo>
                  <a:lnTo>
                    <a:pt x="4154106" y="107250"/>
                  </a:lnTo>
                  <a:lnTo>
                    <a:pt x="4225729" y="104774"/>
                  </a:lnTo>
                  <a:lnTo>
                    <a:pt x="4297351" y="102292"/>
                  </a:lnTo>
                  <a:lnTo>
                    <a:pt x="4368974" y="99803"/>
                  </a:lnTo>
                  <a:lnTo>
                    <a:pt x="4440596" y="97306"/>
                  </a:lnTo>
                  <a:lnTo>
                    <a:pt x="4512219" y="94804"/>
                  </a:lnTo>
                  <a:lnTo>
                    <a:pt x="4583841" y="92294"/>
                  </a:lnTo>
                  <a:lnTo>
                    <a:pt x="4655464" y="89777"/>
                  </a:lnTo>
                  <a:lnTo>
                    <a:pt x="4727086" y="87254"/>
                  </a:lnTo>
                  <a:lnTo>
                    <a:pt x="4798709" y="84723"/>
                  </a:lnTo>
                  <a:lnTo>
                    <a:pt x="4870331" y="82186"/>
                  </a:lnTo>
                  <a:lnTo>
                    <a:pt x="4941954" y="79642"/>
                  </a:lnTo>
                  <a:lnTo>
                    <a:pt x="5013576" y="77091"/>
                  </a:lnTo>
                  <a:lnTo>
                    <a:pt x="5085199" y="74533"/>
                  </a:lnTo>
                  <a:lnTo>
                    <a:pt x="5156821" y="71967"/>
                  </a:lnTo>
                  <a:lnTo>
                    <a:pt x="5228444" y="69395"/>
                  </a:lnTo>
                  <a:lnTo>
                    <a:pt x="5300066" y="66816"/>
                  </a:lnTo>
                  <a:lnTo>
                    <a:pt x="5371689" y="64230"/>
                  </a:lnTo>
                  <a:lnTo>
                    <a:pt x="5443311" y="61637"/>
                  </a:lnTo>
                  <a:lnTo>
                    <a:pt x="5514934" y="59037"/>
                  </a:lnTo>
                  <a:lnTo>
                    <a:pt x="5586557" y="56429"/>
                  </a:lnTo>
                  <a:lnTo>
                    <a:pt x="5658179" y="53815"/>
                  </a:lnTo>
                  <a:lnTo>
                    <a:pt x="5729802" y="51193"/>
                  </a:lnTo>
                  <a:lnTo>
                    <a:pt x="5801424" y="48564"/>
                  </a:lnTo>
                  <a:lnTo>
                    <a:pt x="5873047" y="45928"/>
                  </a:lnTo>
                  <a:lnTo>
                    <a:pt x="5944669" y="43285"/>
                  </a:lnTo>
                  <a:lnTo>
                    <a:pt x="6016292" y="40635"/>
                  </a:lnTo>
                  <a:lnTo>
                    <a:pt x="6087914" y="37977"/>
                  </a:lnTo>
                  <a:lnTo>
                    <a:pt x="6159537" y="35312"/>
                  </a:lnTo>
                  <a:lnTo>
                    <a:pt x="6231159" y="32640"/>
                  </a:lnTo>
                  <a:lnTo>
                    <a:pt x="6302782" y="29961"/>
                  </a:lnTo>
                  <a:lnTo>
                    <a:pt x="6374404" y="27274"/>
                  </a:lnTo>
                  <a:lnTo>
                    <a:pt x="6446027" y="24580"/>
                  </a:lnTo>
                  <a:lnTo>
                    <a:pt x="6517649" y="21878"/>
                  </a:lnTo>
                  <a:lnTo>
                    <a:pt x="6589272" y="19169"/>
                  </a:lnTo>
                  <a:lnTo>
                    <a:pt x="6660894" y="16453"/>
                  </a:lnTo>
                  <a:lnTo>
                    <a:pt x="6732517" y="13730"/>
                  </a:lnTo>
                  <a:lnTo>
                    <a:pt x="6804139" y="10999"/>
                  </a:lnTo>
                  <a:lnTo>
                    <a:pt x="6875762" y="8260"/>
                  </a:lnTo>
                  <a:lnTo>
                    <a:pt x="6947385" y="5514"/>
                  </a:lnTo>
                  <a:lnTo>
                    <a:pt x="7019007" y="276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2026-05-22T13:29:56Z</dcterms:modified>
  <cp:category/>
</cp:coreProperties>
</file>