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276978"/>
            </a:xfrm>
            <a:custGeom>
              <a:avLst/>
              <a:pathLst>
                <a:path w="7090630" h="3276978">
                  <a:moveTo>
                    <a:pt x="0" y="1116584"/>
                  </a:moveTo>
                  <a:lnTo>
                    <a:pt x="71622" y="1174163"/>
                  </a:lnTo>
                  <a:lnTo>
                    <a:pt x="143245" y="1230341"/>
                  </a:lnTo>
                  <a:lnTo>
                    <a:pt x="214867" y="1285153"/>
                  </a:lnTo>
                  <a:lnTo>
                    <a:pt x="286490" y="1338631"/>
                  </a:lnTo>
                  <a:lnTo>
                    <a:pt x="358112" y="1390809"/>
                  </a:lnTo>
                  <a:lnTo>
                    <a:pt x="429735" y="1441718"/>
                  </a:lnTo>
                  <a:lnTo>
                    <a:pt x="501357" y="1491388"/>
                  </a:lnTo>
                  <a:lnTo>
                    <a:pt x="572980" y="1539850"/>
                  </a:lnTo>
                  <a:lnTo>
                    <a:pt x="644602" y="1587134"/>
                  </a:lnTo>
                  <a:lnTo>
                    <a:pt x="716225" y="1633267"/>
                  </a:lnTo>
                  <a:lnTo>
                    <a:pt x="787847" y="1678278"/>
                  </a:lnTo>
                  <a:lnTo>
                    <a:pt x="859470" y="1722194"/>
                  </a:lnTo>
                  <a:lnTo>
                    <a:pt x="931092" y="1765042"/>
                  </a:lnTo>
                  <a:lnTo>
                    <a:pt x="1002715" y="1806848"/>
                  </a:lnTo>
                  <a:lnTo>
                    <a:pt x="1074337" y="1847637"/>
                  </a:lnTo>
                  <a:lnTo>
                    <a:pt x="1145960" y="1887434"/>
                  </a:lnTo>
                  <a:lnTo>
                    <a:pt x="1217582" y="1926263"/>
                  </a:lnTo>
                  <a:lnTo>
                    <a:pt x="1289205" y="1964147"/>
                  </a:lnTo>
                  <a:lnTo>
                    <a:pt x="1360827" y="2001110"/>
                  </a:lnTo>
                  <a:lnTo>
                    <a:pt x="1432450" y="2037173"/>
                  </a:lnTo>
                  <a:lnTo>
                    <a:pt x="1504073" y="2072360"/>
                  </a:lnTo>
                  <a:lnTo>
                    <a:pt x="1575695" y="2106690"/>
                  </a:lnTo>
                  <a:lnTo>
                    <a:pt x="1647318" y="2140186"/>
                  </a:lnTo>
                  <a:lnTo>
                    <a:pt x="1718940" y="2172867"/>
                  </a:lnTo>
                  <a:lnTo>
                    <a:pt x="1790563" y="2204753"/>
                  </a:lnTo>
                  <a:lnTo>
                    <a:pt x="1862185" y="2235863"/>
                  </a:lnTo>
                  <a:lnTo>
                    <a:pt x="1933808" y="2266216"/>
                  </a:lnTo>
                  <a:lnTo>
                    <a:pt x="2005430" y="2295832"/>
                  </a:lnTo>
                  <a:lnTo>
                    <a:pt x="2077053" y="2324727"/>
                  </a:lnTo>
                  <a:lnTo>
                    <a:pt x="2148675" y="2352919"/>
                  </a:lnTo>
                  <a:lnTo>
                    <a:pt x="2220298" y="2380425"/>
                  </a:lnTo>
                  <a:lnTo>
                    <a:pt x="2291920" y="2407262"/>
                  </a:lnTo>
                  <a:lnTo>
                    <a:pt x="2363543" y="2433446"/>
                  </a:lnTo>
                  <a:lnTo>
                    <a:pt x="2435165" y="2458994"/>
                  </a:lnTo>
                  <a:lnTo>
                    <a:pt x="2506788" y="2483920"/>
                  </a:lnTo>
                  <a:lnTo>
                    <a:pt x="2578410" y="2508240"/>
                  </a:lnTo>
                  <a:lnTo>
                    <a:pt x="2650033" y="2531968"/>
                  </a:lnTo>
                  <a:lnTo>
                    <a:pt x="2721655" y="2555119"/>
                  </a:lnTo>
                  <a:lnTo>
                    <a:pt x="2793278" y="2577707"/>
                  </a:lnTo>
                  <a:lnTo>
                    <a:pt x="2864901" y="2599746"/>
                  </a:lnTo>
                  <a:lnTo>
                    <a:pt x="2936523" y="2621248"/>
                  </a:lnTo>
                  <a:lnTo>
                    <a:pt x="3008146" y="2642228"/>
                  </a:lnTo>
                  <a:lnTo>
                    <a:pt x="3079768" y="2643889"/>
                  </a:lnTo>
                  <a:lnTo>
                    <a:pt x="3151391" y="2618245"/>
                  </a:lnTo>
                  <a:lnTo>
                    <a:pt x="3223013" y="2591819"/>
                  </a:lnTo>
                  <a:lnTo>
                    <a:pt x="3294636" y="2564585"/>
                  </a:lnTo>
                  <a:lnTo>
                    <a:pt x="3366258" y="2536520"/>
                  </a:lnTo>
                  <a:lnTo>
                    <a:pt x="3437881" y="2507598"/>
                  </a:lnTo>
                  <a:lnTo>
                    <a:pt x="3509503" y="2477792"/>
                  </a:lnTo>
                  <a:lnTo>
                    <a:pt x="3581126" y="2447077"/>
                  </a:lnTo>
                  <a:lnTo>
                    <a:pt x="3652748" y="2415424"/>
                  </a:lnTo>
                  <a:lnTo>
                    <a:pt x="3724371" y="2382805"/>
                  </a:lnTo>
                  <a:lnTo>
                    <a:pt x="3795993" y="2349189"/>
                  </a:lnTo>
                  <a:lnTo>
                    <a:pt x="3867616" y="2314547"/>
                  </a:lnTo>
                  <a:lnTo>
                    <a:pt x="3939238" y="2278847"/>
                  </a:lnTo>
                  <a:lnTo>
                    <a:pt x="4010861" y="2242057"/>
                  </a:lnTo>
                  <a:lnTo>
                    <a:pt x="4082483" y="2204144"/>
                  </a:lnTo>
                  <a:lnTo>
                    <a:pt x="4154106" y="2165074"/>
                  </a:lnTo>
                  <a:lnTo>
                    <a:pt x="4225729" y="2124810"/>
                  </a:lnTo>
                  <a:lnTo>
                    <a:pt x="4297351" y="2083317"/>
                  </a:lnTo>
                  <a:lnTo>
                    <a:pt x="4368974" y="2040557"/>
                  </a:lnTo>
                  <a:lnTo>
                    <a:pt x="4440596" y="1996491"/>
                  </a:lnTo>
                  <a:lnTo>
                    <a:pt x="4512219" y="1951080"/>
                  </a:lnTo>
                  <a:lnTo>
                    <a:pt x="4583841" y="1904283"/>
                  </a:lnTo>
                  <a:lnTo>
                    <a:pt x="4655464" y="1856056"/>
                  </a:lnTo>
                  <a:lnTo>
                    <a:pt x="4727086" y="1806357"/>
                  </a:lnTo>
                  <a:lnTo>
                    <a:pt x="4798709" y="1755141"/>
                  </a:lnTo>
                  <a:lnTo>
                    <a:pt x="4870331" y="1702360"/>
                  </a:lnTo>
                  <a:lnTo>
                    <a:pt x="4941954" y="1647969"/>
                  </a:lnTo>
                  <a:lnTo>
                    <a:pt x="5013576" y="1591916"/>
                  </a:lnTo>
                  <a:lnTo>
                    <a:pt x="5085199" y="1534152"/>
                  </a:lnTo>
                  <a:lnTo>
                    <a:pt x="5156821" y="1474624"/>
                  </a:lnTo>
                  <a:lnTo>
                    <a:pt x="5228444" y="1413278"/>
                  </a:lnTo>
                  <a:lnTo>
                    <a:pt x="5300066" y="1350060"/>
                  </a:lnTo>
                  <a:lnTo>
                    <a:pt x="5371689" y="1284911"/>
                  </a:lnTo>
                  <a:lnTo>
                    <a:pt x="5443311" y="1217773"/>
                  </a:lnTo>
                  <a:lnTo>
                    <a:pt x="5514934" y="1148585"/>
                  </a:lnTo>
                  <a:lnTo>
                    <a:pt x="5586557" y="1077284"/>
                  </a:lnTo>
                  <a:lnTo>
                    <a:pt x="5658179" y="1003806"/>
                  </a:lnTo>
                  <a:lnTo>
                    <a:pt x="5729802" y="928085"/>
                  </a:lnTo>
                  <a:lnTo>
                    <a:pt x="5801424" y="850052"/>
                  </a:lnTo>
                  <a:lnTo>
                    <a:pt x="5873047" y="769636"/>
                  </a:lnTo>
                  <a:lnTo>
                    <a:pt x="5944669" y="686765"/>
                  </a:lnTo>
                  <a:lnTo>
                    <a:pt x="6016292" y="601364"/>
                  </a:lnTo>
                  <a:lnTo>
                    <a:pt x="6087914" y="513354"/>
                  </a:lnTo>
                  <a:lnTo>
                    <a:pt x="6159537" y="422658"/>
                  </a:lnTo>
                  <a:lnTo>
                    <a:pt x="6231159" y="329192"/>
                  </a:lnTo>
                  <a:lnTo>
                    <a:pt x="6302782" y="232873"/>
                  </a:lnTo>
                  <a:lnTo>
                    <a:pt x="6374404" y="133612"/>
                  </a:lnTo>
                  <a:lnTo>
                    <a:pt x="6446027" y="31321"/>
                  </a:lnTo>
                  <a:lnTo>
                    <a:pt x="6467308" y="0"/>
                  </a:lnTo>
                  <a:lnTo>
                    <a:pt x="7090630" y="0"/>
                  </a:lnTo>
                  <a:lnTo>
                    <a:pt x="7090630" y="3276978"/>
                  </a:lnTo>
                  <a:lnTo>
                    <a:pt x="7019007" y="3271823"/>
                  </a:lnTo>
                  <a:lnTo>
                    <a:pt x="6947385" y="3266540"/>
                  </a:lnTo>
                  <a:lnTo>
                    <a:pt x="6875762" y="3261125"/>
                  </a:lnTo>
                  <a:lnTo>
                    <a:pt x="6804139" y="3255575"/>
                  </a:lnTo>
                  <a:lnTo>
                    <a:pt x="6732517" y="3249887"/>
                  </a:lnTo>
                  <a:lnTo>
                    <a:pt x="6660894" y="3244056"/>
                  </a:lnTo>
                  <a:lnTo>
                    <a:pt x="6589272" y="3238081"/>
                  </a:lnTo>
                  <a:lnTo>
                    <a:pt x="6517649" y="3231956"/>
                  </a:lnTo>
                  <a:lnTo>
                    <a:pt x="6446027" y="3225679"/>
                  </a:lnTo>
                  <a:lnTo>
                    <a:pt x="6374404" y="3219245"/>
                  </a:lnTo>
                  <a:lnTo>
                    <a:pt x="6302782" y="3212651"/>
                  </a:lnTo>
                  <a:lnTo>
                    <a:pt x="6231159" y="3205893"/>
                  </a:lnTo>
                  <a:lnTo>
                    <a:pt x="6159537" y="3198966"/>
                  </a:lnTo>
                  <a:lnTo>
                    <a:pt x="6087914" y="3191866"/>
                  </a:lnTo>
                  <a:lnTo>
                    <a:pt x="6016292" y="3184589"/>
                  </a:lnTo>
                  <a:lnTo>
                    <a:pt x="5944669" y="3177131"/>
                  </a:lnTo>
                  <a:lnTo>
                    <a:pt x="5873047" y="3169487"/>
                  </a:lnTo>
                  <a:lnTo>
                    <a:pt x="5801424" y="3161652"/>
                  </a:lnTo>
                  <a:lnTo>
                    <a:pt x="5729802" y="3153622"/>
                  </a:lnTo>
                  <a:lnTo>
                    <a:pt x="5658179" y="3145392"/>
                  </a:lnTo>
                  <a:lnTo>
                    <a:pt x="5586557" y="3136957"/>
                  </a:lnTo>
                  <a:lnTo>
                    <a:pt x="5514934" y="3128311"/>
                  </a:lnTo>
                  <a:lnTo>
                    <a:pt x="5443311" y="3119450"/>
                  </a:lnTo>
                  <a:lnTo>
                    <a:pt x="5371689" y="3110368"/>
                  </a:lnTo>
                  <a:lnTo>
                    <a:pt x="5300066" y="3101060"/>
                  </a:lnTo>
                  <a:lnTo>
                    <a:pt x="5228444" y="3091519"/>
                  </a:lnTo>
                  <a:lnTo>
                    <a:pt x="5156821" y="3081741"/>
                  </a:lnTo>
                  <a:lnTo>
                    <a:pt x="5085199" y="3071719"/>
                  </a:lnTo>
                  <a:lnTo>
                    <a:pt x="5013576" y="3061446"/>
                  </a:lnTo>
                  <a:lnTo>
                    <a:pt x="4941954" y="3050918"/>
                  </a:lnTo>
                  <a:lnTo>
                    <a:pt x="4870331" y="3040128"/>
                  </a:lnTo>
                  <a:lnTo>
                    <a:pt x="4798709" y="3029068"/>
                  </a:lnTo>
                  <a:lnTo>
                    <a:pt x="4727086" y="3017733"/>
                  </a:lnTo>
                  <a:lnTo>
                    <a:pt x="4655464" y="3006115"/>
                  </a:lnTo>
                  <a:lnTo>
                    <a:pt x="4583841" y="2994207"/>
                  </a:lnTo>
                  <a:lnTo>
                    <a:pt x="4512219" y="2982003"/>
                  </a:lnTo>
                  <a:lnTo>
                    <a:pt x="4440596" y="2969494"/>
                  </a:lnTo>
                  <a:lnTo>
                    <a:pt x="4368974" y="2956674"/>
                  </a:lnTo>
                  <a:lnTo>
                    <a:pt x="4297351" y="2943534"/>
                  </a:lnTo>
                  <a:lnTo>
                    <a:pt x="4225729" y="2930066"/>
                  </a:lnTo>
                  <a:lnTo>
                    <a:pt x="4154106" y="2916262"/>
                  </a:lnTo>
                  <a:lnTo>
                    <a:pt x="4082483" y="2902115"/>
                  </a:lnTo>
                  <a:lnTo>
                    <a:pt x="4010861" y="2887614"/>
                  </a:lnTo>
                  <a:lnTo>
                    <a:pt x="3939238" y="2872753"/>
                  </a:lnTo>
                  <a:lnTo>
                    <a:pt x="3867616" y="2857520"/>
                  </a:lnTo>
                  <a:lnTo>
                    <a:pt x="3795993" y="2841908"/>
                  </a:lnTo>
                  <a:lnTo>
                    <a:pt x="3724371" y="2825907"/>
                  </a:lnTo>
                  <a:lnTo>
                    <a:pt x="3652748" y="2809507"/>
                  </a:lnTo>
                  <a:lnTo>
                    <a:pt x="3581126" y="2792698"/>
                  </a:lnTo>
                  <a:lnTo>
                    <a:pt x="3509503" y="2775469"/>
                  </a:lnTo>
                  <a:lnTo>
                    <a:pt x="3437881" y="2757812"/>
                  </a:lnTo>
                  <a:lnTo>
                    <a:pt x="3366258" y="2739714"/>
                  </a:lnTo>
                  <a:lnTo>
                    <a:pt x="3294636" y="2721165"/>
                  </a:lnTo>
                  <a:lnTo>
                    <a:pt x="3223013" y="2702153"/>
                  </a:lnTo>
                  <a:lnTo>
                    <a:pt x="3151391" y="2682668"/>
                  </a:lnTo>
                  <a:lnTo>
                    <a:pt x="3079768" y="2662697"/>
                  </a:lnTo>
                  <a:lnTo>
                    <a:pt x="3008146" y="2668773"/>
                  </a:lnTo>
                  <a:lnTo>
                    <a:pt x="2936523" y="2692920"/>
                  </a:lnTo>
                  <a:lnTo>
                    <a:pt x="2864901" y="2716351"/>
                  </a:lnTo>
                  <a:lnTo>
                    <a:pt x="2793278" y="2739088"/>
                  </a:lnTo>
                  <a:lnTo>
                    <a:pt x="2721655" y="2761151"/>
                  </a:lnTo>
                  <a:lnTo>
                    <a:pt x="2650033" y="2782561"/>
                  </a:lnTo>
                  <a:lnTo>
                    <a:pt x="2578410" y="2803336"/>
                  </a:lnTo>
                  <a:lnTo>
                    <a:pt x="2506788" y="2823496"/>
                  </a:lnTo>
                  <a:lnTo>
                    <a:pt x="2435165" y="2843058"/>
                  </a:lnTo>
                  <a:lnTo>
                    <a:pt x="2363543" y="2862041"/>
                  </a:lnTo>
                  <a:lnTo>
                    <a:pt x="2291920" y="2880462"/>
                  </a:lnTo>
                  <a:lnTo>
                    <a:pt x="2220298" y="2898336"/>
                  </a:lnTo>
                  <a:lnTo>
                    <a:pt x="2148675" y="2915681"/>
                  </a:lnTo>
                  <a:lnTo>
                    <a:pt x="2077053" y="2932512"/>
                  </a:lnTo>
                  <a:lnTo>
                    <a:pt x="2005430" y="2948845"/>
                  </a:lnTo>
                  <a:lnTo>
                    <a:pt x="1933808" y="2964693"/>
                  </a:lnTo>
                  <a:lnTo>
                    <a:pt x="1862185" y="2980072"/>
                  </a:lnTo>
                  <a:lnTo>
                    <a:pt x="1790563" y="2994995"/>
                  </a:lnTo>
                  <a:lnTo>
                    <a:pt x="1718940" y="3009477"/>
                  </a:lnTo>
                  <a:lnTo>
                    <a:pt x="1647318" y="3023529"/>
                  </a:lnTo>
                  <a:lnTo>
                    <a:pt x="1575695" y="3037164"/>
                  </a:lnTo>
                  <a:lnTo>
                    <a:pt x="1504073" y="3050396"/>
                  </a:lnTo>
                  <a:lnTo>
                    <a:pt x="1432450" y="3063236"/>
                  </a:lnTo>
                  <a:lnTo>
                    <a:pt x="1360827" y="3075695"/>
                  </a:lnTo>
                  <a:lnTo>
                    <a:pt x="1289205" y="3087785"/>
                  </a:lnTo>
                  <a:lnTo>
                    <a:pt x="1217582" y="3099517"/>
                  </a:lnTo>
                  <a:lnTo>
                    <a:pt x="1145960" y="3110901"/>
                  </a:lnTo>
                  <a:lnTo>
                    <a:pt x="1074337" y="3121948"/>
                  </a:lnTo>
                  <a:lnTo>
                    <a:pt x="1002715" y="3132668"/>
                  </a:lnTo>
                  <a:lnTo>
                    <a:pt x="931092" y="3143070"/>
                  </a:lnTo>
                  <a:lnTo>
                    <a:pt x="859470" y="3153164"/>
                  </a:lnTo>
                  <a:lnTo>
                    <a:pt x="787847" y="3162958"/>
                  </a:lnTo>
                  <a:lnTo>
                    <a:pt x="716225" y="3172463"/>
                  </a:lnTo>
                  <a:lnTo>
                    <a:pt x="644602" y="3181686"/>
                  </a:lnTo>
                  <a:lnTo>
                    <a:pt x="572980" y="3190636"/>
                  </a:lnTo>
                  <a:lnTo>
                    <a:pt x="501357" y="3199320"/>
                  </a:lnTo>
                  <a:lnTo>
                    <a:pt x="429735" y="3207747"/>
                  </a:lnTo>
                  <a:lnTo>
                    <a:pt x="358112" y="3215925"/>
                  </a:lnTo>
                  <a:lnTo>
                    <a:pt x="286490" y="3223860"/>
                  </a:lnTo>
                  <a:lnTo>
                    <a:pt x="214867" y="3231560"/>
                  </a:lnTo>
                  <a:lnTo>
                    <a:pt x="143245" y="3239032"/>
                  </a:lnTo>
                  <a:lnTo>
                    <a:pt x="71622" y="3246283"/>
                  </a:lnTo>
                  <a:lnTo>
                    <a:pt x="0" y="32533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6467308" cy="2643889"/>
            </a:xfrm>
            <a:custGeom>
              <a:avLst/>
              <a:pathLst>
                <a:path w="6467308" h="2643889">
                  <a:moveTo>
                    <a:pt x="0" y="1116584"/>
                  </a:moveTo>
                  <a:lnTo>
                    <a:pt x="71622" y="1174163"/>
                  </a:lnTo>
                  <a:lnTo>
                    <a:pt x="143245" y="1230341"/>
                  </a:lnTo>
                  <a:lnTo>
                    <a:pt x="214867" y="1285153"/>
                  </a:lnTo>
                  <a:lnTo>
                    <a:pt x="286490" y="1338631"/>
                  </a:lnTo>
                  <a:lnTo>
                    <a:pt x="358112" y="1390809"/>
                  </a:lnTo>
                  <a:lnTo>
                    <a:pt x="429735" y="1441718"/>
                  </a:lnTo>
                  <a:lnTo>
                    <a:pt x="501357" y="1491388"/>
                  </a:lnTo>
                  <a:lnTo>
                    <a:pt x="572980" y="1539850"/>
                  </a:lnTo>
                  <a:lnTo>
                    <a:pt x="644602" y="1587134"/>
                  </a:lnTo>
                  <a:lnTo>
                    <a:pt x="716225" y="1633267"/>
                  </a:lnTo>
                  <a:lnTo>
                    <a:pt x="787847" y="1678278"/>
                  </a:lnTo>
                  <a:lnTo>
                    <a:pt x="859470" y="1722194"/>
                  </a:lnTo>
                  <a:lnTo>
                    <a:pt x="931092" y="1765042"/>
                  </a:lnTo>
                  <a:lnTo>
                    <a:pt x="1002715" y="1806848"/>
                  </a:lnTo>
                  <a:lnTo>
                    <a:pt x="1074337" y="1847637"/>
                  </a:lnTo>
                  <a:lnTo>
                    <a:pt x="1145960" y="1887434"/>
                  </a:lnTo>
                  <a:lnTo>
                    <a:pt x="1217582" y="1926263"/>
                  </a:lnTo>
                  <a:lnTo>
                    <a:pt x="1289205" y="1964147"/>
                  </a:lnTo>
                  <a:lnTo>
                    <a:pt x="1360827" y="2001110"/>
                  </a:lnTo>
                  <a:lnTo>
                    <a:pt x="1432450" y="2037173"/>
                  </a:lnTo>
                  <a:lnTo>
                    <a:pt x="1504073" y="2072360"/>
                  </a:lnTo>
                  <a:lnTo>
                    <a:pt x="1575695" y="2106690"/>
                  </a:lnTo>
                  <a:lnTo>
                    <a:pt x="1647318" y="2140186"/>
                  </a:lnTo>
                  <a:lnTo>
                    <a:pt x="1718940" y="2172867"/>
                  </a:lnTo>
                  <a:lnTo>
                    <a:pt x="1790563" y="2204753"/>
                  </a:lnTo>
                  <a:lnTo>
                    <a:pt x="1862185" y="2235863"/>
                  </a:lnTo>
                  <a:lnTo>
                    <a:pt x="1933808" y="2266216"/>
                  </a:lnTo>
                  <a:lnTo>
                    <a:pt x="2005430" y="2295832"/>
                  </a:lnTo>
                  <a:lnTo>
                    <a:pt x="2077053" y="2324727"/>
                  </a:lnTo>
                  <a:lnTo>
                    <a:pt x="2148675" y="2352919"/>
                  </a:lnTo>
                  <a:lnTo>
                    <a:pt x="2220298" y="2380425"/>
                  </a:lnTo>
                  <a:lnTo>
                    <a:pt x="2291920" y="2407262"/>
                  </a:lnTo>
                  <a:lnTo>
                    <a:pt x="2363543" y="2433446"/>
                  </a:lnTo>
                  <a:lnTo>
                    <a:pt x="2435165" y="2458994"/>
                  </a:lnTo>
                  <a:lnTo>
                    <a:pt x="2506788" y="2483920"/>
                  </a:lnTo>
                  <a:lnTo>
                    <a:pt x="2578410" y="2508240"/>
                  </a:lnTo>
                  <a:lnTo>
                    <a:pt x="2650033" y="2531968"/>
                  </a:lnTo>
                  <a:lnTo>
                    <a:pt x="2721655" y="2555119"/>
                  </a:lnTo>
                  <a:lnTo>
                    <a:pt x="2793278" y="2577707"/>
                  </a:lnTo>
                  <a:lnTo>
                    <a:pt x="2864901" y="2599746"/>
                  </a:lnTo>
                  <a:lnTo>
                    <a:pt x="2936523" y="2621248"/>
                  </a:lnTo>
                  <a:lnTo>
                    <a:pt x="3008146" y="2642228"/>
                  </a:lnTo>
                  <a:lnTo>
                    <a:pt x="3079768" y="2643889"/>
                  </a:lnTo>
                  <a:lnTo>
                    <a:pt x="3151391" y="2618245"/>
                  </a:lnTo>
                  <a:lnTo>
                    <a:pt x="3223013" y="2591819"/>
                  </a:lnTo>
                  <a:lnTo>
                    <a:pt x="3294636" y="2564585"/>
                  </a:lnTo>
                  <a:lnTo>
                    <a:pt x="3366258" y="2536520"/>
                  </a:lnTo>
                  <a:lnTo>
                    <a:pt x="3437881" y="2507598"/>
                  </a:lnTo>
                  <a:lnTo>
                    <a:pt x="3509503" y="2477792"/>
                  </a:lnTo>
                  <a:lnTo>
                    <a:pt x="3581126" y="2447077"/>
                  </a:lnTo>
                  <a:lnTo>
                    <a:pt x="3652748" y="2415424"/>
                  </a:lnTo>
                  <a:lnTo>
                    <a:pt x="3724371" y="2382805"/>
                  </a:lnTo>
                  <a:lnTo>
                    <a:pt x="3795993" y="2349189"/>
                  </a:lnTo>
                  <a:lnTo>
                    <a:pt x="3867616" y="2314547"/>
                  </a:lnTo>
                  <a:lnTo>
                    <a:pt x="3939238" y="2278847"/>
                  </a:lnTo>
                  <a:lnTo>
                    <a:pt x="4010861" y="2242057"/>
                  </a:lnTo>
                  <a:lnTo>
                    <a:pt x="4082483" y="2204144"/>
                  </a:lnTo>
                  <a:lnTo>
                    <a:pt x="4154106" y="2165074"/>
                  </a:lnTo>
                  <a:lnTo>
                    <a:pt x="4225729" y="2124810"/>
                  </a:lnTo>
                  <a:lnTo>
                    <a:pt x="4297351" y="2083317"/>
                  </a:lnTo>
                  <a:lnTo>
                    <a:pt x="4368974" y="2040557"/>
                  </a:lnTo>
                  <a:lnTo>
                    <a:pt x="4440596" y="1996491"/>
                  </a:lnTo>
                  <a:lnTo>
                    <a:pt x="4512219" y="1951080"/>
                  </a:lnTo>
                  <a:lnTo>
                    <a:pt x="4583841" y="1904283"/>
                  </a:lnTo>
                  <a:lnTo>
                    <a:pt x="4655464" y="1856056"/>
                  </a:lnTo>
                  <a:lnTo>
                    <a:pt x="4727086" y="1806357"/>
                  </a:lnTo>
                  <a:lnTo>
                    <a:pt x="4798709" y="1755141"/>
                  </a:lnTo>
                  <a:lnTo>
                    <a:pt x="4870331" y="1702360"/>
                  </a:lnTo>
                  <a:lnTo>
                    <a:pt x="4941954" y="1647969"/>
                  </a:lnTo>
                  <a:lnTo>
                    <a:pt x="5013576" y="1591916"/>
                  </a:lnTo>
                  <a:lnTo>
                    <a:pt x="5085199" y="1534152"/>
                  </a:lnTo>
                  <a:lnTo>
                    <a:pt x="5156821" y="1474624"/>
                  </a:lnTo>
                  <a:lnTo>
                    <a:pt x="5228444" y="1413278"/>
                  </a:lnTo>
                  <a:lnTo>
                    <a:pt x="5300066" y="1350060"/>
                  </a:lnTo>
                  <a:lnTo>
                    <a:pt x="5371689" y="1284911"/>
                  </a:lnTo>
                  <a:lnTo>
                    <a:pt x="5443311" y="1217773"/>
                  </a:lnTo>
                  <a:lnTo>
                    <a:pt x="5514934" y="1148585"/>
                  </a:lnTo>
                  <a:lnTo>
                    <a:pt x="5586557" y="1077284"/>
                  </a:lnTo>
                  <a:lnTo>
                    <a:pt x="5658179" y="1003806"/>
                  </a:lnTo>
                  <a:lnTo>
                    <a:pt x="5729802" y="928085"/>
                  </a:lnTo>
                  <a:lnTo>
                    <a:pt x="5801424" y="850052"/>
                  </a:lnTo>
                  <a:lnTo>
                    <a:pt x="5873047" y="769636"/>
                  </a:lnTo>
                  <a:lnTo>
                    <a:pt x="5944669" y="686765"/>
                  </a:lnTo>
                  <a:lnTo>
                    <a:pt x="6016292" y="601364"/>
                  </a:lnTo>
                  <a:lnTo>
                    <a:pt x="6087914" y="513354"/>
                  </a:lnTo>
                  <a:lnTo>
                    <a:pt x="6159537" y="422658"/>
                  </a:lnTo>
                  <a:lnTo>
                    <a:pt x="6231159" y="329192"/>
                  </a:lnTo>
                  <a:lnTo>
                    <a:pt x="6302782" y="232873"/>
                  </a:lnTo>
                  <a:lnTo>
                    <a:pt x="6374404" y="133612"/>
                  </a:lnTo>
                  <a:lnTo>
                    <a:pt x="6446027" y="31321"/>
                  </a:lnTo>
                  <a:lnTo>
                    <a:pt x="64673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36200"/>
              <a:ext cx="7090630" cy="614281"/>
            </a:xfrm>
            <a:custGeom>
              <a:avLst/>
              <a:pathLst>
                <a:path w="7090630" h="614281">
                  <a:moveTo>
                    <a:pt x="7090630" y="614281"/>
                  </a:moveTo>
                  <a:lnTo>
                    <a:pt x="7019007" y="609126"/>
                  </a:lnTo>
                  <a:lnTo>
                    <a:pt x="6947385" y="603843"/>
                  </a:lnTo>
                  <a:lnTo>
                    <a:pt x="6875762" y="598428"/>
                  </a:lnTo>
                  <a:lnTo>
                    <a:pt x="6804139" y="592878"/>
                  </a:lnTo>
                  <a:lnTo>
                    <a:pt x="6732517" y="587189"/>
                  </a:lnTo>
                  <a:lnTo>
                    <a:pt x="6660894" y="581359"/>
                  </a:lnTo>
                  <a:lnTo>
                    <a:pt x="6589272" y="575384"/>
                  </a:lnTo>
                  <a:lnTo>
                    <a:pt x="6517649" y="569259"/>
                  </a:lnTo>
                  <a:lnTo>
                    <a:pt x="6446027" y="562982"/>
                  </a:lnTo>
                  <a:lnTo>
                    <a:pt x="6374404" y="556548"/>
                  </a:lnTo>
                  <a:lnTo>
                    <a:pt x="6302782" y="549954"/>
                  </a:lnTo>
                  <a:lnTo>
                    <a:pt x="6231159" y="543195"/>
                  </a:lnTo>
                  <a:lnTo>
                    <a:pt x="6159537" y="536268"/>
                  </a:lnTo>
                  <a:lnTo>
                    <a:pt x="6087914" y="529169"/>
                  </a:lnTo>
                  <a:lnTo>
                    <a:pt x="6016292" y="521892"/>
                  </a:lnTo>
                  <a:lnTo>
                    <a:pt x="5944669" y="514434"/>
                  </a:lnTo>
                  <a:lnTo>
                    <a:pt x="5873047" y="506790"/>
                  </a:lnTo>
                  <a:lnTo>
                    <a:pt x="5801424" y="498955"/>
                  </a:lnTo>
                  <a:lnTo>
                    <a:pt x="5729802" y="490925"/>
                  </a:lnTo>
                  <a:lnTo>
                    <a:pt x="5658179" y="482695"/>
                  </a:lnTo>
                  <a:lnTo>
                    <a:pt x="5586557" y="474260"/>
                  </a:lnTo>
                  <a:lnTo>
                    <a:pt x="5514934" y="465614"/>
                  </a:lnTo>
                  <a:lnTo>
                    <a:pt x="5443311" y="456753"/>
                  </a:lnTo>
                  <a:lnTo>
                    <a:pt x="5371689" y="447671"/>
                  </a:lnTo>
                  <a:lnTo>
                    <a:pt x="5300066" y="438362"/>
                  </a:lnTo>
                  <a:lnTo>
                    <a:pt x="5228444" y="428822"/>
                  </a:lnTo>
                  <a:lnTo>
                    <a:pt x="5156821" y="419044"/>
                  </a:lnTo>
                  <a:lnTo>
                    <a:pt x="5085199" y="409021"/>
                  </a:lnTo>
                  <a:lnTo>
                    <a:pt x="5013576" y="398749"/>
                  </a:lnTo>
                  <a:lnTo>
                    <a:pt x="4941954" y="388221"/>
                  </a:lnTo>
                  <a:lnTo>
                    <a:pt x="4870331" y="377431"/>
                  </a:lnTo>
                  <a:lnTo>
                    <a:pt x="4798709" y="366371"/>
                  </a:lnTo>
                  <a:lnTo>
                    <a:pt x="4727086" y="355036"/>
                  </a:lnTo>
                  <a:lnTo>
                    <a:pt x="4655464" y="343418"/>
                  </a:lnTo>
                  <a:lnTo>
                    <a:pt x="4583841" y="331510"/>
                  </a:lnTo>
                  <a:lnTo>
                    <a:pt x="4512219" y="319306"/>
                  </a:lnTo>
                  <a:lnTo>
                    <a:pt x="4440596" y="306797"/>
                  </a:lnTo>
                  <a:lnTo>
                    <a:pt x="4368974" y="293977"/>
                  </a:lnTo>
                  <a:lnTo>
                    <a:pt x="4297351" y="280836"/>
                  </a:lnTo>
                  <a:lnTo>
                    <a:pt x="4225729" y="267369"/>
                  </a:lnTo>
                  <a:lnTo>
                    <a:pt x="4154106" y="253565"/>
                  </a:lnTo>
                  <a:lnTo>
                    <a:pt x="4082483" y="239418"/>
                  </a:lnTo>
                  <a:lnTo>
                    <a:pt x="4010861" y="224917"/>
                  </a:lnTo>
                  <a:lnTo>
                    <a:pt x="3939238" y="210055"/>
                  </a:lnTo>
                  <a:lnTo>
                    <a:pt x="3867616" y="194823"/>
                  </a:lnTo>
                  <a:lnTo>
                    <a:pt x="3795993" y="179211"/>
                  </a:lnTo>
                  <a:lnTo>
                    <a:pt x="3724371" y="163210"/>
                  </a:lnTo>
                  <a:lnTo>
                    <a:pt x="3652748" y="146809"/>
                  </a:lnTo>
                  <a:lnTo>
                    <a:pt x="3581126" y="130000"/>
                  </a:lnTo>
                  <a:lnTo>
                    <a:pt x="3509503" y="112772"/>
                  </a:lnTo>
                  <a:lnTo>
                    <a:pt x="3437881" y="95115"/>
                  </a:lnTo>
                  <a:lnTo>
                    <a:pt x="3366258" y="77017"/>
                  </a:lnTo>
                  <a:lnTo>
                    <a:pt x="3294636" y="58468"/>
                  </a:lnTo>
                  <a:lnTo>
                    <a:pt x="3223013" y="39456"/>
                  </a:lnTo>
                  <a:lnTo>
                    <a:pt x="3151391" y="19971"/>
                  </a:lnTo>
                  <a:lnTo>
                    <a:pt x="3079768" y="0"/>
                  </a:lnTo>
                  <a:lnTo>
                    <a:pt x="3008146" y="6076"/>
                  </a:lnTo>
                  <a:lnTo>
                    <a:pt x="2936523" y="30223"/>
                  </a:lnTo>
                  <a:lnTo>
                    <a:pt x="2864901" y="53654"/>
                  </a:lnTo>
                  <a:lnTo>
                    <a:pt x="2793278" y="76391"/>
                  </a:lnTo>
                  <a:lnTo>
                    <a:pt x="2721655" y="98454"/>
                  </a:lnTo>
                  <a:lnTo>
                    <a:pt x="2650033" y="119864"/>
                  </a:lnTo>
                  <a:lnTo>
                    <a:pt x="2578410" y="140639"/>
                  </a:lnTo>
                  <a:lnTo>
                    <a:pt x="2506788" y="160799"/>
                  </a:lnTo>
                  <a:lnTo>
                    <a:pt x="2435165" y="180361"/>
                  </a:lnTo>
                  <a:lnTo>
                    <a:pt x="2363543" y="199344"/>
                  </a:lnTo>
                  <a:lnTo>
                    <a:pt x="2291920" y="217764"/>
                  </a:lnTo>
                  <a:lnTo>
                    <a:pt x="2220298" y="235639"/>
                  </a:lnTo>
                  <a:lnTo>
                    <a:pt x="2148675" y="252984"/>
                  </a:lnTo>
                  <a:lnTo>
                    <a:pt x="2077053" y="269815"/>
                  </a:lnTo>
                  <a:lnTo>
                    <a:pt x="2005430" y="286148"/>
                  </a:lnTo>
                  <a:lnTo>
                    <a:pt x="1933808" y="301996"/>
                  </a:lnTo>
                  <a:lnTo>
                    <a:pt x="1862185" y="317375"/>
                  </a:lnTo>
                  <a:lnTo>
                    <a:pt x="1790563" y="332298"/>
                  </a:lnTo>
                  <a:lnTo>
                    <a:pt x="1718940" y="346779"/>
                  </a:lnTo>
                  <a:lnTo>
                    <a:pt x="1647318" y="360831"/>
                  </a:lnTo>
                  <a:lnTo>
                    <a:pt x="1575695" y="374467"/>
                  </a:lnTo>
                  <a:lnTo>
                    <a:pt x="1504073" y="387699"/>
                  </a:lnTo>
                  <a:lnTo>
                    <a:pt x="1432450" y="400538"/>
                  </a:lnTo>
                  <a:lnTo>
                    <a:pt x="1360827" y="412998"/>
                  </a:lnTo>
                  <a:lnTo>
                    <a:pt x="1289205" y="425088"/>
                  </a:lnTo>
                  <a:lnTo>
                    <a:pt x="1217582" y="436820"/>
                  </a:lnTo>
                  <a:lnTo>
                    <a:pt x="1145960" y="448204"/>
                  </a:lnTo>
                  <a:lnTo>
                    <a:pt x="1074337" y="459251"/>
                  </a:lnTo>
                  <a:lnTo>
                    <a:pt x="1002715" y="469971"/>
                  </a:lnTo>
                  <a:lnTo>
                    <a:pt x="931092" y="480373"/>
                  </a:lnTo>
                  <a:lnTo>
                    <a:pt x="859470" y="490466"/>
                  </a:lnTo>
                  <a:lnTo>
                    <a:pt x="787847" y="500261"/>
                  </a:lnTo>
                  <a:lnTo>
                    <a:pt x="716225" y="509766"/>
                  </a:lnTo>
                  <a:lnTo>
                    <a:pt x="644602" y="518989"/>
                  </a:lnTo>
                  <a:lnTo>
                    <a:pt x="572980" y="527938"/>
                  </a:lnTo>
                  <a:lnTo>
                    <a:pt x="501357" y="536623"/>
                  </a:lnTo>
                  <a:lnTo>
                    <a:pt x="429735" y="545050"/>
                  </a:lnTo>
                  <a:lnTo>
                    <a:pt x="358112" y="553228"/>
                  </a:lnTo>
                  <a:lnTo>
                    <a:pt x="286490" y="561163"/>
                  </a:lnTo>
                  <a:lnTo>
                    <a:pt x="214867" y="568863"/>
                  </a:lnTo>
                  <a:lnTo>
                    <a:pt x="143245" y="576335"/>
                  </a:lnTo>
                  <a:lnTo>
                    <a:pt x="71622" y="583586"/>
                  </a:lnTo>
                  <a:lnTo>
                    <a:pt x="0" y="59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589900"/>
              <a:ext cx="7090630" cy="228796"/>
            </a:xfrm>
            <a:custGeom>
              <a:avLst/>
              <a:pathLst>
                <a:path w="7090630" h="228796">
                  <a:moveTo>
                    <a:pt x="0" y="228796"/>
                  </a:moveTo>
                  <a:lnTo>
                    <a:pt x="71622" y="226780"/>
                  </a:lnTo>
                  <a:lnTo>
                    <a:pt x="143245" y="224759"/>
                  </a:lnTo>
                  <a:lnTo>
                    <a:pt x="214867" y="222732"/>
                  </a:lnTo>
                  <a:lnTo>
                    <a:pt x="286490" y="220699"/>
                  </a:lnTo>
                  <a:lnTo>
                    <a:pt x="358112" y="218661"/>
                  </a:lnTo>
                  <a:lnTo>
                    <a:pt x="429735" y="216617"/>
                  </a:lnTo>
                  <a:lnTo>
                    <a:pt x="501357" y="214568"/>
                  </a:lnTo>
                  <a:lnTo>
                    <a:pt x="572980" y="212513"/>
                  </a:lnTo>
                  <a:lnTo>
                    <a:pt x="644602" y="210453"/>
                  </a:lnTo>
                  <a:lnTo>
                    <a:pt x="716225" y="208387"/>
                  </a:lnTo>
                  <a:lnTo>
                    <a:pt x="787847" y="206315"/>
                  </a:lnTo>
                  <a:lnTo>
                    <a:pt x="859470" y="204238"/>
                  </a:lnTo>
                  <a:lnTo>
                    <a:pt x="931092" y="202155"/>
                  </a:lnTo>
                  <a:lnTo>
                    <a:pt x="1002715" y="200066"/>
                  </a:lnTo>
                  <a:lnTo>
                    <a:pt x="1074337" y="197972"/>
                  </a:lnTo>
                  <a:lnTo>
                    <a:pt x="1145960" y="195872"/>
                  </a:lnTo>
                  <a:lnTo>
                    <a:pt x="1217582" y="193766"/>
                  </a:lnTo>
                  <a:lnTo>
                    <a:pt x="1289205" y="191654"/>
                  </a:lnTo>
                  <a:lnTo>
                    <a:pt x="1360827" y="189537"/>
                  </a:lnTo>
                  <a:lnTo>
                    <a:pt x="1432450" y="187414"/>
                  </a:lnTo>
                  <a:lnTo>
                    <a:pt x="1504073" y="185285"/>
                  </a:lnTo>
                  <a:lnTo>
                    <a:pt x="1575695" y="183150"/>
                  </a:lnTo>
                  <a:lnTo>
                    <a:pt x="1647318" y="181009"/>
                  </a:lnTo>
                  <a:lnTo>
                    <a:pt x="1718940" y="178863"/>
                  </a:lnTo>
                  <a:lnTo>
                    <a:pt x="1790563" y="176711"/>
                  </a:lnTo>
                  <a:lnTo>
                    <a:pt x="1862185" y="174552"/>
                  </a:lnTo>
                  <a:lnTo>
                    <a:pt x="1933808" y="172388"/>
                  </a:lnTo>
                  <a:lnTo>
                    <a:pt x="2005430" y="170218"/>
                  </a:lnTo>
                  <a:lnTo>
                    <a:pt x="2077053" y="168042"/>
                  </a:lnTo>
                  <a:lnTo>
                    <a:pt x="2148675" y="165861"/>
                  </a:lnTo>
                  <a:lnTo>
                    <a:pt x="2220298" y="163673"/>
                  </a:lnTo>
                  <a:lnTo>
                    <a:pt x="2291920" y="161479"/>
                  </a:lnTo>
                  <a:lnTo>
                    <a:pt x="2363543" y="159279"/>
                  </a:lnTo>
                  <a:lnTo>
                    <a:pt x="2435165" y="157074"/>
                  </a:lnTo>
                  <a:lnTo>
                    <a:pt x="2506788" y="154862"/>
                  </a:lnTo>
                  <a:lnTo>
                    <a:pt x="2578410" y="152644"/>
                  </a:lnTo>
                  <a:lnTo>
                    <a:pt x="2650033" y="150420"/>
                  </a:lnTo>
                  <a:lnTo>
                    <a:pt x="2721655" y="148190"/>
                  </a:lnTo>
                  <a:lnTo>
                    <a:pt x="2793278" y="145954"/>
                  </a:lnTo>
                  <a:lnTo>
                    <a:pt x="2864901" y="143712"/>
                  </a:lnTo>
                  <a:lnTo>
                    <a:pt x="2936523" y="141464"/>
                  </a:lnTo>
                  <a:lnTo>
                    <a:pt x="3008146" y="139209"/>
                  </a:lnTo>
                  <a:lnTo>
                    <a:pt x="3079768" y="136949"/>
                  </a:lnTo>
                  <a:lnTo>
                    <a:pt x="3151391" y="134682"/>
                  </a:lnTo>
                  <a:lnTo>
                    <a:pt x="3223013" y="132409"/>
                  </a:lnTo>
                  <a:lnTo>
                    <a:pt x="3294636" y="130130"/>
                  </a:lnTo>
                  <a:lnTo>
                    <a:pt x="3366258" y="127845"/>
                  </a:lnTo>
                  <a:lnTo>
                    <a:pt x="3437881" y="125553"/>
                  </a:lnTo>
                  <a:lnTo>
                    <a:pt x="3509503" y="123256"/>
                  </a:lnTo>
                  <a:lnTo>
                    <a:pt x="3581126" y="120951"/>
                  </a:lnTo>
                  <a:lnTo>
                    <a:pt x="3652748" y="118641"/>
                  </a:lnTo>
                  <a:lnTo>
                    <a:pt x="3724371" y="116324"/>
                  </a:lnTo>
                  <a:lnTo>
                    <a:pt x="3795993" y="114001"/>
                  </a:lnTo>
                  <a:lnTo>
                    <a:pt x="3867616" y="111672"/>
                  </a:lnTo>
                  <a:lnTo>
                    <a:pt x="3939238" y="109336"/>
                  </a:lnTo>
                  <a:lnTo>
                    <a:pt x="4010861" y="106994"/>
                  </a:lnTo>
                  <a:lnTo>
                    <a:pt x="4082483" y="104646"/>
                  </a:lnTo>
                  <a:lnTo>
                    <a:pt x="4154106" y="102291"/>
                  </a:lnTo>
                  <a:lnTo>
                    <a:pt x="4225729" y="99930"/>
                  </a:lnTo>
                  <a:lnTo>
                    <a:pt x="4297351" y="97562"/>
                  </a:lnTo>
                  <a:lnTo>
                    <a:pt x="4368974" y="95188"/>
                  </a:lnTo>
                  <a:lnTo>
                    <a:pt x="4440596" y="92807"/>
                  </a:lnTo>
                  <a:lnTo>
                    <a:pt x="4512219" y="90420"/>
                  </a:lnTo>
                  <a:lnTo>
                    <a:pt x="4583841" y="88026"/>
                  </a:lnTo>
                  <a:lnTo>
                    <a:pt x="4655464" y="85626"/>
                  </a:lnTo>
                  <a:lnTo>
                    <a:pt x="4727086" y="83219"/>
                  </a:lnTo>
                  <a:lnTo>
                    <a:pt x="4798709" y="80806"/>
                  </a:lnTo>
                  <a:lnTo>
                    <a:pt x="4870331" y="78386"/>
                  </a:lnTo>
                  <a:lnTo>
                    <a:pt x="4941954" y="75959"/>
                  </a:lnTo>
                  <a:lnTo>
                    <a:pt x="5013576" y="73526"/>
                  </a:lnTo>
                  <a:lnTo>
                    <a:pt x="5085199" y="71086"/>
                  </a:lnTo>
                  <a:lnTo>
                    <a:pt x="5156821" y="68640"/>
                  </a:lnTo>
                  <a:lnTo>
                    <a:pt x="5228444" y="66186"/>
                  </a:lnTo>
                  <a:lnTo>
                    <a:pt x="5300066" y="63727"/>
                  </a:lnTo>
                  <a:lnTo>
                    <a:pt x="5371689" y="61260"/>
                  </a:lnTo>
                  <a:lnTo>
                    <a:pt x="5443311" y="58787"/>
                  </a:lnTo>
                  <a:lnTo>
                    <a:pt x="5514934" y="56307"/>
                  </a:lnTo>
                  <a:lnTo>
                    <a:pt x="5586557" y="53820"/>
                  </a:lnTo>
                  <a:lnTo>
                    <a:pt x="5658179" y="51326"/>
                  </a:lnTo>
                  <a:lnTo>
                    <a:pt x="5729802" y="48826"/>
                  </a:lnTo>
                  <a:lnTo>
                    <a:pt x="5801424" y="46319"/>
                  </a:lnTo>
                  <a:lnTo>
                    <a:pt x="5873047" y="43804"/>
                  </a:lnTo>
                  <a:lnTo>
                    <a:pt x="5944669" y="41284"/>
                  </a:lnTo>
                  <a:lnTo>
                    <a:pt x="6016292" y="38756"/>
                  </a:lnTo>
                  <a:lnTo>
                    <a:pt x="6087914" y="36221"/>
                  </a:lnTo>
                  <a:lnTo>
                    <a:pt x="6159537" y="33679"/>
                  </a:lnTo>
                  <a:lnTo>
                    <a:pt x="6231159" y="31131"/>
                  </a:lnTo>
                  <a:lnTo>
                    <a:pt x="6302782" y="28575"/>
                  </a:lnTo>
                  <a:lnTo>
                    <a:pt x="6374404" y="26013"/>
                  </a:lnTo>
                  <a:lnTo>
                    <a:pt x="6446027" y="23443"/>
                  </a:lnTo>
                  <a:lnTo>
                    <a:pt x="6517649" y="20867"/>
                  </a:lnTo>
                  <a:lnTo>
                    <a:pt x="6589272" y="18283"/>
                  </a:lnTo>
                  <a:lnTo>
                    <a:pt x="6660894" y="15692"/>
                  </a:lnTo>
                  <a:lnTo>
                    <a:pt x="6732517" y="13095"/>
                  </a:lnTo>
                  <a:lnTo>
                    <a:pt x="6804139" y="10490"/>
                  </a:lnTo>
                  <a:lnTo>
                    <a:pt x="6875762" y="7878"/>
                  </a:lnTo>
                  <a:lnTo>
                    <a:pt x="6947385" y="5259"/>
                  </a:lnTo>
                  <a:lnTo>
                    <a:pt x="7019007" y="263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2026-06-02T08:49:31Z</dcterms:modified>
  <cp:category/>
</cp:coreProperties>
</file>