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02283"/>
            </a:xfrm>
            <a:custGeom>
              <a:avLst/>
              <a:pathLst>
                <a:path w="7090630" h="3502283">
                  <a:moveTo>
                    <a:pt x="0" y="1869736"/>
                  </a:moveTo>
                  <a:lnTo>
                    <a:pt x="71622" y="1899539"/>
                  </a:lnTo>
                  <a:lnTo>
                    <a:pt x="143245" y="1928844"/>
                  </a:lnTo>
                  <a:lnTo>
                    <a:pt x="214867" y="1957659"/>
                  </a:lnTo>
                  <a:lnTo>
                    <a:pt x="286490" y="1985992"/>
                  </a:lnTo>
                  <a:lnTo>
                    <a:pt x="358112" y="2013851"/>
                  </a:lnTo>
                  <a:lnTo>
                    <a:pt x="429735" y="2041245"/>
                  </a:lnTo>
                  <a:lnTo>
                    <a:pt x="501357" y="2068181"/>
                  </a:lnTo>
                  <a:lnTo>
                    <a:pt x="572980" y="2094667"/>
                  </a:lnTo>
                  <a:lnTo>
                    <a:pt x="644602" y="2120710"/>
                  </a:lnTo>
                  <a:lnTo>
                    <a:pt x="716225" y="2146317"/>
                  </a:lnTo>
                  <a:lnTo>
                    <a:pt x="787847" y="2171497"/>
                  </a:lnTo>
                  <a:lnTo>
                    <a:pt x="859470" y="2196256"/>
                  </a:lnTo>
                  <a:lnTo>
                    <a:pt x="931092" y="2220600"/>
                  </a:lnTo>
                  <a:lnTo>
                    <a:pt x="1002715" y="2244538"/>
                  </a:lnTo>
                  <a:lnTo>
                    <a:pt x="1074337" y="2268076"/>
                  </a:lnTo>
                  <a:lnTo>
                    <a:pt x="1145960" y="2291220"/>
                  </a:lnTo>
                  <a:lnTo>
                    <a:pt x="1217582" y="2313977"/>
                  </a:lnTo>
                  <a:lnTo>
                    <a:pt x="1289205" y="2336354"/>
                  </a:lnTo>
                  <a:lnTo>
                    <a:pt x="1360827" y="2358357"/>
                  </a:lnTo>
                  <a:lnTo>
                    <a:pt x="1432450" y="2379993"/>
                  </a:lnTo>
                  <a:lnTo>
                    <a:pt x="1504073" y="2401266"/>
                  </a:lnTo>
                  <a:lnTo>
                    <a:pt x="1575695" y="2422184"/>
                  </a:lnTo>
                  <a:lnTo>
                    <a:pt x="1647318" y="2442752"/>
                  </a:lnTo>
                  <a:lnTo>
                    <a:pt x="1718940" y="2462976"/>
                  </a:lnTo>
                  <a:lnTo>
                    <a:pt x="1790563" y="2482863"/>
                  </a:lnTo>
                  <a:lnTo>
                    <a:pt x="1862185" y="2502417"/>
                  </a:lnTo>
                  <a:lnTo>
                    <a:pt x="1933808" y="2521644"/>
                  </a:lnTo>
                  <a:lnTo>
                    <a:pt x="2005430" y="2540549"/>
                  </a:lnTo>
                  <a:lnTo>
                    <a:pt x="2077053" y="2559139"/>
                  </a:lnTo>
                  <a:lnTo>
                    <a:pt x="2148675" y="2577418"/>
                  </a:lnTo>
                  <a:lnTo>
                    <a:pt x="2220298" y="2595391"/>
                  </a:lnTo>
                  <a:lnTo>
                    <a:pt x="2291920" y="2613064"/>
                  </a:lnTo>
                  <a:lnTo>
                    <a:pt x="2363543" y="2630442"/>
                  </a:lnTo>
                  <a:lnTo>
                    <a:pt x="2435165" y="2647529"/>
                  </a:lnTo>
                  <a:lnTo>
                    <a:pt x="2506788" y="2664330"/>
                  </a:lnTo>
                  <a:lnTo>
                    <a:pt x="2578410" y="2680850"/>
                  </a:lnTo>
                  <a:lnTo>
                    <a:pt x="2650033" y="2697095"/>
                  </a:lnTo>
                  <a:lnTo>
                    <a:pt x="2721655" y="2713068"/>
                  </a:lnTo>
                  <a:lnTo>
                    <a:pt x="2793278" y="2728773"/>
                  </a:lnTo>
                  <a:lnTo>
                    <a:pt x="2864901" y="2744217"/>
                  </a:lnTo>
                  <a:lnTo>
                    <a:pt x="2936523" y="2759402"/>
                  </a:lnTo>
                  <a:lnTo>
                    <a:pt x="3008146" y="2774333"/>
                  </a:lnTo>
                  <a:lnTo>
                    <a:pt x="3079768" y="2767999"/>
                  </a:lnTo>
                  <a:lnTo>
                    <a:pt x="3151391" y="2730779"/>
                  </a:lnTo>
                  <a:lnTo>
                    <a:pt x="3223013" y="2691992"/>
                  </a:lnTo>
                  <a:lnTo>
                    <a:pt x="3294636" y="2651574"/>
                  </a:lnTo>
                  <a:lnTo>
                    <a:pt x="3366258" y="2609455"/>
                  </a:lnTo>
                  <a:lnTo>
                    <a:pt x="3437881" y="2565564"/>
                  </a:lnTo>
                  <a:lnTo>
                    <a:pt x="3509503" y="2519826"/>
                  </a:lnTo>
                  <a:lnTo>
                    <a:pt x="3581126" y="2472164"/>
                  </a:lnTo>
                  <a:lnTo>
                    <a:pt x="3652748" y="2422497"/>
                  </a:lnTo>
                  <a:lnTo>
                    <a:pt x="3724371" y="2370740"/>
                  </a:lnTo>
                  <a:lnTo>
                    <a:pt x="3795993" y="2316805"/>
                  </a:lnTo>
                  <a:lnTo>
                    <a:pt x="3867616" y="2260601"/>
                  </a:lnTo>
                  <a:lnTo>
                    <a:pt x="3939238" y="2202032"/>
                  </a:lnTo>
                  <a:lnTo>
                    <a:pt x="4010861" y="2140999"/>
                  </a:lnTo>
                  <a:lnTo>
                    <a:pt x="4082483" y="2077399"/>
                  </a:lnTo>
                  <a:lnTo>
                    <a:pt x="4154106" y="2011122"/>
                  </a:lnTo>
                  <a:lnTo>
                    <a:pt x="4225729" y="1942057"/>
                  </a:lnTo>
                  <a:lnTo>
                    <a:pt x="4297351" y="1870086"/>
                  </a:lnTo>
                  <a:lnTo>
                    <a:pt x="4368974" y="1795086"/>
                  </a:lnTo>
                  <a:lnTo>
                    <a:pt x="4440596" y="1716932"/>
                  </a:lnTo>
                  <a:lnTo>
                    <a:pt x="4512219" y="1635489"/>
                  </a:lnTo>
                  <a:lnTo>
                    <a:pt x="4583841" y="1550619"/>
                  </a:lnTo>
                  <a:lnTo>
                    <a:pt x="4655464" y="1462179"/>
                  </a:lnTo>
                  <a:lnTo>
                    <a:pt x="4727086" y="1370017"/>
                  </a:lnTo>
                  <a:lnTo>
                    <a:pt x="4798709" y="1273978"/>
                  </a:lnTo>
                  <a:lnTo>
                    <a:pt x="4870331" y="1173899"/>
                  </a:lnTo>
                  <a:lnTo>
                    <a:pt x="4941954" y="1069608"/>
                  </a:lnTo>
                  <a:lnTo>
                    <a:pt x="5013576" y="960930"/>
                  </a:lnTo>
                  <a:lnTo>
                    <a:pt x="5085199" y="847679"/>
                  </a:lnTo>
                  <a:lnTo>
                    <a:pt x="5156821" y="729663"/>
                  </a:lnTo>
                  <a:lnTo>
                    <a:pt x="5228444" y="606682"/>
                  </a:lnTo>
                  <a:lnTo>
                    <a:pt x="5300066" y="478526"/>
                  </a:lnTo>
                  <a:lnTo>
                    <a:pt x="5371689" y="344979"/>
                  </a:lnTo>
                  <a:lnTo>
                    <a:pt x="5443311" y="205812"/>
                  </a:lnTo>
                  <a:lnTo>
                    <a:pt x="5514934" y="60790"/>
                  </a:lnTo>
                  <a:lnTo>
                    <a:pt x="5543745" y="0"/>
                  </a:lnTo>
                  <a:lnTo>
                    <a:pt x="7090630" y="0"/>
                  </a:lnTo>
                  <a:lnTo>
                    <a:pt x="7090630" y="3316633"/>
                  </a:lnTo>
                  <a:lnTo>
                    <a:pt x="7019007" y="3310921"/>
                  </a:lnTo>
                  <a:lnTo>
                    <a:pt x="6947385" y="3305112"/>
                  </a:lnTo>
                  <a:lnTo>
                    <a:pt x="6875762" y="3299204"/>
                  </a:lnTo>
                  <a:lnTo>
                    <a:pt x="6804139" y="3293195"/>
                  </a:lnTo>
                  <a:lnTo>
                    <a:pt x="6732517" y="3287084"/>
                  </a:lnTo>
                  <a:lnTo>
                    <a:pt x="6660894" y="3280870"/>
                  </a:lnTo>
                  <a:lnTo>
                    <a:pt x="6589272" y="3274550"/>
                  </a:lnTo>
                  <a:lnTo>
                    <a:pt x="6517649" y="3268122"/>
                  </a:lnTo>
                  <a:lnTo>
                    <a:pt x="6446027" y="3261585"/>
                  </a:lnTo>
                  <a:lnTo>
                    <a:pt x="6374404" y="3254937"/>
                  </a:lnTo>
                  <a:lnTo>
                    <a:pt x="6302782" y="3248176"/>
                  </a:lnTo>
                  <a:lnTo>
                    <a:pt x="6231159" y="3241300"/>
                  </a:lnTo>
                  <a:lnTo>
                    <a:pt x="6159537" y="3234307"/>
                  </a:lnTo>
                  <a:lnTo>
                    <a:pt x="6087914" y="3227196"/>
                  </a:lnTo>
                  <a:lnTo>
                    <a:pt x="6016292" y="3219963"/>
                  </a:lnTo>
                  <a:lnTo>
                    <a:pt x="5944669" y="3212608"/>
                  </a:lnTo>
                  <a:lnTo>
                    <a:pt x="5873047" y="3205127"/>
                  </a:lnTo>
                  <a:lnTo>
                    <a:pt x="5801424" y="3197519"/>
                  </a:lnTo>
                  <a:lnTo>
                    <a:pt x="5729802" y="3189782"/>
                  </a:lnTo>
                  <a:lnTo>
                    <a:pt x="5658179" y="3181913"/>
                  </a:lnTo>
                  <a:lnTo>
                    <a:pt x="5586557" y="3173911"/>
                  </a:lnTo>
                  <a:lnTo>
                    <a:pt x="5514934" y="3165772"/>
                  </a:lnTo>
                  <a:lnTo>
                    <a:pt x="5443311" y="3157496"/>
                  </a:lnTo>
                  <a:lnTo>
                    <a:pt x="5371689" y="3149078"/>
                  </a:lnTo>
                  <a:lnTo>
                    <a:pt x="5300066" y="3140517"/>
                  </a:lnTo>
                  <a:lnTo>
                    <a:pt x="5228444" y="3131811"/>
                  </a:lnTo>
                  <a:lnTo>
                    <a:pt x="5156821" y="3122957"/>
                  </a:lnTo>
                  <a:lnTo>
                    <a:pt x="5085199" y="3113952"/>
                  </a:lnTo>
                  <a:lnTo>
                    <a:pt x="5013576" y="3104795"/>
                  </a:lnTo>
                  <a:lnTo>
                    <a:pt x="4941954" y="3095481"/>
                  </a:lnTo>
                  <a:lnTo>
                    <a:pt x="4870331" y="3086009"/>
                  </a:lnTo>
                  <a:lnTo>
                    <a:pt x="4798709" y="3076377"/>
                  </a:lnTo>
                  <a:lnTo>
                    <a:pt x="4727086" y="3066580"/>
                  </a:lnTo>
                  <a:lnTo>
                    <a:pt x="4655464" y="3056617"/>
                  </a:lnTo>
                  <a:lnTo>
                    <a:pt x="4583841" y="3046484"/>
                  </a:lnTo>
                  <a:lnTo>
                    <a:pt x="4512219" y="3036180"/>
                  </a:lnTo>
                  <a:lnTo>
                    <a:pt x="4440596" y="3025700"/>
                  </a:lnTo>
                  <a:lnTo>
                    <a:pt x="4368974" y="3015042"/>
                  </a:lnTo>
                  <a:lnTo>
                    <a:pt x="4297351" y="3004202"/>
                  </a:lnTo>
                  <a:lnTo>
                    <a:pt x="4225729" y="2993179"/>
                  </a:lnTo>
                  <a:lnTo>
                    <a:pt x="4154106" y="2981968"/>
                  </a:lnTo>
                  <a:lnTo>
                    <a:pt x="4082483" y="2970566"/>
                  </a:lnTo>
                  <a:lnTo>
                    <a:pt x="4010861" y="2958971"/>
                  </a:lnTo>
                  <a:lnTo>
                    <a:pt x="3939238" y="2947179"/>
                  </a:lnTo>
                  <a:lnTo>
                    <a:pt x="3867616" y="2935186"/>
                  </a:lnTo>
                  <a:lnTo>
                    <a:pt x="3795993" y="2922989"/>
                  </a:lnTo>
                  <a:lnTo>
                    <a:pt x="3724371" y="2910585"/>
                  </a:lnTo>
                  <a:lnTo>
                    <a:pt x="3652748" y="2897970"/>
                  </a:lnTo>
                  <a:lnTo>
                    <a:pt x="3581126" y="2885140"/>
                  </a:lnTo>
                  <a:lnTo>
                    <a:pt x="3509503" y="2872093"/>
                  </a:lnTo>
                  <a:lnTo>
                    <a:pt x="3437881" y="2858823"/>
                  </a:lnTo>
                  <a:lnTo>
                    <a:pt x="3366258" y="2845328"/>
                  </a:lnTo>
                  <a:lnTo>
                    <a:pt x="3294636" y="2831604"/>
                  </a:lnTo>
                  <a:lnTo>
                    <a:pt x="3223013" y="2817646"/>
                  </a:lnTo>
                  <a:lnTo>
                    <a:pt x="3151391" y="2803451"/>
                  </a:lnTo>
                  <a:lnTo>
                    <a:pt x="3079768" y="2789015"/>
                  </a:lnTo>
                  <a:lnTo>
                    <a:pt x="3008146" y="2803717"/>
                  </a:lnTo>
                  <a:lnTo>
                    <a:pt x="2936523" y="2837992"/>
                  </a:lnTo>
                  <a:lnTo>
                    <a:pt x="2864901" y="2870884"/>
                  </a:lnTo>
                  <a:lnTo>
                    <a:pt x="2793278" y="2902448"/>
                  </a:lnTo>
                  <a:lnTo>
                    <a:pt x="2721655" y="2932737"/>
                  </a:lnTo>
                  <a:lnTo>
                    <a:pt x="2650033" y="2961803"/>
                  </a:lnTo>
                  <a:lnTo>
                    <a:pt x="2578410" y="2989696"/>
                  </a:lnTo>
                  <a:lnTo>
                    <a:pt x="2506788" y="3016463"/>
                  </a:lnTo>
                  <a:lnTo>
                    <a:pt x="2435165" y="3042149"/>
                  </a:lnTo>
                  <a:lnTo>
                    <a:pt x="2363543" y="3066797"/>
                  </a:lnTo>
                  <a:lnTo>
                    <a:pt x="2291920" y="3090451"/>
                  </a:lnTo>
                  <a:lnTo>
                    <a:pt x="2220298" y="3113150"/>
                  </a:lnTo>
                  <a:lnTo>
                    <a:pt x="2148675" y="3134932"/>
                  </a:lnTo>
                  <a:lnTo>
                    <a:pt x="2077053" y="3155834"/>
                  </a:lnTo>
                  <a:lnTo>
                    <a:pt x="2005430" y="3175893"/>
                  </a:lnTo>
                  <a:lnTo>
                    <a:pt x="1933808" y="3195142"/>
                  </a:lnTo>
                  <a:lnTo>
                    <a:pt x="1862185" y="3213614"/>
                  </a:lnTo>
                  <a:lnTo>
                    <a:pt x="1790563" y="3231340"/>
                  </a:lnTo>
                  <a:lnTo>
                    <a:pt x="1718940" y="3248350"/>
                  </a:lnTo>
                  <a:lnTo>
                    <a:pt x="1647318" y="3264673"/>
                  </a:lnTo>
                  <a:lnTo>
                    <a:pt x="1575695" y="3280338"/>
                  </a:lnTo>
                  <a:lnTo>
                    <a:pt x="1504073" y="3295370"/>
                  </a:lnTo>
                  <a:lnTo>
                    <a:pt x="1432450" y="3309795"/>
                  </a:lnTo>
                  <a:lnTo>
                    <a:pt x="1360827" y="3323637"/>
                  </a:lnTo>
                  <a:lnTo>
                    <a:pt x="1289205" y="3336921"/>
                  </a:lnTo>
                  <a:lnTo>
                    <a:pt x="1217582" y="3349668"/>
                  </a:lnTo>
                  <a:lnTo>
                    <a:pt x="1145960" y="3361901"/>
                  </a:lnTo>
                  <a:lnTo>
                    <a:pt x="1074337" y="3373640"/>
                  </a:lnTo>
                  <a:lnTo>
                    <a:pt x="1002715" y="3384904"/>
                  </a:lnTo>
                  <a:lnTo>
                    <a:pt x="931092" y="3395714"/>
                  </a:lnTo>
                  <a:lnTo>
                    <a:pt x="859470" y="3406088"/>
                  </a:lnTo>
                  <a:lnTo>
                    <a:pt x="787847" y="3416043"/>
                  </a:lnTo>
                  <a:lnTo>
                    <a:pt x="716225" y="3425596"/>
                  </a:lnTo>
                  <a:lnTo>
                    <a:pt x="644602" y="3434763"/>
                  </a:lnTo>
                  <a:lnTo>
                    <a:pt x="572980" y="3443560"/>
                  </a:lnTo>
                  <a:lnTo>
                    <a:pt x="501357" y="3452001"/>
                  </a:lnTo>
                  <a:lnTo>
                    <a:pt x="429735" y="3460102"/>
                  </a:lnTo>
                  <a:lnTo>
                    <a:pt x="358112" y="3467876"/>
                  </a:lnTo>
                  <a:lnTo>
                    <a:pt x="286490" y="3475336"/>
                  </a:lnTo>
                  <a:lnTo>
                    <a:pt x="214867" y="3482495"/>
                  </a:lnTo>
                  <a:lnTo>
                    <a:pt x="143245" y="3489365"/>
                  </a:lnTo>
                  <a:lnTo>
                    <a:pt x="71622" y="3495957"/>
                  </a:lnTo>
                  <a:lnTo>
                    <a:pt x="0" y="35022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543745" cy="2774333"/>
            </a:xfrm>
            <a:custGeom>
              <a:avLst/>
              <a:pathLst>
                <a:path w="5543745" h="2774333">
                  <a:moveTo>
                    <a:pt x="0" y="1869736"/>
                  </a:moveTo>
                  <a:lnTo>
                    <a:pt x="71622" y="1899539"/>
                  </a:lnTo>
                  <a:lnTo>
                    <a:pt x="143245" y="1928844"/>
                  </a:lnTo>
                  <a:lnTo>
                    <a:pt x="214867" y="1957659"/>
                  </a:lnTo>
                  <a:lnTo>
                    <a:pt x="286490" y="1985992"/>
                  </a:lnTo>
                  <a:lnTo>
                    <a:pt x="358112" y="2013851"/>
                  </a:lnTo>
                  <a:lnTo>
                    <a:pt x="429735" y="2041245"/>
                  </a:lnTo>
                  <a:lnTo>
                    <a:pt x="501357" y="2068181"/>
                  </a:lnTo>
                  <a:lnTo>
                    <a:pt x="572980" y="2094667"/>
                  </a:lnTo>
                  <a:lnTo>
                    <a:pt x="644602" y="2120710"/>
                  </a:lnTo>
                  <a:lnTo>
                    <a:pt x="716225" y="2146317"/>
                  </a:lnTo>
                  <a:lnTo>
                    <a:pt x="787847" y="2171497"/>
                  </a:lnTo>
                  <a:lnTo>
                    <a:pt x="859470" y="2196256"/>
                  </a:lnTo>
                  <a:lnTo>
                    <a:pt x="931092" y="2220600"/>
                  </a:lnTo>
                  <a:lnTo>
                    <a:pt x="1002715" y="2244538"/>
                  </a:lnTo>
                  <a:lnTo>
                    <a:pt x="1074337" y="2268076"/>
                  </a:lnTo>
                  <a:lnTo>
                    <a:pt x="1145960" y="2291220"/>
                  </a:lnTo>
                  <a:lnTo>
                    <a:pt x="1217582" y="2313977"/>
                  </a:lnTo>
                  <a:lnTo>
                    <a:pt x="1289205" y="2336354"/>
                  </a:lnTo>
                  <a:lnTo>
                    <a:pt x="1360827" y="2358357"/>
                  </a:lnTo>
                  <a:lnTo>
                    <a:pt x="1432450" y="2379993"/>
                  </a:lnTo>
                  <a:lnTo>
                    <a:pt x="1504073" y="2401266"/>
                  </a:lnTo>
                  <a:lnTo>
                    <a:pt x="1575695" y="2422184"/>
                  </a:lnTo>
                  <a:lnTo>
                    <a:pt x="1647318" y="2442752"/>
                  </a:lnTo>
                  <a:lnTo>
                    <a:pt x="1718940" y="2462976"/>
                  </a:lnTo>
                  <a:lnTo>
                    <a:pt x="1790563" y="2482863"/>
                  </a:lnTo>
                  <a:lnTo>
                    <a:pt x="1862185" y="2502417"/>
                  </a:lnTo>
                  <a:lnTo>
                    <a:pt x="1933808" y="2521644"/>
                  </a:lnTo>
                  <a:lnTo>
                    <a:pt x="2005430" y="2540549"/>
                  </a:lnTo>
                  <a:lnTo>
                    <a:pt x="2077053" y="2559139"/>
                  </a:lnTo>
                  <a:lnTo>
                    <a:pt x="2148675" y="2577418"/>
                  </a:lnTo>
                  <a:lnTo>
                    <a:pt x="2220298" y="2595391"/>
                  </a:lnTo>
                  <a:lnTo>
                    <a:pt x="2291920" y="2613064"/>
                  </a:lnTo>
                  <a:lnTo>
                    <a:pt x="2363543" y="2630442"/>
                  </a:lnTo>
                  <a:lnTo>
                    <a:pt x="2435165" y="2647529"/>
                  </a:lnTo>
                  <a:lnTo>
                    <a:pt x="2506788" y="2664330"/>
                  </a:lnTo>
                  <a:lnTo>
                    <a:pt x="2578410" y="2680850"/>
                  </a:lnTo>
                  <a:lnTo>
                    <a:pt x="2650033" y="2697095"/>
                  </a:lnTo>
                  <a:lnTo>
                    <a:pt x="2721655" y="2713068"/>
                  </a:lnTo>
                  <a:lnTo>
                    <a:pt x="2793278" y="2728773"/>
                  </a:lnTo>
                  <a:lnTo>
                    <a:pt x="2864901" y="2744217"/>
                  </a:lnTo>
                  <a:lnTo>
                    <a:pt x="2936523" y="2759402"/>
                  </a:lnTo>
                  <a:lnTo>
                    <a:pt x="3008146" y="2774333"/>
                  </a:lnTo>
                  <a:lnTo>
                    <a:pt x="3079768" y="2767999"/>
                  </a:lnTo>
                  <a:lnTo>
                    <a:pt x="3151391" y="2730779"/>
                  </a:lnTo>
                  <a:lnTo>
                    <a:pt x="3223013" y="2691992"/>
                  </a:lnTo>
                  <a:lnTo>
                    <a:pt x="3294636" y="2651574"/>
                  </a:lnTo>
                  <a:lnTo>
                    <a:pt x="3366258" y="2609455"/>
                  </a:lnTo>
                  <a:lnTo>
                    <a:pt x="3437881" y="2565564"/>
                  </a:lnTo>
                  <a:lnTo>
                    <a:pt x="3509503" y="2519826"/>
                  </a:lnTo>
                  <a:lnTo>
                    <a:pt x="3581126" y="2472164"/>
                  </a:lnTo>
                  <a:lnTo>
                    <a:pt x="3652748" y="2422497"/>
                  </a:lnTo>
                  <a:lnTo>
                    <a:pt x="3724371" y="2370740"/>
                  </a:lnTo>
                  <a:lnTo>
                    <a:pt x="3795993" y="2316805"/>
                  </a:lnTo>
                  <a:lnTo>
                    <a:pt x="3867616" y="2260601"/>
                  </a:lnTo>
                  <a:lnTo>
                    <a:pt x="3939238" y="2202032"/>
                  </a:lnTo>
                  <a:lnTo>
                    <a:pt x="4010861" y="2140999"/>
                  </a:lnTo>
                  <a:lnTo>
                    <a:pt x="4082483" y="2077399"/>
                  </a:lnTo>
                  <a:lnTo>
                    <a:pt x="4154106" y="2011122"/>
                  </a:lnTo>
                  <a:lnTo>
                    <a:pt x="4225729" y="1942057"/>
                  </a:lnTo>
                  <a:lnTo>
                    <a:pt x="4297351" y="1870086"/>
                  </a:lnTo>
                  <a:lnTo>
                    <a:pt x="4368974" y="1795086"/>
                  </a:lnTo>
                  <a:lnTo>
                    <a:pt x="4440596" y="1716932"/>
                  </a:lnTo>
                  <a:lnTo>
                    <a:pt x="4512219" y="1635489"/>
                  </a:lnTo>
                  <a:lnTo>
                    <a:pt x="4583841" y="1550619"/>
                  </a:lnTo>
                  <a:lnTo>
                    <a:pt x="4655464" y="1462179"/>
                  </a:lnTo>
                  <a:lnTo>
                    <a:pt x="4727086" y="1370017"/>
                  </a:lnTo>
                  <a:lnTo>
                    <a:pt x="4798709" y="1273978"/>
                  </a:lnTo>
                  <a:lnTo>
                    <a:pt x="4870331" y="1173899"/>
                  </a:lnTo>
                  <a:lnTo>
                    <a:pt x="4941954" y="1069608"/>
                  </a:lnTo>
                  <a:lnTo>
                    <a:pt x="5013576" y="960930"/>
                  </a:lnTo>
                  <a:lnTo>
                    <a:pt x="5085199" y="847679"/>
                  </a:lnTo>
                  <a:lnTo>
                    <a:pt x="5156821" y="729663"/>
                  </a:lnTo>
                  <a:lnTo>
                    <a:pt x="5228444" y="606682"/>
                  </a:lnTo>
                  <a:lnTo>
                    <a:pt x="5300066" y="478526"/>
                  </a:lnTo>
                  <a:lnTo>
                    <a:pt x="5371689" y="344979"/>
                  </a:lnTo>
                  <a:lnTo>
                    <a:pt x="5443311" y="205812"/>
                  </a:lnTo>
                  <a:lnTo>
                    <a:pt x="5514934" y="60790"/>
                  </a:lnTo>
                  <a:lnTo>
                    <a:pt x="554374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5578"/>
              <a:ext cx="7090630" cy="713268"/>
            </a:xfrm>
            <a:custGeom>
              <a:avLst/>
              <a:pathLst>
                <a:path w="7090630" h="713268">
                  <a:moveTo>
                    <a:pt x="7090630" y="527618"/>
                  </a:moveTo>
                  <a:lnTo>
                    <a:pt x="7019007" y="521905"/>
                  </a:lnTo>
                  <a:lnTo>
                    <a:pt x="6947385" y="516096"/>
                  </a:lnTo>
                  <a:lnTo>
                    <a:pt x="6875762" y="510188"/>
                  </a:lnTo>
                  <a:lnTo>
                    <a:pt x="6804139" y="504180"/>
                  </a:lnTo>
                  <a:lnTo>
                    <a:pt x="6732517" y="498069"/>
                  </a:lnTo>
                  <a:lnTo>
                    <a:pt x="6660894" y="491854"/>
                  </a:lnTo>
                  <a:lnTo>
                    <a:pt x="6589272" y="485534"/>
                  </a:lnTo>
                  <a:lnTo>
                    <a:pt x="6517649" y="479107"/>
                  </a:lnTo>
                  <a:lnTo>
                    <a:pt x="6446027" y="472570"/>
                  </a:lnTo>
                  <a:lnTo>
                    <a:pt x="6374404" y="465922"/>
                  </a:lnTo>
                  <a:lnTo>
                    <a:pt x="6302782" y="459161"/>
                  </a:lnTo>
                  <a:lnTo>
                    <a:pt x="6231159" y="452285"/>
                  </a:lnTo>
                  <a:lnTo>
                    <a:pt x="6159537" y="445292"/>
                  </a:lnTo>
                  <a:lnTo>
                    <a:pt x="6087914" y="438180"/>
                  </a:lnTo>
                  <a:lnTo>
                    <a:pt x="6016292" y="430948"/>
                  </a:lnTo>
                  <a:lnTo>
                    <a:pt x="5944669" y="423592"/>
                  </a:lnTo>
                  <a:lnTo>
                    <a:pt x="5873047" y="416111"/>
                  </a:lnTo>
                  <a:lnTo>
                    <a:pt x="5801424" y="408504"/>
                  </a:lnTo>
                  <a:lnTo>
                    <a:pt x="5729802" y="400766"/>
                  </a:lnTo>
                  <a:lnTo>
                    <a:pt x="5658179" y="392898"/>
                  </a:lnTo>
                  <a:lnTo>
                    <a:pt x="5586557" y="384895"/>
                  </a:lnTo>
                  <a:lnTo>
                    <a:pt x="5514934" y="376757"/>
                  </a:lnTo>
                  <a:lnTo>
                    <a:pt x="5443311" y="368480"/>
                  </a:lnTo>
                  <a:lnTo>
                    <a:pt x="5371689" y="360063"/>
                  </a:lnTo>
                  <a:lnTo>
                    <a:pt x="5300066" y="351502"/>
                  </a:lnTo>
                  <a:lnTo>
                    <a:pt x="5228444" y="342796"/>
                  </a:lnTo>
                  <a:lnTo>
                    <a:pt x="5156821" y="333942"/>
                  </a:lnTo>
                  <a:lnTo>
                    <a:pt x="5085199" y="324937"/>
                  </a:lnTo>
                  <a:lnTo>
                    <a:pt x="5013576" y="315779"/>
                  </a:lnTo>
                  <a:lnTo>
                    <a:pt x="4941954" y="306466"/>
                  </a:lnTo>
                  <a:lnTo>
                    <a:pt x="4870331" y="296994"/>
                  </a:lnTo>
                  <a:lnTo>
                    <a:pt x="4798709" y="287361"/>
                  </a:lnTo>
                  <a:lnTo>
                    <a:pt x="4727086" y="277565"/>
                  </a:lnTo>
                  <a:lnTo>
                    <a:pt x="4655464" y="267601"/>
                  </a:lnTo>
                  <a:lnTo>
                    <a:pt x="4583841" y="257469"/>
                  </a:lnTo>
                  <a:lnTo>
                    <a:pt x="4512219" y="247164"/>
                  </a:lnTo>
                  <a:lnTo>
                    <a:pt x="4440596" y="236684"/>
                  </a:lnTo>
                  <a:lnTo>
                    <a:pt x="4368974" y="226026"/>
                  </a:lnTo>
                  <a:lnTo>
                    <a:pt x="4297351" y="215187"/>
                  </a:lnTo>
                  <a:lnTo>
                    <a:pt x="4225729" y="204163"/>
                  </a:lnTo>
                  <a:lnTo>
                    <a:pt x="4154106" y="192953"/>
                  </a:lnTo>
                  <a:lnTo>
                    <a:pt x="4082483" y="181551"/>
                  </a:lnTo>
                  <a:lnTo>
                    <a:pt x="4010861" y="169956"/>
                  </a:lnTo>
                  <a:lnTo>
                    <a:pt x="3939238" y="158163"/>
                  </a:lnTo>
                  <a:lnTo>
                    <a:pt x="3867616" y="146170"/>
                  </a:lnTo>
                  <a:lnTo>
                    <a:pt x="3795993" y="133974"/>
                  </a:lnTo>
                  <a:lnTo>
                    <a:pt x="3724371" y="121569"/>
                  </a:lnTo>
                  <a:lnTo>
                    <a:pt x="3652748" y="108954"/>
                  </a:lnTo>
                  <a:lnTo>
                    <a:pt x="3581126" y="96125"/>
                  </a:lnTo>
                  <a:lnTo>
                    <a:pt x="3509503" y="83077"/>
                  </a:lnTo>
                  <a:lnTo>
                    <a:pt x="3437881" y="69808"/>
                  </a:lnTo>
                  <a:lnTo>
                    <a:pt x="3366258" y="56313"/>
                  </a:lnTo>
                  <a:lnTo>
                    <a:pt x="3294636" y="42588"/>
                  </a:lnTo>
                  <a:lnTo>
                    <a:pt x="3223013" y="28631"/>
                  </a:lnTo>
                  <a:lnTo>
                    <a:pt x="3151391" y="14436"/>
                  </a:lnTo>
                  <a:lnTo>
                    <a:pt x="3079768" y="0"/>
                  </a:lnTo>
                  <a:lnTo>
                    <a:pt x="3008146" y="14701"/>
                  </a:lnTo>
                  <a:lnTo>
                    <a:pt x="2936523" y="48977"/>
                  </a:lnTo>
                  <a:lnTo>
                    <a:pt x="2864901" y="81869"/>
                  </a:lnTo>
                  <a:lnTo>
                    <a:pt x="2793278" y="113432"/>
                  </a:lnTo>
                  <a:lnTo>
                    <a:pt x="2721655" y="143721"/>
                  </a:lnTo>
                  <a:lnTo>
                    <a:pt x="2650033" y="172788"/>
                  </a:lnTo>
                  <a:lnTo>
                    <a:pt x="2578410" y="200681"/>
                  </a:lnTo>
                  <a:lnTo>
                    <a:pt x="2506788" y="227447"/>
                  </a:lnTo>
                  <a:lnTo>
                    <a:pt x="2435165" y="253133"/>
                  </a:lnTo>
                  <a:lnTo>
                    <a:pt x="2363543" y="277782"/>
                  </a:lnTo>
                  <a:lnTo>
                    <a:pt x="2291920" y="301436"/>
                  </a:lnTo>
                  <a:lnTo>
                    <a:pt x="2220298" y="324134"/>
                  </a:lnTo>
                  <a:lnTo>
                    <a:pt x="2148675" y="345916"/>
                  </a:lnTo>
                  <a:lnTo>
                    <a:pt x="2077053" y="366819"/>
                  </a:lnTo>
                  <a:lnTo>
                    <a:pt x="2005430" y="386878"/>
                  </a:lnTo>
                  <a:lnTo>
                    <a:pt x="1933808" y="406127"/>
                  </a:lnTo>
                  <a:lnTo>
                    <a:pt x="1862185" y="424598"/>
                  </a:lnTo>
                  <a:lnTo>
                    <a:pt x="1790563" y="442324"/>
                  </a:lnTo>
                  <a:lnTo>
                    <a:pt x="1718940" y="459334"/>
                  </a:lnTo>
                  <a:lnTo>
                    <a:pt x="1647318" y="475658"/>
                  </a:lnTo>
                  <a:lnTo>
                    <a:pt x="1575695" y="491322"/>
                  </a:lnTo>
                  <a:lnTo>
                    <a:pt x="1504073" y="506354"/>
                  </a:lnTo>
                  <a:lnTo>
                    <a:pt x="1432450" y="520779"/>
                  </a:lnTo>
                  <a:lnTo>
                    <a:pt x="1360827" y="534622"/>
                  </a:lnTo>
                  <a:lnTo>
                    <a:pt x="1289205" y="547905"/>
                  </a:lnTo>
                  <a:lnTo>
                    <a:pt x="1217582" y="560653"/>
                  </a:lnTo>
                  <a:lnTo>
                    <a:pt x="1145960" y="572885"/>
                  </a:lnTo>
                  <a:lnTo>
                    <a:pt x="1074337" y="584624"/>
                  </a:lnTo>
                  <a:lnTo>
                    <a:pt x="1002715" y="595889"/>
                  </a:lnTo>
                  <a:lnTo>
                    <a:pt x="931092" y="606699"/>
                  </a:lnTo>
                  <a:lnTo>
                    <a:pt x="859470" y="617073"/>
                  </a:lnTo>
                  <a:lnTo>
                    <a:pt x="787847" y="627027"/>
                  </a:lnTo>
                  <a:lnTo>
                    <a:pt x="716225" y="636580"/>
                  </a:lnTo>
                  <a:lnTo>
                    <a:pt x="644602" y="645747"/>
                  </a:lnTo>
                  <a:lnTo>
                    <a:pt x="572980" y="654544"/>
                  </a:lnTo>
                  <a:lnTo>
                    <a:pt x="501357" y="662986"/>
                  </a:lnTo>
                  <a:lnTo>
                    <a:pt x="429735" y="671087"/>
                  </a:lnTo>
                  <a:lnTo>
                    <a:pt x="358112" y="678861"/>
                  </a:lnTo>
                  <a:lnTo>
                    <a:pt x="286490" y="686321"/>
                  </a:lnTo>
                  <a:lnTo>
                    <a:pt x="214867" y="693480"/>
                  </a:lnTo>
                  <a:lnTo>
                    <a:pt x="143245" y="700349"/>
                  </a:lnTo>
                  <a:lnTo>
                    <a:pt x="71622" y="706942"/>
                  </a:lnTo>
                  <a:lnTo>
                    <a:pt x="0" y="713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3820508"/>
              <a:ext cx="7090630" cy="1210936"/>
            </a:xfrm>
            <a:custGeom>
              <a:avLst/>
              <a:pathLst>
                <a:path w="7090630" h="1210936">
                  <a:moveTo>
                    <a:pt x="0" y="1210936"/>
                  </a:moveTo>
                  <a:lnTo>
                    <a:pt x="71622" y="1204592"/>
                  </a:lnTo>
                  <a:lnTo>
                    <a:pt x="143245" y="1198171"/>
                  </a:lnTo>
                  <a:lnTo>
                    <a:pt x="214867" y="1191670"/>
                  </a:lnTo>
                  <a:lnTo>
                    <a:pt x="286490" y="1185091"/>
                  </a:lnTo>
                  <a:lnTo>
                    <a:pt x="358112" y="1178430"/>
                  </a:lnTo>
                  <a:lnTo>
                    <a:pt x="429735" y="1171688"/>
                  </a:lnTo>
                  <a:lnTo>
                    <a:pt x="501357" y="1164863"/>
                  </a:lnTo>
                  <a:lnTo>
                    <a:pt x="572980" y="1157955"/>
                  </a:lnTo>
                  <a:lnTo>
                    <a:pt x="644602" y="1150962"/>
                  </a:lnTo>
                  <a:lnTo>
                    <a:pt x="716225" y="1143884"/>
                  </a:lnTo>
                  <a:lnTo>
                    <a:pt x="787847" y="1136718"/>
                  </a:lnTo>
                  <a:lnTo>
                    <a:pt x="859470" y="1129465"/>
                  </a:lnTo>
                  <a:lnTo>
                    <a:pt x="931092" y="1122123"/>
                  </a:lnTo>
                  <a:lnTo>
                    <a:pt x="1002715" y="1114691"/>
                  </a:lnTo>
                  <a:lnTo>
                    <a:pt x="1074337" y="1107168"/>
                  </a:lnTo>
                  <a:lnTo>
                    <a:pt x="1145960" y="1099553"/>
                  </a:lnTo>
                  <a:lnTo>
                    <a:pt x="1217582" y="1091845"/>
                  </a:lnTo>
                  <a:lnTo>
                    <a:pt x="1289205" y="1084042"/>
                  </a:lnTo>
                  <a:lnTo>
                    <a:pt x="1360827" y="1076143"/>
                  </a:lnTo>
                  <a:lnTo>
                    <a:pt x="1432450" y="1068148"/>
                  </a:lnTo>
                  <a:lnTo>
                    <a:pt x="1504073" y="1060055"/>
                  </a:lnTo>
                  <a:lnTo>
                    <a:pt x="1575695" y="1051862"/>
                  </a:lnTo>
                  <a:lnTo>
                    <a:pt x="1647318" y="1043569"/>
                  </a:lnTo>
                  <a:lnTo>
                    <a:pt x="1718940" y="1035175"/>
                  </a:lnTo>
                  <a:lnTo>
                    <a:pt x="1790563" y="1026678"/>
                  </a:lnTo>
                  <a:lnTo>
                    <a:pt x="1862185" y="1018076"/>
                  </a:lnTo>
                  <a:lnTo>
                    <a:pt x="1933808" y="1009369"/>
                  </a:lnTo>
                  <a:lnTo>
                    <a:pt x="2005430" y="1000556"/>
                  </a:lnTo>
                  <a:lnTo>
                    <a:pt x="2077053" y="991635"/>
                  </a:lnTo>
                  <a:lnTo>
                    <a:pt x="2148675" y="982604"/>
                  </a:lnTo>
                  <a:lnTo>
                    <a:pt x="2220298" y="973463"/>
                  </a:lnTo>
                  <a:lnTo>
                    <a:pt x="2291920" y="964209"/>
                  </a:lnTo>
                  <a:lnTo>
                    <a:pt x="2363543" y="954842"/>
                  </a:lnTo>
                  <a:lnTo>
                    <a:pt x="2435165" y="945361"/>
                  </a:lnTo>
                  <a:lnTo>
                    <a:pt x="2506788" y="935763"/>
                  </a:lnTo>
                  <a:lnTo>
                    <a:pt x="2578410" y="926048"/>
                  </a:lnTo>
                  <a:lnTo>
                    <a:pt x="2650033" y="916214"/>
                  </a:lnTo>
                  <a:lnTo>
                    <a:pt x="2721655" y="906259"/>
                  </a:lnTo>
                  <a:lnTo>
                    <a:pt x="2793278" y="896182"/>
                  </a:lnTo>
                  <a:lnTo>
                    <a:pt x="2864901" y="885982"/>
                  </a:lnTo>
                  <a:lnTo>
                    <a:pt x="2936523" y="875656"/>
                  </a:lnTo>
                  <a:lnTo>
                    <a:pt x="3008146" y="865205"/>
                  </a:lnTo>
                  <a:lnTo>
                    <a:pt x="3079768" y="854625"/>
                  </a:lnTo>
                  <a:lnTo>
                    <a:pt x="3151391" y="843916"/>
                  </a:lnTo>
                  <a:lnTo>
                    <a:pt x="3223013" y="833075"/>
                  </a:lnTo>
                  <a:lnTo>
                    <a:pt x="3294636" y="822101"/>
                  </a:lnTo>
                  <a:lnTo>
                    <a:pt x="3366258" y="810994"/>
                  </a:lnTo>
                  <a:lnTo>
                    <a:pt x="3437881" y="799750"/>
                  </a:lnTo>
                  <a:lnTo>
                    <a:pt x="3509503" y="788368"/>
                  </a:lnTo>
                  <a:lnTo>
                    <a:pt x="3581126" y="776847"/>
                  </a:lnTo>
                  <a:lnTo>
                    <a:pt x="3652748" y="765184"/>
                  </a:lnTo>
                  <a:lnTo>
                    <a:pt x="3724371" y="753379"/>
                  </a:lnTo>
                  <a:lnTo>
                    <a:pt x="3795993" y="741429"/>
                  </a:lnTo>
                  <a:lnTo>
                    <a:pt x="3867616" y="729333"/>
                  </a:lnTo>
                  <a:lnTo>
                    <a:pt x="3939238" y="717088"/>
                  </a:lnTo>
                  <a:lnTo>
                    <a:pt x="4010861" y="704694"/>
                  </a:lnTo>
                  <a:lnTo>
                    <a:pt x="4082483" y="692147"/>
                  </a:lnTo>
                  <a:lnTo>
                    <a:pt x="4154106" y="679447"/>
                  </a:lnTo>
                  <a:lnTo>
                    <a:pt x="4225729" y="666591"/>
                  </a:lnTo>
                  <a:lnTo>
                    <a:pt x="4297351" y="653578"/>
                  </a:lnTo>
                  <a:lnTo>
                    <a:pt x="4368974" y="640405"/>
                  </a:lnTo>
                  <a:lnTo>
                    <a:pt x="4440596" y="627071"/>
                  </a:lnTo>
                  <a:lnTo>
                    <a:pt x="4512219" y="613574"/>
                  </a:lnTo>
                  <a:lnTo>
                    <a:pt x="4583841" y="599911"/>
                  </a:lnTo>
                  <a:lnTo>
                    <a:pt x="4655464" y="586081"/>
                  </a:lnTo>
                  <a:lnTo>
                    <a:pt x="4727086" y="572081"/>
                  </a:lnTo>
                  <a:lnTo>
                    <a:pt x="4798709" y="557910"/>
                  </a:lnTo>
                  <a:lnTo>
                    <a:pt x="4870331" y="543565"/>
                  </a:lnTo>
                  <a:lnTo>
                    <a:pt x="4941954" y="529044"/>
                  </a:lnTo>
                  <a:lnTo>
                    <a:pt x="5013576" y="514346"/>
                  </a:lnTo>
                  <a:lnTo>
                    <a:pt x="5085199" y="499467"/>
                  </a:lnTo>
                  <a:lnTo>
                    <a:pt x="5156821" y="484406"/>
                  </a:lnTo>
                  <a:lnTo>
                    <a:pt x="5228444" y="469161"/>
                  </a:lnTo>
                  <a:lnTo>
                    <a:pt x="5300066" y="453728"/>
                  </a:lnTo>
                  <a:lnTo>
                    <a:pt x="5371689" y="438107"/>
                  </a:lnTo>
                  <a:lnTo>
                    <a:pt x="5443311" y="422294"/>
                  </a:lnTo>
                  <a:lnTo>
                    <a:pt x="5514934" y="406288"/>
                  </a:lnTo>
                  <a:lnTo>
                    <a:pt x="5586557" y="390085"/>
                  </a:lnTo>
                  <a:lnTo>
                    <a:pt x="5658179" y="373684"/>
                  </a:lnTo>
                  <a:lnTo>
                    <a:pt x="5729802" y="357082"/>
                  </a:lnTo>
                  <a:lnTo>
                    <a:pt x="5801424" y="340277"/>
                  </a:lnTo>
                  <a:lnTo>
                    <a:pt x="5873047" y="323265"/>
                  </a:lnTo>
                  <a:lnTo>
                    <a:pt x="5944669" y="306046"/>
                  </a:lnTo>
                  <a:lnTo>
                    <a:pt x="6016292" y="288615"/>
                  </a:lnTo>
                  <a:lnTo>
                    <a:pt x="6087914" y="270970"/>
                  </a:lnTo>
                  <a:lnTo>
                    <a:pt x="6159537" y="253110"/>
                  </a:lnTo>
                  <a:lnTo>
                    <a:pt x="6231159" y="235031"/>
                  </a:lnTo>
                  <a:lnTo>
                    <a:pt x="6302782" y="216730"/>
                  </a:lnTo>
                  <a:lnTo>
                    <a:pt x="6374404" y="198205"/>
                  </a:lnTo>
                  <a:lnTo>
                    <a:pt x="6446027" y="179452"/>
                  </a:lnTo>
                  <a:lnTo>
                    <a:pt x="6517649" y="160471"/>
                  </a:lnTo>
                  <a:lnTo>
                    <a:pt x="6589272" y="141256"/>
                  </a:lnTo>
                  <a:lnTo>
                    <a:pt x="6660894" y="121806"/>
                  </a:lnTo>
                  <a:lnTo>
                    <a:pt x="6732517" y="102118"/>
                  </a:lnTo>
                  <a:lnTo>
                    <a:pt x="6804139" y="82189"/>
                  </a:lnTo>
                  <a:lnTo>
                    <a:pt x="6875762" y="62015"/>
                  </a:lnTo>
                  <a:lnTo>
                    <a:pt x="6947385" y="41595"/>
                  </a:lnTo>
                  <a:lnTo>
                    <a:pt x="7019007" y="2092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2026-05-22T09:54:32Z</dcterms:modified>
  <cp:category/>
</cp:coreProperties>
</file>