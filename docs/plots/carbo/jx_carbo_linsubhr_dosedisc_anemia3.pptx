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59547"/>
            </a:xfrm>
            <a:custGeom>
              <a:avLst/>
              <a:pathLst>
                <a:path w="7090630" h="3459547">
                  <a:moveTo>
                    <a:pt x="0" y="2075172"/>
                  </a:moveTo>
                  <a:lnTo>
                    <a:pt x="71622" y="2097076"/>
                  </a:lnTo>
                  <a:lnTo>
                    <a:pt x="143245" y="2118675"/>
                  </a:lnTo>
                  <a:lnTo>
                    <a:pt x="214867" y="2139974"/>
                  </a:lnTo>
                  <a:lnTo>
                    <a:pt x="286490" y="2160978"/>
                  </a:lnTo>
                  <a:lnTo>
                    <a:pt x="358112" y="2181690"/>
                  </a:lnTo>
                  <a:lnTo>
                    <a:pt x="429735" y="2202114"/>
                  </a:lnTo>
                  <a:lnTo>
                    <a:pt x="501357" y="2222255"/>
                  </a:lnTo>
                  <a:lnTo>
                    <a:pt x="572980" y="2242116"/>
                  </a:lnTo>
                  <a:lnTo>
                    <a:pt x="644602" y="2261702"/>
                  </a:lnTo>
                  <a:lnTo>
                    <a:pt x="716225" y="2281015"/>
                  </a:lnTo>
                  <a:lnTo>
                    <a:pt x="787847" y="2300060"/>
                  </a:lnTo>
                  <a:lnTo>
                    <a:pt x="859470" y="2318841"/>
                  </a:lnTo>
                  <a:lnTo>
                    <a:pt x="931092" y="2337361"/>
                  </a:lnTo>
                  <a:lnTo>
                    <a:pt x="1002715" y="2355624"/>
                  </a:lnTo>
                  <a:lnTo>
                    <a:pt x="1074337" y="2373634"/>
                  </a:lnTo>
                  <a:lnTo>
                    <a:pt x="1145960" y="2391393"/>
                  </a:lnTo>
                  <a:lnTo>
                    <a:pt x="1217582" y="2408905"/>
                  </a:lnTo>
                  <a:lnTo>
                    <a:pt x="1289205" y="2426175"/>
                  </a:lnTo>
                  <a:lnTo>
                    <a:pt x="1360827" y="2443205"/>
                  </a:lnTo>
                  <a:lnTo>
                    <a:pt x="1432450" y="2459998"/>
                  </a:lnTo>
                  <a:lnTo>
                    <a:pt x="1504073" y="2476558"/>
                  </a:lnTo>
                  <a:lnTo>
                    <a:pt x="1575695" y="2492888"/>
                  </a:lnTo>
                  <a:lnTo>
                    <a:pt x="1647318" y="2508991"/>
                  </a:lnTo>
                  <a:lnTo>
                    <a:pt x="1718940" y="2524871"/>
                  </a:lnTo>
                  <a:lnTo>
                    <a:pt x="1790563" y="2540530"/>
                  </a:lnTo>
                  <a:lnTo>
                    <a:pt x="1862185" y="2555972"/>
                  </a:lnTo>
                  <a:lnTo>
                    <a:pt x="1933808" y="2571200"/>
                  </a:lnTo>
                  <a:lnTo>
                    <a:pt x="2005430" y="2586216"/>
                  </a:lnTo>
                  <a:lnTo>
                    <a:pt x="2077053" y="2601023"/>
                  </a:lnTo>
                  <a:lnTo>
                    <a:pt x="2148675" y="2615625"/>
                  </a:lnTo>
                  <a:lnTo>
                    <a:pt x="2220298" y="2630024"/>
                  </a:lnTo>
                  <a:lnTo>
                    <a:pt x="2291920" y="2644224"/>
                  </a:lnTo>
                  <a:lnTo>
                    <a:pt x="2363543" y="2658226"/>
                  </a:lnTo>
                  <a:lnTo>
                    <a:pt x="2435165" y="2672033"/>
                  </a:lnTo>
                  <a:lnTo>
                    <a:pt x="2506788" y="2685649"/>
                  </a:lnTo>
                  <a:lnTo>
                    <a:pt x="2578410" y="2699076"/>
                  </a:lnTo>
                  <a:lnTo>
                    <a:pt x="2650033" y="2712316"/>
                  </a:lnTo>
                  <a:lnTo>
                    <a:pt x="2721655" y="2725373"/>
                  </a:lnTo>
                  <a:lnTo>
                    <a:pt x="2793278" y="2738248"/>
                  </a:lnTo>
                  <a:lnTo>
                    <a:pt x="2864901" y="2750945"/>
                  </a:lnTo>
                  <a:lnTo>
                    <a:pt x="2936523" y="2763465"/>
                  </a:lnTo>
                  <a:lnTo>
                    <a:pt x="3008146" y="2775811"/>
                  </a:lnTo>
                  <a:lnTo>
                    <a:pt x="3079768" y="2770148"/>
                  </a:lnTo>
                  <a:lnTo>
                    <a:pt x="3151391" y="2738404"/>
                  </a:lnTo>
                  <a:lnTo>
                    <a:pt x="3223013" y="2705518"/>
                  </a:lnTo>
                  <a:lnTo>
                    <a:pt x="3294636" y="2671450"/>
                  </a:lnTo>
                  <a:lnTo>
                    <a:pt x="3366258" y="2636156"/>
                  </a:lnTo>
                  <a:lnTo>
                    <a:pt x="3437881" y="2599592"/>
                  </a:lnTo>
                  <a:lnTo>
                    <a:pt x="3509503" y="2561713"/>
                  </a:lnTo>
                  <a:lnTo>
                    <a:pt x="3581126" y="2522472"/>
                  </a:lnTo>
                  <a:lnTo>
                    <a:pt x="3652748" y="2481819"/>
                  </a:lnTo>
                  <a:lnTo>
                    <a:pt x="3724371" y="2439703"/>
                  </a:lnTo>
                  <a:lnTo>
                    <a:pt x="3795993" y="2396073"/>
                  </a:lnTo>
                  <a:lnTo>
                    <a:pt x="3867616" y="2350874"/>
                  </a:lnTo>
                  <a:lnTo>
                    <a:pt x="3939238" y="2304048"/>
                  </a:lnTo>
                  <a:lnTo>
                    <a:pt x="4010861" y="2255539"/>
                  </a:lnTo>
                  <a:lnTo>
                    <a:pt x="4082483" y="2205284"/>
                  </a:lnTo>
                  <a:lnTo>
                    <a:pt x="4154106" y="2153221"/>
                  </a:lnTo>
                  <a:lnTo>
                    <a:pt x="4225729" y="2099286"/>
                  </a:lnTo>
                  <a:lnTo>
                    <a:pt x="4297351" y="2043411"/>
                  </a:lnTo>
                  <a:lnTo>
                    <a:pt x="4368974" y="1985526"/>
                  </a:lnTo>
                  <a:lnTo>
                    <a:pt x="4440596" y="1925559"/>
                  </a:lnTo>
                  <a:lnTo>
                    <a:pt x="4512219" y="1863435"/>
                  </a:lnTo>
                  <a:lnTo>
                    <a:pt x="4583841" y="1799076"/>
                  </a:lnTo>
                  <a:lnTo>
                    <a:pt x="4655464" y="1732402"/>
                  </a:lnTo>
                  <a:lnTo>
                    <a:pt x="4727086" y="1663330"/>
                  </a:lnTo>
                  <a:lnTo>
                    <a:pt x="4798709" y="1591773"/>
                  </a:lnTo>
                  <a:lnTo>
                    <a:pt x="4870331" y="1517642"/>
                  </a:lnTo>
                  <a:lnTo>
                    <a:pt x="4941954" y="1440845"/>
                  </a:lnTo>
                  <a:lnTo>
                    <a:pt x="5013576" y="1361285"/>
                  </a:lnTo>
                  <a:lnTo>
                    <a:pt x="5085199" y="1278864"/>
                  </a:lnTo>
                  <a:lnTo>
                    <a:pt x="5156821" y="1193477"/>
                  </a:lnTo>
                  <a:lnTo>
                    <a:pt x="5228444" y="1105020"/>
                  </a:lnTo>
                  <a:lnTo>
                    <a:pt x="5300066" y="1013380"/>
                  </a:lnTo>
                  <a:lnTo>
                    <a:pt x="5371689" y="918444"/>
                  </a:lnTo>
                  <a:lnTo>
                    <a:pt x="5443311" y="820094"/>
                  </a:lnTo>
                  <a:lnTo>
                    <a:pt x="5514934" y="718205"/>
                  </a:lnTo>
                  <a:lnTo>
                    <a:pt x="5586557" y="612652"/>
                  </a:lnTo>
                  <a:lnTo>
                    <a:pt x="5658179" y="503301"/>
                  </a:lnTo>
                  <a:lnTo>
                    <a:pt x="5729802" y="390018"/>
                  </a:lnTo>
                  <a:lnTo>
                    <a:pt x="5801424" y="272659"/>
                  </a:lnTo>
                  <a:lnTo>
                    <a:pt x="5873047" y="151079"/>
                  </a:lnTo>
                  <a:lnTo>
                    <a:pt x="5944669" y="25126"/>
                  </a:lnTo>
                  <a:lnTo>
                    <a:pt x="5958461" y="0"/>
                  </a:lnTo>
                  <a:lnTo>
                    <a:pt x="7090630" y="0"/>
                  </a:lnTo>
                  <a:lnTo>
                    <a:pt x="7090630" y="3257474"/>
                  </a:lnTo>
                  <a:lnTo>
                    <a:pt x="7019007" y="3251909"/>
                  </a:lnTo>
                  <a:lnTo>
                    <a:pt x="6947385" y="3246267"/>
                  </a:lnTo>
                  <a:lnTo>
                    <a:pt x="6875762" y="3240545"/>
                  </a:lnTo>
                  <a:lnTo>
                    <a:pt x="6804139" y="3234742"/>
                  </a:lnTo>
                  <a:lnTo>
                    <a:pt x="6732517" y="3228858"/>
                  </a:lnTo>
                  <a:lnTo>
                    <a:pt x="6660894" y="3222891"/>
                  </a:lnTo>
                  <a:lnTo>
                    <a:pt x="6589272" y="3216839"/>
                  </a:lnTo>
                  <a:lnTo>
                    <a:pt x="6517649" y="3210703"/>
                  </a:lnTo>
                  <a:lnTo>
                    <a:pt x="6446027" y="3204480"/>
                  </a:lnTo>
                  <a:lnTo>
                    <a:pt x="6374404" y="3198170"/>
                  </a:lnTo>
                  <a:lnTo>
                    <a:pt x="6302782" y="3191770"/>
                  </a:lnTo>
                  <a:lnTo>
                    <a:pt x="6231159" y="3185281"/>
                  </a:lnTo>
                  <a:lnTo>
                    <a:pt x="6159537" y="3178700"/>
                  </a:lnTo>
                  <a:lnTo>
                    <a:pt x="6087914" y="3172027"/>
                  </a:lnTo>
                  <a:lnTo>
                    <a:pt x="6016292" y="3165259"/>
                  </a:lnTo>
                  <a:lnTo>
                    <a:pt x="5944669" y="3158397"/>
                  </a:lnTo>
                  <a:lnTo>
                    <a:pt x="5873047" y="3151437"/>
                  </a:lnTo>
                  <a:lnTo>
                    <a:pt x="5801424" y="3144380"/>
                  </a:lnTo>
                  <a:lnTo>
                    <a:pt x="5729802" y="3137223"/>
                  </a:lnTo>
                  <a:lnTo>
                    <a:pt x="5658179" y="3129966"/>
                  </a:lnTo>
                  <a:lnTo>
                    <a:pt x="5586557" y="3122606"/>
                  </a:lnTo>
                  <a:lnTo>
                    <a:pt x="5514934" y="3115143"/>
                  </a:lnTo>
                  <a:lnTo>
                    <a:pt x="5443311" y="3107575"/>
                  </a:lnTo>
                  <a:lnTo>
                    <a:pt x="5371689" y="3099900"/>
                  </a:lnTo>
                  <a:lnTo>
                    <a:pt x="5300066" y="3092117"/>
                  </a:lnTo>
                  <a:lnTo>
                    <a:pt x="5228444" y="3084224"/>
                  </a:lnTo>
                  <a:lnTo>
                    <a:pt x="5156821" y="3076220"/>
                  </a:lnTo>
                  <a:lnTo>
                    <a:pt x="5085199" y="3068104"/>
                  </a:lnTo>
                  <a:lnTo>
                    <a:pt x="5013576" y="3059873"/>
                  </a:lnTo>
                  <a:lnTo>
                    <a:pt x="4941954" y="3051527"/>
                  </a:lnTo>
                  <a:lnTo>
                    <a:pt x="4870331" y="3043063"/>
                  </a:lnTo>
                  <a:lnTo>
                    <a:pt x="4798709" y="3034479"/>
                  </a:lnTo>
                  <a:lnTo>
                    <a:pt x="4727086" y="3025775"/>
                  </a:lnTo>
                  <a:lnTo>
                    <a:pt x="4655464" y="3016948"/>
                  </a:lnTo>
                  <a:lnTo>
                    <a:pt x="4583841" y="3007997"/>
                  </a:lnTo>
                  <a:lnTo>
                    <a:pt x="4512219" y="2998920"/>
                  </a:lnTo>
                  <a:lnTo>
                    <a:pt x="4440596" y="2989715"/>
                  </a:lnTo>
                  <a:lnTo>
                    <a:pt x="4368974" y="2980381"/>
                  </a:lnTo>
                  <a:lnTo>
                    <a:pt x="4297351" y="2970915"/>
                  </a:lnTo>
                  <a:lnTo>
                    <a:pt x="4225729" y="2961316"/>
                  </a:lnTo>
                  <a:lnTo>
                    <a:pt x="4154106" y="2951582"/>
                  </a:lnTo>
                  <a:lnTo>
                    <a:pt x="4082483" y="2941710"/>
                  </a:lnTo>
                  <a:lnTo>
                    <a:pt x="4010861" y="2931700"/>
                  </a:lnTo>
                  <a:lnTo>
                    <a:pt x="3939238" y="2921548"/>
                  </a:lnTo>
                  <a:lnTo>
                    <a:pt x="3867616" y="2911254"/>
                  </a:lnTo>
                  <a:lnTo>
                    <a:pt x="3795993" y="2900815"/>
                  </a:lnTo>
                  <a:lnTo>
                    <a:pt x="3724371" y="2890229"/>
                  </a:lnTo>
                  <a:lnTo>
                    <a:pt x="3652748" y="2879493"/>
                  </a:lnTo>
                  <a:lnTo>
                    <a:pt x="3581126" y="2868607"/>
                  </a:lnTo>
                  <a:lnTo>
                    <a:pt x="3509503" y="2857567"/>
                  </a:lnTo>
                  <a:lnTo>
                    <a:pt x="3437881" y="2846372"/>
                  </a:lnTo>
                  <a:lnTo>
                    <a:pt x="3366258" y="2835019"/>
                  </a:lnTo>
                  <a:lnTo>
                    <a:pt x="3294636" y="2823506"/>
                  </a:lnTo>
                  <a:lnTo>
                    <a:pt x="3223013" y="2811831"/>
                  </a:lnTo>
                  <a:lnTo>
                    <a:pt x="3151391" y="2799992"/>
                  </a:lnTo>
                  <a:lnTo>
                    <a:pt x="3079768" y="2787986"/>
                  </a:lnTo>
                  <a:lnTo>
                    <a:pt x="3008146" y="2800790"/>
                  </a:lnTo>
                  <a:lnTo>
                    <a:pt x="2936523" y="2830367"/>
                  </a:lnTo>
                  <a:lnTo>
                    <a:pt x="2864901" y="2858918"/>
                  </a:lnTo>
                  <a:lnTo>
                    <a:pt x="2793278" y="2886478"/>
                  </a:lnTo>
                  <a:lnTo>
                    <a:pt x="2721655" y="2913080"/>
                  </a:lnTo>
                  <a:lnTo>
                    <a:pt x="2650033" y="2938759"/>
                  </a:lnTo>
                  <a:lnTo>
                    <a:pt x="2578410" y="2963546"/>
                  </a:lnTo>
                  <a:lnTo>
                    <a:pt x="2506788" y="2987473"/>
                  </a:lnTo>
                  <a:lnTo>
                    <a:pt x="2435165" y="3010569"/>
                  </a:lnTo>
                  <a:lnTo>
                    <a:pt x="2363543" y="3032862"/>
                  </a:lnTo>
                  <a:lnTo>
                    <a:pt x="2291920" y="3054382"/>
                  </a:lnTo>
                  <a:lnTo>
                    <a:pt x="2220298" y="3075155"/>
                  </a:lnTo>
                  <a:lnTo>
                    <a:pt x="2148675" y="3095206"/>
                  </a:lnTo>
                  <a:lnTo>
                    <a:pt x="2077053" y="3114561"/>
                  </a:lnTo>
                  <a:lnTo>
                    <a:pt x="2005430" y="3133244"/>
                  </a:lnTo>
                  <a:lnTo>
                    <a:pt x="1933808" y="3151279"/>
                  </a:lnTo>
                  <a:lnTo>
                    <a:pt x="1862185" y="3168687"/>
                  </a:lnTo>
                  <a:lnTo>
                    <a:pt x="1790563" y="3185491"/>
                  </a:lnTo>
                  <a:lnTo>
                    <a:pt x="1718940" y="3201711"/>
                  </a:lnTo>
                  <a:lnTo>
                    <a:pt x="1647318" y="3217368"/>
                  </a:lnTo>
                  <a:lnTo>
                    <a:pt x="1575695" y="3232482"/>
                  </a:lnTo>
                  <a:lnTo>
                    <a:pt x="1504073" y="3247070"/>
                  </a:lnTo>
                  <a:lnTo>
                    <a:pt x="1432450" y="3261153"/>
                  </a:lnTo>
                  <a:lnTo>
                    <a:pt x="1360827" y="3274746"/>
                  </a:lnTo>
                  <a:lnTo>
                    <a:pt x="1289205" y="3287867"/>
                  </a:lnTo>
                  <a:lnTo>
                    <a:pt x="1217582" y="3300533"/>
                  </a:lnTo>
                  <a:lnTo>
                    <a:pt x="1145960" y="3312758"/>
                  </a:lnTo>
                  <a:lnTo>
                    <a:pt x="1074337" y="3324560"/>
                  </a:lnTo>
                  <a:lnTo>
                    <a:pt x="1002715" y="3335951"/>
                  </a:lnTo>
                  <a:lnTo>
                    <a:pt x="931092" y="3346947"/>
                  </a:lnTo>
                  <a:lnTo>
                    <a:pt x="859470" y="3357562"/>
                  </a:lnTo>
                  <a:lnTo>
                    <a:pt x="787847" y="3367807"/>
                  </a:lnTo>
                  <a:lnTo>
                    <a:pt x="716225" y="3377697"/>
                  </a:lnTo>
                  <a:lnTo>
                    <a:pt x="644602" y="3387244"/>
                  </a:lnTo>
                  <a:lnTo>
                    <a:pt x="572980" y="3396459"/>
                  </a:lnTo>
                  <a:lnTo>
                    <a:pt x="501357" y="3405354"/>
                  </a:lnTo>
                  <a:lnTo>
                    <a:pt x="429735" y="3413940"/>
                  </a:lnTo>
                  <a:lnTo>
                    <a:pt x="358112" y="3422229"/>
                  </a:lnTo>
                  <a:lnTo>
                    <a:pt x="286490" y="3430229"/>
                  </a:lnTo>
                  <a:lnTo>
                    <a:pt x="214867" y="3437952"/>
                  </a:lnTo>
                  <a:lnTo>
                    <a:pt x="143245" y="3445406"/>
                  </a:lnTo>
                  <a:lnTo>
                    <a:pt x="71622" y="3452602"/>
                  </a:lnTo>
                  <a:lnTo>
                    <a:pt x="0" y="34595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958461" cy="2775811"/>
            </a:xfrm>
            <a:custGeom>
              <a:avLst/>
              <a:pathLst>
                <a:path w="5958461" h="2775811">
                  <a:moveTo>
                    <a:pt x="0" y="2075172"/>
                  </a:moveTo>
                  <a:lnTo>
                    <a:pt x="71622" y="2097076"/>
                  </a:lnTo>
                  <a:lnTo>
                    <a:pt x="143245" y="2118675"/>
                  </a:lnTo>
                  <a:lnTo>
                    <a:pt x="214867" y="2139974"/>
                  </a:lnTo>
                  <a:lnTo>
                    <a:pt x="286490" y="2160978"/>
                  </a:lnTo>
                  <a:lnTo>
                    <a:pt x="358112" y="2181690"/>
                  </a:lnTo>
                  <a:lnTo>
                    <a:pt x="429735" y="2202114"/>
                  </a:lnTo>
                  <a:lnTo>
                    <a:pt x="501357" y="2222255"/>
                  </a:lnTo>
                  <a:lnTo>
                    <a:pt x="572980" y="2242116"/>
                  </a:lnTo>
                  <a:lnTo>
                    <a:pt x="644602" y="2261702"/>
                  </a:lnTo>
                  <a:lnTo>
                    <a:pt x="716225" y="2281015"/>
                  </a:lnTo>
                  <a:lnTo>
                    <a:pt x="787847" y="2300060"/>
                  </a:lnTo>
                  <a:lnTo>
                    <a:pt x="859470" y="2318841"/>
                  </a:lnTo>
                  <a:lnTo>
                    <a:pt x="931092" y="2337361"/>
                  </a:lnTo>
                  <a:lnTo>
                    <a:pt x="1002715" y="2355624"/>
                  </a:lnTo>
                  <a:lnTo>
                    <a:pt x="1074337" y="2373634"/>
                  </a:lnTo>
                  <a:lnTo>
                    <a:pt x="1145960" y="2391393"/>
                  </a:lnTo>
                  <a:lnTo>
                    <a:pt x="1217582" y="2408905"/>
                  </a:lnTo>
                  <a:lnTo>
                    <a:pt x="1289205" y="2426175"/>
                  </a:lnTo>
                  <a:lnTo>
                    <a:pt x="1360827" y="2443205"/>
                  </a:lnTo>
                  <a:lnTo>
                    <a:pt x="1432450" y="2459998"/>
                  </a:lnTo>
                  <a:lnTo>
                    <a:pt x="1504073" y="2476558"/>
                  </a:lnTo>
                  <a:lnTo>
                    <a:pt x="1575695" y="2492888"/>
                  </a:lnTo>
                  <a:lnTo>
                    <a:pt x="1647318" y="2508991"/>
                  </a:lnTo>
                  <a:lnTo>
                    <a:pt x="1718940" y="2524871"/>
                  </a:lnTo>
                  <a:lnTo>
                    <a:pt x="1790563" y="2540530"/>
                  </a:lnTo>
                  <a:lnTo>
                    <a:pt x="1862185" y="2555972"/>
                  </a:lnTo>
                  <a:lnTo>
                    <a:pt x="1933808" y="2571200"/>
                  </a:lnTo>
                  <a:lnTo>
                    <a:pt x="2005430" y="2586216"/>
                  </a:lnTo>
                  <a:lnTo>
                    <a:pt x="2077053" y="2601023"/>
                  </a:lnTo>
                  <a:lnTo>
                    <a:pt x="2148675" y="2615625"/>
                  </a:lnTo>
                  <a:lnTo>
                    <a:pt x="2220298" y="2630024"/>
                  </a:lnTo>
                  <a:lnTo>
                    <a:pt x="2291920" y="2644224"/>
                  </a:lnTo>
                  <a:lnTo>
                    <a:pt x="2363543" y="2658226"/>
                  </a:lnTo>
                  <a:lnTo>
                    <a:pt x="2435165" y="2672033"/>
                  </a:lnTo>
                  <a:lnTo>
                    <a:pt x="2506788" y="2685649"/>
                  </a:lnTo>
                  <a:lnTo>
                    <a:pt x="2578410" y="2699076"/>
                  </a:lnTo>
                  <a:lnTo>
                    <a:pt x="2650033" y="2712316"/>
                  </a:lnTo>
                  <a:lnTo>
                    <a:pt x="2721655" y="2725373"/>
                  </a:lnTo>
                  <a:lnTo>
                    <a:pt x="2793278" y="2738248"/>
                  </a:lnTo>
                  <a:lnTo>
                    <a:pt x="2864901" y="2750945"/>
                  </a:lnTo>
                  <a:lnTo>
                    <a:pt x="2936523" y="2763465"/>
                  </a:lnTo>
                  <a:lnTo>
                    <a:pt x="3008146" y="2775811"/>
                  </a:lnTo>
                  <a:lnTo>
                    <a:pt x="3079768" y="2770148"/>
                  </a:lnTo>
                  <a:lnTo>
                    <a:pt x="3151391" y="2738404"/>
                  </a:lnTo>
                  <a:lnTo>
                    <a:pt x="3223013" y="2705518"/>
                  </a:lnTo>
                  <a:lnTo>
                    <a:pt x="3294636" y="2671450"/>
                  </a:lnTo>
                  <a:lnTo>
                    <a:pt x="3366258" y="2636156"/>
                  </a:lnTo>
                  <a:lnTo>
                    <a:pt x="3437881" y="2599592"/>
                  </a:lnTo>
                  <a:lnTo>
                    <a:pt x="3509503" y="2561713"/>
                  </a:lnTo>
                  <a:lnTo>
                    <a:pt x="3581126" y="2522472"/>
                  </a:lnTo>
                  <a:lnTo>
                    <a:pt x="3652748" y="2481819"/>
                  </a:lnTo>
                  <a:lnTo>
                    <a:pt x="3724371" y="2439703"/>
                  </a:lnTo>
                  <a:lnTo>
                    <a:pt x="3795993" y="2396073"/>
                  </a:lnTo>
                  <a:lnTo>
                    <a:pt x="3867616" y="2350874"/>
                  </a:lnTo>
                  <a:lnTo>
                    <a:pt x="3939238" y="2304048"/>
                  </a:lnTo>
                  <a:lnTo>
                    <a:pt x="4010861" y="2255539"/>
                  </a:lnTo>
                  <a:lnTo>
                    <a:pt x="4082483" y="2205284"/>
                  </a:lnTo>
                  <a:lnTo>
                    <a:pt x="4154106" y="2153221"/>
                  </a:lnTo>
                  <a:lnTo>
                    <a:pt x="4225729" y="2099286"/>
                  </a:lnTo>
                  <a:lnTo>
                    <a:pt x="4297351" y="2043411"/>
                  </a:lnTo>
                  <a:lnTo>
                    <a:pt x="4368974" y="1985526"/>
                  </a:lnTo>
                  <a:lnTo>
                    <a:pt x="4440596" y="1925559"/>
                  </a:lnTo>
                  <a:lnTo>
                    <a:pt x="4512219" y="1863435"/>
                  </a:lnTo>
                  <a:lnTo>
                    <a:pt x="4583841" y="1799076"/>
                  </a:lnTo>
                  <a:lnTo>
                    <a:pt x="4655464" y="1732402"/>
                  </a:lnTo>
                  <a:lnTo>
                    <a:pt x="4727086" y="1663330"/>
                  </a:lnTo>
                  <a:lnTo>
                    <a:pt x="4798709" y="1591773"/>
                  </a:lnTo>
                  <a:lnTo>
                    <a:pt x="4870331" y="1517642"/>
                  </a:lnTo>
                  <a:lnTo>
                    <a:pt x="4941954" y="1440845"/>
                  </a:lnTo>
                  <a:lnTo>
                    <a:pt x="5013576" y="1361285"/>
                  </a:lnTo>
                  <a:lnTo>
                    <a:pt x="5085199" y="1278864"/>
                  </a:lnTo>
                  <a:lnTo>
                    <a:pt x="5156821" y="1193477"/>
                  </a:lnTo>
                  <a:lnTo>
                    <a:pt x="5228444" y="1105020"/>
                  </a:lnTo>
                  <a:lnTo>
                    <a:pt x="5300066" y="1013380"/>
                  </a:lnTo>
                  <a:lnTo>
                    <a:pt x="5371689" y="918444"/>
                  </a:lnTo>
                  <a:lnTo>
                    <a:pt x="5443311" y="820094"/>
                  </a:lnTo>
                  <a:lnTo>
                    <a:pt x="5514934" y="718205"/>
                  </a:lnTo>
                  <a:lnTo>
                    <a:pt x="5586557" y="612652"/>
                  </a:lnTo>
                  <a:lnTo>
                    <a:pt x="5658179" y="503301"/>
                  </a:lnTo>
                  <a:lnTo>
                    <a:pt x="5729802" y="390018"/>
                  </a:lnTo>
                  <a:lnTo>
                    <a:pt x="5801424" y="272659"/>
                  </a:lnTo>
                  <a:lnTo>
                    <a:pt x="5873047" y="151079"/>
                  </a:lnTo>
                  <a:lnTo>
                    <a:pt x="5944669" y="25126"/>
                  </a:lnTo>
                  <a:lnTo>
                    <a:pt x="59584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4550"/>
              <a:ext cx="7090630" cy="671561"/>
            </a:xfrm>
            <a:custGeom>
              <a:avLst/>
              <a:pathLst>
                <a:path w="7090630" h="671561">
                  <a:moveTo>
                    <a:pt x="7090630" y="469487"/>
                  </a:moveTo>
                  <a:lnTo>
                    <a:pt x="7019007" y="463922"/>
                  </a:lnTo>
                  <a:lnTo>
                    <a:pt x="6947385" y="458280"/>
                  </a:lnTo>
                  <a:lnTo>
                    <a:pt x="6875762" y="452558"/>
                  </a:lnTo>
                  <a:lnTo>
                    <a:pt x="6804139" y="446755"/>
                  </a:lnTo>
                  <a:lnTo>
                    <a:pt x="6732517" y="440871"/>
                  </a:lnTo>
                  <a:lnTo>
                    <a:pt x="6660894" y="434904"/>
                  </a:lnTo>
                  <a:lnTo>
                    <a:pt x="6589272" y="428852"/>
                  </a:lnTo>
                  <a:lnTo>
                    <a:pt x="6517649" y="422716"/>
                  </a:lnTo>
                  <a:lnTo>
                    <a:pt x="6446027" y="416493"/>
                  </a:lnTo>
                  <a:lnTo>
                    <a:pt x="6374404" y="410183"/>
                  </a:lnTo>
                  <a:lnTo>
                    <a:pt x="6302782" y="403783"/>
                  </a:lnTo>
                  <a:lnTo>
                    <a:pt x="6231159" y="397294"/>
                  </a:lnTo>
                  <a:lnTo>
                    <a:pt x="6159537" y="390713"/>
                  </a:lnTo>
                  <a:lnTo>
                    <a:pt x="6087914" y="384040"/>
                  </a:lnTo>
                  <a:lnTo>
                    <a:pt x="6016292" y="377272"/>
                  </a:lnTo>
                  <a:lnTo>
                    <a:pt x="5944669" y="370410"/>
                  </a:lnTo>
                  <a:lnTo>
                    <a:pt x="5873047" y="363450"/>
                  </a:lnTo>
                  <a:lnTo>
                    <a:pt x="5801424" y="356393"/>
                  </a:lnTo>
                  <a:lnTo>
                    <a:pt x="5729802" y="349236"/>
                  </a:lnTo>
                  <a:lnTo>
                    <a:pt x="5658179" y="341979"/>
                  </a:lnTo>
                  <a:lnTo>
                    <a:pt x="5586557" y="334619"/>
                  </a:lnTo>
                  <a:lnTo>
                    <a:pt x="5514934" y="327156"/>
                  </a:lnTo>
                  <a:lnTo>
                    <a:pt x="5443311" y="319588"/>
                  </a:lnTo>
                  <a:lnTo>
                    <a:pt x="5371689" y="311913"/>
                  </a:lnTo>
                  <a:lnTo>
                    <a:pt x="5300066" y="304130"/>
                  </a:lnTo>
                  <a:lnTo>
                    <a:pt x="5228444" y="296237"/>
                  </a:lnTo>
                  <a:lnTo>
                    <a:pt x="5156821" y="288233"/>
                  </a:lnTo>
                  <a:lnTo>
                    <a:pt x="5085199" y="280117"/>
                  </a:lnTo>
                  <a:lnTo>
                    <a:pt x="5013576" y="271886"/>
                  </a:lnTo>
                  <a:lnTo>
                    <a:pt x="4941954" y="263540"/>
                  </a:lnTo>
                  <a:lnTo>
                    <a:pt x="4870331" y="255076"/>
                  </a:lnTo>
                  <a:lnTo>
                    <a:pt x="4798709" y="246492"/>
                  </a:lnTo>
                  <a:lnTo>
                    <a:pt x="4727086" y="237788"/>
                  </a:lnTo>
                  <a:lnTo>
                    <a:pt x="4655464" y="228961"/>
                  </a:lnTo>
                  <a:lnTo>
                    <a:pt x="4583841" y="220010"/>
                  </a:lnTo>
                  <a:lnTo>
                    <a:pt x="4512219" y="210933"/>
                  </a:lnTo>
                  <a:lnTo>
                    <a:pt x="4440596" y="201729"/>
                  </a:lnTo>
                  <a:lnTo>
                    <a:pt x="4368974" y="192394"/>
                  </a:lnTo>
                  <a:lnTo>
                    <a:pt x="4297351" y="182928"/>
                  </a:lnTo>
                  <a:lnTo>
                    <a:pt x="4225729" y="173329"/>
                  </a:lnTo>
                  <a:lnTo>
                    <a:pt x="4154106" y="163595"/>
                  </a:lnTo>
                  <a:lnTo>
                    <a:pt x="4082483" y="153723"/>
                  </a:lnTo>
                  <a:lnTo>
                    <a:pt x="4010861" y="143713"/>
                  </a:lnTo>
                  <a:lnTo>
                    <a:pt x="3939238" y="133561"/>
                  </a:lnTo>
                  <a:lnTo>
                    <a:pt x="3867616" y="123267"/>
                  </a:lnTo>
                  <a:lnTo>
                    <a:pt x="3795993" y="112828"/>
                  </a:lnTo>
                  <a:lnTo>
                    <a:pt x="3724371" y="102242"/>
                  </a:lnTo>
                  <a:lnTo>
                    <a:pt x="3652748" y="91506"/>
                  </a:lnTo>
                  <a:lnTo>
                    <a:pt x="3581126" y="80620"/>
                  </a:lnTo>
                  <a:lnTo>
                    <a:pt x="3509503" y="69580"/>
                  </a:lnTo>
                  <a:lnTo>
                    <a:pt x="3437881" y="58385"/>
                  </a:lnTo>
                  <a:lnTo>
                    <a:pt x="3366258" y="47032"/>
                  </a:lnTo>
                  <a:lnTo>
                    <a:pt x="3294636" y="35519"/>
                  </a:lnTo>
                  <a:lnTo>
                    <a:pt x="3223013" y="23845"/>
                  </a:lnTo>
                  <a:lnTo>
                    <a:pt x="3151391" y="12005"/>
                  </a:lnTo>
                  <a:lnTo>
                    <a:pt x="3079768" y="0"/>
                  </a:lnTo>
                  <a:lnTo>
                    <a:pt x="3008146" y="12803"/>
                  </a:lnTo>
                  <a:lnTo>
                    <a:pt x="2936523" y="42381"/>
                  </a:lnTo>
                  <a:lnTo>
                    <a:pt x="2864901" y="70931"/>
                  </a:lnTo>
                  <a:lnTo>
                    <a:pt x="2793278" y="98491"/>
                  </a:lnTo>
                  <a:lnTo>
                    <a:pt x="2721655" y="125093"/>
                  </a:lnTo>
                  <a:lnTo>
                    <a:pt x="2650033" y="150772"/>
                  </a:lnTo>
                  <a:lnTo>
                    <a:pt x="2578410" y="175559"/>
                  </a:lnTo>
                  <a:lnTo>
                    <a:pt x="2506788" y="199486"/>
                  </a:lnTo>
                  <a:lnTo>
                    <a:pt x="2435165" y="222582"/>
                  </a:lnTo>
                  <a:lnTo>
                    <a:pt x="2363543" y="244876"/>
                  </a:lnTo>
                  <a:lnTo>
                    <a:pt x="2291920" y="266395"/>
                  </a:lnTo>
                  <a:lnTo>
                    <a:pt x="2220298" y="287168"/>
                  </a:lnTo>
                  <a:lnTo>
                    <a:pt x="2148675" y="307219"/>
                  </a:lnTo>
                  <a:lnTo>
                    <a:pt x="2077053" y="326574"/>
                  </a:lnTo>
                  <a:lnTo>
                    <a:pt x="2005430" y="345258"/>
                  </a:lnTo>
                  <a:lnTo>
                    <a:pt x="1933808" y="363292"/>
                  </a:lnTo>
                  <a:lnTo>
                    <a:pt x="1862185" y="380700"/>
                  </a:lnTo>
                  <a:lnTo>
                    <a:pt x="1790563" y="397504"/>
                  </a:lnTo>
                  <a:lnTo>
                    <a:pt x="1718940" y="413724"/>
                  </a:lnTo>
                  <a:lnTo>
                    <a:pt x="1647318" y="429381"/>
                  </a:lnTo>
                  <a:lnTo>
                    <a:pt x="1575695" y="444495"/>
                  </a:lnTo>
                  <a:lnTo>
                    <a:pt x="1504073" y="459083"/>
                  </a:lnTo>
                  <a:lnTo>
                    <a:pt x="1432450" y="473166"/>
                  </a:lnTo>
                  <a:lnTo>
                    <a:pt x="1360827" y="486759"/>
                  </a:lnTo>
                  <a:lnTo>
                    <a:pt x="1289205" y="499880"/>
                  </a:lnTo>
                  <a:lnTo>
                    <a:pt x="1217582" y="512546"/>
                  </a:lnTo>
                  <a:lnTo>
                    <a:pt x="1145960" y="524772"/>
                  </a:lnTo>
                  <a:lnTo>
                    <a:pt x="1074337" y="536573"/>
                  </a:lnTo>
                  <a:lnTo>
                    <a:pt x="1002715" y="547964"/>
                  </a:lnTo>
                  <a:lnTo>
                    <a:pt x="931092" y="558961"/>
                  </a:lnTo>
                  <a:lnTo>
                    <a:pt x="859470" y="569575"/>
                  </a:lnTo>
                  <a:lnTo>
                    <a:pt x="787847" y="579821"/>
                  </a:lnTo>
                  <a:lnTo>
                    <a:pt x="716225" y="589710"/>
                  </a:lnTo>
                  <a:lnTo>
                    <a:pt x="644602" y="599257"/>
                  </a:lnTo>
                  <a:lnTo>
                    <a:pt x="572980" y="608472"/>
                  </a:lnTo>
                  <a:lnTo>
                    <a:pt x="501357" y="617367"/>
                  </a:lnTo>
                  <a:lnTo>
                    <a:pt x="429735" y="625954"/>
                  </a:lnTo>
                  <a:lnTo>
                    <a:pt x="358112" y="634242"/>
                  </a:lnTo>
                  <a:lnTo>
                    <a:pt x="286490" y="642242"/>
                  </a:lnTo>
                  <a:lnTo>
                    <a:pt x="214867" y="649965"/>
                  </a:lnTo>
                  <a:lnTo>
                    <a:pt x="143245" y="657419"/>
                  </a:lnTo>
                  <a:lnTo>
                    <a:pt x="71622" y="664615"/>
                  </a:lnTo>
                  <a:lnTo>
                    <a:pt x="0" y="6715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960748"/>
              <a:ext cx="7090630" cy="1036550"/>
            </a:xfrm>
            <a:custGeom>
              <a:avLst/>
              <a:pathLst>
                <a:path w="7090630" h="1036550">
                  <a:moveTo>
                    <a:pt x="0" y="1036550"/>
                  </a:moveTo>
                  <a:lnTo>
                    <a:pt x="71622" y="1030625"/>
                  </a:lnTo>
                  <a:lnTo>
                    <a:pt x="143245" y="1024636"/>
                  </a:lnTo>
                  <a:lnTo>
                    <a:pt x="214867" y="1018584"/>
                  </a:lnTo>
                  <a:lnTo>
                    <a:pt x="286490" y="1012466"/>
                  </a:lnTo>
                  <a:lnTo>
                    <a:pt x="358112" y="1006282"/>
                  </a:lnTo>
                  <a:lnTo>
                    <a:pt x="429735" y="1000032"/>
                  </a:lnTo>
                  <a:lnTo>
                    <a:pt x="501357" y="993715"/>
                  </a:lnTo>
                  <a:lnTo>
                    <a:pt x="572980" y="987331"/>
                  </a:lnTo>
                  <a:lnTo>
                    <a:pt x="644602" y="980877"/>
                  </a:lnTo>
                  <a:lnTo>
                    <a:pt x="716225" y="974355"/>
                  </a:lnTo>
                  <a:lnTo>
                    <a:pt x="787847" y="967762"/>
                  </a:lnTo>
                  <a:lnTo>
                    <a:pt x="859470" y="961099"/>
                  </a:lnTo>
                  <a:lnTo>
                    <a:pt x="931092" y="954364"/>
                  </a:lnTo>
                  <a:lnTo>
                    <a:pt x="1002715" y="947557"/>
                  </a:lnTo>
                  <a:lnTo>
                    <a:pt x="1074337" y="940676"/>
                  </a:lnTo>
                  <a:lnTo>
                    <a:pt x="1145960" y="933722"/>
                  </a:lnTo>
                  <a:lnTo>
                    <a:pt x="1217582" y="926693"/>
                  </a:lnTo>
                  <a:lnTo>
                    <a:pt x="1289205" y="919589"/>
                  </a:lnTo>
                  <a:lnTo>
                    <a:pt x="1360827" y="912408"/>
                  </a:lnTo>
                  <a:lnTo>
                    <a:pt x="1432450" y="905151"/>
                  </a:lnTo>
                  <a:lnTo>
                    <a:pt x="1504073" y="897815"/>
                  </a:lnTo>
                  <a:lnTo>
                    <a:pt x="1575695" y="890401"/>
                  </a:lnTo>
                  <a:lnTo>
                    <a:pt x="1647318" y="882907"/>
                  </a:lnTo>
                  <a:lnTo>
                    <a:pt x="1718940" y="875333"/>
                  </a:lnTo>
                  <a:lnTo>
                    <a:pt x="1790563" y="867677"/>
                  </a:lnTo>
                  <a:lnTo>
                    <a:pt x="1862185" y="859939"/>
                  </a:lnTo>
                  <a:lnTo>
                    <a:pt x="1933808" y="852118"/>
                  </a:lnTo>
                  <a:lnTo>
                    <a:pt x="2005430" y="844213"/>
                  </a:lnTo>
                  <a:lnTo>
                    <a:pt x="2077053" y="836223"/>
                  </a:lnTo>
                  <a:lnTo>
                    <a:pt x="2148675" y="828148"/>
                  </a:lnTo>
                  <a:lnTo>
                    <a:pt x="2220298" y="819986"/>
                  </a:lnTo>
                  <a:lnTo>
                    <a:pt x="2291920" y="811736"/>
                  </a:lnTo>
                  <a:lnTo>
                    <a:pt x="2363543" y="803397"/>
                  </a:lnTo>
                  <a:lnTo>
                    <a:pt x="2435165" y="794970"/>
                  </a:lnTo>
                  <a:lnTo>
                    <a:pt x="2506788" y="786451"/>
                  </a:lnTo>
                  <a:lnTo>
                    <a:pt x="2578410" y="777841"/>
                  </a:lnTo>
                  <a:lnTo>
                    <a:pt x="2650033" y="769139"/>
                  </a:lnTo>
                  <a:lnTo>
                    <a:pt x="2721655" y="760343"/>
                  </a:lnTo>
                  <a:lnTo>
                    <a:pt x="2793278" y="751453"/>
                  </a:lnTo>
                  <a:lnTo>
                    <a:pt x="2864901" y="742468"/>
                  </a:lnTo>
                  <a:lnTo>
                    <a:pt x="2936523" y="733386"/>
                  </a:lnTo>
                  <a:lnTo>
                    <a:pt x="3008146" y="724206"/>
                  </a:lnTo>
                  <a:lnTo>
                    <a:pt x="3079768" y="714928"/>
                  </a:lnTo>
                  <a:lnTo>
                    <a:pt x="3151391" y="705550"/>
                  </a:lnTo>
                  <a:lnTo>
                    <a:pt x="3223013" y="696072"/>
                  </a:lnTo>
                  <a:lnTo>
                    <a:pt x="3294636" y="686492"/>
                  </a:lnTo>
                  <a:lnTo>
                    <a:pt x="3366258" y="676809"/>
                  </a:lnTo>
                  <a:lnTo>
                    <a:pt x="3437881" y="667022"/>
                  </a:lnTo>
                  <a:lnTo>
                    <a:pt x="3509503" y="657130"/>
                  </a:lnTo>
                  <a:lnTo>
                    <a:pt x="3581126" y="647132"/>
                  </a:lnTo>
                  <a:lnTo>
                    <a:pt x="3652748" y="637026"/>
                  </a:lnTo>
                  <a:lnTo>
                    <a:pt x="3724371" y="626813"/>
                  </a:lnTo>
                  <a:lnTo>
                    <a:pt x="3795993" y="616489"/>
                  </a:lnTo>
                  <a:lnTo>
                    <a:pt x="3867616" y="606054"/>
                  </a:lnTo>
                  <a:lnTo>
                    <a:pt x="3939238" y="595508"/>
                  </a:lnTo>
                  <a:lnTo>
                    <a:pt x="4010861" y="584848"/>
                  </a:lnTo>
                  <a:lnTo>
                    <a:pt x="4082483" y="574074"/>
                  </a:lnTo>
                  <a:lnTo>
                    <a:pt x="4154106" y="563184"/>
                  </a:lnTo>
                  <a:lnTo>
                    <a:pt x="4225729" y="552178"/>
                  </a:lnTo>
                  <a:lnTo>
                    <a:pt x="4297351" y="541053"/>
                  </a:lnTo>
                  <a:lnTo>
                    <a:pt x="4368974" y="529809"/>
                  </a:lnTo>
                  <a:lnTo>
                    <a:pt x="4440596" y="518444"/>
                  </a:lnTo>
                  <a:lnTo>
                    <a:pt x="4512219" y="506957"/>
                  </a:lnTo>
                  <a:lnTo>
                    <a:pt x="4583841" y="495346"/>
                  </a:lnTo>
                  <a:lnTo>
                    <a:pt x="4655464" y="483611"/>
                  </a:lnTo>
                  <a:lnTo>
                    <a:pt x="4727086" y="471750"/>
                  </a:lnTo>
                  <a:lnTo>
                    <a:pt x="4798709" y="459762"/>
                  </a:lnTo>
                  <a:lnTo>
                    <a:pt x="4870331" y="447645"/>
                  </a:lnTo>
                  <a:lnTo>
                    <a:pt x="4941954" y="435398"/>
                  </a:lnTo>
                  <a:lnTo>
                    <a:pt x="5013576" y="423019"/>
                  </a:lnTo>
                  <a:lnTo>
                    <a:pt x="5085199" y="410508"/>
                  </a:lnTo>
                  <a:lnTo>
                    <a:pt x="5156821" y="397862"/>
                  </a:lnTo>
                  <a:lnTo>
                    <a:pt x="5228444" y="385081"/>
                  </a:lnTo>
                  <a:lnTo>
                    <a:pt x="5300066" y="372162"/>
                  </a:lnTo>
                  <a:lnTo>
                    <a:pt x="5371689" y="359105"/>
                  </a:lnTo>
                  <a:lnTo>
                    <a:pt x="5443311" y="345907"/>
                  </a:lnTo>
                  <a:lnTo>
                    <a:pt x="5514934" y="332568"/>
                  </a:lnTo>
                  <a:lnTo>
                    <a:pt x="5586557" y="319085"/>
                  </a:lnTo>
                  <a:lnTo>
                    <a:pt x="5658179" y="305458"/>
                  </a:lnTo>
                  <a:lnTo>
                    <a:pt x="5729802" y="291685"/>
                  </a:lnTo>
                  <a:lnTo>
                    <a:pt x="5801424" y="277763"/>
                  </a:lnTo>
                  <a:lnTo>
                    <a:pt x="5873047" y="263693"/>
                  </a:lnTo>
                  <a:lnTo>
                    <a:pt x="5944669" y="249471"/>
                  </a:lnTo>
                  <a:lnTo>
                    <a:pt x="6016292" y="235096"/>
                  </a:lnTo>
                  <a:lnTo>
                    <a:pt x="6087914" y="220567"/>
                  </a:lnTo>
                  <a:lnTo>
                    <a:pt x="6159537" y="205883"/>
                  </a:lnTo>
                  <a:lnTo>
                    <a:pt x="6231159" y="191040"/>
                  </a:lnTo>
                  <a:lnTo>
                    <a:pt x="6302782" y="176038"/>
                  </a:lnTo>
                  <a:lnTo>
                    <a:pt x="6374404" y="160875"/>
                  </a:lnTo>
                  <a:lnTo>
                    <a:pt x="6446027" y="145550"/>
                  </a:lnTo>
                  <a:lnTo>
                    <a:pt x="6517649" y="130060"/>
                  </a:lnTo>
                  <a:lnTo>
                    <a:pt x="6589272" y="114403"/>
                  </a:lnTo>
                  <a:lnTo>
                    <a:pt x="6660894" y="98579"/>
                  </a:lnTo>
                  <a:lnTo>
                    <a:pt x="6732517" y="82584"/>
                  </a:lnTo>
                  <a:lnTo>
                    <a:pt x="6804139" y="66418"/>
                  </a:lnTo>
                  <a:lnTo>
                    <a:pt x="6875762" y="50079"/>
                  </a:lnTo>
                  <a:lnTo>
                    <a:pt x="6947385" y="33563"/>
                  </a:lnTo>
                  <a:lnTo>
                    <a:pt x="7019007" y="1687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2026-05-22T10:32:42Z</dcterms:modified>
  <cp:category/>
</cp:coreProperties>
</file>