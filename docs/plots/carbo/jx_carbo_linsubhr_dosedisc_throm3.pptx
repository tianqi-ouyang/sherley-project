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27154"/>
            </a:xfrm>
            <a:custGeom>
              <a:avLst/>
              <a:pathLst>
                <a:path w="7090630" h="3627154">
                  <a:moveTo>
                    <a:pt x="0" y="3224430"/>
                  </a:moveTo>
                  <a:lnTo>
                    <a:pt x="71622" y="3217246"/>
                  </a:lnTo>
                  <a:lnTo>
                    <a:pt x="143245" y="3209942"/>
                  </a:lnTo>
                  <a:lnTo>
                    <a:pt x="214867" y="3202515"/>
                  </a:lnTo>
                  <a:lnTo>
                    <a:pt x="286490" y="3194964"/>
                  </a:lnTo>
                  <a:lnTo>
                    <a:pt x="358112" y="3187286"/>
                  </a:lnTo>
                  <a:lnTo>
                    <a:pt x="429735" y="3179479"/>
                  </a:lnTo>
                  <a:lnTo>
                    <a:pt x="501357" y="3171541"/>
                  </a:lnTo>
                  <a:lnTo>
                    <a:pt x="572980" y="3163470"/>
                  </a:lnTo>
                  <a:lnTo>
                    <a:pt x="644602" y="3155263"/>
                  </a:lnTo>
                  <a:lnTo>
                    <a:pt x="716225" y="3146919"/>
                  </a:lnTo>
                  <a:lnTo>
                    <a:pt x="787847" y="3138435"/>
                  </a:lnTo>
                  <a:lnTo>
                    <a:pt x="859470" y="3129809"/>
                  </a:lnTo>
                  <a:lnTo>
                    <a:pt x="931092" y="3121038"/>
                  </a:lnTo>
                  <a:lnTo>
                    <a:pt x="1002715" y="3112119"/>
                  </a:lnTo>
                  <a:lnTo>
                    <a:pt x="1074337" y="3103052"/>
                  </a:lnTo>
                  <a:lnTo>
                    <a:pt x="1145960" y="3093832"/>
                  </a:lnTo>
                  <a:lnTo>
                    <a:pt x="1217582" y="3084457"/>
                  </a:lnTo>
                  <a:lnTo>
                    <a:pt x="1289205" y="3074925"/>
                  </a:lnTo>
                  <a:lnTo>
                    <a:pt x="1360827" y="3065233"/>
                  </a:lnTo>
                  <a:lnTo>
                    <a:pt x="1432450" y="3055379"/>
                  </a:lnTo>
                  <a:lnTo>
                    <a:pt x="1504073" y="3045359"/>
                  </a:lnTo>
                  <a:lnTo>
                    <a:pt x="1575695" y="3035171"/>
                  </a:lnTo>
                  <a:lnTo>
                    <a:pt x="1647318" y="3024812"/>
                  </a:lnTo>
                  <a:lnTo>
                    <a:pt x="1718940" y="3014280"/>
                  </a:lnTo>
                  <a:lnTo>
                    <a:pt x="1790563" y="3003570"/>
                  </a:lnTo>
                  <a:lnTo>
                    <a:pt x="1862185" y="2992681"/>
                  </a:lnTo>
                  <a:lnTo>
                    <a:pt x="1933808" y="2981610"/>
                  </a:lnTo>
                  <a:lnTo>
                    <a:pt x="2005430" y="2970352"/>
                  </a:lnTo>
                  <a:lnTo>
                    <a:pt x="2077053" y="2958906"/>
                  </a:lnTo>
                  <a:lnTo>
                    <a:pt x="2148675" y="2947268"/>
                  </a:lnTo>
                  <a:lnTo>
                    <a:pt x="2220298" y="2935435"/>
                  </a:lnTo>
                  <a:lnTo>
                    <a:pt x="2291920" y="2923403"/>
                  </a:lnTo>
                  <a:lnTo>
                    <a:pt x="2363543" y="2911169"/>
                  </a:lnTo>
                  <a:lnTo>
                    <a:pt x="2435165" y="2898730"/>
                  </a:lnTo>
                  <a:lnTo>
                    <a:pt x="2506788" y="2886082"/>
                  </a:lnTo>
                  <a:lnTo>
                    <a:pt x="2578410" y="2873222"/>
                  </a:lnTo>
                  <a:lnTo>
                    <a:pt x="2650033" y="2860146"/>
                  </a:lnTo>
                  <a:lnTo>
                    <a:pt x="2721655" y="2846851"/>
                  </a:lnTo>
                  <a:lnTo>
                    <a:pt x="2793278" y="2833333"/>
                  </a:lnTo>
                  <a:lnTo>
                    <a:pt x="2864901" y="2819589"/>
                  </a:lnTo>
                  <a:lnTo>
                    <a:pt x="2936523" y="2805613"/>
                  </a:lnTo>
                  <a:lnTo>
                    <a:pt x="3008146" y="2791403"/>
                  </a:lnTo>
                  <a:lnTo>
                    <a:pt x="3079768" y="2752602"/>
                  </a:lnTo>
                  <a:lnTo>
                    <a:pt x="3151391" y="2674821"/>
                  </a:lnTo>
                  <a:lnTo>
                    <a:pt x="3223013" y="2590317"/>
                  </a:lnTo>
                  <a:lnTo>
                    <a:pt x="3294636" y="2498511"/>
                  </a:lnTo>
                  <a:lnTo>
                    <a:pt x="3366258" y="2398771"/>
                  </a:lnTo>
                  <a:lnTo>
                    <a:pt x="3437881" y="2290411"/>
                  </a:lnTo>
                  <a:lnTo>
                    <a:pt x="3509503" y="2172687"/>
                  </a:lnTo>
                  <a:lnTo>
                    <a:pt x="3581126" y="2044789"/>
                  </a:lnTo>
                  <a:lnTo>
                    <a:pt x="3652748" y="1905839"/>
                  </a:lnTo>
                  <a:lnTo>
                    <a:pt x="3724371" y="1754880"/>
                  </a:lnTo>
                  <a:lnTo>
                    <a:pt x="3795993" y="1590875"/>
                  </a:lnTo>
                  <a:lnTo>
                    <a:pt x="3867616" y="1412697"/>
                  </a:lnTo>
                  <a:lnTo>
                    <a:pt x="3939238" y="1219121"/>
                  </a:lnTo>
                  <a:lnTo>
                    <a:pt x="4010861" y="1008816"/>
                  </a:lnTo>
                  <a:lnTo>
                    <a:pt x="4082483" y="780336"/>
                  </a:lnTo>
                  <a:lnTo>
                    <a:pt x="4154106" y="532111"/>
                  </a:lnTo>
                  <a:lnTo>
                    <a:pt x="4225729" y="262435"/>
                  </a:lnTo>
                  <a:lnTo>
                    <a:pt x="4289884" y="0"/>
                  </a:lnTo>
                  <a:lnTo>
                    <a:pt x="7090630" y="0"/>
                  </a:lnTo>
                  <a:lnTo>
                    <a:pt x="7090630" y="1429496"/>
                  </a:lnTo>
                  <a:lnTo>
                    <a:pt x="7019007" y="1466176"/>
                  </a:lnTo>
                  <a:lnTo>
                    <a:pt x="6947385" y="1502251"/>
                  </a:lnTo>
                  <a:lnTo>
                    <a:pt x="6875762" y="1537731"/>
                  </a:lnTo>
                  <a:lnTo>
                    <a:pt x="6804139" y="1572626"/>
                  </a:lnTo>
                  <a:lnTo>
                    <a:pt x="6732517" y="1606945"/>
                  </a:lnTo>
                  <a:lnTo>
                    <a:pt x="6660894" y="1640697"/>
                  </a:lnTo>
                  <a:lnTo>
                    <a:pt x="6589272" y="1673893"/>
                  </a:lnTo>
                  <a:lnTo>
                    <a:pt x="6517649" y="1706541"/>
                  </a:lnTo>
                  <a:lnTo>
                    <a:pt x="6446027" y="1738650"/>
                  </a:lnTo>
                  <a:lnTo>
                    <a:pt x="6374404" y="1770230"/>
                  </a:lnTo>
                  <a:lnTo>
                    <a:pt x="6302782" y="1801289"/>
                  </a:lnTo>
                  <a:lnTo>
                    <a:pt x="6231159" y="1831835"/>
                  </a:lnTo>
                  <a:lnTo>
                    <a:pt x="6159537" y="1861877"/>
                  </a:lnTo>
                  <a:lnTo>
                    <a:pt x="6087914" y="1891423"/>
                  </a:lnTo>
                  <a:lnTo>
                    <a:pt x="6016292" y="1920482"/>
                  </a:lnTo>
                  <a:lnTo>
                    <a:pt x="5944669" y="1949062"/>
                  </a:lnTo>
                  <a:lnTo>
                    <a:pt x="5873047" y="1977170"/>
                  </a:lnTo>
                  <a:lnTo>
                    <a:pt x="5801424" y="2004814"/>
                  </a:lnTo>
                  <a:lnTo>
                    <a:pt x="5729802" y="2032002"/>
                  </a:lnTo>
                  <a:lnTo>
                    <a:pt x="5658179" y="2058741"/>
                  </a:lnTo>
                  <a:lnTo>
                    <a:pt x="5586557" y="2085040"/>
                  </a:lnTo>
                  <a:lnTo>
                    <a:pt x="5514934" y="2110904"/>
                  </a:lnTo>
                  <a:lnTo>
                    <a:pt x="5443311" y="2136342"/>
                  </a:lnTo>
                  <a:lnTo>
                    <a:pt x="5371689" y="2161360"/>
                  </a:lnTo>
                  <a:lnTo>
                    <a:pt x="5300066" y="2185965"/>
                  </a:lnTo>
                  <a:lnTo>
                    <a:pt x="5228444" y="2210164"/>
                  </a:lnTo>
                  <a:lnTo>
                    <a:pt x="5156821" y="2233964"/>
                  </a:lnTo>
                  <a:lnTo>
                    <a:pt x="5085199" y="2257371"/>
                  </a:lnTo>
                  <a:lnTo>
                    <a:pt x="5013576" y="2280392"/>
                  </a:lnTo>
                  <a:lnTo>
                    <a:pt x="4941954" y="2303033"/>
                  </a:lnTo>
                  <a:lnTo>
                    <a:pt x="4870331" y="2325301"/>
                  </a:lnTo>
                  <a:lnTo>
                    <a:pt x="4798709" y="2347201"/>
                  </a:lnTo>
                  <a:lnTo>
                    <a:pt x="4727086" y="2368740"/>
                  </a:lnTo>
                  <a:lnTo>
                    <a:pt x="4655464" y="2389924"/>
                  </a:lnTo>
                  <a:lnTo>
                    <a:pt x="4583841" y="2410758"/>
                  </a:lnTo>
                  <a:lnTo>
                    <a:pt x="4512219" y="2431248"/>
                  </a:lnTo>
                  <a:lnTo>
                    <a:pt x="4440596" y="2451400"/>
                  </a:lnTo>
                  <a:lnTo>
                    <a:pt x="4368974" y="2471220"/>
                  </a:lnTo>
                  <a:lnTo>
                    <a:pt x="4297351" y="2490713"/>
                  </a:lnTo>
                  <a:lnTo>
                    <a:pt x="4225729" y="2509884"/>
                  </a:lnTo>
                  <a:lnTo>
                    <a:pt x="4154106" y="2528738"/>
                  </a:lnTo>
                  <a:lnTo>
                    <a:pt x="4082483" y="2547282"/>
                  </a:lnTo>
                  <a:lnTo>
                    <a:pt x="4010861" y="2565520"/>
                  </a:lnTo>
                  <a:lnTo>
                    <a:pt x="3939238" y="2583457"/>
                  </a:lnTo>
                  <a:lnTo>
                    <a:pt x="3867616" y="2601097"/>
                  </a:lnTo>
                  <a:lnTo>
                    <a:pt x="3795993" y="2618447"/>
                  </a:lnTo>
                  <a:lnTo>
                    <a:pt x="3724371" y="2635511"/>
                  </a:lnTo>
                  <a:lnTo>
                    <a:pt x="3652748" y="2652293"/>
                  </a:lnTo>
                  <a:lnTo>
                    <a:pt x="3581126" y="2668798"/>
                  </a:lnTo>
                  <a:lnTo>
                    <a:pt x="3509503" y="2685031"/>
                  </a:lnTo>
                  <a:lnTo>
                    <a:pt x="3437881" y="2700996"/>
                  </a:lnTo>
                  <a:lnTo>
                    <a:pt x="3366258" y="2716697"/>
                  </a:lnTo>
                  <a:lnTo>
                    <a:pt x="3294636" y="2732140"/>
                  </a:lnTo>
                  <a:lnTo>
                    <a:pt x="3223013" y="2747327"/>
                  </a:lnTo>
                  <a:lnTo>
                    <a:pt x="3151391" y="2762264"/>
                  </a:lnTo>
                  <a:lnTo>
                    <a:pt x="3079768" y="2776955"/>
                  </a:lnTo>
                  <a:lnTo>
                    <a:pt x="3008146" y="2824197"/>
                  </a:lnTo>
                  <a:lnTo>
                    <a:pt x="2936523" y="2890096"/>
                  </a:lnTo>
                  <a:lnTo>
                    <a:pt x="2864901" y="2950753"/>
                  </a:lnTo>
                  <a:lnTo>
                    <a:pt x="2793278" y="3006586"/>
                  </a:lnTo>
                  <a:lnTo>
                    <a:pt x="2721655" y="3057977"/>
                  </a:lnTo>
                  <a:lnTo>
                    <a:pt x="2650033" y="3105280"/>
                  </a:lnTo>
                  <a:lnTo>
                    <a:pt x="2578410" y="3148820"/>
                  </a:lnTo>
                  <a:lnTo>
                    <a:pt x="2506788" y="3188897"/>
                  </a:lnTo>
                  <a:lnTo>
                    <a:pt x="2435165" y="3225786"/>
                  </a:lnTo>
                  <a:lnTo>
                    <a:pt x="2363543" y="3259741"/>
                  </a:lnTo>
                  <a:lnTo>
                    <a:pt x="2291920" y="3290994"/>
                  </a:lnTo>
                  <a:lnTo>
                    <a:pt x="2220298" y="3319762"/>
                  </a:lnTo>
                  <a:lnTo>
                    <a:pt x="2148675" y="3346241"/>
                  </a:lnTo>
                  <a:lnTo>
                    <a:pt x="2077053" y="3370614"/>
                  </a:lnTo>
                  <a:lnTo>
                    <a:pt x="2005430" y="3393048"/>
                  </a:lnTo>
                  <a:lnTo>
                    <a:pt x="1933808" y="3413698"/>
                  </a:lnTo>
                  <a:lnTo>
                    <a:pt x="1862185" y="3432705"/>
                  </a:lnTo>
                  <a:lnTo>
                    <a:pt x="1790563" y="3450200"/>
                  </a:lnTo>
                  <a:lnTo>
                    <a:pt x="1718940" y="3466304"/>
                  </a:lnTo>
                  <a:lnTo>
                    <a:pt x="1647318" y="3481126"/>
                  </a:lnTo>
                  <a:lnTo>
                    <a:pt x="1575695" y="3494770"/>
                  </a:lnTo>
                  <a:lnTo>
                    <a:pt x="1504073" y="3507328"/>
                  </a:lnTo>
                  <a:lnTo>
                    <a:pt x="1432450" y="3518887"/>
                  </a:lnTo>
                  <a:lnTo>
                    <a:pt x="1360827" y="3529527"/>
                  </a:lnTo>
                  <a:lnTo>
                    <a:pt x="1289205" y="3539320"/>
                  </a:lnTo>
                  <a:lnTo>
                    <a:pt x="1217582" y="3548335"/>
                  </a:lnTo>
                  <a:lnTo>
                    <a:pt x="1145960" y="3556632"/>
                  </a:lnTo>
                  <a:lnTo>
                    <a:pt x="1074337" y="3564269"/>
                  </a:lnTo>
                  <a:lnTo>
                    <a:pt x="1002715" y="3571299"/>
                  </a:lnTo>
                  <a:lnTo>
                    <a:pt x="931092" y="3577770"/>
                  </a:lnTo>
                  <a:lnTo>
                    <a:pt x="859470" y="3583725"/>
                  </a:lnTo>
                  <a:lnTo>
                    <a:pt x="787847" y="3589208"/>
                  </a:lnTo>
                  <a:lnTo>
                    <a:pt x="716225" y="3594254"/>
                  </a:lnTo>
                  <a:lnTo>
                    <a:pt x="644602" y="3598898"/>
                  </a:lnTo>
                  <a:lnTo>
                    <a:pt x="572980" y="3603173"/>
                  </a:lnTo>
                  <a:lnTo>
                    <a:pt x="501357" y="3607109"/>
                  </a:lnTo>
                  <a:lnTo>
                    <a:pt x="429735" y="3610731"/>
                  </a:lnTo>
                  <a:lnTo>
                    <a:pt x="358112" y="3614065"/>
                  </a:lnTo>
                  <a:lnTo>
                    <a:pt x="286490" y="3617133"/>
                  </a:lnTo>
                  <a:lnTo>
                    <a:pt x="214867" y="3619958"/>
                  </a:lnTo>
                  <a:lnTo>
                    <a:pt x="143245" y="3622558"/>
                  </a:lnTo>
                  <a:lnTo>
                    <a:pt x="71622" y="3624951"/>
                  </a:lnTo>
                  <a:lnTo>
                    <a:pt x="0" y="3627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289884" cy="3224430"/>
            </a:xfrm>
            <a:custGeom>
              <a:avLst/>
              <a:pathLst>
                <a:path w="4289884" h="3224430">
                  <a:moveTo>
                    <a:pt x="0" y="3224430"/>
                  </a:moveTo>
                  <a:lnTo>
                    <a:pt x="71622" y="3217246"/>
                  </a:lnTo>
                  <a:lnTo>
                    <a:pt x="143245" y="3209942"/>
                  </a:lnTo>
                  <a:lnTo>
                    <a:pt x="214867" y="3202515"/>
                  </a:lnTo>
                  <a:lnTo>
                    <a:pt x="286490" y="3194964"/>
                  </a:lnTo>
                  <a:lnTo>
                    <a:pt x="358112" y="3187286"/>
                  </a:lnTo>
                  <a:lnTo>
                    <a:pt x="429735" y="3179479"/>
                  </a:lnTo>
                  <a:lnTo>
                    <a:pt x="501357" y="3171541"/>
                  </a:lnTo>
                  <a:lnTo>
                    <a:pt x="572980" y="3163470"/>
                  </a:lnTo>
                  <a:lnTo>
                    <a:pt x="644602" y="3155263"/>
                  </a:lnTo>
                  <a:lnTo>
                    <a:pt x="716225" y="3146919"/>
                  </a:lnTo>
                  <a:lnTo>
                    <a:pt x="787847" y="3138435"/>
                  </a:lnTo>
                  <a:lnTo>
                    <a:pt x="859470" y="3129809"/>
                  </a:lnTo>
                  <a:lnTo>
                    <a:pt x="931092" y="3121038"/>
                  </a:lnTo>
                  <a:lnTo>
                    <a:pt x="1002715" y="3112119"/>
                  </a:lnTo>
                  <a:lnTo>
                    <a:pt x="1074337" y="3103052"/>
                  </a:lnTo>
                  <a:lnTo>
                    <a:pt x="1145960" y="3093832"/>
                  </a:lnTo>
                  <a:lnTo>
                    <a:pt x="1217582" y="3084457"/>
                  </a:lnTo>
                  <a:lnTo>
                    <a:pt x="1289205" y="3074925"/>
                  </a:lnTo>
                  <a:lnTo>
                    <a:pt x="1360827" y="3065233"/>
                  </a:lnTo>
                  <a:lnTo>
                    <a:pt x="1432450" y="3055379"/>
                  </a:lnTo>
                  <a:lnTo>
                    <a:pt x="1504073" y="3045359"/>
                  </a:lnTo>
                  <a:lnTo>
                    <a:pt x="1575695" y="3035171"/>
                  </a:lnTo>
                  <a:lnTo>
                    <a:pt x="1647318" y="3024812"/>
                  </a:lnTo>
                  <a:lnTo>
                    <a:pt x="1718940" y="3014280"/>
                  </a:lnTo>
                  <a:lnTo>
                    <a:pt x="1790563" y="3003570"/>
                  </a:lnTo>
                  <a:lnTo>
                    <a:pt x="1862185" y="2992681"/>
                  </a:lnTo>
                  <a:lnTo>
                    <a:pt x="1933808" y="2981610"/>
                  </a:lnTo>
                  <a:lnTo>
                    <a:pt x="2005430" y="2970352"/>
                  </a:lnTo>
                  <a:lnTo>
                    <a:pt x="2077053" y="2958906"/>
                  </a:lnTo>
                  <a:lnTo>
                    <a:pt x="2148675" y="2947268"/>
                  </a:lnTo>
                  <a:lnTo>
                    <a:pt x="2220298" y="2935435"/>
                  </a:lnTo>
                  <a:lnTo>
                    <a:pt x="2291920" y="2923403"/>
                  </a:lnTo>
                  <a:lnTo>
                    <a:pt x="2363543" y="2911169"/>
                  </a:lnTo>
                  <a:lnTo>
                    <a:pt x="2435165" y="2898730"/>
                  </a:lnTo>
                  <a:lnTo>
                    <a:pt x="2506788" y="2886082"/>
                  </a:lnTo>
                  <a:lnTo>
                    <a:pt x="2578410" y="2873222"/>
                  </a:lnTo>
                  <a:lnTo>
                    <a:pt x="2650033" y="2860146"/>
                  </a:lnTo>
                  <a:lnTo>
                    <a:pt x="2721655" y="2846851"/>
                  </a:lnTo>
                  <a:lnTo>
                    <a:pt x="2793278" y="2833333"/>
                  </a:lnTo>
                  <a:lnTo>
                    <a:pt x="2864901" y="2819589"/>
                  </a:lnTo>
                  <a:lnTo>
                    <a:pt x="2936523" y="2805613"/>
                  </a:lnTo>
                  <a:lnTo>
                    <a:pt x="3008146" y="2791403"/>
                  </a:lnTo>
                  <a:lnTo>
                    <a:pt x="3079768" y="2752602"/>
                  </a:lnTo>
                  <a:lnTo>
                    <a:pt x="3151391" y="2674821"/>
                  </a:lnTo>
                  <a:lnTo>
                    <a:pt x="3223013" y="2590317"/>
                  </a:lnTo>
                  <a:lnTo>
                    <a:pt x="3294636" y="2498511"/>
                  </a:lnTo>
                  <a:lnTo>
                    <a:pt x="3366258" y="2398771"/>
                  </a:lnTo>
                  <a:lnTo>
                    <a:pt x="3437881" y="2290411"/>
                  </a:lnTo>
                  <a:lnTo>
                    <a:pt x="3509503" y="2172687"/>
                  </a:lnTo>
                  <a:lnTo>
                    <a:pt x="3581126" y="2044789"/>
                  </a:lnTo>
                  <a:lnTo>
                    <a:pt x="3652748" y="1905839"/>
                  </a:lnTo>
                  <a:lnTo>
                    <a:pt x="3724371" y="1754880"/>
                  </a:lnTo>
                  <a:lnTo>
                    <a:pt x="3795993" y="1590875"/>
                  </a:lnTo>
                  <a:lnTo>
                    <a:pt x="3867616" y="1412697"/>
                  </a:lnTo>
                  <a:lnTo>
                    <a:pt x="3939238" y="1219121"/>
                  </a:lnTo>
                  <a:lnTo>
                    <a:pt x="4010861" y="1008816"/>
                  </a:lnTo>
                  <a:lnTo>
                    <a:pt x="4082483" y="780336"/>
                  </a:lnTo>
                  <a:lnTo>
                    <a:pt x="4154106" y="532111"/>
                  </a:lnTo>
                  <a:lnTo>
                    <a:pt x="4225729" y="262435"/>
                  </a:lnTo>
                  <a:lnTo>
                    <a:pt x="42898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326059"/>
              <a:ext cx="7090630" cy="2197658"/>
            </a:xfrm>
            <a:custGeom>
              <a:avLst/>
              <a:pathLst>
                <a:path w="7090630" h="2197658">
                  <a:moveTo>
                    <a:pt x="7090630" y="0"/>
                  </a:moveTo>
                  <a:lnTo>
                    <a:pt x="7019007" y="36680"/>
                  </a:lnTo>
                  <a:lnTo>
                    <a:pt x="6947385" y="72755"/>
                  </a:lnTo>
                  <a:lnTo>
                    <a:pt x="6875762" y="108235"/>
                  </a:lnTo>
                  <a:lnTo>
                    <a:pt x="6804139" y="143130"/>
                  </a:lnTo>
                  <a:lnTo>
                    <a:pt x="6732517" y="177449"/>
                  </a:lnTo>
                  <a:lnTo>
                    <a:pt x="6660894" y="211201"/>
                  </a:lnTo>
                  <a:lnTo>
                    <a:pt x="6589272" y="244397"/>
                  </a:lnTo>
                  <a:lnTo>
                    <a:pt x="6517649" y="277045"/>
                  </a:lnTo>
                  <a:lnTo>
                    <a:pt x="6446027" y="309154"/>
                  </a:lnTo>
                  <a:lnTo>
                    <a:pt x="6374404" y="340734"/>
                  </a:lnTo>
                  <a:lnTo>
                    <a:pt x="6302782" y="371792"/>
                  </a:lnTo>
                  <a:lnTo>
                    <a:pt x="6231159" y="402339"/>
                  </a:lnTo>
                  <a:lnTo>
                    <a:pt x="6159537" y="432381"/>
                  </a:lnTo>
                  <a:lnTo>
                    <a:pt x="6087914" y="461927"/>
                  </a:lnTo>
                  <a:lnTo>
                    <a:pt x="6016292" y="490986"/>
                  </a:lnTo>
                  <a:lnTo>
                    <a:pt x="5944669" y="519566"/>
                  </a:lnTo>
                  <a:lnTo>
                    <a:pt x="5873047" y="547673"/>
                  </a:lnTo>
                  <a:lnTo>
                    <a:pt x="5801424" y="575318"/>
                  </a:lnTo>
                  <a:lnTo>
                    <a:pt x="5729802" y="602506"/>
                  </a:lnTo>
                  <a:lnTo>
                    <a:pt x="5658179" y="629245"/>
                  </a:lnTo>
                  <a:lnTo>
                    <a:pt x="5586557" y="655543"/>
                  </a:lnTo>
                  <a:lnTo>
                    <a:pt x="5514934" y="681408"/>
                  </a:lnTo>
                  <a:lnTo>
                    <a:pt x="5443311" y="706845"/>
                  </a:lnTo>
                  <a:lnTo>
                    <a:pt x="5371689" y="731863"/>
                  </a:lnTo>
                  <a:lnTo>
                    <a:pt x="5300066" y="756469"/>
                  </a:lnTo>
                  <a:lnTo>
                    <a:pt x="5228444" y="780668"/>
                  </a:lnTo>
                  <a:lnTo>
                    <a:pt x="5156821" y="804468"/>
                  </a:lnTo>
                  <a:lnTo>
                    <a:pt x="5085199" y="827875"/>
                  </a:lnTo>
                  <a:lnTo>
                    <a:pt x="5013576" y="850896"/>
                  </a:lnTo>
                  <a:lnTo>
                    <a:pt x="4941954" y="873537"/>
                  </a:lnTo>
                  <a:lnTo>
                    <a:pt x="4870331" y="895805"/>
                  </a:lnTo>
                  <a:lnTo>
                    <a:pt x="4798709" y="917705"/>
                  </a:lnTo>
                  <a:lnTo>
                    <a:pt x="4727086" y="939244"/>
                  </a:lnTo>
                  <a:lnTo>
                    <a:pt x="4655464" y="960428"/>
                  </a:lnTo>
                  <a:lnTo>
                    <a:pt x="4583841" y="981262"/>
                  </a:lnTo>
                  <a:lnTo>
                    <a:pt x="4512219" y="1001752"/>
                  </a:lnTo>
                  <a:lnTo>
                    <a:pt x="4440596" y="1021904"/>
                  </a:lnTo>
                  <a:lnTo>
                    <a:pt x="4368974" y="1041724"/>
                  </a:lnTo>
                  <a:lnTo>
                    <a:pt x="4297351" y="1061216"/>
                  </a:lnTo>
                  <a:lnTo>
                    <a:pt x="4225729" y="1080387"/>
                  </a:lnTo>
                  <a:lnTo>
                    <a:pt x="4154106" y="1099242"/>
                  </a:lnTo>
                  <a:lnTo>
                    <a:pt x="4082483" y="1117786"/>
                  </a:lnTo>
                  <a:lnTo>
                    <a:pt x="4010861" y="1136024"/>
                  </a:lnTo>
                  <a:lnTo>
                    <a:pt x="3939238" y="1153960"/>
                  </a:lnTo>
                  <a:lnTo>
                    <a:pt x="3867616" y="1171601"/>
                  </a:lnTo>
                  <a:lnTo>
                    <a:pt x="3795993" y="1188951"/>
                  </a:lnTo>
                  <a:lnTo>
                    <a:pt x="3724371" y="1206015"/>
                  </a:lnTo>
                  <a:lnTo>
                    <a:pt x="3652748" y="1222797"/>
                  </a:lnTo>
                  <a:lnTo>
                    <a:pt x="3581126" y="1239302"/>
                  </a:lnTo>
                  <a:lnTo>
                    <a:pt x="3509503" y="1255534"/>
                  </a:lnTo>
                  <a:lnTo>
                    <a:pt x="3437881" y="1271499"/>
                  </a:lnTo>
                  <a:lnTo>
                    <a:pt x="3366258" y="1287201"/>
                  </a:lnTo>
                  <a:lnTo>
                    <a:pt x="3294636" y="1302643"/>
                  </a:lnTo>
                  <a:lnTo>
                    <a:pt x="3223013" y="1317831"/>
                  </a:lnTo>
                  <a:lnTo>
                    <a:pt x="3151391" y="1332768"/>
                  </a:lnTo>
                  <a:lnTo>
                    <a:pt x="3079768" y="1347459"/>
                  </a:lnTo>
                  <a:lnTo>
                    <a:pt x="3008146" y="1394700"/>
                  </a:lnTo>
                  <a:lnTo>
                    <a:pt x="2936523" y="1460600"/>
                  </a:lnTo>
                  <a:lnTo>
                    <a:pt x="2864901" y="1521257"/>
                  </a:lnTo>
                  <a:lnTo>
                    <a:pt x="2793278" y="1577089"/>
                  </a:lnTo>
                  <a:lnTo>
                    <a:pt x="2721655" y="1628480"/>
                  </a:lnTo>
                  <a:lnTo>
                    <a:pt x="2650033" y="1675784"/>
                  </a:lnTo>
                  <a:lnTo>
                    <a:pt x="2578410" y="1719324"/>
                  </a:lnTo>
                  <a:lnTo>
                    <a:pt x="2506788" y="1759401"/>
                  </a:lnTo>
                  <a:lnTo>
                    <a:pt x="2435165" y="1796290"/>
                  </a:lnTo>
                  <a:lnTo>
                    <a:pt x="2363543" y="1830245"/>
                  </a:lnTo>
                  <a:lnTo>
                    <a:pt x="2291920" y="1861498"/>
                  </a:lnTo>
                  <a:lnTo>
                    <a:pt x="2220298" y="1890266"/>
                  </a:lnTo>
                  <a:lnTo>
                    <a:pt x="2148675" y="1916745"/>
                  </a:lnTo>
                  <a:lnTo>
                    <a:pt x="2077053" y="1941118"/>
                  </a:lnTo>
                  <a:lnTo>
                    <a:pt x="2005430" y="1963552"/>
                  </a:lnTo>
                  <a:lnTo>
                    <a:pt x="1933808" y="1984202"/>
                  </a:lnTo>
                  <a:lnTo>
                    <a:pt x="1862185" y="2003209"/>
                  </a:lnTo>
                  <a:lnTo>
                    <a:pt x="1790563" y="2020704"/>
                  </a:lnTo>
                  <a:lnTo>
                    <a:pt x="1718940" y="2036808"/>
                  </a:lnTo>
                  <a:lnTo>
                    <a:pt x="1647318" y="2051630"/>
                  </a:lnTo>
                  <a:lnTo>
                    <a:pt x="1575695" y="2065274"/>
                  </a:lnTo>
                  <a:lnTo>
                    <a:pt x="1504073" y="2077832"/>
                  </a:lnTo>
                  <a:lnTo>
                    <a:pt x="1432450" y="2089391"/>
                  </a:lnTo>
                  <a:lnTo>
                    <a:pt x="1360827" y="2100031"/>
                  </a:lnTo>
                  <a:lnTo>
                    <a:pt x="1289205" y="2109824"/>
                  </a:lnTo>
                  <a:lnTo>
                    <a:pt x="1217582" y="2118838"/>
                  </a:lnTo>
                  <a:lnTo>
                    <a:pt x="1145960" y="2127136"/>
                  </a:lnTo>
                  <a:lnTo>
                    <a:pt x="1074337" y="2134773"/>
                  </a:lnTo>
                  <a:lnTo>
                    <a:pt x="1002715" y="2141803"/>
                  </a:lnTo>
                  <a:lnTo>
                    <a:pt x="931092" y="2148273"/>
                  </a:lnTo>
                  <a:lnTo>
                    <a:pt x="859470" y="2154229"/>
                  </a:lnTo>
                  <a:lnTo>
                    <a:pt x="787847" y="2159711"/>
                  </a:lnTo>
                  <a:lnTo>
                    <a:pt x="716225" y="2164757"/>
                  </a:lnTo>
                  <a:lnTo>
                    <a:pt x="644602" y="2169402"/>
                  </a:lnTo>
                  <a:lnTo>
                    <a:pt x="572980" y="2173677"/>
                  </a:lnTo>
                  <a:lnTo>
                    <a:pt x="501357" y="2177612"/>
                  </a:lnTo>
                  <a:lnTo>
                    <a:pt x="429735" y="2181234"/>
                  </a:lnTo>
                  <a:lnTo>
                    <a:pt x="358112" y="2184568"/>
                  </a:lnTo>
                  <a:lnTo>
                    <a:pt x="286490" y="2187637"/>
                  </a:lnTo>
                  <a:lnTo>
                    <a:pt x="214867" y="2190462"/>
                  </a:lnTo>
                  <a:lnTo>
                    <a:pt x="143245" y="2193062"/>
                  </a:lnTo>
                  <a:lnTo>
                    <a:pt x="71622" y="2195455"/>
                  </a:lnTo>
                  <a:lnTo>
                    <a:pt x="0" y="2197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15181" cy="3548169"/>
            </a:xfrm>
            <a:custGeom>
              <a:avLst/>
              <a:pathLst>
                <a:path w="5115181" h="3548169">
                  <a:moveTo>
                    <a:pt x="0" y="3548169"/>
                  </a:moveTo>
                  <a:lnTo>
                    <a:pt x="71622" y="3542839"/>
                  </a:lnTo>
                  <a:lnTo>
                    <a:pt x="143245" y="3537236"/>
                  </a:lnTo>
                  <a:lnTo>
                    <a:pt x="214867" y="3531348"/>
                  </a:lnTo>
                  <a:lnTo>
                    <a:pt x="286490" y="3525159"/>
                  </a:lnTo>
                  <a:lnTo>
                    <a:pt x="358112" y="3518655"/>
                  </a:lnTo>
                  <a:lnTo>
                    <a:pt x="429735" y="3511819"/>
                  </a:lnTo>
                  <a:lnTo>
                    <a:pt x="501357" y="3504634"/>
                  </a:lnTo>
                  <a:lnTo>
                    <a:pt x="572980" y="3497082"/>
                  </a:lnTo>
                  <a:lnTo>
                    <a:pt x="644602" y="3489145"/>
                  </a:lnTo>
                  <a:lnTo>
                    <a:pt x="716225" y="3480803"/>
                  </a:lnTo>
                  <a:lnTo>
                    <a:pt x="787847" y="3472035"/>
                  </a:lnTo>
                  <a:lnTo>
                    <a:pt x="859470" y="3462821"/>
                  </a:lnTo>
                  <a:lnTo>
                    <a:pt x="931092" y="3453136"/>
                  </a:lnTo>
                  <a:lnTo>
                    <a:pt x="1002715" y="3442956"/>
                  </a:lnTo>
                  <a:lnTo>
                    <a:pt x="1074337" y="3432258"/>
                  </a:lnTo>
                  <a:lnTo>
                    <a:pt x="1145960" y="3421014"/>
                  </a:lnTo>
                  <a:lnTo>
                    <a:pt x="1217582" y="3409196"/>
                  </a:lnTo>
                  <a:lnTo>
                    <a:pt x="1289205" y="3396774"/>
                  </a:lnTo>
                  <a:lnTo>
                    <a:pt x="1360827" y="3383720"/>
                  </a:lnTo>
                  <a:lnTo>
                    <a:pt x="1432450" y="3369999"/>
                  </a:lnTo>
                  <a:lnTo>
                    <a:pt x="1504073" y="3355578"/>
                  </a:lnTo>
                  <a:lnTo>
                    <a:pt x="1575695" y="3340421"/>
                  </a:lnTo>
                  <a:lnTo>
                    <a:pt x="1647318" y="3324491"/>
                  </a:lnTo>
                  <a:lnTo>
                    <a:pt x="1718940" y="3307748"/>
                  </a:lnTo>
                  <a:lnTo>
                    <a:pt x="1790563" y="3290151"/>
                  </a:lnTo>
                  <a:lnTo>
                    <a:pt x="1862185" y="3271657"/>
                  </a:lnTo>
                  <a:lnTo>
                    <a:pt x="1933808" y="3252218"/>
                  </a:lnTo>
                  <a:lnTo>
                    <a:pt x="2005430" y="3231788"/>
                  </a:lnTo>
                  <a:lnTo>
                    <a:pt x="2077053" y="3210315"/>
                  </a:lnTo>
                  <a:lnTo>
                    <a:pt x="2148675" y="3187747"/>
                  </a:lnTo>
                  <a:lnTo>
                    <a:pt x="2220298" y="3164028"/>
                  </a:lnTo>
                  <a:lnTo>
                    <a:pt x="2291920" y="3139098"/>
                  </a:lnTo>
                  <a:lnTo>
                    <a:pt x="2363543" y="3112896"/>
                  </a:lnTo>
                  <a:lnTo>
                    <a:pt x="2435165" y="3085357"/>
                  </a:lnTo>
                  <a:lnTo>
                    <a:pt x="2506788" y="3056414"/>
                  </a:lnTo>
                  <a:lnTo>
                    <a:pt x="2578410" y="3025993"/>
                  </a:lnTo>
                  <a:lnTo>
                    <a:pt x="2650033" y="2994021"/>
                  </a:lnTo>
                  <a:lnTo>
                    <a:pt x="2721655" y="2960417"/>
                  </a:lnTo>
                  <a:lnTo>
                    <a:pt x="2793278" y="2925098"/>
                  </a:lnTo>
                  <a:lnTo>
                    <a:pt x="2864901" y="2887978"/>
                  </a:lnTo>
                  <a:lnTo>
                    <a:pt x="2936523" y="2848964"/>
                  </a:lnTo>
                  <a:lnTo>
                    <a:pt x="3008146" y="2807959"/>
                  </a:lnTo>
                  <a:lnTo>
                    <a:pt x="3079768" y="2764862"/>
                  </a:lnTo>
                  <a:lnTo>
                    <a:pt x="3151391" y="2719566"/>
                  </a:lnTo>
                  <a:lnTo>
                    <a:pt x="3223013" y="2671959"/>
                  </a:lnTo>
                  <a:lnTo>
                    <a:pt x="3294636" y="2621924"/>
                  </a:lnTo>
                  <a:lnTo>
                    <a:pt x="3366258" y="2569335"/>
                  </a:lnTo>
                  <a:lnTo>
                    <a:pt x="3437881" y="2514063"/>
                  </a:lnTo>
                  <a:lnTo>
                    <a:pt x="3509503" y="2455971"/>
                  </a:lnTo>
                  <a:lnTo>
                    <a:pt x="3581126" y="2394915"/>
                  </a:lnTo>
                  <a:lnTo>
                    <a:pt x="3652748" y="2330744"/>
                  </a:lnTo>
                  <a:lnTo>
                    <a:pt x="3724371" y="2263299"/>
                  </a:lnTo>
                  <a:lnTo>
                    <a:pt x="3795993" y="2192413"/>
                  </a:lnTo>
                  <a:lnTo>
                    <a:pt x="3867616" y="2117910"/>
                  </a:lnTo>
                  <a:lnTo>
                    <a:pt x="3939238" y="2039606"/>
                  </a:lnTo>
                  <a:lnTo>
                    <a:pt x="4010861" y="1957306"/>
                  </a:lnTo>
                  <a:lnTo>
                    <a:pt x="4082483" y="1870808"/>
                  </a:lnTo>
                  <a:lnTo>
                    <a:pt x="4154106" y="1779896"/>
                  </a:lnTo>
                  <a:lnTo>
                    <a:pt x="4225729" y="1684346"/>
                  </a:lnTo>
                  <a:lnTo>
                    <a:pt x="4297351" y="1583921"/>
                  </a:lnTo>
                  <a:lnTo>
                    <a:pt x="4368974" y="1478372"/>
                  </a:lnTo>
                  <a:lnTo>
                    <a:pt x="4440596" y="1367438"/>
                  </a:lnTo>
                  <a:lnTo>
                    <a:pt x="4512219" y="1250843"/>
                  </a:lnTo>
                  <a:lnTo>
                    <a:pt x="4583841" y="1128300"/>
                  </a:lnTo>
                  <a:lnTo>
                    <a:pt x="4655464" y="999505"/>
                  </a:lnTo>
                  <a:lnTo>
                    <a:pt x="4727086" y="864138"/>
                  </a:lnTo>
                  <a:lnTo>
                    <a:pt x="4798709" y="721865"/>
                  </a:lnTo>
                  <a:lnTo>
                    <a:pt x="4870331" y="572333"/>
                  </a:lnTo>
                  <a:lnTo>
                    <a:pt x="4941954" y="415171"/>
                  </a:lnTo>
                  <a:lnTo>
                    <a:pt x="5013576" y="249991"/>
                  </a:lnTo>
                  <a:lnTo>
                    <a:pt x="5085199" y="76383"/>
                  </a:lnTo>
                  <a:lnTo>
                    <a:pt x="5115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2026-05-22T09:54:33Z</dcterms:modified>
  <cp:category/>
</cp:coreProperties>
</file>