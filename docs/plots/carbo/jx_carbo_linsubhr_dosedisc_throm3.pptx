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33381"/>
            </a:xfrm>
            <a:custGeom>
              <a:avLst/>
              <a:pathLst>
                <a:path w="7090630" h="3633381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8"/>
                  </a:lnTo>
                  <a:lnTo>
                    <a:pt x="358112" y="3027511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3"/>
                  </a:lnTo>
                  <a:lnTo>
                    <a:pt x="787847" y="2993680"/>
                  </a:lnTo>
                  <a:lnTo>
                    <a:pt x="859470" y="2987866"/>
                  </a:lnTo>
                  <a:lnTo>
                    <a:pt x="931092" y="2982001"/>
                  </a:lnTo>
                  <a:lnTo>
                    <a:pt x="1002715" y="2976084"/>
                  </a:lnTo>
                  <a:lnTo>
                    <a:pt x="1074337" y="2970114"/>
                  </a:lnTo>
                  <a:lnTo>
                    <a:pt x="1145960" y="2964093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7"/>
                  </a:lnTo>
                  <a:lnTo>
                    <a:pt x="1432450" y="2939470"/>
                  </a:lnTo>
                  <a:lnTo>
                    <a:pt x="1504073" y="2933177"/>
                  </a:lnTo>
                  <a:lnTo>
                    <a:pt x="1575695" y="2926830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9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9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5"/>
                  </a:lnTo>
                  <a:lnTo>
                    <a:pt x="3509503" y="2108912"/>
                  </a:lnTo>
                  <a:lnTo>
                    <a:pt x="3581126" y="1964435"/>
                  </a:lnTo>
                  <a:lnTo>
                    <a:pt x="3652748" y="1806436"/>
                  </a:lnTo>
                  <a:lnTo>
                    <a:pt x="3724371" y="1633650"/>
                  </a:lnTo>
                  <a:lnTo>
                    <a:pt x="3795993" y="1444693"/>
                  </a:lnTo>
                  <a:lnTo>
                    <a:pt x="3867616" y="1238051"/>
                  </a:lnTo>
                  <a:lnTo>
                    <a:pt x="3939238" y="1012070"/>
                  </a:lnTo>
                  <a:lnTo>
                    <a:pt x="4010861" y="764940"/>
                  </a:lnTo>
                  <a:lnTo>
                    <a:pt x="4082483" y="494680"/>
                  </a:lnTo>
                  <a:lnTo>
                    <a:pt x="4154106" y="199128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225161"/>
                  </a:lnTo>
                  <a:lnTo>
                    <a:pt x="7019007" y="2237646"/>
                  </a:lnTo>
                  <a:lnTo>
                    <a:pt x="6947385" y="2250021"/>
                  </a:lnTo>
                  <a:lnTo>
                    <a:pt x="6875762" y="2262287"/>
                  </a:lnTo>
                  <a:lnTo>
                    <a:pt x="6804139" y="2274447"/>
                  </a:lnTo>
                  <a:lnTo>
                    <a:pt x="6732517" y="2286500"/>
                  </a:lnTo>
                  <a:lnTo>
                    <a:pt x="6660894" y="2298448"/>
                  </a:lnTo>
                  <a:lnTo>
                    <a:pt x="6589272" y="2310291"/>
                  </a:lnTo>
                  <a:lnTo>
                    <a:pt x="6517649" y="2322031"/>
                  </a:lnTo>
                  <a:lnTo>
                    <a:pt x="6446027" y="2333668"/>
                  </a:lnTo>
                  <a:lnTo>
                    <a:pt x="6374404" y="2345203"/>
                  </a:lnTo>
                  <a:lnTo>
                    <a:pt x="6302782" y="2356637"/>
                  </a:lnTo>
                  <a:lnTo>
                    <a:pt x="6231159" y="2367972"/>
                  </a:lnTo>
                  <a:lnTo>
                    <a:pt x="6159537" y="2379207"/>
                  </a:lnTo>
                  <a:lnTo>
                    <a:pt x="6087914" y="2390344"/>
                  </a:lnTo>
                  <a:lnTo>
                    <a:pt x="6016292" y="2401384"/>
                  </a:lnTo>
                  <a:lnTo>
                    <a:pt x="5944669" y="2412327"/>
                  </a:lnTo>
                  <a:lnTo>
                    <a:pt x="5873047" y="2423174"/>
                  </a:lnTo>
                  <a:lnTo>
                    <a:pt x="5801424" y="2433926"/>
                  </a:lnTo>
                  <a:lnTo>
                    <a:pt x="5729802" y="2444585"/>
                  </a:lnTo>
                  <a:lnTo>
                    <a:pt x="5658179" y="2455150"/>
                  </a:lnTo>
                  <a:lnTo>
                    <a:pt x="5586557" y="2465623"/>
                  </a:lnTo>
                  <a:lnTo>
                    <a:pt x="5514934" y="2476004"/>
                  </a:lnTo>
                  <a:lnTo>
                    <a:pt x="5443311" y="2486295"/>
                  </a:lnTo>
                  <a:lnTo>
                    <a:pt x="5371689" y="2496495"/>
                  </a:lnTo>
                  <a:lnTo>
                    <a:pt x="5300066" y="2506606"/>
                  </a:lnTo>
                  <a:lnTo>
                    <a:pt x="5228444" y="2516629"/>
                  </a:lnTo>
                  <a:lnTo>
                    <a:pt x="5156821" y="2526564"/>
                  </a:lnTo>
                  <a:lnTo>
                    <a:pt x="5085199" y="2536412"/>
                  </a:lnTo>
                  <a:lnTo>
                    <a:pt x="5013576" y="2546174"/>
                  </a:lnTo>
                  <a:lnTo>
                    <a:pt x="4941954" y="2555851"/>
                  </a:lnTo>
                  <a:lnTo>
                    <a:pt x="4870331" y="2565443"/>
                  </a:lnTo>
                  <a:lnTo>
                    <a:pt x="4798709" y="2574952"/>
                  </a:lnTo>
                  <a:lnTo>
                    <a:pt x="4727086" y="2584377"/>
                  </a:lnTo>
                  <a:lnTo>
                    <a:pt x="4655464" y="2593719"/>
                  </a:lnTo>
                  <a:lnTo>
                    <a:pt x="4583841" y="2602980"/>
                  </a:lnTo>
                  <a:lnTo>
                    <a:pt x="4512219" y="2612160"/>
                  </a:lnTo>
                  <a:lnTo>
                    <a:pt x="4440596" y="2621260"/>
                  </a:lnTo>
                  <a:lnTo>
                    <a:pt x="4368974" y="2630280"/>
                  </a:lnTo>
                  <a:lnTo>
                    <a:pt x="4297351" y="2639221"/>
                  </a:lnTo>
                  <a:lnTo>
                    <a:pt x="4225729" y="2648084"/>
                  </a:lnTo>
                  <a:lnTo>
                    <a:pt x="4154106" y="2656870"/>
                  </a:lnTo>
                  <a:lnTo>
                    <a:pt x="4082483" y="2665578"/>
                  </a:lnTo>
                  <a:lnTo>
                    <a:pt x="4010861" y="2674211"/>
                  </a:lnTo>
                  <a:lnTo>
                    <a:pt x="3939238" y="2682768"/>
                  </a:lnTo>
                  <a:lnTo>
                    <a:pt x="3867616" y="2691250"/>
                  </a:lnTo>
                  <a:lnTo>
                    <a:pt x="3795993" y="2699658"/>
                  </a:lnTo>
                  <a:lnTo>
                    <a:pt x="3724371" y="2707992"/>
                  </a:lnTo>
                  <a:lnTo>
                    <a:pt x="3652748" y="2716254"/>
                  </a:lnTo>
                  <a:lnTo>
                    <a:pt x="3581126" y="2724443"/>
                  </a:lnTo>
                  <a:lnTo>
                    <a:pt x="3509503" y="2732561"/>
                  </a:lnTo>
                  <a:lnTo>
                    <a:pt x="3437881" y="2740607"/>
                  </a:lnTo>
                  <a:lnTo>
                    <a:pt x="3366258" y="2748584"/>
                  </a:lnTo>
                  <a:lnTo>
                    <a:pt x="3294636" y="2756490"/>
                  </a:lnTo>
                  <a:lnTo>
                    <a:pt x="3223013" y="2764328"/>
                  </a:lnTo>
                  <a:lnTo>
                    <a:pt x="3151391" y="2772097"/>
                  </a:lnTo>
                  <a:lnTo>
                    <a:pt x="3079768" y="2779798"/>
                  </a:lnTo>
                  <a:lnTo>
                    <a:pt x="3008146" y="2827383"/>
                  </a:lnTo>
                  <a:lnTo>
                    <a:pt x="2936523" y="2898009"/>
                  </a:lnTo>
                  <a:lnTo>
                    <a:pt x="2864901" y="2962591"/>
                  </a:lnTo>
                  <a:lnTo>
                    <a:pt x="2793278" y="3021646"/>
                  </a:lnTo>
                  <a:lnTo>
                    <a:pt x="2721655" y="3075647"/>
                  </a:lnTo>
                  <a:lnTo>
                    <a:pt x="2650033" y="3125027"/>
                  </a:lnTo>
                  <a:lnTo>
                    <a:pt x="2578410" y="3170180"/>
                  </a:lnTo>
                  <a:lnTo>
                    <a:pt x="2506788" y="3211469"/>
                  </a:lnTo>
                  <a:lnTo>
                    <a:pt x="2435165" y="3249225"/>
                  </a:lnTo>
                  <a:lnTo>
                    <a:pt x="2363543" y="3283750"/>
                  </a:lnTo>
                  <a:lnTo>
                    <a:pt x="2291920" y="3315320"/>
                  </a:lnTo>
                  <a:lnTo>
                    <a:pt x="2220298" y="3344188"/>
                  </a:lnTo>
                  <a:lnTo>
                    <a:pt x="2148675" y="3370586"/>
                  </a:lnTo>
                  <a:lnTo>
                    <a:pt x="2077053" y="3394724"/>
                  </a:lnTo>
                  <a:lnTo>
                    <a:pt x="2005430" y="3416797"/>
                  </a:lnTo>
                  <a:lnTo>
                    <a:pt x="1933808" y="3436981"/>
                  </a:lnTo>
                  <a:lnTo>
                    <a:pt x="1862185" y="3455437"/>
                  </a:lnTo>
                  <a:lnTo>
                    <a:pt x="1790563" y="3472314"/>
                  </a:lnTo>
                  <a:lnTo>
                    <a:pt x="1718940" y="3487747"/>
                  </a:lnTo>
                  <a:lnTo>
                    <a:pt x="1647318" y="3501859"/>
                  </a:lnTo>
                  <a:lnTo>
                    <a:pt x="1575695" y="3514763"/>
                  </a:lnTo>
                  <a:lnTo>
                    <a:pt x="1504073" y="3526563"/>
                  </a:lnTo>
                  <a:lnTo>
                    <a:pt x="1432450" y="3537353"/>
                  </a:lnTo>
                  <a:lnTo>
                    <a:pt x="1360827" y="3547219"/>
                  </a:lnTo>
                  <a:lnTo>
                    <a:pt x="1289205" y="3556242"/>
                  </a:lnTo>
                  <a:lnTo>
                    <a:pt x="1217582" y="3564492"/>
                  </a:lnTo>
                  <a:lnTo>
                    <a:pt x="1145960" y="3572036"/>
                  </a:lnTo>
                  <a:lnTo>
                    <a:pt x="1074337" y="3578934"/>
                  </a:lnTo>
                  <a:lnTo>
                    <a:pt x="1002715" y="3585242"/>
                  </a:lnTo>
                  <a:lnTo>
                    <a:pt x="931092" y="3591010"/>
                  </a:lnTo>
                  <a:lnTo>
                    <a:pt x="859470" y="3596285"/>
                  </a:lnTo>
                  <a:lnTo>
                    <a:pt x="787847" y="3601108"/>
                  </a:lnTo>
                  <a:lnTo>
                    <a:pt x="716225" y="3605519"/>
                  </a:lnTo>
                  <a:lnTo>
                    <a:pt x="644602" y="3609551"/>
                  </a:lnTo>
                  <a:lnTo>
                    <a:pt x="572980" y="3613239"/>
                  </a:lnTo>
                  <a:lnTo>
                    <a:pt x="501357" y="3616612"/>
                  </a:lnTo>
                  <a:lnTo>
                    <a:pt x="429735" y="3619695"/>
                  </a:lnTo>
                  <a:lnTo>
                    <a:pt x="358112" y="3622515"/>
                  </a:lnTo>
                  <a:lnTo>
                    <a:pt x="286490" y="3625093"/>
                  </a:lnTo>
                  <a:lnTo>
                    <a:pt x="214867" y="3627451"/>
                  </a:lnTo>
                  <a:lnTo>
                    <a:pt x="143245" y="3629607"/>
                  </a:lnTo>
                  <a:lnTo>
                    <a:pt x="71622" y="3631578"/>
                  </a:lnTo>
                  <a:lnTo>
                    <a:pt x="0" y="36333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198232" cy="3054372"/>
            </a:xfrm>
            <a:custGeom>
              <a:avLst/>
              <a:pathLst>
                <a:path w="4198232" h="3054372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8"/>
                  </a:lnTo>
                  <a:lnTo>
                    <a:pt x="358112" y="3027511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3"/>
                  </a:lnTo>
                  <a:lnTo>
                    <a:pt x="787847" y="2993680"/>
                  </a:lnTo>
                  <a:lnTo>
                    <a:pt x="859470" y="2987866"/>
                  </a:lnTo>
                  <a:lnTo>
                    <a:pt x="931092" y="2982001"/>
                  </a:lnTo>
                  <a:lnTo>
                    <a:pt x="1002715" y="2976084"/>
                  </a:lnTo>
                  <a:lnTo>
                    <a:pt x="1074337" y="2970114"/>
                  </a:lnTo>
                  <a:lnTo>
                    <a:pt x="1145960" y="2964093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7"/>
                  </a:lnTo>
                  <a:lnTo>
                    <a:pt x="1432450" y="2939470"/>
                  </a:lnTo>
                  <a:lnTo>
                    <a:pt x="1504073" y="2933177"/>
                  </a:lnTo>
                  <a:lnTo>
                    <a:pt x="1575695" y="2926830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9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9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5"/>
                  </a:lnTo>
                  <a:lnTo>
                    <a:pt x="3509503" y="2108912"/>
                  </a:lnTo>
                  <a:lnTo>
                    <a:pt x="3581126" y="1964435"/>
                  </a:lnTo>
                  <a:lnTo>
                    <a:pt x="3652748" y="1806436"/>
                  </a:lnTo>
                  <a:lnTo>
                    <a:pt x="3724371" y="1633650"/>
                  </a:lnTo>
                  <a:lnTo>
                    <a:pt x="3795993" y="1444693"/>
                  </a:lnTo>
                  <a:lnTo>
                    <a:pt x="3867616" y="1238051"/>
                  </a:lnTo>
                  <a:lnTo>
                    <a:pt x="3939238" y="1012070"/>
                  </a:lnTo>
                  <a:lnTo>
                    <a:pt x="4010861" y="764940"/>
                  </a:lnTo>
                  <a:lnTo>
                    <a:pt x="4082483" y="494680"/>
                  </a:lnTo>
                  <a:lnTo>
                    <a:pt x="4154106" y="199128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21725"/>
              <a:ext cx="7090630" cy="1408219"/>
            </a:xfrm>
            <a:custGeom>
              <a:avLst/>
              <a:pathLst>
                <a:path w="7090630" h="1408219">
                  <a:moveTo>
                    <a:pt x="7090630" y="0"/>
                  </a:moveTo>
                  <a:lnTo>
                    <a:pt x="7019007" y="12484"/>
                  </a:lnTo>
                  <a:lnTo>
                    <a:pt x="6947385" y="24859"/>
                  </a:lnTo>
                  <a:lnTo>
                    <a:pt x="6875762" y="37126"/>
                  </a:lnTo>
                  <a:lnTo>
                    <a:pt x="6804139" y="49285"/>
                  </a:lnTo>
                  <a:lnTo>
                    <a:pt x="6732517" y="61338"/>
                  </a:lnTo>
                  <a:lnTo>
                    <a:pt x="6660894" y="73286"/>
                  </a:lnTo>
                  <a:lnTo>
                    <a:pt x="6589272" y="85129"/>
                  </a:lnTo>
                  <a:lnTo>
                    <a:pt x="6517649" y="96869"/>
                  </a:lnTo>
                  <a:lnTo>
                    <a:pt x="6446027" y="108506"/>
                  </a:lnTo>
                  <a:lnTo>
                    <a:pt x="6374404" y="120041"/>
                  </a:lnTo>
                  <a:lnTo>
                    <a:pt x="6302782" y="131476"/>
                  </a:lnTo>
                  <a:lnTo>
                    <a:pt x="6231159" y="142810"/>
                  </a:lnTo>
                  <a:lnTo>
                    <a:pt x="6159537" y="154045"/>
                  </a:lnTo>
                  <a:lnTo>
                    <a:pt x="6087914" y="165182"/>
                  </a:lnTo>
                  <a:lnTo>
                    <a:pt x="6016292" y="176222"/>
                  </a:lnTo>
                  <a:lnTo>
                    <a:pt x="5944669" y="187165"/>
                  </a:lnTo>
                  <a:lnTo>
                    <a:pt x="5873047" y="198012"/>
                  </a:lnTo>
                  <a:lnTo>
                    <a:pt x="5801424" y="208764"/>
                  </a:lnTo>
                  <a:lnTo>
                    <a:pt x="5729802" y="219423"/>
                  </a:lnTo>
                  <a:lnTo>
                    <a:pt x="5658179" y="229988"/>
                  </a:lnTo>
                  <a:lnTo>
                    <a:pt x="5586557" y="240461"/>
                  </a:lnTo>
                  <a:lnTo>
                    <a:pt x="5514934" y="250842"/>
                  </a:lnTo>
                  <a:lnTo>
                    <a:pt x="5443311" y="261133"/>
                  </a:lnTo>
                  <a:lnTo>
                    <a:pt x="5371689" y="271333"/>
                  </a:lnTo>
                  <a:lnTo>
                    <a:pt x="5300066" y="281444"/>
                  </a:lnTo>
                  <a:lnTo>
                    <a:pt x="5228444" y="291467"/>
                  </a:lnTo>
                  <a:lnTo>
                    <a:pt x="5156821" y="301402"/>
                  </a:lnTo>
                  <a:lnTo>
                    <a:pt x="5085199" y="311250"/>
                  </a:lnTo>
                  <a:lnTo>
                    <a:pt x="5013576" y="321012"/>
                  </a:lnTo>
                  <a:lnTo>
                    <a:pt x="4941954" y="330689"/>
                  </a:lnTo>
                  <a:lnTo>
                    <a:pt x="4870331" y="340281"/>
                  </a:lnTo>
                  <a:lnTo>
                    <a:pt x="4798709" y="349790"/>
                  </a:lnTo>
                  <a:lnTo>
                    <a:pt x="4727086" y="359215"/>
                  </a:lnTo>
                  <a:lnTo>
                    <a:pt x="4655464" y="368557"/>
                  </a:lnTo>
                  <a:lnTo>
                    <a:pt x="4583841" y="377818"/>
                  </a:lnTo>
                  <a:lnTo>
                    <a:pt x="4512219" y="386998"/>
                  </a:lnTo>
                  <a:lnTo>
                    <a:pt x="4440596" y="396098"/>
                  </a:lnTo>
                  <a:lnTo>
                    <a:pt x="4368974" y="405118"/>
                  </a:lnTo>
                  <a:lnTo>
                    <a:pt x="4297351" y="414059"/>
                  </a:lnTo>
                  <a:lnTo>
                    <a:pt x="4225729" y="422922"/>
                  </a:lnTo>
                  <a:lnTo>
                    <a:pt x="4154106" y="431708"/>
                  </a:lnTo>
                  <a:lnTo>
                    <a:pt x="4082483" y="440416"/>
                  </a:lnTo>
                  <a:lnTo>
                    <a:pt x="4010861" y="449049"/>
                  </a:lnTo>
                  <a:lnTo>
                    <a:pt x="3939238" y="457606"/>
                  </a:lnTo>
                  <a:lnTo>
                    <a:pt x="3867616" y="466088"/>
                  </a:lnTo>
                  <a:lnTo>
                    <a:pt x="3795993" y="474496"/>
                  </a:lnTo>
                  <a:lnTo>
                    <a:pt x="3724371" y="482830"/>
                  </a:lnTo>
                  <a:lnTo>
                    <a:pt x="3652748" y="491092"/>
                  </a:lnTo>
                  <a:lnTo>
                    <a:pt x="3581126" y="499281"/>
                  </a:lnTo>
                  <a:lnTo>
                    <a:pt x="3509503" y="507399"/>
                  </a:lnTo>
                  <a:lnTo>
                    <a:pt x="3437881" y="515445"/>
                  </a:lnTo>
                  <a:lnTo>
                    <a:pt x="3366258" y="523422"/>
                  </a:lnTo>
                  <a:lnTo>
                    <a:pt x="3294636" y="531328"/>
                  </a:lnTo>
                  <a:lnTo>
                    <a:pt x="3223013" y="539166"/>
                  </a:lnTo>
                  <a:lnTo>
                    <a:pt x="3151391" y="546935"/>
                  </a:lnTo>
                  <a:lnTo>
                    <a:pt x="3079768" y="554636"/>
                  </a:lnTo>
                  <a:lnTo>
                    <a:pt x="3008146" y="602221"/>
                  </a:lnTo>
                  <a:lnTo>
                    <a:pt x="2936523" y="672847"/>
                  </a:lnTo>
                  <a:lnTo>
                    <a:pt x="2864901" y="737429"/>
                  </a:lnTo>
                  <a:lnTo>
                    <a:pt x="2793278" y="796484"/>
                  </a:lnTo>
                  <a:lnTo>
                    <a:pt x="2721655" y="850485"/>
                  </a:lnTo>
                  <a:lnTo>
                    <a:pt x="2650033" y="899865"/>
                  </a:lnTo>
                  <a:lnTo>
                    <a:pt x="2578410" y="945018"/>
                  </a:lnTo>
                  <a:lnTo>
                    <a:pt x="2506788" y="986307"/>
                  </a:lnTo>
                  <a:lnTo>
                    <a:pt x="2435165" y="1024063"/>
                  </a:lnTo>
                  <a:lnTo>
                    <a:pt x="2363543" y="1058588"/>
                  </a:lnTo>
                  <a:lnTo>
                    <a:pt x="2291920" y="1090158"/>
                  </a:lnTo>
                  <a:lnTo>
                    <a:pt x="2220298" y="1119026"/>
                  </a:lnTo>
                  <a:lnTo>
                    <a:pt x="2148675" y="1145424"/>
                  </a:lnTo>
                  <a:lnTo>
                    <a:pt x="2077053" y="1169562"/>
                  </a:lnTo>
                  <a:lnTo>
                    <a:pt x="2005430" y="1191635"/>
                  </a:lnTo>
                  <a:lnTo>
                    <a:pt x="1933808" y="1211819"/>
                  </a:lnTo>
                  <a:lnTo>
                    <a:pt x="1862185" y="1230275"/>
                  </a:lnTo>
                  <a:lnTo>
                    <a:pt x="1790563" y="1247152"/>
                  </a:lnTo>
                  <a:lnTo>
                    <a:pt x="1718940" y="1262585"/>
                  </a:lnTo>
                  <a:lnTo>
                    <a:pt x="1647318" y="1276697"/>
                  </a:lnTo>
                  <a:lnTo>
                    <a:pt x="1575695" y="1289601"/>
                  </a:lnTo>
                  <a:lnTo>
                    <a:pt x="1504073" y="1301401"/>
                  </a:lnTo>
                  <a:lnTo>
                    <a:pt x="1432450" y="1312191"/>
                  </a:lnTo>
                  <a:lnTo>
                    <a:pt x="1360827" y="1322057"/>
                  </a:lnTo>
                  <a:lnTo>
                    <a:pt x="1289205" y="1331080"/>
                  </a:lnTo>
                  <a:lnTo>
                    <a:pt x="1217582" y="1339330"/>
                  </a:lnTo>
                  <a:lnTo>
                    <a:pt x="1145960" y="1346874"/>
                  </a:lnTo>
                  <a:lnTo>
                    <a:pt x="1074337" y="1353772"/>
                  </a:lnTo>
                  <a:lnTo>
                    <a:pt x="1002715" y="1360080"/>
                  </a:lnTo>
                  <a:lnTo>
                    <a:pt x="931092" y="1365848"/>
                  </a:lnTo>
                  <a:lnTo>
                    <a:pt x="859470" y="1371123"/>
                  </a:lnTo>
                  <a:lnTo>
                    <a:pt x="787847" y="1375946"/>
                  </a:lnTo>
                  <a:lnTo>
                    <a:pt x="716225" y="1380357"/>
                  </a:lnTo>
                  <a:lnTo>
                    <a:pt x="644602" y="1384389"/>
                  </a:lnTo>
                  <a:lnTo>
                    <a:pt x="572980" y="1388077"/>
                  </a:lnTo>
                  <a:lnTo>
                    <a:pt x="501357" y="1391450"/>
                  </a:lnTo>
                  <a:lnTo>
                    <a:pt x="429735" y="1394533"/>
                  </a:lnTo>
                  <a:lnTo>
                    <a:pt x="358112" y="1397353"/>
                  </a:lnTo>
                  <a:lnTo>
                    <a:pt x="286490" y="1399931"/>
                  </a:lnTo>
                  <a:lnTo>
                    <a:pt x="214867" y="1402289"/>
                  </a:lnTo>
                  <a:lnTo>
                    <a:pt x="143245" y="1404445"/>
                  </a:lnTo>
                  <a:lnTo>
                    <a:pt x="71622" y="1406416"/>
                  </a:lnTo>
                  <a:lnTo>
                    <a:pt x="0" y="1408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42139" cy="3545293"/>
            </a:xfrm>
            <a:custGeom>
              <a:avLst/>
              <a:pathLst>
                <a:path w="5142139" h="3545293">
                  <a:moveTo>
                    <a:pt x="0" y="3545293"/>
                  </a:moveTo>
                  <a:lnTo>
                    <a:pt x="71622" y="3539888"/>
                  </a:lnTo>
                  <a:lnTo>
                    <a:pt x="143245" y="3534211"/>
                  </a:lnTo>
                  <a:lnTo>
                    <a:pt x="214867" y="3528248"/>
                  </a:lnTo>
                  <a:lnTo>
                    <a:pt x="286490" y="3521984"/>
                  </a:lnTo>
                  <a:lnTo>
                    <a:pt x="358112" y="3515405"/>
                  </a:lnTo>
                  <a:lnTo>
                    <a:pt x="429735" y="3508495"/>
                  </a:lnTo>
                  <a:lnTo>
                    <a:pt x="501357" y="3501237"/>
                  </a:lnTo>
                  <a:lnTo>
                    <a:pt x="572980" y="3493613"/>
                  </a:lnTo>
                  <a:lnTo>
                    <a:pt x="644602" y="3485606"/>
                  </a:lnTo>
                  <a:lnTo>
                    <a:pt x="716225" y="3477196"/>
                  </a:lnTo>
                  <a:lnTo>
                    <a:pt x="787847" y="3468361"/>
                  </a:lnTo>
                  <a:lnTo>
                    <a:pt x="859470" y="3459083"/>
                  </a:lnTo>
                  <a:lnTo>
                    <a:pt x="931092" y="3449337"/>
                  </a:lnTo>
                  <a:lnTo>
                    <a:pt x="1002715" y="3439100"/>
                  </a:lnTo>
                  <a:lnTo>
                    <a:pt x="1074337" y="3428347"/>
                  </a:lnTo>
                  <a:lnTo>
                    <a:pt x="1145960" y="3417054"/>
                  </a:lnTo>
                  <a:lnTo>
                    <a:pt x="1217582" y="3405192"/>
                  </a:lnTo>
                  <a:lnTo>
                    <a:pt x="1289205" y="3392732"/>
                  </a:lnTo>
                  <a:lnTo>
                    <a:pt x="1360827" y="3379645"/>
                  </a:lnTo>
                  <a:lnTo>
                    <a:pt x="1432450" y="3365899"/>
                  </a:lnTo>
                  <a:lnTo>
                    <a:pt x="1504073" y="3351461"/>
                  </a:lnTo>
                  <a:lnTo>
                    <a:pt x="1575695" y="3336296"/>
                  </a:lnTo>
                  <a:lnTo>
                    <a:pt x="1647318" y="3320368"/>
                  </a:lnTo>
                  <a:lnTo>
                    <a:pt x="1718940" y="3303637"/>
                  </a:lnTo>
                  <a:lnTo>
                    <a:pt x="1790563" y="3286064"/>
                  </a:lnTo>
                  <a:lnTo>
                    <a:pt x="1862185" y="3267606"/>
                  </a:lnTo>
                  <a:lnTo>
                    <a:pt x="1933808" y="3248219"/>
                  </a:lnTo>
                  <a:lnTo>
                    <a:pt x="2005430" y="3227856"/>
                  </a:lnTo>
                  <a:lnTo>
                    <a:pt x="2077053" y="3206467"/>
                  </a:lnTo>
                  <a:lnTo>
                    <a:pt x="2148675" y="3184002"/>
                  </a:lnTo>
                  <a:lnTo>
                    <a:pt x="2220298" y="3160405"/>
                  </a:lnTo>
                  <a:lnTo>
                    <a:pt x="2291920" y="3135620"/>
                  </a:lnTo>
                  <a:lnTo>
                    <a:pt x="2363543" y="3109587"/>
                  </a:lnTo>
                  <a:lnTo>
                    <a:pt x="2435165" y="3082243"/>
                  </a:lnTo>
                  <a:lnTo>
                    <a:pt x="2506788" y="3053523"/>
                  </a:lnTo>
                  <a:lnTo>
                    <a:pt x="2578410" y="3023356"/>
                  </a:lnTo>
                  <a:lnTo>
                    <a:pt x="2650033" y="2991671"/>
                  </a:lnTo>
                  <a:lnTo>
                    <a:pt x="2721655" y="2958390"/>
                  </a:lnTo>
                  <a:lnTo>
                    <a:pt x="2793278" y="2923433"/>
                  </a:lnTo>
                  <a:lnTo>
                    <a:pt x="2864901" y="2886716"/>
                  </a:lnTo>
                  <a:lnTo>
                    <a:pt x="2936523" y="2848151"/>
                  </a:lnTo>
                  <a:lnTo>
                    <a:pt x="3008146" y="2807643"/>
                  </a:lnTo>
                  <a:lnTo>
                    <a:pt x="3079768" y="2765096"/>
                  </a:lnTo>
                  <a:lnTo>
                    <a:pt x="3151391" y="2720407"/>
                  </a:lnTo>
                  <a:lnTo>
                    <a:pt x="3223013" y="2673468"/>
                  </a:lnTo>
                  <a:lnTo>
                    <a:pt x="3294636" y="2624165"/>
                  </a:lnTo>
                  <a:lnTo>
                    <a:pt x="3366258" y="2572379"/>
                  </a:lnTo>
                  <a:lnTo>
                    <a:pt x="3437881" y="2517986"/>
                  </a:lnTo>
                  <a:lnTo>
                    <a:pt x="3509503" y="2460855"/>
                  </a:lnTo>
                  <a:lnTo>
                    <a:pt x="3581126" y="2400846"/>
                  </a:lnTo>
                  <a:lnTo>
                    <a:pt x="3652748" y="2337817"/>
                  </a:lnTo>
                  <a:lnTo>
                    <a:pt x="3724371" y="2271613"/>
                  </a:lnTo>
                  <a:lnTo>
                    <a:pt x="3795993" y="2202076"/>
                  </a:lnTo>
                  <a:lnTo>
                    <a:pt x="3867616" y="2129038"/>
                  </a:lnTo>
                  <a:lnTo>
                    <a:pt x="3939238" y="2052322"/>
                  </a:lnTo>
                  <a:lnTo>
                    <a:pt x="4010861" y="1971744"/>
                  </a:lnTo>
                  <a:lnTo>
                    <a:pt x="4082483" y="1887108"/>
                  </a:lnTo>
                  <a:lnTo>
                    <a:pt x="4154106" y="1798211"/>
                  </a:lnTo>
                  <a:lnTo>
                    <a:pt x="4225729" y="1704837"/>
                  </a:lnTo>
                  <a:lnTo>
                    <a:pt x="4297351" y="1606762"/>
                  </a:lnTo>
                  <a:lnTo>
                    <a:pt x="4368974" y="1503749"/>
                  </a:lnTo>
                  <a:lnTo>
                    <a:pt x="4440596" y="1395549"/>
                  </a:lnTo>
                  <a:lnTo>
                    <a:pt x="4512219" y="1281901"/>
                  </a:lnTo>
                  <a:lnTo>
                    <a:pt x="4583841" y="1162531"/>
                  </a:lnTo>
                  <a:lnTo>
                    <a:pt x="4655464" y="1037150"/>
                  </a:lnTo>
                  <a:lnTo>
                    <a:pt x="4727086" y="905456"/>
                  </a:lnTo>
                  <a:lnTo>
                    <a:pt x="4798709" y="767131"/>
                  </a:lnTo>
                  <a:lnTo>
                    <a:pt x="4870331" y="621841"/>
                  </a:lnTo>
                  <a:lnTo>
                    <a:pt x="4941954" y="469236"/>
                  </a:lnTo>
                  <a:lnTo>
                    <a:pt x="5013576" y="308947"/>
                  </a:lnTo>
                  <a:lnTo>
                    <a:pt x="5085199" y="140587"/>
                  </a:lnTo>
                  <a:lnTo>
                    <a:pt x="514213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2026-05-26T13:56:39Z</dcterms:modified>
  <cp:category/>
</cp:coreProperties>
</file>