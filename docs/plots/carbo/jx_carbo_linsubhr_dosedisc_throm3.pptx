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633381"/>
            </a:xfrm>
            <a:custGeom>
              <a:avLst/>
              <a:pathLst>
                <a:path w="7090630" h="3633381">
                  <a:moveTo>
                    <a:pt x="0" y="3054372"/>
                  </a:moveTo>
                  <a:lnTo>
                    <a:pt x="71622" y="3049094"/>
                  </a:lnTo>
                  <a:lnTo>
                    <a:pt x="143245" y="3043769"/>
                  </a:lnTo>
                  <a:lnTo>
                    <a:pt x="214867" y="3038397"/>
                  </a:lnTo>
                  <a:lnTo>
                    <a:pt x="286490" y="3032977"/>
                  </a:lnTo>
                  <a:lnTo>
                    <a:pt x="358112" y="3027510"/>
                  </a:lnTo>
                  <a:lnTo>
                    <a:pt x="429735" y="3021995"/>
                  </a:lnTo>
                  <a:lnTo>
                    <a:pt x="501357" y="3016431"/>
                  </a:lnTo>
                  <a:lnTo>
                    <a:pt x="572980" y="3010818"/>
                  </a:lnTo>
                  <a:lnTo>
                    <a:pt x="644602" y="3005155"/>
                  </a:lnTo>
                  <a:lnTo>
                    <a:pt x="716225" y="2999442"/>
                  </a:lnTo>
                  <a:lnTo>
                    <a:pt x="787847" y="2993679"/>
                  </a:lnTo>
                  <a:lnTo>
                    <a:pt x="859470" y="2987865"/>
                  </a:lnTo>
                  <a:lnTo>
                    <a:pt x="931092" y="2982000"/>
                  </a:lnTo>
                  <a:lnTo>
                    <a:pt x="1002715" y="2976083"/>
                  </a:lnTo>
                  <a:lnTo>
                    <a:pt x="1074337" y="2970114"/>
                  </a:lnTo>
                  <a:lnTo>
                    <a:pt x="1145960" y="2964092"/>
                  </a:lnTo>
                  <a:lnTo>
                    <a:pt x="1217582" y="2958018"/>
                  </a:lnTo>
                  <a:lnTo>
                    <a:pt x="1289205" y="2951889"/>
                  </a:lnTo>
                  <a:lnTo>
                    <a:pt x="1360827" y="2945706"/>
                  </a:lnTo>
                  <a:lnTo>
                    <a:pt x="1432450" y="2939469"/>
                  </a:lnTo>
                  <a:lnTo>
                    <a:pt x="1504073" y="2933177"/>
                  </a:lnTo>
                  <a:lnTo>
                    <a:pt x="1575695" y="2926829"/>
                  </a:lnTo>
                  <a:lnTo>
                    <a:pt x="1647318" y="2920426"/>
                  </a:lnTo>
                  <a:lnTo>
                    <a:pt x="1718940" y="2913966"/>
                  </a:lnTo>
                  <a:lnTo>
                    <a:pt x="1790563" y="2907448"/>
                  </a:lnTo>
                  <a:lnTo>
                    <a:pt x="1862185" y="2900874"/>
                  </a:lnTo>
                  <a:lnTo>
                    <a:pt x="1933808" y="2894241"/>
                  </a:lnTo>
                  <a:lnTo>
                    <a:pt x="2005430" y="2887550"/>
                  </a:lnTo>
                  <a:lnTo>
                    <a:pt x="2077053" y="2880800"/>
                  </a:lnTo>
                  <a:lnTo>
                    <a:pt x="2148675" y="2873990"/>
                  </a:lnTo>
                  <a:lnTo>
                    <a:pt x="2220298" y="2867120"/>
                  </a:lnTo>
                  <a:lnTo>
                    <a:pt x="2291920" y="2860190"/>
                  </a:lnTo>
                  <a:lnTo>
                    <a:pt x="2363543" y="2853198"/>
                  </a:lnTo>
                  <a:lnTo>
                    <a:pt x="2435165" y="2846145"/>
                  </a:lnTo>
                  <a:lnTo>
                    <a:pt x="2506788" y="2839029"/>
                  </a:lnTo>
                  <a:lnTo>
                    <a:pt x="2578410" y="2831851"/>
                  </a:lnTo>
                  <a:lnTo>
                    <a:pt x="2650033" y="2824609"/>
                  </a:lnTo>
                  <a:lnTo>
                    <a:pt x="2721655" y="2817304"/>
                  </a:lnTo>
                  <a:lnTo>
                    <a:pt x="2793278" y="2809934"/>
                  </a:lnTo>
                  <a:lnTo>
                    <a:pt x="2864901" y="2802498"/>
                  </a:lnTo>
                  <a:lnTo>
                    <a:pt x="2936523" y="2794998"/>
                  </a:lnTo>
                  <a:lnTo>
                    <a:pt x="3008146" y="2787431"/>
                  </a:lnTo>
                  <a:lnTo>
                    <a:pt x="3079768" y="2750148"/>
                  </a:lnTo>
                  <a:lnTo>
                    <a:pt x="3151391" y="2665683"/>
                  </a:lnTo>
                  <a:lnTo>
                    <a:pt x="3223013" y="2573314"/>
                  </a:lnTo>
                  <a:lnTo>
                    <a:pt x="3294636" y="2472300"/>
                  </a:lnTo>
                  <a:lnTo>
                    <a:pt x="3366258" y="2361832"/>
                  </a:lnTo>
                  <a:lnTo>
                    <a:pt x="3437881" y="2241026"/>
                  </a:lnTo>
                  <a:lnTo>
                    <a:pt x="3509503" y="2108913"/>
                  </a:lnTo>
                  <a:lnTo>
                    <a:pt x="3581126" y="1964435"/>
                  </a:lnTo>
                  <a:lnTo>
                    <a:pt x="3652748" y="1806437"/>
                  </a:lnTo>
                  <a:lnTo>
                    <a:pt x="3724371" y="1633651"/>
                  </a:lnTo>
                  <a:lnTo>
                    <a:pt x="3795993" y="1444694"/>
                  </a:lnTo>
                  <a:lnTo>
                    <a:pt x="3867616" y="1238053"/>
                  </a:lnTo>
                  <a:lnTo>
                    <a:pt x="3939238" y="1012072"/>
                  </a:lnTo>
                  <a:lnTo>
                    <a:pt x="4010861" y="764942"/>
                  </a:lnTo>
                  <a:lnTo>
                    <a:pt x="4082483" y="494683"/>
                  </a:lnTo>
                  <a:lnTo>
                    <a:pt x="4154106" y="199130"/>
                  </a:lnTo>
                  <a:lnTo>
                    <a:pt x="4198232" y="0"/>
                  </a:lnTo>
                  <a:lnTo>
                    <a:pt x="7090630" y="0"/>
                  </a:lnTo>
                  <a:lnTo>
                    <a:pt x="7090630" y="2225163"/>
                  </a:lnTo>
                  <a:lnTo>
                    <a:pt x="7019007" y="2237647"/>
                  </a:lnTo>
                  <a:lnTo>
                    <a:pt x="6947385" y="2250022"/>
                  </a:lnTo>
                  <a:lnTo>
                    <a:pt x="6875762" y="2262288"/>
                  </a:lnTo>
                  <a:lnTo>
                    <a:pt x="6804139" y="2274448"/>
                  </a:lnTo>
                  <a:lnTo>
                    <a:pt x="6732517" y="2286501"/>
                  </a:lnTo>
                  <a:lnTo>
                    <a:pt x="6660894" y="2298449"/>
                  </a:lnTo>
                  <a:lnTo>
                    <a:pt x="6589272" y="2310292"/>
                  </a:lnTo>
                  <a:lnTo>
                    <a:pt x="6517649" y="2322032"/>
                  </a:lnTo>
                  <a:lnTo>
                    <a:pt x="6446027" y="2333669"/>
                  </a:lnTo>
                  <a:lnTo>
                    <a:pt x="6374404" y="2345204"/>
                  </a:lnTo>
                  <a:lnTo>
                    <a:pt x="6302782" y="2356638"/>
                  </a:lnTo>
                  <a:lnTo>
                    <a:pt x="6231159" y="2367973"/>
                  </a:lnTo>
                  <a:lnTo>
                    <a:pt x="6159537" y="2379208"/>
                  </a:lnTo>
                  <a:lnTo>
                    <a:pt x="6087914" y="2390345"/>
                  </a:lnTo>
                  <a:lnTo>
                    <a:pt x="6016292" y="2401384"/>
                  </a:lnTo>
                  <a:lnTo>
                    <a:pt x="5944669" y="2412327"/>
                  </a:lnTo>
                  <a:lnTo>
                    <a:pt x="5873047" y="2423175"/>
                  </a:lnTo>
                  <a:lnTo>
                    <a:pt x="5801424" y="2433927"/>
                  </a:lnTo>
                  <a:lnTo>
                    <a:pt x="5729802" y="2444585"/>
                  </a:lnTo>
                  <a:lnTo>
                    <a:pt x="5658179" y="2455151"/>
                  </a:lnTo>
                  <a:lnTo>
                    <a:pt x="5586557" y="2465623"/>
                  </a:lnTo>
                  <a:lnTo>
                    <a:pt x="5514934" y="2476005"/>
                  </a:lnTo>
                  <a:lnTo>
                    <a:pt x="5443311" y="2486295"/>
                  </a:lnTo>
                  <a:lnTo>
                    <a:pt x="5371689" y="2496495"/>
                  </a:lnTo>
                  <a:lnTo>
                    <a:pt x="5300066" y="2506607"/>
                  </a:lnTo>
                  <a:lnTo>
                    <a:pt x="5228444" y="2516629"/>
                  </a:lnTo>
                  <a:lnTo>
                    <a:pt x="5156821" y="2526565"/>
                  </a:lnTo>
                  <a:lnTo>
                    <a:pt x="5085199" y="2536413"/>
                  </a:lnTo>
                  <a:lnTo>
                    <a:pt x="5013576" y="2546175"/>
                  </a:lnTo>
                  <a:lnTo>
                    <a:pt x="4941954" y="2555852"/>
                  </a:lnTo>
                  <a:lnTo>
                    <a:pt x="4870331" y="2565444"/>
                  </a:lnTo>
                  <a:lnTo>
                    <a:pt x="4798709" y="2574952"/>
                  </a:lnTo>
                  <a:lnTo>
                    <a:pt x="4727086" y="2584377"/>
                  </a:lnTo>
                  <a:lnTo>
                    <a:pt x="4655464" y="2593720"/>
                  </a:lnTo>
                  <a:lnTo>
                    <a:pt x="4583841" y="2602981"/>
                  </a:lnTo>
                  <a:lnTo>
                    <a:pt x="4512219" y="2612160"/>
                  </a:lnTo>
                  <a:lnTo>
                    <a:pt x="4440596" y="2621260"/>
                  </a:lnTo>
                  <a:lnTo>
                    <a:pt x="4368974" y="2630280"/>
                  </a:lnTo>
                  <a:lnTo>
                    <a:pt x="4297351" y="2639221"/>
                  </a:lnTo>
                  <a:lnTo>
                    <a:pt x="4225729" y="2648084"/>
                  </a:lnTo>
                  <a:lnTo>
                    <a:pt x="4154106" y="2656870"/>
                  </a:lnTo>
                  <a:lnTo>
                    <a:pt x="4082483" y="2665578"/>
                  </a:lnTo>
                  <a:lnTo>
                    <a:pt x="4010861" y="2674211"/>
                  </a:lnTo>
                  <a:lnTo>
                    <a:pt x="3939238" y="2682768"/>
                  </a:lnTo>
                  <a:lnTo>
                    <a:pt x="3867616" y="2691250"/>
                  </a:lnTo>
                  <a:lnTo>
                    <a:pt x="3795993" y="2699658"/>
                  </a:lnTo>
                  <a:lnTo>
                    <a:pt x="3724371" y="2707992"/>
                  </a:lnTo>
                  <a:lnTo>
                    <a:pt x="3652748" y="2716254"/>
                  </a:lnTo>
                  <a:lnTo>
                    <a:pt x="3581126" y="2724443"/>
                  </a:lnTo>
                  <a:lnTo>
                    <a:pt x="3509503" y="2732561"/>
                  </a:lnTo>
                  <a:lnTo>
                    <a:pt x="3437881" y="2740608"/>
                  </a:lnTo>
                  <a:lnTo>
                    <a:pt x="3366258" y="2748584"/>
                  </a:lnTo>
                  <a:lnTo>
                    <a:pt x="3294636" y="2756490"/>
                  </a:lnTo>
                  <a:lnTo>
                    <a:pt x="3223013" y="2764328"/>
                  </a:lnTo>
                  <a:lnTo>
                    <a:pt x="3151391" y="2772097"/>
                  </a:lnTo>
                  <a:lnTo>
                    <a:pt x="3079768" y="2779798"/>
                  </a:lnTo>
                  <a:lnTo>
                    <a:pt x="3008146" y="2827383"/>
                  </a:lnTo>
                  <a:lnTo>
                    <a:pt x="2936523" y="2898009"/>
                  </a:lnTo>
                  <a:lnTo>
                    <a:pt x="2864901" y="2962591"/>
                  </a:lnTo>
                  <a:lnTo>
                    <a:pt x="2793278" y="3021646"/>
                  </a:lnTo>
                  <a:lnTo>
                    <a:pt x="2721655" y="3075647"/>
                  </a:lnTo>
                  <a:lnTo>
                    <a:pt x="2650033" y="3125026"/>
                  </a:lnTo>
                  <a:lnTo>
                    <a:pt x="2578410" y="3170180"/>
                  </a:lnTo>
                  <a:lnTo>
                    <a:pt x="2506788" y="3211469"/>
                  </a:lnTo>
                  <a:lnTo>
                    <a:pt x="2435165" y="3249225"/>
                  </a:lnTo>
                  <a:lnTo>
                    <a:pt x="2363543" y="3283750"/>
                  </a:lnTo>
                  <a:lnTo>
                    <a:pt x="2291920" y="3315320"/>
                  </a:lnTo>
                  <a:lnTo>
                    <a:pt x="2220298" y="3344188"/>
                  </a:lnTo>
                  <a:lnTo>
                    <a:pt x="2148675" y="3370586"/>
                  </a:lnTo>
                  <a:lnTo>
                    <a:pt x="2077053" y="3394724"/>
                  </a:lnTo>
                  <a:lnTo>
                    <a:pt x="2005430" y="3416797"/>
                  </a:lnTo>
                  <a:lnTo>
                    <a:pt x="1933808" y="3436981"/>
                  </a:lnTo>
                  <a:lnTo>
                    <a:pt x="1862185" y="3455437"/>
                  </a:lnTo>
                  <a:lnTo>
                    <a:pt x="1790563" y="3472314"/>
                  </a:lnTo>
                  <a:lnTo>
                    <a:pt x="1718940" y="3487747"/>
                  </a:lnTo>
                  <a:lnTo>
                    <a:pt x="1647318" y="3501859"/>
                  </a:lnTo>
                  <a:lnTo>
                    <a:pt x="1575695" y="3514763"/>
                  </a:lnTo>
                  <a:lnTo>
                    <a:pt x="1504073" y="3526563"/>
                  </a:lnTo>
                  <a:lnTo>
                    <a:pt x="1432450" y="3537353"/>
                  </a:lnTo>
                  <a:lnTo>
                    <a:pt x="1360827" y="3547219"/>
                  </a:lnTo>
                  <a:lnTo>
                    <a:pt x="1289205" y="3556242"/>
                  </a:lnTo>
                  <a:lnTo>
                    <a:pt x="1217582" y="3564492"/>
                  </a:lnTo>
                  <a:lnTo>
                    <a:pt x="1145960" y="3572036"/>
                  </a:lnTo>
                  <a:lnTo>
                    <a:pt x="1074337" y="3578934"/>
                  </a:lnTo>
                  <a:lnTo>
                    <a:pt x="1002715" y="3585242"/>
                  </a:lnTo>
                  <a:lnTo>
                    <a:pt x="931092" y="3591010"/>
                  </a:lnTo>
                  <a:lnTo>
                    <a:pt x="859470" y="3596285"/>
                  </a:lnTo>
                  <a:lnTo>
                    <a:pt x="787847" y="3601108"/>
                  </a:lnTo>
                  <a:lnTo>
                    <a:pt x="716225" y="3605518"/>
                  </a:lnTo>
                  <a:lnTo>
                    <a:pt x="644602" y="3609551"/>
                  </a:lnTo>
                  <a:lnTo>
                    <a:pt x="572980" y="3613239"/>
                  </a:lnTo>
                  <a:lnTo>
                    <a:pt x="501357" y="3616611"/>
                  </a:lnTo>
                  <a:lnTo>
                    <a:pt x="429735" y="3619695"/>
                  </a:lnTo>
                  <a:lnTo>
                    <a:pt x="358112" y="3622515"/>
                  </a:lnTo>
                  <a:lnTo>
                    <a:pt x="286490" y="3625093"/>
                  </a:lnTo>
                  <a:lnTo>
                    <a:pt x="214867" y="3627451"/>
                  </a:lnTo>
                  <a:lnTo>
                    <a:pt x="143245" y="3629607"/>
                  </a:lnTo>
                  <a:lnTo>
                    <a:pt x="71622" y="3631578"/>
                  </a:lnTo>
                  <a:lnTo>
                    <a:pt x="0" y="36333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198232" cy="3054372"/>
            </a:xfrm>
            <a:custGeom>
              <a:avLst/>
              <a:pathLst>
                <a:path w="4198232" h="3054372">
                  <a:moveTo>
                    <a:pt x="0" y="3054372"/>
                  </a:moveTo>
                  <a:lnTo>
                    <a:pt x="71622" y="3049094"/>
                  </a:lnTo>
                  <a:lnTo>
                    <a:pt x="143245" y="3043769"/>
                  </a:lnTo>
                  <a:lnTo>
                    <a:pt x="214867" y="3038397"/>
                  </a:lnTo>
                  <a:lnTo>
                    <a:pt x="286490" y="3032977"/>
                  </a:lnTo>
                  <a:lnTo>
                    <a:pt x="358112" y="3027510"/>
                  </a:lnTo>
                  <a:lnTo>
                    <a:pt x="429735" y="3021995"/>
                  </a:lnTo>
                  <a:lnTo>
                    <a:pt x="501357" y="3016431"/>
                  </a:lnTo>
                  <a:lnTo>
                    <a:pt x="572980" y="3010818"/>
                  </a:lnTo>
                  <a:lnTo>
                    <a:pt x="644602" y="3005155"/>
                  </a:lnTo>
                  <a:lnTo>
                    <a:pt x="716225" y="2999442"/>
                  </a:lnTo>
                  <a:lnTo>
                    <a:pt x="787847" y="2993679"/>
                  </a:lnTo>
                  <a:lnTo>
                    <a:pt x="859470" y="2987865"/>
                  </a:lnTo>
                  <a:lnTo>
                    <a:pt x="931092" y="2982000"/>
                  </a:lnTo>
                  <a:lnTo>
                    <a:pt x="1002715" y="2976083"/>
                  </a:lnTo>
                  <a:lnTo>
                    <a:pt x="1074337" y="2970114"/>
                  </a:lnTo>
                  <a:lnTo>
                    <a:pt x="1145960" y="2964092"/>
                  </a:lnTo>
                  <a:lnTo>
                    <a:pt x="1217582" y="2958018"/>
                  </a:lnTo>
                  <a:lnTo>
                    <a:pt x="1289205" y="2951889"/>
                  </a:lnTo>
                  <a:lnTo>
                    <a:pt x="1360827" y="2945706"/>
                  </a:lnTo>
                  <a:lnTo>
                    <a:pt x="1432450" y="2939469"/>
                  </a:lnTo>
                  <a:lnTo>
                    <a:pt x="1504073" y="2933177"/>
                  </a:lnTo>
                  <a:lnTo>
                    <a:pt x="1575695" y="2926829"/>
                  </a:lnTo>
                  <a:lnTo>
                    <a:pt x="1647318" y="2920426"/>
                  </a:lnTo>
                  <a:lnTo>
                    <a:pt x="1718940" y="2913966"/>
                  </a:lnTo>
                  <a:lnTo>
                    <a:pt x="1790563" y="2907448"/>
                  </a:lnTo>
                  <a:lnTo>
                    <a:pt x="1862185" y="2900874"/>
                  </a:lnTo>
                  <a:lnTo>
                    <a:pt x="1933808" y="2894241"/>
                  </a:lnTo>
                  <a:lnTo>
                    <a:pt x="2005430" y="2887550"/>
                  </a:lnTo>
                  <a:lnTo>
                    <a:pt x="2077053" y="2880800"/>
                  </a:lnTo>
                  <a:lnTo>
                    <a:pt x="2148675" y="2873990"/>
                  </a:lnTo>
                  <a:lnTo>
                    <a:pt x="2220298" y="2867120"/>
                  </a:lnTo>
                  <a:lnTo>
                    <a:pt x="2291920" y="2860190"/>
                  </a:lnTo>
                  <a:lnTo>
                    <a:pt x="2363543" y="2853198"/>
                  </a:lnTo>
                  <a:lnTo>
                    <a:pt x="2435165" y="2846145"/>
                  </a:lnTo>
                  <a:lnTo>
                    <a:pt x="2506788" y="2839029"/>
                  </a:lnTo>
                  <a:lnTo>
                    <a:pt x="2578410" y="2831851"/>
                  </a:lnTo>
                  <a:lnTo>
                    <a:pt x="2650033" y="2824609"/>
                  </a:lnTo>
                  <a:lnTo>
                    <a:pt x="2721655" y="2817304"/>
                  </a:lnTo>
                  <a:lnTo>
                    <a:pt x="2793278" y="2809934"/>
                  </a:lnTo>
                  <a:lnTo>
                    <a:pt x="2864901" y="2802498"/>
                  </a:lnTo>
                  <a:lnTo>
                    <a:pt x="2936523" y="2794998"/>
                  </a:lnTo>
                  <a:lnTo>
                    <a:pt x="3008146" y="2787431"/>
                  </a:lnTo>
                  <a:lnTo>
                    <a:pt x="3079768" y="2750148"/>
                  </a:lnTo>
                  <a:lnTo>
                    <a:pt x="3151391" y="2665683"/>
                  </a:lnTo>
                  <a:lnTo>
                    <a:pt x="3223013" y="2573314"/>
                  </a:lnTo>
                  <a:lnTo>
                    <a:pt x="3294636" y="2472300"/>
                  </a:lnTo>
                  <a:lnTo>
                    <a:pt x="3366258" y="2361832"/>
                  </a:lnTo>
                  <a:lnTo>
                    <a:pt x="3437881" y="2241026"/>
                  </a:lnTo>
                  <a:lnTo>
                    <a:pt x="3509503" y="2108913"/>
                  </a:lnTo>
                  <a:lnTo>
                    <a:pt x="3581126" y="1964435"/>
                  </a:lnTo>
                  <a:lnTo>
                    <a:pt x="3652748" y="1806437"/>
                  </a:lnTo>
                  <a:lnTo>
                    <a:pt x="3724371" y="1633651"/>
                  </a:lnTo>
                  <a:lnTo>
                    <a:pt x="3795993" y="1444694"/>
                  </a:lnTo>
                  <a:lnTo>
                    <a:pt x="3867616" y="1238053"/>
                  </a:lnTo>
                  <a:lnTo>
                    <a:pt x="3939238" y="1012072"/>
                  </a:lnTo>
                  <a:lnTo>
                    <a:pt x="4010861" y="764942"/>
                  </a:lnTo>
                  <a:lnTo>
                    <a:pt x="4082483" y="494683"/>
                  </a:lnTo>
                  <a:lnTo>
                    <a:pt x="4154106" y="199130"/>
                  </a:lnTo>
                  <a:lnTo>
                    <a:pt x="419823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121726"/>
              <a:ext cx="7090630" cy="1408218"/>
            </a:xfrm>
            <a:custGeom>
              <a:avLst/>
              <a:pathLst>
                <a:path w="7090630" h="1408218">
                  <a:moveTo>
                    <a:pt x="7090630" y="0"/>
                  </a:moveTo>
                  <a:lnTo>
                    <a:pt x="7019007" y="12484"/>
                  </a:lnTo>
                  <a:lnTo>
                    <a:pt x="6947385" y="24859"/>
                  </a:lnTo>
                  <a:lnTo>
                    <a:pt x="6875762" y="37125"/>
                  </a:lnTo>
                  <a:lnTo>
                    <a:pt x="6804139" y="49285"/>
                  </a:lnTo>
                  <a:lnTo>
                    <a:pt x="6732517" y="61338"/>
                  </a:lnTo>
                  <a:lnTo>
                    <a:pt x="6660894" y="73286"/>
                  </a:lnTo>
                  <a:lnTo>
                    <a:pt x="6589272" y="85129"/>
                  </a:lnTo>
                  <a:lnTo>
                    <a:pt x="6517649" y="96869"/>
                  </a:lnTo>
                  <a:lnTo>
                    <a:pt x="6446027" y="108506"/>
                  </a:lnTo>
                  <a:lnTo>
                    <a:pt x="6374404" y="120041"/>
                  </a:lnTo>
                  <a:lnTo>
                    <a:pt x="6302782" y="131475"/>
                  </a:lnTo>
                  <a:lnTo>
                    <a:pt x="6231159" y="142810"/>
                  </a:lnTo>
                  <a:lnTo>
                    <a:pt x="6159537" y="154045"/>
                  </a:lnTo>
                  <a:lnTo>
                    <a:pt x="6087914" y="165182"/>
                  </a:lnTo>
                  <a:lnTo>
                    <a:pt x="6016292" y="176221"/>
                  </a:lnTo>
                  <a:lnTo>
                    <a:pt x="5944669" y="187164"/>
                  </a:lnTo>
                  <a:lnTo>
                    <a:pt x="5873047" y="198012"/>
                  </a:lnTo>
                  <a:lnTo>
                    <a:pt x="5801424" y="208764"/>
                  </a:lnTo>
                  <a:lnTo>
                    <a:pt x="5729802" y="219422"/>
                  </a:lnTo>
                  <a:lnTo>
                    <a:pt x="5658179" y="229988"/>
                  </a:lnTo>
                  <a:lnTo>
                    <a:pt x="5586557" y="240460"/>
                  </a:lnTo>
                  <a:lnTo>
                    <a:pt x="5514934" y="250842"/>
                  </a:lnTo>
                  <a:lnTo>
                    <a:pt x="5443311" y="261132"/>
                  </a:lnTo>
                  <a:lnTo>
                    <a:pt x="5371689" y="271332"/>
                  </a:lnTo>
                  <a:lnTo>
                    <a:pt x="5300066" y="281444"/>
                  </a:lnTo>
                  <a:lnTo>
                    <a:pt x="5228444" y="291466"/>
                  </a:lnTo>
                  <a:lnTo>
                    <a:pt x="5156821" y="301402"/>
                  </a:lnTo>
                  <a:lnTo>
                    <a:pt x="5085199" y="311250"/>
                  </a:lnTo>
                  <a:lnTo>
                    <a:pt x="5013576" y="321012"/>
                  </a:lnTo>
                  <a:lnTo>
                    <a:pt x="4941954" y="330689"/>
                  </a:lnTo>
                  <a:lnTo>
                    <a:pt x="4870331" y="340281"/>
                  </a:lnTo>
                  <a:lnTo>
                    <a:pt x="4798709" y="349789"/>
                  </a:lnTo>
                  <a:lnTo>
                    <a:pt x="4727086" y="359214"/>
                  </a:lnTo>
                  <a:lnTo>
                    <a:pt x="4655464" y="368557"/>
                  </a:lnTo>
                  <a:lnTo>
                    <a:pt x="4583841" y="377817"/>
                  </a:lnTo>
                  <a:lnTo>
                    <a:pt x="4512219" y="386997"/>
                  </a:lnTo>
                  <a:lnTo>
                    <a:pt x="4440596" y="396097"/>
                  </a:lnTo>
                  <a:lnTo>
                    <a:pt x="4368974" y="405117"/>
                  </a:lnTo>
                  <a:lnTo>
                    <a:pt x="4297351" y="414058"/>
                  </a:lnTo>
                  <a:lnTo>
                    <a:pt x="4225729" y="422921"/>
                  </a:lnTo>
                  <a:lnTo>
                    <a:pt x="4154106" y="431707"/>
                  </a:lnTo>
                  <a:lnTo>
                    <a:pt x="4082483" y="440415"/>
                  </a:lnTo>
                  <a:lnTo>
                    <a:pt x="4010861" y="449048"/>
                  </a:lnTo>
                  <a:lnTo>
                    <a:pt x="3939238" y="457605"/>
                  </a:lnTo>
                  <a:lnTo>
                    <a:pt x="3867616" y="466087"/>
                  </a:lnTo>
                  <a:lnTo>
                    <a:pt x="3795993" y="474495"/>
                  </a:lnTo>
                  <a:lnTo>
                    <a:pt x="3724371" y="482829"/>
                  </a:lnTo>
                  <a:lnTo>
                    <a:pt x="3652748" y="491091"/>
                  </a:lnTo>
                  <a:lnTo>
                    <a:pt x="3581126" y="499280"/>
                  </a:lnTo>
                  <a:lnTo>
                    <a:pt x="3509503" y="507398"/>
                  </a:lnTo>
                  <a:lnTo>
                    <a:pt x="3437881" y="515445"/>
                  </a:lnTo>
                  <a:lnTo>
                    <a:pt x="3366258" y="523421"/>
                  </a:lnTo>
                  <a:lnTo>
                    <a:pt x="3294636" y="531327"/>
                  </a:lnTo>
                  <a:lnTo>
                    <a:pt x="3223013" y="539165"/>
                  </a:lnTo>
                  <a:lnTo>
                    <a:pt x="3151391" y="546934"/>
                  </a:lnTo>
                  <a:lnTo>
                    <a:pt x="3079768" y="554634"/>
                  </a:lnTo>
                  <a:lnTo>
                    <a:pt x="3008146" y="602220"/>
                  </a:lnTo>
                  <a:lnTo>
                    <a:pt x="2936523" y="672846"/>
                  </a:lnTo>
                  <a:lnTo>
                    <a:pt x="2864901" y="737428"/>
                  </a:lnTo>
                  <a:lnTo>
                    <a:pt x="2793278" y="796483"/>
                  </a:lnTo>
                  <a:lnTo>
                    <a:pt x="2721655" y="850484"/>
                  </a:lnTo>
                  <a:lnTo>
                    <a:pt x="2650033" y="899863"/>
                  </a:lnTo>
                  <a:lnTo>
                    <a:pt x="2578410" y="945017"/>
                  </a:lnTo>
                  <a:lnTo>
                    <a:pt x="2506788" y="986306"/>
                  </a:lnTo>
                  <a:lnTo>
                    <a:pt x="2435165" y="1024062"/>
                  </a:lnTo>
                  <a:lnTo>
                    <a:pt x="2363543" y="1058587"/>
                  </a:lnTo>
                  <a:lnTo>
                    <a:pt x="2291920" y="1090157"/>
                  </a:lnTo>
                  <a:lnTo>
                    <a:pt x="2220298" y="1119025"/>
                  </a:lnTo>
                  <a:lnTo>
                    <a:pt x="2148675" y="1145423"/>
                  </a:lnTo>
                  <a:lnTo>
                    <a:pt x="2077053" y="1169561"/>
                  </a:lnTo>
                  <a:lnTo>
                    <a:pt x="2005430" y="1191634"/>
                  </a:lnTo>
                  <a:lnTo>
                    <a:pt x="1933808" y="1211818"/>
                  </a:lnTo>
                  <a:lnTo>
                    <a:pt x="1862185" y="1230274"/>
                  </a:lnTo>
                  <a:lnTo>
                    <a:pt x="1790563" y="1247151"/>
                  </a:lnTo>
                  <a:lnTo>
                    <a:pt x="1718940" y="1262584"/>
                  </a:lnTo>
                  <a:lnTo>
                    <a:pt x="1647318" y="1276696"/>
                  </a:lnTo>
                  <a:lnTo>
                    <a:pt x="1575695" y="1289600"/>
                  </a:lnTo>
                  <a:lnTo>
                    <a:pt x="1504073" y="1301400"/>
                  </a:lnTo>
                  <a:lnTo>
                    <a:pt x="1432450" y="1312190"/>
                  </a:lnTo>
                  <a:lnTo>
                    <a:pt x="1360827" y="1322056"/>
                  </a:lnTo>
                  <a:lnTo>
                    <a:pt x="1289205" y="1331078"/>
                  </a:lnTo>
                  <a:lnTo>
                    <a:pt x="1217582" y="1339329"/>
                  </a:lnTo>
                  <a:lnTo>
                    <a:pt x="1145960" y="1346873"/>
                  </a:lnTo>
                  <a:lnTo>
                    <a:pt x="1074337" y="1353771"/>
                  </a:lnTo>
                  <a:lnTo>
                    <a:pt x="1002715" y="1360079"/>
                  </a:lnTo>
                  <a:lnTo>
                    <a:pt x="931092" y="1365847"/>
                  </a:lnTo>
                  <a:lnTo>
                    <a:pt x="859470" y="1371122"/>
                  </a:lnTo>
                  <a:lnTo>
                    <a:pt x="787847" y="1375945"/>
                  </a:lnTo>
                  <a:lnTo>
                    <a:pt x="716225" y="1380355"/>
                  </a:lnTo>
                  <a:lnTo>
                    <a:pt x="644602" y="1384388"/>
                  </a:lnTo>
                  <a:lnTo>
                    <a:pt x="572980" y="1388076"/>
                  </a:lnTo>
                  <a:lnTo>
                    <a:pt x="501357" y="1391448"/>
                  </a:lnTo>
                  <a:lnTo>
                    <a:pt x="429735" y="1394532"/>
                  </a:lnTo>
                  <a:lnTo>
                    <a:pt x="358112" y="1397352"/>
                  </a:lnTo>
                  <a:lnTo>
                    <a:pt x="286490" y="1399930"/>
                  </a:lnTo>
                  <a:lnTo>
                    <a:pt x="214867" y="1402288"/>
                  </a:lnTo>
                  <a:lnTo>
                    <a:pt x="143245" y="1404444"/>
                  </a:lnTo>
                  <a:lnTo>
                    <a:pt x="71622" y="1406415"/>
                  </a:lnTo>
                  <a:lnTo>
                    <a:pt x="0" y="14082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142141" cy="3545293"/>
            </a:xfrm>
            <a:custGeom>
              <a:avLst/>
              <a:pathLst>
                <a:path w="5142141" h="3545293">
                  <a:moveTo>
                    <a:pt x="0" y="3545293"/>
                  </a:moveTo>
                  <a:lnTo>
                    <a:pt x="71622" y="3539888"/>
                  </a:lnTo>
                  <a:lnTo>
                    <a:pt x="143245" y="3534211"/>
                  </a:lnTo>
                  <a:lnTo>
                    <a:pt x="214867" y="3528247"/>
                  </a:lnTo>
                  <a:lnTo>
                    <a:pt x="286490" y="3521984"/>
                  </a:lnTo>
                  <a:lnTo>
                    <a:pt x="358112" y="3515405"/>
                  </a:lnTo>
                  <a:lnTo>
                    <a:pt x="429735" y="3508495"/>
                  </a:lnTo>
                  <a:lnTo>
                    <a:pt x="501357" y="3501237"/>
                  </a:lnTo>
                  <a:lnTo>
                    <a:pt x="572980" y="3493613"/>
                  </a:lnTo>
                  <a:lnTo>
                    <a:pt x="644602" y="3485606"/>
                  </a:lnTo>
                  <a:lnTo>
                    <a:pt x="716225" y="3477195"/>
                  </a:lnTo>
                  <a:lnTo>
                    <a:pt x="787847" y="3468361"/>
                  </a:lnTo>
                  <a:lnTo>
                    <a:pt x="859470" y="3459082"/>
                  </a:lnTo>
                  <a:lnTo>
                    <a:pt x="931092" y="3449336"/>
                  </a:lnTo>
                  <a:lnTo>
                    <a:pt x="1002715" y="3439100"/>
                  </a:lnTo>
                  <a:lnTo>
                    <a:pt x="1074337" y="3428347"/>
                  </a:lnTo>
                  <a:lnTo>
                    <a:pt x="1145960" y="3417054"/>
                  </a:lnTo>
                  <a:lnTo>
                    <a:pt x="1217582" y="3405191"/>
                  </a:lnTo>
                  <a:lnTo>
                    <a:pt x="1289205" y="3392732"/>
                  </a:lnTo>
                  <a:lnTo>
                    <a:pt x="1360827" y="3379645"/>
                  </a:lnTo>
                  <a:lnTo>
                    <a:pt x="1432450" y="3365899"/>
                  </a:lnTo>
                  <a:lnTo>
                    <a:pt x="1504073" y="3351461"/>
                  </a:lnTo>
                  <a:lnTo>
                    <a:pt x="1575695" y="3336296"/>
                  </a:lnTo>
                  <a:lnTo>
                    <a:pt x="1647318" y="3320368"/>
                  </a:lnTo>
                  <a:lnTo>
                    <a:pt x="1718940" y="3303637"/>
                  </a:lnTo>
                  <a:lnTo>
                    <a:pt x="1790563" y="3286064"/>
                  </a:lnTo>
                  <a:lnTo>
                    <a:pt x="1862185" y="3267606"/>
                  </a:lnTo>
                  <a:lnTo>
                    <a:pt x="1933808" y="3248219"/>
                  </a:lnTo>
                  <a:lnTo>
                    <a:pt x="2005430" y="3227856"/>
                  </a:lnTo>
                  <a:lnTo>
                    <a:pt x="2077053" y="3206467"/>
                  </a:lnTo>
                  <a:lnTo>
                    <a:pt x="2148675" y="3184001"/>
                  </a:lnTo>
                  <a:lnTo>
                    <a:pt x="2220298" y="3160405"/>
                  </a:lnTo>
                  <a:lnTo>
                    <a:pt x="2291920" y="3135620"/>
                  </a:lnTo>
                  <a:lnTo>
                    <a:pt x="2363543" y="3109587"/>
                  </a:lnTo>
                  <a:lnTo>
                    <a:pt x="2435165" y="3082243"/>
                  </a:lnTo>
                  <a:lnTo>
                    <a:pt x="2506788" y="3053523"/>
                  </a:lnTo>
                  <a:lnTo>
                    <a:pt x="2578410" y="3023356"/>
                  </a:lnTo>
                  <a:lnTo>
                    <a:pt x="2650033" y="2991671"/>
                  </a:lnTo>
                  <a:lnTo>
                    <a:pt x="2721655" y="2958390"/>
                  </a:lnTo>
                  <a:lnTo>
                    <a:pt x="2793278" y="2923433"/>
                  </a:lnTo>
                  <a:lnTo>
                    <a:pt x="2864901" y="2886716"/>
                  </a:lnTo>
                  <a:lnTo>
                    <a:pt x="2936523" y="2848151"/>
                  </a:lnTo>
                  <a:lnTo>
                    <a:pt x="3008146" y="2807643"/>
                  </a:lnTo>
                  <a:lnTo>
                    <a:pt x="3079768" y="2765096"/>
                  </a:lnTo>
                  <a:lnTo>
                    <a:pt x="3151391" y="2720407"/>
                  </a:lnTo>
                  <a:lnTo>
                    <a:pt x="3223013" y="2673468"/>
                  </a:lnTo>
                  <a:lnTo>
                    <a:pt x="3294636" y="2624165"/>
                  </a:lnTo>
                  <a:lnTo>
                    <a:pt x="3366258" y="2572379"/>
                  </a:lnTo>
                  <a:lnTo>
                    <a:pt x="3437881" y="2517987"/>
                  </a:lnTo>
                  <a:lnTo>
                    <a:pt x="3509503" y="2460855"/>
                  </a:lnTo>
                  <a:lnTo>
                    <a:pt x="3581126" y="2400847"/>
                  </a:lnTo>
                  <a:lnTo>
                    <a:pt x="3652748" y="2337817"/>
                  </a:lnTo>
                  <a:lnTo>
                    <a:pt x="3724371" y="2271614"/>
                  </a:lnTo>
                  <a:lnTo>
                    <a:pt x="3795993" y="2202077"/>
                  </a:lnTo>
                  <a:lnTo>
                    <a:pt x="3867616" y="2129039"/>
                  </a:lnTo>
                  <a:lnTo>
                    <a:pt x="3939238" y="2052323"/>
                  </a:lnTo>
                  <a:lnTo>
                    <a:pt x="4010861" y="1971744"/>
                  </a:lnTo>
                  <a:lnTo>
                    <a:pt x="4082483" y="1887109"/>
                  </a:lnTo>
                  <a:lnTo>
                    <a:pt x="4154106" y="1798212"/>
                  </a:lnTo>
                  <a:lnTo>
                    <a:pt x="4225729" y="1704838"/>
                  </a:lnTo>
                  <a:lnTo>
                    <a:pt x="4297351" y="1606764"/>
                  </a:lnTo>
                  <a:lnTo>
                    <a:pt x="4368974" y="1503751"/>
                  </a:lnTo>
                  <a:lnTo>
                    <a:pt x="4440596" y="1395551"/>
                  </a:lnTo>
                  <a:lnTo>
                    <a:pt x="4512219" y="1281903"/>
                  </a:lnTo>
                  <a:lnTo>
                    <a:pt x="4583841" y="1162533"/>
                  </a:lnTo>
                  <a:lnTo>
                    <a:pt x="4655464" y="1037152"/>
                  </a:lnTo>
                  <a:lnTo>
                    <a:pt x="4727086" y="905458"/>
                  </a:lnTo>
                  <a:lnTo>
                    <a:pt x="4798709" y="767134"/>
                  </a:lnTo>
                  <a:lnTo>
                    <a:pt x="4870331" y="621844"/>
                  </a:lnTo>
                  <a:lnTo>
                    <a:pt x="4941954" y="469239"/>
                  </a:lnTo>
                  <a:lnTo>
                    <a:pt x="5013576" y="308950"/>
                  </a:lnTo>
                  <a:lnTo>
                    <a:pt x="5085199" y="140590"/>
                  </a:lnTo>
                  <a:lnTo>
                    <a:pt x="514214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2026-05-22T10:43:10Z</dcterms:modified>
  <cp:category/>
</cp:coreProperties>
</file>