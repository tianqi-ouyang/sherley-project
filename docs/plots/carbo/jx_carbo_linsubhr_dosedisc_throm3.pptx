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2274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871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16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160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804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40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049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1693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338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982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62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172049" y="2073503"/>
              <a:ext cx="7090630" cy="3465375"/>
            </a:xfrm>
            <a:custGeom>
              <a:avLst/>
              <a:pathLst>
                <a:path w="7090630" h="3465375">
                  <a:moveTo>
                    <a:pt x="0" y="2913139"/>
                  </a:moveTo>
                  <a:lnTo>
                    <a:pt x="71622" y="2908105"/>
                  </a:lnTo>
                  <a:lnTo>
                    <a:pt x="143245" y="2903026"/>
                  </a:lnTo>
                  <a:lnTo>
                    <a:pt x="214867" y="2897903"/>
                  </a:lnTo>
                  <a:lnTo>
                    <a:pt x="286490" y="2892734"/>
                  </a:lnTo>
                  <a:lnTo>
                    <a:pt x="358112" y="2887520"/>
                  </a:lnTo>
                  <a:lnTo>
                    <a:pt x="429735" y="2882259"/>
                  </a:lnTo>
                  <a:lnTo>
                    <a:pt x="501357" y="2876952"/>
                  </a:lnTo>
                  <a:lnTo>
                    <a:pt x="572980" y="2871599"/>
                  </a:lnTo>
                  <a:lnTo>
                    <a:pt x="644602" y="2866198"/>
                  </a:lnTo>
                  <a:lnTo>
                    <a:pt x="716225" y="2860750"/>
                  </a:lnTo>
                  <a:lnTo>
                    <a:pt x="787847" y="2855253"/>
                  </a:lnTo>
                  <a:lnTo>
                    <a:pt x="859470" y="2849708"/>
                  </a:lnTo>
                  <a:lnTo>
                    <a:pt x="931092" y="2844114"/>
                  </a:lnTo>
                  <a:lnTo>
                    <a:pt x="1002715" y="2838471"/>
                  </a:lnTo>
                  <a:lnTo>
                    <a:pt x="1074337" y="2832777"/>
                  </a:lnTo>
                  <a:lnTo>
                    <a:pt x="1145960" y="2827034"/>
                  </a:lnTo>
                  <a:lnTo>
                    <a:pt x="1217582" y="2821240"/>
                  </a:lnTo>
                  <a:lnTo>
                    <a:pt x="1289205" y="2815395"/>
                  </a:lnTo>
                  <a:lnTo>
                    <a:pt x="1360827" y="2809498"/>
                  </a:lnTo>
                  <a:lnTo>
                    <a:pt x="1432450" y="2803550"/>
                  </a:lnTo>
                  <a:lnTo>
                    <a:pt x="1504073" y="2797548"/>
                  </a:lnTo>
                  <a:lnTo>
                    <a:pt x="1575695" y="2791494"/>
                  </a:lnTo>
                  <a:lnTo>
                    <a:pt x="1647318" y="2785387"/>
                  </a:lnTo>
                  <a:lnTo>
                    <a:pt x="1718940" y="2779225"/>
                  </a:lnTo>
                  <a:lnTo>
                    <a:pt x="1790563" y="2773009"/>
                  </a:lnTo>
                  <a:lnTo>
                    <a:pt x="1862185" y="2766739"/>
                  </a:lnTo>
                  <a:lnTo>
                    <a:pt x="1933808" y="2760413"/>
                  </a:lnTo>
                  <a:lnTo>
                    <a:pt x="2005430" y="2754031"/>
                  </a:lnTo>
                  <a:lnTo>
                    <a:pt x="2077053" y="2747593"/>
                  </a:lnTo>
                  <a:lnTo>
                    <a:pt x="2148675" y="2741098"/>
                  </a:lnTo>
                  <a:lnTo>
                    <a:pt x="2220298" y="2734546"/>
                  </a:lnTo>
                  <a:lnTo>
                    <a:pt x="2291920" y="2727935"/>
                  </a:lnTo>
                  <a:lnTo>
                    <a:pt x="2363543" y="2721267"/>
                  </a:lnTo>
                  <a:lnTo>
                    <a:pt x="2435165" y="2714540"/>
                  </a:lnTo>
                  <a:lnTo>
                    <a:pt x="2506788" y="2707753"/>
                  </a:lnTo>
                  <a:lnTo>
                    <a:pt x="2578410" y="2700907"/>
                  </a:lnTo>
                  <a:lnTo>
                    <a:pt x="2650033" y="2694000"/>
                  </a:lnTo>
                  <a:lnTo>
                    <a:pt x="2721655" y="2687032"/>
                  </a:lnTo>
                  <a:lnTo>
                    <a:pt x="2793278" y="2680003"/>
                  </a:lnTo>
                  <a:lnTo>
                    <a:pt x="2864901" y="2672912"/>
                  </a:lnTo>
                  <a:lnTo>
                    <a:pt x="2936523" y="2665758"/>
                  </a:lnTo>
                  <a:lnTo>
                    <a:pt x="3008146" y="2658541"/>
                  </a:lnTo>
                  <a:lnTo>
                    <a:pt x="3079768" y="2622982"/>
                  </a:lnTo>
                  <a:lnTo>
                    <a:pt x="3151391" y="2542423"/>
                  </a:lnTo>
                  <a:lnTo>
                    <a:pt x="3223013" y="2454325"/>
                  </a:lnTo>
                  <a:lnTo>
                    <a:pt x="3294636" y="2357982"/>
                  </a:lnTo>
                  <a:lnTo>
                    <a:pt x="3366258" y="2252622"/>
                  </a:lnTo>
                  <a:lnTo>
                    <a:pt x="3437881" y="2137401"/>
                  </a:lnTo>
                  <a:lnTo>
                    <a:pt x="3509503" y="2011397"/>
                  </a:lnTo>
                  <a:lnTo>
                    <a:pt x="3581126" y="1873600"/>
                  </a:lnTo>
                  <a:lnTo>
                    <a:pt x="3652748" y="1722907"/>
                  </a:lnTo>
                  <a:lnTo>
                    <a:pt x="3724371" y="1558110"/>
                  </a:lnTo>
                  <a:lnTo>
                    <a:pt x="3795993" y="1377891"/>
                  </a:lnTo>
                  <a:lnTo>
                    <a:pt x="3867616" y="1180804"/>
                  </a:lnTo>
                  <a:lnTo>
                    <a:pt x="3939238" y="965273"/>
                  </a:lnTo>
                  <a:lnTo>
                    <a:pt x="4010861" y="729569"/>
                  </a:lnTo>
                  <a:lnTo>
                    <a:pt x="4082483" y="471807"/>
                  </a:lnTo>
                  <a:lnTo>
                    <a:pt x="4154106" y="189920"/>
                  </a:lnTo>
                  <a:lnTo>
                    <a:pt x="4198232" y="0"/>
                  </a:lnTo>
                  <a:lnTo>
                    <a:pt x="7090630" y="0"/>
                  </a:lnTo>
                  <a:lnTo>
                    <a:pt x="7090630" y="2122271"/>
                  </a:lnTo>
                  <a:lnTo>
                    <a:pt x="7019007" y="2134178"/>
                  </a:lnTo>
                  <a:lnTo>
                    <a:pt x="6947385" y="2145981"/>
                  </a:lnTo>
                  <a:lnTo>
                    <a:pt x="6875762" y="2157680"/>
                  </a:lnTo>
                  <a:lnTo>
                    <a:pt x="6804139" y="2169277"/>
                  </a:lnTo>
                  <a:lnTo>
                    <a:pt x="6732517" y="2180773"/>
                  </a:lnTo>
                  <a:lnTo>
                    <a:pt x="6660894" y="2192169"/>
                  </a:lnTo>
                  <a:lnTo>
                    <a:pt x="6589272" y="2203464"/>
                  </a:lnTo>
                  <a:lnTo>
                    <a:pt x="6517649" y="2214661"/>
                  </a:lnTo>
                  <a:lnTo>
                    <a:pt x="6446027" y="2225760"/>
                  </a:lnTo>
                  <a:lnTo>
                    <a:pt x="6374404" y="2236762"/>
                  </a:lnTo>
                  <a:lnTo>
                    <a:pt x="6302782" y="2247667"/>
                  </a:lnTo>
                  <a:lnTo>
                    <a:pt x="6231159" y="2258478"/>
                  </a:lnTo>
                  <a:lnTo>
                    <a:pt x="6159537" y="2269193"/>
                  </a:lnTo>
                  <a:lnTo>
                    <a:pt x="6087914" y="2279815"/>
                  </a:lnTo>
                  <a:lnTo>
                    <a:pt x="6016292" y="2290345"/>
                  </a:lnTo>
                  <a:lnTo>
                    <a:pt x="5944669" y="2300782"/>
                  </a:lnTo>
                  <a:lnTo>
                    <a:pt x="5873047" y="2311127"/>
                  </a:lnTo>
                  <a:lnTo>
                    <a:pt x="5801424" y="2321383"/>
                  </a:lnTo>
                  <a:lnTo>
                    <a:pt x="5729802" y="2331548"/>
                  </a:lnTo>
                  <a:lnTo>
                    <a:pt x="5658179" y="2341625"/>
                  </a:lnTo>
                  <a:lnTo>
                    <a:pt x="5586557" y="2351613"/>
                  </a:lnTo>
                  <a:lnTo>
                    <a:pt x="5514934" y="2361515"/>
                  </a:lnTo>
                  <a:lnTo>
                    <a:pt x="5443311" y="2371329"/>
                  </a:lnTo>
                  <a:lnTo>
                    <a:pt x="5371689" y="2381058"/>
                  </a:lnTo>
                  <a:lnTo>
                    <a:pt x="5300066" y="2390702"/>
                  </a:lnTo>
                  <a:lnTo>
                    <a:pt x="5228444" y="2400261"/>
                  </a:lnTo>
                  <a:lnTo>
                    <a:pt x="5156821" y="2409737"/>
                  </a:lnTo>
                  <a:lnTo>
                    <a:pt x="5085199" y="2419130"/>
                  </a:lnTo>
                  <a:lnTo>
                    <a:pt x="5013576" y="2428440"/>
                  </a:lnTo>
                  <a:lnTo>
                    <a:pt x="4941954" y="2437670"/>
                  </a:lnTo>
                  <a:lnTo>
                    <a:pt x="4870331" y="2446818"/>
                  </a:lnTo>
                  <a:lnTo>
                    <a:pt x="4798709" y="2455887"/>
                  </a:lnTo>
                  <a:lnTo>
                    <a:pt x="4727086" y="2464876"/>
                  </a:lnTo>
                  <a:lnTo>
                    <a:pt x="4655464" y="2473787"/>
                  </a:lnTo>
                  <a:lnTo>
                    <a:pt x="4583841" y="2482619"/>
                  </a:lnTo>
                  <a:lnTo>
                    <a:pt x="4512219" y="2491375"/>
                  </a:lnTo>
                  <a:lnTo>
                    <a:pt x="4440596" y="2500054"/>
                  </a:lnTo>
                  <a:lnTo>
                    <a:pt x="4368974" y="2508657"/>
                  </a:lnTo>
                  <a:lnTo>
                    <a:pt x="4297351" y="2517184"/>
                  </a:lnTo>
                  <a:lnTo>
                    <a:pt x="4225729" y="2525638"/>
                  </a:lnTo>
                  <a:lnTo>
                    <a:pt x="4154106" y="2534017"/>
                  </a:lnTo>
                  <a:lnTo>
                    <a:pt x="4082483" y="2542323"/>
                  </a:lnTo>
                  <a:lnTo>
                    <a:pt x="4010861" y="2550556"/>
                  </a:lnTo>
                  <a:lnTo>
                    <a:pt x="3939238" y="2558717"/>
                  </a:lnTo>
                  <a:lnTo>
                    <a:pt x="3867616" y="2566807"/>
                  </a:lnTo>
                  <a:lnTo>
                    <a:pt x="3795993" y="2574827"/>
                  </a:lnTo>
                  <a:lnTo>
                    <a:pt x="3724371" y="2582776"/>
                  </a:lnTo>
                  <a:lnTo>
                    <a:pt x="3652748" y="2590655"/>
                  </a:lnTo>
                  <a:lnTo>
                    <a:pt x="3581126" y="2598466"/>
                  </a:lnTo>
                  <a:lnTo>
                    <a:pt x="3509503" y="2606208"/>
                  </a:lnTo>
                  <a:lnTo>
                    <a:pt x="3437881" y="2613883"/>
                  </a:lnTo>
                  <a:lnTo>
                    <a:pt x="3366258" y="2621490"/>
                  </a:lnTo>
                  <a:lnTo>
                    <a:pt x="3294636" y="2629031"/>
                  </a:lnTo>
                  <a:lnTo>
                    <a:pt x="3223013" y="2636506"/>
                  </a:lnTo>
                  <a:lnTo>
                    <a:pt x="3151391" y="2643916"/>
                  </a:lnTo>
                  <a:lnTo>
                    <a:pt x="3079768" y="2651261"/>
                  </a:lnTo>
                  <a:lnTo>
                    <a:pt x="3008146" y="2696646"/>
                  </a:lnTo>
                  <a:lnTo>
                    <a:pt x="2936523" y="2764007"/>
                  </a:lnTo>
                  <a:lnTo>
                    <a:pt x="2864901" y="2825602"/>
                  </a:lnTo>
                  <a:lnTo>
                    <a:pt x="2793278" y="2881926"/>
                  </a:lnTo>
                  <a:lnTo>
                    <a:pt x="2721655" y="2933430"/>
                  </a:lnTo>
                  <a:lnTo>
                    <a:pt x="2650033" y="2980526"/>
                  </a:lnTo>
                  <a:lnTo>
                    <a:pt x="2578410" y="3023592"/>
                  </a:lnTo>
                  <a:lnTo>
                    <a:pt x="2506788" y="3062972"/>
                  </a:lnTo>
                  <a:lnTo>
                    <a:pt x="2435165" y="3098982"/>
                  </a:lnTo>
                  <a:lnTo>
                    <a:pt x="2363543" y="3131910"/>
                  </a:lnTo>
                  <a:lnTo>
                    <a:pt x="2291920" y="3162021"/>
                  </a:lnTo>
                  <a:lnTo>
                    <a:pt x="2220298" y="3189554"/>
                  </a:lnTo>
                  <a:lnTo>
                    <a:pt x="2148675" y="3214731"/>
                  </a:lnTo>
                  <a:lnTo>
                    <a:pt x="2077053" y="3237754"/>
                  </a:lnTo>
                  <a:lnTo>
                    <a:pt x="2005430" y="3258806"/>
                  </a:lnTo>
                  <a:lnTo>
                    <a:pt x="1933808" y="3278056"/>
                  </a:lnTo>
                  <a:lnTo>
                    <a:pt x="1862185" y="3295659"/>
                  </a:lnTo>
                  <a:lnTo>
                    <a:pt x="1790563" y="3311756"/>
                  </a:lnTo>
                  <a:lnTo>
                    <a:pt x="1718940" y="3326475"/>
                  </a:lnTo>
                  <a:lnTo>
                    <a:pt x="1647318" y="3339934"/>
                  </a:lnTo>
                  <a:lnTo>
                    <a:pt x="1575695" y="3352242"/>
                  </a:lnTo>
                  <a:lnTo>
                    <a:pt x="1504073" y="3363496"/>
                  </a:lnTo>
                  <a:lnTo>
                    <a:pt x="1432450" y="3373787"/>
                  </a:lnTo>
                  <a:lnTo>
                    <a:pt x="1360827" y="3383197"/>
                  </a:lnTo>
                  <a:lnTo>
                    <a:pt x="1289205" y="3391802"/>
                  </a:lnTo>
                  <a:lnTo>
                    <a:pt x="1217582" y="3399671"/>
                  </a:lnTo>
                  <a:lnTo>
                    <a:pt x="1145960" y="3406866"/>
                  </a:lnTo>
                  <a:lnTo>
                    <a:pt x="1074337" y="3413446"/>
                  </a:lnTo>
                  <a:lnTo>
                    <a:pt x="1002715" y="3419462"/>
                  </a:lnTo>
                  <a:lnTo>
                    <a:pt x="931092" y="3424963"/>
                  </a:lnTo>
                  <a:lnTo>
                    <a:pt x="859470" y="3429994"/>
                  </a:lnTo>
                  <a:lnTo>
                    <a:pt x="787847" y="3434594"/>
                  </a:lnTo>
                  <a:lnTo>
                    <a:pt x="716225" y="3438801"/>
                  </a:lnTo>
                  <a:lnTo>
                    <a:pt x="644602" y="3442647"/>
                  </a:lnTo>
                  <a:lnTo>
                    <a:pt x="572980" y="3446164"/>
                  </a:lnTo>
                  <a:lnTo>
                    <a:pt x="501357" y="3449381"/>
                  </a:lnTo>
                  <a:lnTo>
                    <a:pt x="429735" y="3452322"/>
                  </a:lnTo>
                  <a:lnTo>
                    <a:pt x="358112" y="3455011"/>
                  </a:lnTo>
                  <a:lnTo>
                    <a:pt x="286490" y="3457470"/>
                  </a:lnTo>
                  <a:lnTo>
                    <a:pt x="214867" y="3459719"/>
                  </a:lnTo>
                  <a:lnTo>
                    <a:pt x="143245" y="3461775"/>
                  </a:lnTo>
                  <a:lnTo>
                    <a:pt x="71622" y="3463656"/>
                  </a:lnTo>
                  <a:lnTo>
                    <a:pt x="0" y="346537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073503"/>
              <a:ext cx="4198232" cy="2913139"/>
            </a:xfrm>
            <a:custGeom>
              <a:avLst/>
              <a:pathLst>
                <a:path w="4198232" h="2913139">
                  <a:moveTo>
                    <a:pt x="0" y="2913139"/>
                  </a:moveTo>
                  <a:lnTo>
                    <a:pt x="71622" y="2908105"/>
                  </a:lnTo>
                  <a:lnTo>
                    <a:pt x="143245" y="2903026"/>
                  </a:lnTo>
                  <a:lnTo>
                    <a:pt x="214867" y="2897903"/>
                  </a:lnTo>
                  <a:lnTo>
                    <a:pt x="286490" y="2892734"/>
                  </a:lnTo>
                  <a:lnTo>
                    <a:pt x="358112" y="2887520"/>
                  </a:lnTo>
                  <a:lnTo>
                    <a:pt x="429735" y="2882259"/>
                  </a:lnTo>
                  <a:lnTo>
                    <a:pt x="501357" y="2876952"/>
                  </a:lnTo>
                  <a:lnTo>
                    <a:pt x="572980" y="2871599"/>
                  </a:lnTo>
                  <a:lnTo>
                    <a:pt x="644602" y="2866198"/>
                  </a:lnTo>
                  <a:lnTo>
                    <a:pt x="716225" y="2860750"/>
                  </a:lnTo>
                  <a:lnTo>
                    <a:pt x="787847" y="2855253"/>
                  </a:lnTo>
                  <a:lnTo>
                    <a:pt x="859470" y="2849708"/>
                  </a:lnTo>
                  <a:lnTo>
                    <a:pt x="931092" y="2844114"/>
                  </a:lnTo>
                  <a:lnTo>
                    <a:pt x="1002715" y="2838471"/>
                  </a:lnTo>
                  <a:lnTo>
                    <a:pt x="1074337" y="2832777"/>
                  </a:lnTo>
                  <a:lnTo>
                    <a:pt x="1145960" y="2827034"/>
                  </a:lnTo>
                  <a:lnTo>
                    <a:pt x="1217582" y="2821240"/>
                  </a:lnTo>
                  <a:lnTo>
                    <a:pt x="1289205" y="2815395"/>
                  </a:lnTo>
                  <a:lnTo>
                    <a:pt x="1360827" y="2809498"/>
                  </a:lnTo>
                  <a:lnTo>
                    <a:pt x="1432450" y="2803550"/>
                  </a:lnTo>
                  <a:lnTo>
                    <a:pt x="1504073" y="2797548"/>
                  </a:lnTo>
                  <a:lnTo>
                    <a:pt x="1575695" y="2791494"/>
                  </a:lnTo>
                  <a:lnTo>
                    <a:pt x="1647318" y="2785387"/>
                  </a:lnTo>
                  <a:lnTo>
                    <a:pt x="1718940" y="2779225"/>
                  </a:lnTo>
                  <a:lnTo>
                    <a:pt x="1790563" y="2773009"/>
                  </a:lnTo>
                  <a:lnTo>
                    <a:pt x="1862185" y="2766739"/>
                  </a:lnTo>
                  <a:lnTo>
                    <a:pt x="1933808" y="2760413"/>
                  </a:lnTo>
                  <a:lnTo>
                    <a:pt x="2005430" y="2754031"/>
                  </a:lnTo>
                  <a:lnTo>
                    <a:pt x="2077053" y="2747593"/>
                  </a:lnTo>
                  <a:lnTo>
                    <a:pt x="2148675" y="2741098"/>
                  </a:lnTo>
                  <a:lnTo>
                    <a:pt x="2220298" y="2734546"/>
                  </a:lnTo>
                  <a:lnTo>
                    <a:pt x="2291920" y="2727935"/>
                  </a:lnTo>
                  <a:lnTo>
                    <a:pt x="2363543" y="2721267"/>
                  </a:lnTo>
                  <a:lnTo>
                    <a:pt x="2435165" y="2714540"/>
                  </a:lnTo>
                  <a:lnTo>
                    <a:pt x="2506788" y="2707753"/>
                  </a:lnTo>
                  <a:lnTo>
                    <a:pt x="2578410" y="2700907"/>
                  </a:lnTo>
                  <a:lnTo>
                    <a:pt x="2650033" y="2694000"/>
                  </a:lnTo>
                  <a:lnTo>
                    <a:pt x="2721655" y="2687032"/>
                  </a:lnTo>
                  <a:lnTo>
                    <a:pt x="2793278" y="2680003"/>
                  </a:lnTo>
                  <a:lnTo>
                    <a:pt x="2864901" y="2672912"/>
                  </a:lnTo>
                  <a:lnTo>
                    <a:pt x="2936523" y="2665758"/>
                  </a:lnTo>
                  <a:lnTo>
                    <a:pt x="3008146" y="2658541"/>
                  </a:lnTo>
                  <a:lnTo>
                    <a:pt x="3079768" y="2622982"/>
                  </a:lnTo>
                  <a:lnTo>
                    <a:pt x="3151391" y="2542423"/>
                  </a:lnTo>
                  <a:lnTo>
                    <a:pt x="3223013" y="2454325"/>
                  </a:lnTo>
                  <a:lnTo>
                    <a:pt x="3294636" y="2357982"/>
                  </a:lnTo>
                  <a:lnTo>
                    <a:pt x="3366258" y="2252622"/>
                  </a:lnTo>
                  <a:lnTo>
                    <a:pt x="3437881" y="2137401"/>
                  </a:lnTo>
                  <a:lnTo>
                    <a:pt x="3509503" y="2011397"/>
                  </a:lnTo>
                  <a:lnTo>
                    <a:pt x="3581126" y="1873600"/>
                  </a:lnTo>
                  <a:lnTo>
                    <a:pt x="3652748" y="1722907"/>
                  </a:lnTo>
                  <a:lnTo>
                    <a:pt x="3724371" y="1558110"/>
                  </a:lnTo>
                  <a:lnTo>
                    <a:pt x="3795993" y="1377891"/>
                  </a:lnTo>
                  <a:lnTo>
                    <a:pt x="3867616" y="1180804"/>
                  </a:lnTo>
                  <a:lnTo>
                    <a:pt x="3939238" y="965273"/>
                  </a:lnTo>
                  <a:lnTo>
                    <a:pt x="4010861" y="729569"/>
                  </a:lnTo>
                  <a:lnTo>
                    <a:pt x="4082483" y="471807"/>
                  </a:lnTo>
                  <a:lnTo>
                    <a:pt x="4154106" y="189920"/>
                  </a:lnTo>
                  <a:lnTo>
                    <a:pt x="419823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72049" y="4195774"/>
              <a:ext cx="7090630" cy="1343104"/>
            </a:xfrm>
            <a:custGeom>
              <a:avLst/>
              <a:pathLst>
                <a:path w="7090630" h="1343104">
                  <a:moveTo>
                    <a:pt x="7090630" y="0"/>
                  </a:moveTo>
                  <a:lnTo>
                    <a:pt x="7019007" y="11906"/>
                  </a:lnTo>
                  <a:lnTo>
                    <a:pt x="6947385" y="23709"/>
                  </a:lnTo>
                  <a:lnTo>
                    <a:pt x="6875762" y="35409"/>
                  </a:lnTo>
                  <a:lnTo>
                    <a:pt x="6804139" y="47006"/>
                  </a:lnTo>
                  <a:lnTo>
                    <a:pt x="6732517" y="58502"/>
                  </a:lnTo>
                  <a:lnTo>
                    <a:pt x="6660894" y="69897"/>
                  </a:lnTo>
                  <a:lnTo>
                    <a:pt x="6589272" y="81193"/>
                  </a:lnTo>
                  <a:lnTo>
                    <a:pt x="6517649" y="92390"/>
                  </a:lnTo>
                  <a:lnTo>
                    <a:pt x="6446027" y="103489"/>
                  </a:lnTo>
                  <a:lnTo>
                    <a:pt x="6374404" y="114490"/>
                  </a:lnTo>
                  <a:lnTo>
                    <a:pt x="6302782" y="125396"/>
                  </a:lnTo>
                  <a:lnTo>
                    <a:pt x="6231159" y="136206"/>
                  </a:lnTo>
                  <a:lnTo>
                    <a:pt x="6159537" y="146922"/>
                  </a:lnTo>
                  <a:lnTo>
                    <a:pt x="6087914" y="157544"/>
                  </a:lnTo>
                  <a:lnTo>
                    <a:pt x="6016292" y="168073"/>
                  </a:lnTo>
                  <a:lnTo>
                    <a:pt x="5944669" y="178510"/>
                  </a:lnTo>
                  <a:lnTo>
                    <a:pt x="5873047" y="188856"/>
                  </a:lnTo>
                  <a:lnTo>
                    <a:pt x="5801424" y="199111"/>
                  </a:lnTo>
                  <a:lnTo>
                    <a:pt x="5729802" y="209277"/>
                  </a:lnTo>
                  <a:lnTo>
                    <a:pt x="5658179" y="219354"/>
                  </a:lnTo>
                  <a:lnTo>
                    <a:pt x="5586557" y="229342"/>
                  </a:lnTo>
                  <a:lnTo>
                    <a:pt x="5514934" y="239243"/>
                  </a:lnTo>
                  <a:lnTo>
                    <a:pt x="5443311" y="249058"/>
                  </a:lnTo>
                  <a:lnTo>
                    <a:pt x="5371689" y="258787"/>
                  </a:lnTo>
                  <a:lnTo>
                    <a:pt x="5300066" y="268430"/>
                  </a:lnTo>
                  <a:lnTo>
                    <a:pt x="5228444" y="277990"/>
                  </a:lnTo>
                  <a:lnTo>
                    <a:pt x="5156821" y="287465"/>
                  </a:lnTo>
                  <a:lnTo>
                    <a:pt x="5085199" y="296858"/>
                  </a:lnTo>
                  <a:lnTo>
                    <a:pt x="5013576" y="306169"/>
                  </a:lnTo>
                  <a:lnTo>
                    <a:pt x="4941954" y="315398"/>
                  </a:lnTo>
                  <a:lnTo>
                    <a:pt x="4870331" y="324547"/>
                  </a:lnTo>
                  <a:lnTo>
                    <a:pt x="4798709" y="333615"/>
                  </a:lnTo>
                  <a:lnTo>
                    <a:pt x="4727086" y="342605"/>
                  </a:lnTo>
                  <a:lnTo>
                    <a:pt x="4655464" y="351515"/>
                  </a:lnTo>
                  <a:lnTo>
                    <a:pt x="4583841" y="360348"/>
                  </a:lnTo>
                  <a:lnTo>
                    <a:pt x="4512219" y="369103"/>
                  </a:lnTo>
                  <a:lnTo>
                    <a:pt x="4440596" y="377782"/>
                  </a:lnTo>
                  <a:lnTo>
                    <a:pt x="4368974" y="386385"/>
                  </a:lnTo>
                  <a:lnTo>
                    <a:pt x="4297351" y="394913"/>
                  </a:lnTo>
                  <a:lnTo>
                    <a:pt x="4225729" y="403366"/>
                  </a:lnTo>
                  <a:lnTo>
                    <a:pt x="4154106" y="411746"/>
                  </a:lnTo>
                  <a:lnTo>
                    <a:pt x="4082483" y="420052"/>
                  </a:lnTo>
                  <a:lnTo>
                    <a:pt x="4010861" y="428285"/>
                  </a:lnTo>
                  <a:lnTo>
                    <a:pt x="3939238" y="436446"/>
                  </a:lnTo>
                  <a:lnTo>
                    <a:pt x="3867616" y="444536"/>
                  </a:lnTo>
                  <a:lnTo>
                    <a:pt x="3795993" y="452555"/>
                  </a:lnTo>
                  <a:lnTo>
                    <a:pt x="3724371" y="460504"/>
                  </a:lnTo>
                  <a:lnTo>
                    <a:pt x="3652748" y="468384"/>
                  </a:lnTo>
                  <a:lnTo>
                    <a:pt x="3581126" y="476195"/>
                  </a:lnTo>
                  <a:lnTo>
                    <a:pt x="3509503" y="483937"/>
                  </a:lnTo>
                  <a:lnTo>
                    <a:pt x="3437881" y="491611"/>
                  </a:lnTo>
                  <a:lnTo>
                    <a:pt x="3366258" y="499219"/>
                  </a:lnTo>
                  <a:lnTo>
                    <a:pt x="3294636" y="506760"/>
                  </a:lnTo>
                  <a:lnTo>
                    <a:pt x="3223013" y="514235"/>
                  </a:lnTo>
                  <a:lnTo>
                    <a:pt x="3151391" y="521645"/>
                  </a:lnTo>
                  <a:lnTo>
                    <a:pt x="3079768" y="528989"/>
                  </a:lnTo>
                  <a:lnTo>
                    <a:pt x="3008146" y="574375"/>
                  </a:lnTo>
                  <a:lnTo>
                    <a:pt x="2936523" y="641735"/>
                  </a:lnTo>
                  <a:lnTo>
                    <a:pt x="2864901" y="703331"/>
                  </a:lnTo>
                  <a:lnTo>
                    <a:pt x="2793278" y="759655"/>
                  </a:lnTo>
                  <a:lnTo>
                    <a:pt x="2721655" y="811159"/>
                  </a:lnTo>
                  <a:lnTo>
                    <a:pt x="2650033" y="858255"/>
                  </a:lnTo>
                  <a:lnTo>
                    <a:pt x="2578410" y="901321"/>
                  </a:lnTo>
                  <a:lnTo>
                    <a:pt x="2506788" y="940701"/>
                  </a:lnTo>
                  <a:lnTo>
                    <a:pt x="2435165" y="976711"/>
                  </a:lnTo>
                  <a:lnTo>
                    <a:pt x="2363543" y="1009639"/>
                  </a:lnTo>
                  <a:lnTo>
                    <a:pt x="2291920" y="1039749"/>
                  </a:lnTo>
                  <a:lnTo>
                    <a:pt x="2220298" y="1067283"/>
                  </a:lnTo>
                  <a:lnTo>
                    <a:pt x="2148675" y="1092460"/>
                  </a:lnTo>
                  <a:lnTo>
                    <a:pt x="2077053" y="1115482"/>
                  </a:lnTo>
                  <a:lnTo>
                    <a:pt x="2005430" y="1136534"/>
                  </a:lnTo>
                  <a:lnTo>
                    <a:pt x="1933808" y="1155785"/>
                  </a:lnTo>
                  <a:lnTo>
                    <a:pt x="1862185" y="1173388"/>
                  </a:lnTo>
                  <a:lnTo>
                    <a:pt x="1790563" y="1189484"/>
                  </a:lnTo>
                  <a:lnTo>
                    <a:pt x="1718940" y="1204203"/>
                  </a:lnTo>
                  <a:lnTo>
                    <a:pt x="1647318" y="1217663"/>
                  </a:lnTo>
                  <a:lnTo>
                    <a:pt x="1575695" y="1229970"/>
                  </a:lnTo>
                  <a:lnTo>
                    <a:pt x="1504073" y="1241225"/>
                  </a:lnTo>
                  <a:lnTo>
                    <a:pt x="1432450" y="1251516"/>
                  </a:lnTo>
                  <a:lnTo>
                    <a:pt x="1360827" y="1260926"/>
                  </a:lnTo>
                  <a:lnTo>
                    <a:pt x="1289205" y="1269531"/>
                  </a:lnTo>
                  <a:lnTo>
                    <a:pt x="1217582" y="1277400"/>
                  </a:lnTo>
                  <a:lnTo>
                    <a:pt x="1145960" y="1284595"/>
                  </a:lnTo>
                  <a:lnTo>
                    <a:pt x="1074337" y="1291174"/>
                  </a:lnTo>
                  <a:lnTo>
                    <a:pt x="1002715" y="1297191"/>
                  </a:lnTo>
                  <a:lnTo>
                    <a:pt x="931092" y="1302692"/>
                  </a:lnTo>
                  <a:lnTo>
                    <a:pt x="859470" y="1307723"/>
                  </a:lnTo>
                  <a:lnTo>
                    <a:pt x="787847" y="1312323"/>
                  </a:lnTo>
                  <a:lnTo>
                    <a:pt x="716225" y="1316529"/>
                  </a:lnTo>
                  <a:lnTo>
                    <a:pt x="644602" y="1320376"/>
                  </a:lnTo>
                  <a:lnTo>
                    <a:pt x="572980" y="1323893"/>
                  </a:lnTo>
                  <a:lnTo>
                    <a:pt x="501357" y="1327109"/>
                  </a:lnTo>
                  <a:lnTo>
                    <a:pt x="429735" y="1330050"/>
                  </a:lnTo>
                  <a:lnTo>
                    <a:pt x="358112" y="1332740"/>
                  </a:lnTo>
                  <a:lnTo>
                    <a:pt x="286490" y="1335199"/>
                  </a:lnTo>
                  <a:lnTo>
                    <a:pt x="214867" y="1337448"/>
                  </a:lnTo>
                  <a:lnTo>
                    <a:pt x="143245" y="1339504"/>
                  </a:lnTo>
                  <a:lnTo>
                    <a:pt x="71622" y="1341384"/>
                  </a:lnTo>
                  <a:lnTo>
                    <a:pt x="0" y="13431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172049" y="2073503"/>
              <a:ext cx="5142139" cy="3381360"/>
            </a:xfrm>
            <a:custGeom>
              <a:avLst/>
              <a:pathLst>
                <a:path w="5142139" h="3381360">
                  <a:moveTo>
                    <a:pt x="0" y="3381360"/>
                  </a:moveTo>
                  <a:lnTo>
                    <a:pt x="71622" y="3376205"/>
                  </a:lnTo>
                  <a:lnTo>
                    <a:pt x="143245" y="3370790"/>
                  </a:lnTo>
                  <a:lnTo>
                    <a:pt x="214867" y="3365103"/>
                  </a:lnTo>
                  <a:lnTo>
                    <a:pt x="286490" y="3359129"/>
                  </a:lnTo>
                  <a:lnTo>
                    <a:pt x="358112" y="3352854"/>
                  </a:lnTo>
                  <a:lnTo>
                    <a:pt x="429735" y="3346264"/>
                  </a:lnTo>
                  <a:lnTo>
                    <a:pt x="501357" y="3339341"/>
                  </a:lnTo>
                  <a:lnTo>
                    <a:pt x="572980" y="3332070"/>
                  </a:lnTo>
                  <a:lnTo>
                    <a:pt x="644602" y="3324433"/>
                  </a:lnTo>
                  <a:lnTo>
                    <a:pt x="716225" y="3316411"/>
                  </a:lnTo>
                  <a:lnTo>
                    <a:pt x="787847" y="3307986"/>
                  </a:lnTo>
                  <a:lnTo>
                    <a:pt x="859470" y="3299136"/>
                  </a:lnTo>
                  <a:lnTo>
                    <a:pt x="931092" y="3289840"/>
                  </a:lnTo>
                  <a:lnTo>
                    <a:pt x="1002715" y="3280077"/>
                  </a:lnTo>
                  <a:lnTo>
                    <a:pt x="1074337" y="3269822"/>
                  </a:lnTo>
                  <a:lnTo>
                    <a:pt x="1145960" y="3259051"/>
                  </a:lnTo>
                  <a:lnTo>
                    <a:pt x="1217582" y="3247737"/>
                  </a:lnTo>
                  <a:lnTo>
                    <a:pt x="1289205" y="3235853"/>
                  </a:lnTo>
                  <a:lnTo>
                    <a:pt x="1360827" y="3223372"/>
                  </a:lnTo>
                  <a:lnTo>
                    <a:pt x="1432450" y="3210261"/>
                  </a:lnTo>
                  <a:lnTo>
                    <a:pt x="1504073" y="3196491"/>
                  </a:lnTo>
                  <a:lnTo>
                    <a:pt x="1575695" y="3182027"/>
                  </a:lnTo>
                  <a:lnTo>
                    <a:pt x="1647318" y="3166835"/>
                  </a:lnTo>
                  <a:lnTo>
                    <a:pt x="1718940" y="3150878"/>
                  </a:lnTo>
                  <a:lnTo>
                    <a:pt x="1790563" y="3134118"/>
                  </a:lnTo>
                  <a:lnTo>
                    <a:pt x="1862185" y="3116514"/>
                  </a:lnTo>
                  <a:lnTo>
                    <a:pt x="1933808" y="3098023"/>
                  </a:lnTo>
                  <a:lnTo>
                    <a:pt x="2005430" y="3078601"/>
                  </a:lnTo>
                  <a:lnTo>
                    <a:pt x="2077053" y="3058201"/>
                  </a:lnTo>
                  <a:lnTo>
                    <a:pt x="2148675" y="3036775"/>
                  </a:lnTo>
                  <a:lnTo>
                    <a:pt x="2220298" y="3014269"/>
                  </a:lnTo>
                  <a:lnTo>
                    <a:pt x="2291920" y="2990630"/>
                  </a:lnTo>
                  <a:lnTo>
                    <a:pt x="2363543" y="2965801"/>
                  </a:lnTo>
                  <a:lnTo>
                    <a:pt x="2435165" y="2939722"/>
                  </a:lnTo>
                  <a:lnTo>
                    <a:pt x="2506788" y="2912329"/>
                  </a:lnTo>
                  <a:lnTo>
                    <a:pt x="2578410" y="2883557"/>
                  </a:lnTo>
                  <a:lnTo>
                    <a:pt x="2650033" y="2853337"/>
                  </a:lnTo>
                  <a:lnTo>
                    <a:pt x="2721655" y="2821595"/>
                  </a:lnTo>
                  <a:lnTo>
                    <a:pt x="2793278" y="2788255"/>
                  </a:lnTo>
                  <a:lnTo>
                    <a:pt x="2864901" y="2753236"/>
                  </a:lnTo>
                  <a:lnTo>
                    <a:pt x="2936523" y="2716453"/>
                  </a:lnTo>
                  <a:lnTo>
                    <a:pt x="3008146" y="2677819"/>
                  </a:lnTo>
                  <a:lnTo>
                    <a:pt x="3079768" y="2637239"/>
                  </a:lnTo>
                  <a:lnTo>
                    <a:pt x="3151391" y="2594616"/>
                  </a:lnTo>
                  <a:lnTo>
                    <a:pt x="3223013" y="2549847"/>
                  </a:lnTo>
                  <a:lnTo>
                    <a:pt x="3294636" y="2502824"/>
                  </a:lnTo>
                  <a:lnTo>
                    <a:pt x="3366258" y="2453433"/>
                  </a:lnTo>
                  <a:lnTo>
                    <a:pt x="3437881" y="2401556"/>
                  </a:lnTo>
                  <a:lnTo>
                    <a:pt x="3509503" y="2347066"/>
                  </a:lnTo>
                  <a:lnTo>
                    <a:pt x="3581126" y="2289832"/>
                  </a:lnTo>
                  <a:lnTo>
                    <a:pt x="3652748" y="2229717"/>
                  </a:lnTo>
                  <a:lnTo>
                    <a:pt x="3724371" y="2166575"/>
                  </a:lnTo>
                  <a:lnTo>
                    <a:pt x="3795993" y="2100253"/>
                  </a:lnTo>
                  <a:lnTo>
                    <a:pt x="3867616" y="2030592"/>
                  </a:lnTo>
                  <a:lnTo>
                    <a:pt x="3939238" y="1957424"/>
                  </a:lnTo>
                  <a:lnTo>
                    <a:pt x="4010861" y="1880571"/>
                  </a:lnTo>
                  <a:lnTo>
                    <a:pt x="4082483" y="1799849"/>
                  </a:lnTo>
                  <a:lnTo>
                    <a:pt x="4154106" y="1715062"/>
                  </a:lnTo>
                  <a:lnTo>
                    <a:pt x="4225729" y="1626006"/>
                  </a:lnTo>
                  <a:lnTo>
                    <a:pt x="4297351" y="1532466"/>
                  </a:lnTo>
                  <a:lnTo>
                    <a:pt x="4368974" y="1434216"/>
                  </a:lnTo>
                  <a:lnTo>
                    <a:pt x="4440596" y="1331020"/>
                  </a:lnTo>
                  <a:lnTo>
                    <a:pt x="4512219" y="1222627"/>
                  </a:lnTo>
                  <a:lnTo>
                    <a:pt x="4583841" y="1108776"/>
                  </a:lnTo>
                  <a:lnTo>
                    <a:pt x="4655464" y="989193"/>
                  </a:lnTo>
                  <a:lnTo>
                    <a:pt x="4727086" y="863588"/>
                  </a:lnTo>
                  <a:lnTo>
                    <a:pt x="4798709" y="731659"/>
                  </a:lnTo>
                  <a:lnTo>
                    <a:pt x="4870331" y="593088"/>
                  </a:lnTo>
                  <a:lnTo>
                    <a:pt x="4941954" y="447539"/>
                  </a:lnTo>
                  <a:lnTo>
                    <a:pt x="5013576" y="294661"/>
                  </a:lnTo>
                  <a:lnTo>
                    <a:pt x="5085199" y="134086"/>
                  </a:lnTo>
                  <a:lnTo>
                    <a:pt x="5142139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221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28653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2417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383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716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80498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6941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896563"/>
              <a:ext cx="44333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1.60 (95% CI 1.09-2.34), p = 0.017   (per 25 mg increase in dose discrepancy)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2026-06-02T08:49:32Z</dcterms:modified>
  <cp:category/>
</cp:coreProperties>
</file>