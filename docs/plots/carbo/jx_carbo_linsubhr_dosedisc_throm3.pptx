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18079"/>
            </a:xfrm>
            <a:custGeom>
              <a:avLst/>
              <a:pathLst>
                <a:path w="7090630" h="3618079">
                  <a:moveTo>
                    <a:pt x="0" y="3142231"/>
                  </a:moveTo>
                  <a:lnTo>
                    <a:pt x="71622" y="3135804"/>
                  </a:lnTo>
                  <a:lnTo>
                    <a:pt x="143245" y="3129295"/>
                  </a:lnTo>
                  <a:lnTo>
                    <a:pt x="214867" y="3122705"/>
                  </a:lnTo>
                  <a:lnTo>
                    <a:pt x="286490" y="3116032"/>
                  </a:lnTo>
                  <a:lnTo>
                    <a:pt x="358112" y="3109275"/>
                  </a:lnTo>
                  <a:lnTo>
                    <a:pt x="429735" y="3102433"/>
                  </a:lnTo>
                  <a:lnTo>
                    <a:pt x="501357" y="3095505"/>
                  </a:lnTo>
                  <a:lnTo>
                    <a:pt x="572980" y="3088489"/>
                  </a:lnTo>
                  <a:lnTo>
                    <a:pt x="644602" y="3081385"/>
                  </a:lnTo>
                  <a:lnTo>
                    <a:pt x="716225" y="3074192"/>
                  </a:lnTo>
                  <a:lnTo>
                    <a:pt x="787847" y="3066908"/>
                  </a:lnTo>
                  <a:lnTo>
                    <a:pt x="859470" y="3059532"/>
                  </a:lnTo>
                  <a:lnTo>
                    <a:pt x="931092" y="3052063"/>
                  </a:lnTo>
                  <a:lnTo>
                    <a:pt x="1002715" y="3044501"/>
                  </a:lnTo>
                  <a:lnTo>
                    <a:pt x="1074337" y="3036843"/>
                  </a:lnTo>
                  <a:lnTo>
                    <a:pt x="1145960" y="3029089"/>
                  </a:lnTo>
                  <a:lnTo>
                    <a:pt x="1217582" y="3021237"/>
                  </a:lnTo>
                  <a:lnTo>
                    <a:pt x="1289205" y="3013286"/>
                  </a:lnTo>
                  <a:lnTo>
                    <a:pt x="1360827" y="3005235"/>
                  </a:lnTo>
                  <a:lnTo>
                    <a:pt x="1432450" y="2997083"/>
                  </a:lnTo>
                  <a:lnTo>
                    <a:pt x="1504073" y="2988828"/>
                  </a:lnTo>
                  <a:lnTo>
                    <a:pt x="1575695" y="2980469"/>
                  </a:lnTo>
                  <a:lnTo>
                    <a:pt x="1647318" y="2972005"/>
                  </a:lnTo>
                  <a:lnTo>
                    <a:pt x="1718940" y="2963434"/>
                  </a:lnTo>
                  <a:lnTo>
                    <a:pt x="1790563" y="2954755"/>
                  </a:lnTo>
                  <a:lnTo>
                    <a:pt x="1862185" y="2945967"/>
                  </a:lnTo>
                  <a:lnTo>
                    <a:pt x="1933808" y="2937069"/>
                  </a:lnTo>
                  <a:lnTo>
                    <a:pt x="2005430" y="2928058"/>
                  </a:lnTo>
                  <a:lnTo>
                    <a:pt x="2077053" y="2918934"/>
                  </a:lnTo>
                  <a:lnTo>
                    <a:pt x="2148675" y="2909695"/>
                  </a:lnTo>
                  <a:lnTo>
                    <a:pt x="2220298" y="2900340"/>
                  </a:lnTo>
                  <a:lnTo>
                    <a:pt x="2291920" y="2890866"/>
                  </a:lnTo>
                  <a:lnTo>
                    <a:pt x="2363543" y="2881274"/>
                  </a:lnTo>
                  <a:lnTo>
                    <a:pt x="2435165" y="2871561"/>
                  </a:lnTo>
                  <a:lnTo>
                    <a:pt x="2506788" y="2861725"/>
                  </a:lnTo>
                  <a:lnTo>
                    <a:pt x="2578410" y="2851766"/>
                  </a:lnTo>
                  <a:lnTo>
                    <a:pt x="2650033" y="2841681"/>
                  </a:lnTo>
                  <a:lnTo>
                    <a:pt x="2721655" y="2831469"/>
                  </a:lnTo>
                  <a:lnTo>
                    <a:pt x="2793278" y="2821129"/>
                  </a:lnTo>
                  <a:lnTo>
                    <a:pt x="2864901" y="2810658"/>
                  </a:lnTo>
                  <a:lnTo>
                    <a:pt x="2936523" y="2800056"/>
                  </a:lnTo>
                  <a:lnTo>
                    <a:pt x="3008146" y="2789320"/>
                  </a:lnTo>
                  <a:lnTo>
                    <a:pt x="3079768" y="2755263"/>
                  </a:lnTo>
                  <a:lnTo>
                    <a:pt x="3151391" y="2684659"/>
                  </a:lnTo>
                  <a:lnTo>
                    <a:pt x="3223013" y="2608499"/>
                  </a:lnTo>
                  <a:lnTo>
                    <a:pt x="3294636" y="2526348"/>
                  </a:lnTo>
                  <a:lnTo>
                    <a:pt x="3366258" y="2437733"/>
                  </a:lnTo>
                  <a:lnTo>
                    <a:pt x="3437881" y="2342146"/>
                  </a:lnTo>
                  <a:lnTo>
                    <a:pt x="3509503" y="2239038"/>
                  </a:lnTo>
                  <a:lnTo>
                    <a:pt x="3581126" y="2127818"/>
                  </a:lnTo>
                  <a:lnTo>
                    <a:pt x="3652748" y="2007847"/>
                  </a:lnTo>
                  <a:lnTo>
                    <a:pt x="3724371" y="1878438"/>
                  </a:lnTo>
                  <a:lnTo>
                    <a:pt x="3795993" y="1738846"/>
                  </a:lnTo>
                  <a:lnTo>
                    <a:pt x="3867616" y="1588272"/>
                  </a:lnTo>
                  <a:lnTo>
                    <a:pt x="3939238" y="1425850"/>
                  </a:lnTo>
                  <a:lnTo>
                    <a:pt x="4010861" y="1250650"/>
                  </a:lnTo>
                  <a:lnTo>
                    <a:pt x="4082483" y="1061665"/>
                  </a:lnTo>
                  <a:lnTo>
                    <a:pt x="4154106" y="857811"/>
                  </a:lnTo>
                  <a:lnTo>
                    <a:pt x="4225729" y="637919"/>
                  </a:lnTo>
                  <a:lnTo>
                    <a:pt x="4297351" y="400725"/>
                  </a:lnTo>
                  <a:lnTo>
                    <a:pt x="4368974" y="144870"/>
                  </a:lnTo>
                  <a:lnTo>
                    <a:pt x="4406570" y="0"/>
                  </a:lnTo>
                  <a:lnTo>
                    <a:pt x="7090630" y="0"/>
                  </a:lnTo>
                  <a:lnTo>
                    <a:pt x="7090630" y="1890893"/>
                  </a:lnTo>
                  <a:lnTo>
                    <a:pt x="7019007" y="1912801"/>
                  </a:lnTo>
                  <a:lnTo>
                    <a:pt x="6947385" y="1934437"/>
                  </a:lnTo>
                  <a:lnTo>
                    <a:pt x="6875762" y="1955804"/>
                  </a:lnTo>
                  <a:lnTo>
                    <a:pt x="6804139" y="1976905"/>
                  </a:lnTo>
                  <a:lnTo>
                    <a:pt x="6732517" y="1997744"/>
                  </a:lnTo>
                  <a:lnTo>
                    <a:pt x="6660894" y="2018324"/>
                  </a:lnTo>
                  <a:lnTo>
                    <a:pt x="6589272" y="2038648"/>
                  </a:lnTo>
                  <a:lnTo>
                    <a:pt x="6517649" y="2058719"/>
                  </a:lnTo>
                  <a:lnTo>
                    <a:pt x="6446027" y="2078540"/>
                  </a:lnTo>
                  <a:lnTo>
                    <a:pt x="6374404" y="2098115"/>
                  </a:lnTo>
                  <a:lnTo>
                    <a:pt x="6302782" y="2117446"/>
                  </a:lnTo>
                  <a:lnTo>
                    <a:pt x="6231159" y="2136538"/>
                  </a:lnTo>
                  <a:lnTo>
                    <a:pt x="6159537" y="2155391"/>
                  </a:lnTo>
                  <a:lnTo>
                    <a:pt x="6087914" y="2174010"/>
                  </a:lnTo>
                  <a:lnTo>
                    <a:pt x="6016292" y="2192398"/>
                  </a:lnTo>
                  <a:lnTo>
                    <a:pt x="5944669" y="2210557"/>
                  </a:lnTo>
                  <a:lnTo>
                    <a:pt x="5873047" y="2228490"/>
                  </a:lnTo>
                  <a:lnTo>
                    <a:pt x="5801424" y="2246201"/>
                  </a:lnTo>
                  <a:lnTo>
                    <a:pt x="5729802" y="2263691"/>
                  </a:lnTo>
                  <a:lnTo>
                    <a:pt x="5658179" y="2280963"/>
                  </a:lnTo>
                  <a:lnTo>
                    <a:pt x="5586557" y="2298021"/>
                  </a:lnTo>
                  <a:lnTo>
                    <a:pt x="5514934" y="2314866"/>
                  </a:lnTo>
                  <a:lnTo>
                    <a:pt x="5443311" y="2331502"/>
                  </a:lnTo>
                  <a:lnTo>
                    <a:pt x="5371689" y="2347932"/>
                  </a:lnTo>
                  <a:lnTo>
                    <a:pt x="5300066" y="2364156"/>
                  </a:lnTo>
                  <a:lnTo>
                    <a:pt x="5228444" y="2380180"/>
                  </a:lnTo>
                  <a:lnTo>
                    <a:pt x="5156821" y="2396003"/>
                  </a:lnTo>
                  <a:lnTo>
                    <a:pt x="5085199" y="2411630"/>
                  </a:lnTo>
                  <a:lnTo>
                    <a:pt x="5013576" y="2427063"/>
                  </a:lnTo>
                  <a:lnTo>
                    <a:pt x="4941954" y="2442304"/>
                  </a:lnTo>
                  <a:lnTo>
                    <a:pt x="4870331" y="2457355"/>
                  </a:lnTo>
                  <a:lnTo>
                    <a:pt x="4798709" y="2472219"/>
                  </a:lnTo>
                  <a:lnTo>
                    <a:pt x="4727086" y="2486899"/>
                  </a:lnTo>
                  <a:lnTo>
                    <a:pt x="4655464" y="2501395"/>
                  </a:lnTo>
                  <a:lnTo>
                    <a:pt x="4583841" y="2515712"/>
                  </a:lnTo>
                  <a:lnTo>
                    <a:pt x="4512219" y="2529850"/>
                  </a:lnTo>
                  <a:lnTo>
                    <a:pt x="4440596" y="2543813"/>
                  </a:lnTo>
                  <a:lnTo>
                    <a:pt x="4368974" y="2557602"/>
                  </a:lnTo>
                  <a:lnTo>
                    <a:pt x="4297351" y="2571219"/>
                  </a:lnTo>
                  <a:lnTo>
                    <a:pt x="4225729" y="2584668"/>
                  </a:lnTo>
                  <a:lnTo>
                    <a:pt x="4154106" y="2597949"/>
                  </a:lnTo>
                  <a:lnTo>
                    <a:pt x="4082483" y="2611064"/>
                  </a:lnTo>
                  <a:lnTo>
                    <a:pt x="4010861" y="2624017"/>
                  </a:lnTo>
                  <a:lnTo>
                    <a:pt x="3939238" y="2636809"/>
                  </a:lnTo>
                  <a:lnTo>
                    <a:pt x="3867616" y="2649441"/>
                  </a:lnTo>
                  <a:lnTo>
                    <a:pt x="3795993" y="2661917"/>
                  </a:lnTo>
                  <a:lnTo>
                    <a:pt x="3724371" y="2674237"/>
                  </a:lnTo>
                  <a:lnTo>
                    <a:pt x="3652748" y="2686404"/>
                  </a:lnTo>
                  <a:lnTo>
                    <a:pt x="3581126" y="2698420"/>
                  </a:lnTo>
                  <a:lnTo>
                    <a:pt x="3509503" y="2710286"/>
                  </a:lnTo>
                  <a:lnTo>
                    <a:pt x="3437881" y="2722005"/>
                  </a:lnTo>
                  <a:lnTo>
                    <a:pt x="3366258" y="2733578"/>
                  </a:lnTo>
                  <a:lnTo>
                    <a:pt x="3294636" y="2745007"/>
                  </a:lnTo>
                  <a:lnTo>
                    <a:pt x="3223013" y="2756294"/>
                  </a:lnTo>
                  <a:lnTo>
                    <a:pt x="3151391" y="2767441"/>
                  </a:lnTo>
                  <a:lnTo>
                    <a:pt x="3079768" y="2778449"/>
                  </a:lnTo>
                  <a:lnTo>
                    <a:pt x="3008146" y="2820718"/>
                  </a:lnTo>
                  <a:lnTo>
                    <a:pt x="2936523" y="2881398"/>
                  </a:lnTo>
                  <a:lnTo>
                    <a:pt x="2864901" y="2937652"/>
                  </a:lnTo>
                  <a:lnTo>
                    <a:pt x="2793278" y="2989803"/>
                  </a:lnTo>
                  <a:lnTo>
                    <a:pt x="2721655" y="3038151"/>
                  </a:lnTo>
                  <a:lnTo>
                    <a:pt x="2650033" y="3082971"/>
                  </a:lnTo>
                  <a:lnTo>
                    <a:pt x="2578410" y="3124523"/>
                  </a:lnTo>
                  <a:lnTo>
                    <a:pt x="2506788" y="3163044"/>
                  </a:lnTo>
                  <a:lnTo>
                    <a:pt x="2435165" y="3198755"/>
                  </a:lnTo>
                  <a:lnTo>
                    <a:pt x="2363543" y="3231861"/>
                  </a:lnTo>
                  <a:lnTo>
                    <a:pt x="2291920" y="3262553"/>
                  </a:lnTo>
                  <a:lnTo>
                    <a:pt x="2220298" y="3291006"/>
                  </a:lnTo>
                  <a:lnTo>
                    <a:pt x="2148675" y="3317384"/>
                  </a:lnTo>
                  <a:lnTo>
                    <a:pt x="2077053" y="3341837"/>
                  </a:lnTo>
                  <a:lnTo>
                    <a:pt x="2005430" y="3364508"/>
                  </a:lnTo>
                  <a:lnTo>
                    <a:pt x="1933808" y="3385524"/>
                  </a:lnTo>
                  <a:lnTo>
                    <a:pt x="1862185" y="3405008"/>
                  </a:lnTo>
                  <a:lnTo>
                    <a:pt x="1790563" y="3423070"/>
                  </a:lnTo>
                  <a:lnTo>
                    <a:pt x="1718940" y="3439815"/>
                  </a:lnTo>
                  <a:lnTo>
                    <a:pt x="1647318" y="3455339"/>
                  </a:lnTo>
                  <a:lnTo>
                    <a:pt x="1575695" y="3469730"/>
                  </a:lnTo>
                  <a:lnTo>
                    <a:pt x="1504073" y="3483072"/>
                  </a:lnTo>
                  <a:lnTo>
                    <a:pt x="1432450" y="3495440"/>
                  </a:lnTo>
                  <a:lnTo>
                    <a:pt x="1360827" y="3506906"/>
                  </a:lnTo>
                  <a:lnTo>
                    <a:pt x="1289205" y="3517536"/>
                  </a:lnTo>
                  <a:lnTo>
                    <a:pt x="1217582" y="3527391"/>
                  </a:lnTo>
                  <a:lnTo>
                    <a:pt x="1145960" y="3536527"/>
                  </a:lnTo>
                  <a:lnTo>
                    <a:pt x="1074337" y="3544996"/>
                  </a:lnTo>
                  <a:lnTo>
                    <a:pt x="1002715" y="3552848"/>
                  </a:lnTo>
                  <a:lnTo>
                    <a:pt x="931092" y="3560127"/>
                  </a:lnTo>
                  <a:lnTo>
                    <a:pt x="859470" y="3566875"/>
                  </a:lnTo>
                  <a:lnTo>
                    <a:pt x="787847" y="3573131"/>
                  </a:lnTo>
                  <a:lnTo>
                    <a:pt x="716225" y="3578931"/>
                  </a:lnTo>
                  <a:lnTo>
                    <a:pt x="644602" y="3584307"/>
                  </a:lnTo>
                  <a:lnTo>
                    <a:pt x="572980" y="3589292"/>
                  </a:lnTo>
                  <a:lnTo>
                    <a:pt x="501357" y="3593912"/>
                  </a:lnTo>
                  <a:lnTo>
                    <a:pt x="429735" y="3598196"/>
                  </a:lnTo>
                  <a:lnTo>
                    <a:pt x="358112" y="3602168"/>
                  </a:lnTo>
                  <a:lnTo>
                    <a:pt x="286490" y="3605849"/>
                  </a:lnTo>
                  <a:lnTo>
                    <a:pt x="214867" y="3609262"/>
                  </a:lnTo>
                  <a:lnTo>
                    <a:pt x="143245" y="3612427"/>
                  </a:lnTo>
                  <a:lnTo>
                    <a:pt x="71622" y="3615360"/>
                  </a:lnTo>
                  <a:lnTo>
                    <a:pt x="0" y="36180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406570" cy="3142231"/>
            </a:xfrm>
            <a:custGeom>
              <a:avLst/>
              <a:pathLst>
                <a:path w="4406570" h="3142231">
                  <a:moveTo>
                    <a:pt x="0" y="3142231"/>
                  </a:moveTo>
                  <a:lnTo>
                    <a:pt x="71622" y="3135804"/>
                  </a:lnTo>
                  <a:lnTo>
                    <a:pt x="143245" y="3129295"/>
                  </a:lnTo>
                  <a:lnTo>
                    <a:pt x="214867" y="3122705"/>
                  </a:lnTo>
                  <a:lnTo>
                    <a:pt x="286490" y="3116032"/>
                  </a:lnTo>
                  <a:lnTo>
                    <a:pt x="358112" y="3109275"/>
                  </a:lnTo>
                  <a:lnTo>
                    <a:pt x="429735" y="3102433"/>
                  </a:lnTo>
                  <a:lnTo>
                    <a:pt x="501357" y="3095505"/>
                  </a:lnTo>
                  <a:lnTo>
                    <a:pt x="572980" y="3088489"/>
                  </a:lnTo>
                  <a:lnTo>
                    <a:pt x="644602" y="3081385"/>
                  </a:lnTo>
                  <a:lnTo>
                    <a:pt x="716225" y="3074192"/>
                  </a:lnTo>
                  <a:lnTo>
                    <a:pt x="787847" y="3066908"/>
                  </a:lnTo>
                  <a:lnTo>
                    <a:pt x="859470" y="3059532"/>
                  </a:lnTo>
                  <a:lnTo>
                    <a:pt x="931092" y="3052063"/>
                  </a:lnTo>
                  <a:lnTo>
                    <a:pt x="1002715" y="3044501"/>
                  </a:lnTo>
                  <a:lnTo>
                    <a:pt x="1074337" y="3036843"/>
                  </a:lnTo>
                  <a:lnTo>
                    <a:pt x="1145960" y="3029089"/>
                  </a:lnTo>
                  <a:lnTo>
                    <a:pt x="1217582" y="3021237"/>
                  </a:lnTo>
                  <a:lnTo>
                    <a:pt x="1289205" y="3013286"/>
                  </a:lnTo>
                  <a:lnTo>
                    <a:pt x="1360827" y="3005235"/>
                  </a:lnTo>
                  <a:lnTo>
                    <a:pt x="1432450" y="2997083"/>
                  </a:lnTo>
                  <a:lnTo>
                    <a:pt x="1504073" y="2988828"/>
                  </a:lnTo>
                  <a:lnTo>
                    <a:pt x="1575695" y="2980469"/>
                  </a:lnTo>
                  <a:lnTo>
                    <a:pt x="1647318" y="2972005"/>
                  </a:lnTo>
                  <a:lnTo>
                    <a:pt x="1718940" y="2963434"/>
                  </a:lnTo>
                  <a:lnTo>
                    <a:pt x="1790563" y="2954755"/>
                  </a:lnTo>
                  <a:lnTo>
                    <a:pt x="1862185" y="2945967"/>
                  </a:lnTo>
                  <a:lnTo>
                    <a:pt x="1933808" y="2937069"/>
                  </a:lnTo>
                  <a:lnTo>
                    <a:pt x="2005430" y="2928058"/>
                  </a:lnTo>
                  <a:lnTo>
                    <a:pt x="2077053" y="2918934"/>
                  </a:lnTo>
                  <a:lnTo>
                    <a:pt x="2148675" y="2909695"/>
                  </a:lnTo>
                  <a:lnTo>
                    <a:pt x="2220298" y="2900340"/>
                  </a:lnTo>
                  <a:lnTo>
                    <a:pt x="2291920" y="2890866"/>
                  </a:lnTo>
                  <a:lnTo>
                    <a:pt x="2363543" y="2881274"/>
                  </a:lnTo>
                  <a:lnTo>
                    <a:pt x="2435165" y="2871561"/>
                  </a:lnTo>
                  <a:lnTo>
                    <a:pt x="2506788" y="2861725"/>
                  </a:lnTo>
                  <a:lnTo>
                    <a:pt x="2578410" y="2851766"/>
                  </a:lnTo>
                  <a:lnTo>
                    <a:pt x="2650033" y="2841681"/>
                  </a:lnTo>
                  <a:lnTo>
                    <a:pt x="2721655" y="2831469"/>
                  </a:lnTo>
                  <a:lnTo>
                    <a:pt x="2793278" y="2821129"/>
                  </a:lnTo>
                  <a:lnTo>
                    <a:pt x="2864901" y="2810658"/>
                  </a:lnTo>
                  <a:lnTo>
                    <a:pt x="2936523" y="2800056"/>
                  </a:lnTo>
                  <a:lnTo>
                    <a:pt x="3008146" y="2789320"/>
                  </a:lnTo>
                  <a:lnTo>
                    <a:pt x="3079768" y="2755263"/>
                  </a:lnTo>
                  <a:lnTo>
                    <a:pt x="3151391" y="2684659"/>
                  </a:lnTo>
                  <a:lnTo>
                    <a:pt x="3223013" y="2608499"/>
                  </a:lnTo>
                  <a:lnTo>
                    <a:pt x="3294636" y="2526348"/>
                  </a:lnTo>
                  <a:lnTo>
                    <a:pt x="3366258" y="2437733"/>
                  </a:lnTo>
                  <a:lnTo>
                    <a:pt x="3437881" y="2342146"/>
                  </a:lnTo>
                  <a:lnTo>
                    <a:pt x="3509503" y="2239038"/>
                  </a:lnTo>
                  <a:lnTo>
                    <a:pt x="3581126" y="2127818"/>
                  </a:lnTo>
                  <a:lnTo>
                    <a:pt x="3652748" y="2007847"/>
                  </a:lnTo>
                  <a:lnTo>
                    <a:pt x="3724371" y="1878438"/>
                  </a:lnTo>
                  <a:lnTo>
                    <a:pt x="3795993" y="1738846"/>
                  </a:lnTo>
                  <a:lnTo>
                    <a:pt x="3867616" y="1588272"/>
                  </a:lnTo>
                  <a:lnTo>
                    <a:pt x="3939238" y="1425850"/>
                  </a:lnTo>
                  <a:lnTo>
                    <a:pt x="4010861" y="1250650"/>
                  </a:lnTo>
                  <a:lnTo>
                    <a:pt x="4082483" y="1061665"/>
                  </a:lnTo>
                  <a:lnTo>
                    <a:pt x="4154106" y="857811"/>
                  </a:lnTo>
                  <a:lnTo>
                    <a:pt x="4225729" y="637919"/>
                  </a:lnTo>
                  <a:lnTo>
                    <a:pt x="4297351" y="400725"/>
                  </a:lnTo>
                  <a:lnTo>
                    <a:pt x="4368974" y="144870"/>
                  </a:lnTo>
                  <a:lnTo>
                    <a:pt x="44065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87456"/>
              <a:ext cx="7090630" cy="1727186"/>
            </a:xfrm>
            <a:custGeom>
              <a:avLst/>
              <a:pathLst>
                <a:path w="7090630" h="1727186">
                  <a:moveTo>
                    <a:pt x="7090630" y="0"/>
                  </a:moveTo>
                  <a:lnTo>
                    <a:pt x="7019007" y="21908"/>
                  </a:lnTo>
                  <a:lnTo>
                    <a:pt x="6947385" y="43544"/>
                  </a:lnTo>
                  <a:lnTo>
                    <a:pt x="6875762" y="64911"/>
                  </a:lnTo>
                  <a:lnTo>
                    <a:pt x="6804139" y="86012"/>
                  </a:lnTo>
                  <a:lnTo>
                    <a:pt x="6732517" y="106851"/>
                  </a:lnTo>
                  <a:lnTo>
                    <a:pt x="6660894" y="127431"/>
                  </a:lnTo>
                  <a:lnTo>
                    <a:pt x="6589272" y="147754"/>
                  </a:lnTo>
                  <a:lnTo>
                    <a:pt x="6517649" y="167825"/>
                  </a:lnTo>
                  <a:lnTo>
                    <a:pt x="6446027" y="187647"/>
                  </a:lnTo>
                  <a:lnTo>
                    <a:pt x="6374404" y="207222"/>
                  </a:lnTo>
                  <a:lnTo>
                    <a:pt x="6302782" y="226553"/>
                  </a:lnTo>
                  <a:lnTo>
                    <a:pt x="6231159" y="245644"/>
                  </a:lnTo>
                  <a:lnTo>
                    <a:pt x="6159537" y="264498"/>
                  </a:lnTo>
                  <a:lnTo>
                    <a:pt x="6087914" y="283117"/>
                  </a:lnTo>
                  <a:lnTo>
                    <a:pt x="6016292" y="301505"/>
                  </a:lnTo>
                  <a:lnTo>
                    <a:pt x="5944669" y="319664"/>
                  </a:lnTo>
                  <a:lnTo>
                    <a:pt x="5873047" y="337597"/>
                  </a:lnTo>
                  <a:lnTo>
                    <a:pt x="5801424" y="355307"/>
                  </a:lnTo>
                  <a:lnTo>
                    <a:pt x="5729802" y="372797"/>
                  </a:lnTo>
                  <a:lnTo>
                    <a:pt x="5658179" y="390070"/>
                  </a:lnTo>
                  <a:lnTo>
                    <a:pt x="5586557" y="407127"/>
                  </a:lnTo>
                  <a:lnTo>
                    <a:pt x="5514934" y="423973"/>
                  </a:lnTo>
                  <a:lnTo>
                    <a:pt x="5443311" y="440609"/>
                  </a:lnTo>
                  <a:lnTo>
                    <a:pt x="5371689" y="457038"/>
                  </a:lnTo>
                  <a:lnTo>
                    <a:pt x="5300066" y="473263"/>
                  </a:lnTo>
                  <a:lnTo>
                    <a:pt x="5228444" y="489286"/>
                  </a:lnTo>
                  <a:lnTo>
                    <a:pt x="5156821" y="505110"/>
                  </a:lnTo>
                  <a:lnTo>
                    <a:pt x="5085199" y="520737"/>
                  </a:lnTo>
                  <a:lnTo>
                    <a:pt x="5013576" y="536170"/>
                  </a:lnTo>
                  <a:lnTo>
                    <a:pt x="4941954" y="551411"/>
                  </a:lnTo>
                  <a:lnTo>
                    <a:pt x="4870331" y="566462"/>
                  </a:lnTo>
                  <a:lnTo>
                    <a:pt x="4798709" y="581326"/>
                  </a:lnTo>
                  <a:lnTo>
                    <a:pt x="4727086" y="596006"/>
                  </a:lnTo>
                  <a:lnTo>
                    <a:pt x="4655464" y="610502"/>
                  </a:lnTo>
                  <a:lnTo>
                    <a:pt x="4583841" y="624819"/>
                  </a:lnTo>
                  <a:lnTo>
                    <a:pt x="4512219" y="638957"/>
                  </a:lnTo>
                  <a:lnTo>
                    <a:pt x="4440596" y="652920"/>
                  </a:lnTo>
                  <a:lnTo>
                    <a:pt x="4368974" y="666709"/>
                  </a:lnTo>
                  <a:lnTo>
                    <a:pt x="4297351" y="680326"/>
                  </a:lnTo>
                  <a:lnTo>
                    <a:pt x="4225729" y="693774"/>
                  </a:lnTo>
                  <a:lnTo>
                    <a:pt x="4154106" y="707055"/>
                  </a:lnTo>
                  <a:lnTo>
                    <a:pt x="4082483" y="720171"/>
                  </a:lnTo>
                  <a:lnTo>
                    <a:pt x="4010861" y="733124"/>
                  </a:lnTo>
                  <a:lnTo>
                    <a:pt x="3939238" y="745915"/>
                  </a:lnTo>
                  <a:lnTo>
                    <a:pt x="3867616" y="758548"/>
                  </a:lnTo>
                  <a:lnTo>
                    <a:pt x="3795993" y="771023"/>
                  </a:lnTo>
                  <a:lnTo>
                    <a:pt x="3724371" y="783344"/>
                  </a:lnTo>
                  <a:lnTo>
                    <a:pt x="3652748" y="795511"/>
                  </a:lnTo>
                  <a:lnTo>
                    <a:pt x="3581126" y="807526"/>
                  </a:lnTo>
                  <a:lnTo>
                    <a:pt x="3509503" y="819393"/>
                  </a:lnTo>
                  <a:lnTo>
                    <a:pt x="3437881" y="831112"/>
                  </a:lnTo>
                  <a:lnTo>
                    <a:pt x="3366258" y="842685"/>
                  </a:lnTo>
                  <a:lnTo>
                    <a:pt x="3294636" y="854114"/>
                  </a:lnTo>
                  <a:lnTo>
                    <a:pt x="3223013" y="865401"/>
                  </a:lnTo>
                  <a:lnTo>
                    <a:pt x="3151391" y="876547"/>
                  </a:lnTo>
                  <a:lnTo>
                    <a:pt x="3079768" y="887555"/>
                  </a:lnTo>
                  <a:lnTo>
                    <a:pt x="3008146" y="929824"/>
                  </a:lnTo>
                  <a:lnTo>
                    <a:pt x="2936523" y="990505"/>
                  </a:lnTo>
                  <a:lnTo>
                    <a:pt x="2864901" y="1046759"/>
                  </a:lnTo>
                  <a:lnTo>
                    <a:pt x="2793278" y="1098910"/>
                  </a:lnTo>
                  <a:lnTo>
                    <a:pt x="2721655" y="1147257"/>
                  </a:lnTo>
                  <a:lnTo>
                    <a:pt x="2650033" y="1192078"/>
                  </a:lnTo>
                  <a:lnTo>
                    <a:pt x="2578410" y="1233630"/>
                  </a:lnTo>
                  <a:lnTo>
                    <a:pt x="2506788" y="1272151"/>
                  </a:lnTo>
                  <a:lnTo>
                    <a:pt x="2435165" y="1307862"/>
                  </a:lnTo>
                  <a:lnTo>
                    <a:pt x="2363543" y="1340968"/>
                  </a:lnTo>
                  <a:lnTo>
                    <a:pt x="2291920" y="1371660"/>
                  </a:lnTo>
                  <a:lnTo>
                    <a:pt x="2220298" y="1400113"/>
                  </a:lnTo>
                  <a:lnTo>
                    <a:pt x="2148675" y="1426491"/>
                  </a:lnTo>
                  <a:lnTo>
                    <a:pt x="2077053" y="1450944"/>
                  </a:lnTo>
                  <a:lnTo>
                    <a:pt x="2005430" y="1473614"/>
                  </a:lnTo>
                  <a:lnTo>
                    <a:pt x="1933808" y="1494631"/>
                  </a:lnTo>
                  <a:lnTo>
                    <a:pt x="1862185" y="1514114"/>
                  </a:lnTo>
                  <a:lnTo>
                    <a:pt x="1790563" y="1532177"/>
                  </a:lnTo>
                  <a:lnTo>
                    <a:pt x="1718940" y="1548922"/>
                  </a:lnTo>
                  <a:lnTo>
                    <a:pt x="1647318" y="1564445"/>
                  </a:lnTo>
                  <a:lnTo>
                    <a:pt x="1575695" y="1578837"/>
                  </a:lnTo>
                  <a:lnTo>
                    <a:pt x="1504073" y="1592178"/>
                  </a:lnTo>
                  <a:lnTo>
                    <a:pt x="1432450" y="1604547"/>
                  </a:lnTo>
                  <a:lnTo>
                    <a:pt x="1360827" y="1616013"/>
                  </a:lnTo>
                  <a:lnTo>
                    <a:pt x="1289205" y="1626643"/>
                  </a:lnTo>
                  <a:lnTo>
                    <a:pt x="1217582" y="1636498"/>
                  </a:lnTo>
                  <a:lnTo>
                    <a:pt x="1145960" y="1645634"/>
                  </a:lnTo>
                  <a:lnTo>
                    <a:pt x="1074337" y="1654103"/>
                  </a:lnTo>
                  <a:lnTo>
                    <a:pt x="1002715" y="1661955"/>
                  </a:lnTo>
                  <a:lnTo>
                    <a:pt x="931092" y="1669234"/>
                  </a:lnTo>
                  <a:lnTo>
                    <a:pt x="859470" y="1675982"/>
                  </a:lnTo>
                  <a:lnTo>
                    <a:pt x="787847" y="1682238"/>
                  </a:lnTo>
                  <a:lnTo>
                    <a:pt x="716225" y="1688037"/>
                  </a:lnTo>
                  <a:lnTo>
                    <a:pt x="644602" y="1693414"/>
                  </a:lnTo>
                  <a:lnTo>
                    <a:pt x="572980" y="1698398"/>
                  </a:lnTo>
                  <a:lnTo>
                    <a:pt x="501357" y="1703019"/>
                  </a:lnTo>
                  <a:lnTo>
                    <a:pt x="429735" y="1707303"/>
                  </a:lnTo>
                  <a:lnTo>
                    <a:pt x="358112" y="1711274"/>
                  </a:lnTo>
                  <a:lnTo>
                    <a:pt x="286490" y="1714956"/>
                  </a:lnTo>
                  <a:lnTo>
                    <a:pt x="214867" y="1718369"/>
                  </a:lnTo>
                  <a:lnTo>
                    <a:pt x="143245" y="1721533"/>
                  </a:lnTo>
                  <a:lnTo>
                    <a:pt x="71622" y="1724467"/>
                  </a:lnTo>
                  <a:lnTo>
                    <a:pt x="0" y="1727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379350" cy="3519821"/>
            </a:xfrm>
            <a:custGeom>
              <a:avLst/>
              <a:pathLst>
                <a:path w="5379350" h="3519821">
                  <a:moveTo>
                    <a:pt x="0" y="3519821"/>
                  </a:moveTo>
                  <a:lnTo>
                    <a:pt x="71622" y="3513829"/>
                  </a:lnTo>
                  <a:lnTo>
                    <a:pt x="143245" y="3507566"/>
                  </a:lnTo>
                  <a:lnTo>
                    <a:pt x="214867" y="3501021"/>
                  </a:lnTo>
                  <a:lnTo>
                    <a:pt x="286490" y="3494181"/>
                  </a:lnTo>
                  <a:lnTo>
                    <a:pt x="358112" y="3487033"/>
                  </a:lnTo>
                  <a:lnTo>
                    <a:pt x="429735" y="3479561"/>
                  </a:lnTo>
                  <a:lnTo>
                    <a:pt x="501357" y="3471753"/>
                  </a:lnTo>
                  <a:lnTo>
                    <a:pt x="572980" y="3463593"/>
                  </a:lnTo>
                  <a:lnTo>
                    <a:pt x="644602" y="3455064"/>
                  </a:lnTo>
                  <a:lnTo>
                    <a:pt x="716225" y="3446151"/>
                  </a:lnTo>
                  <a:lnTo>
                    <a:pt x="787847" y="3436835"/>
                  </a:lnTo>
                  <a:lnTo>
                    <a:pt x="859470" y="3427099"/>
                  </a:lnTo>
                  <a:lnTo>
                    <a:pt x="931092" y="3416924"/>
                  </a:lnTo>
                  <a:lnTo>
                    <a:pt x="1002715" y="3406290"/>
                  </a:lnTo>
                  <a:lnTo>
                    <a:pt x="1074337" y="3395177"/>
                  </a:lnTo>
                  <a:lnTo>
                    <a:pt x="1145960" y="3383562"/>
                  </a:lnTo>
                  <a:lnTo>
                    <a:pt x="1217582" y="3371422"/>
                  </a:lnTo>
                  <a:lnTo>
                    <a:pt x="1289205" y="3358736"/>
                  </a:lnTo>
                  <a:lnTo>
                    <a:pt x="1360827" y="3345477"/>
                  </a:lnTo>
                  <a:lnTo>
                    <a:pt x="1432450" y="3331619"/>
                  </a:lnTo>
                  <a:lnTo>
                    <a:pt x="1504073" y="3317137"/>
                  </a:lnTo>
                  <a:lnTo>
                    <a:pt x="1575695" y="3302001"/>
                  </a:lnTo>
                  <a:lnTo>
                    <a:pt x="1647318" y="3286183"/>
                  </a:lnTo>
                  <a:lnTo>
                    <a:pt x="1718940" y="3269651"/>
                  </a:lnTo>
                  <a:lnTo>
                    <a:pt x="1790563" y="3252373"/>
                  </a:lnTo>
                  <a:lnTo>
                    <a:pt x="1862185" y="3234315"/>
                  </a:lnTo>
                  <a:lnTo>
                    <a:pt x="1933808" y="3215443"/>
                  </a:lnTo>
                  <a:lnTo>
                    <a:pt x="2005430" y="3195720"/>
                  </a:lnTo>
                  <a:lnTo>
                    <a:pt x="2077053" y="3175107"/>
                  </a:lnTo>
                  <a:lnTo>
                    <a:pt x="2148675" y="3153564"/>
                  </a:lnTo>
                  <a:lnTo>
                    <a:pt x="2220298" y="3131049"/>
                  </a:lnTo>
                  <a:lnTo>
                    <a:pt x="2291920" y="3107518"/>
                  </a:lnTo>
                  <a:lnTo>
                    <a:pt x="2363543" y="3082926"/>
                  </a:lnTo>
                  <a:lnTo>
                    <a:pt x="2435165" y="3057224"/>
                  </a:lnTo>
                  <a:lnTo>
                    <a:pt x="2506788" y="3030363"/>
                  </a:lnTo>
                  <a:lnTo>
                    <a:pt x="2578410" y="3002290"/>
                  </a:lnTo>
                  <a:lnTo>
                    <a:pt x="2650033" y="2972950"/>
                  </a:lnTo>
                  <a:lnTo>
                    <a:pt x="2721655" y="2942287"/>
                  </a:lnTo>
                  <a:lnTo>
                    <a:pt x="2793278" y="2910241"/>
                  </a:lnTo>
                  <a:lnTo>
                    <a:pt x="2864901" y="2876749"/>
                  </a:lnTo>
                  <a:lnTo>
                    <a:pt x="2936523" y="2841746"/>
                  </a:lnTo>
                  <a:lnTo>
                    <a:pt x="3008146" y="2805164"/>
                  </a:lnTo>
                  <a:lnTo>
                    <a:pt x="3079768" y="2766932"/>
                  </a:lnTo>
                  <a:lnTo>
                    <a:pt x="3151391" y="2726975"/>
                  </a:lnTo>
                  <a:lnTo>
                    <a:pt x="3223013" y="2685215"/>
                  </a:lnTo>
                  <a:lnTo>
                    <a:pt x="3294636" y="2641571"/>
                  </a:lnTo>
                  <a:lnTo>
                    <a:pt x="3366258" y="2595959"/>
                  </a:lnTo>
                  <a:lnTo>
                    <a:pt x="3437881" y="2548289"/>
                  </a:lnTo>
                  <a:lnTo>
                    <a:pt x="3509503" y="2498468"/>
                  </a:lnTo>
                  <a:lnTo>
                    <a:pt x="3581126" y="2446399"/>
                  </a:lnTo>
                  <a:lnTo>
                    <a:pt x="3652748" y="2391982"/>
                  </a:lnTo>
                  <a:lnTo>
                    <a:pt x="3724371" y="2335110"/>
                  </a:lnTo>
                  <a:lnTo>
                    <a:pt x="3795993" y="2275672"/>
                  </a:lnTo>
                  <a:lnTo>
                    <a:pt x="3867616" y="2213553"/>
                  </a:lnTo>
                  <a:lnTo>
                    <a:pt x="3939238" y="2148631"/>
                  </a:lnTo>
                  <a:lnTo>
                    <a:pt x="4010861" y="2080780"/>
                  </a:lnTo>
                  <a:lnTo>
                    <a:pt x="4082483" y="2009869"/>
                  </a:lnTo>
                  <a:lnTo>
                    <a:pt x="4154106" y="1935758"/>
                  </a:lnTo>
                  <a:lnTo>
                    <a:pt x="4225729" y="1858304"/>
                  </a:lnTo>
                  <a:lnTo>
                    <a:pt x="4297351" y="1777356"/>
                  </a:lnTo>
                  <a:lnTo>
                    <a:pt x="4368974" y="1692756"/>
                  </a:lnTo>
                  <a:lnTo>
                    <a:pt x="4440596" y="1604340"/>
                  </a:lnTo>
                  <a:lnTo>
                    <a:pt x="4512219" y="1511935"/>
                  </a:lnTo>
                  <a:lnTo>
                    <a:pt x="4583841" y="1415361"/>
                  </a:lnTo>
                  <a:lnTo>
                    <a:pt x="4655464" y="1314430"/>
                  </a:lnTo>
                  <a:lnTo>
                    <a:pt x="4727086" y="1208946"/>
                  </a:lnTo>
                  <a:lnTo>
                    <a:pt x="4798709" y="1098704"/>
                  </a:lnTo>
                  <a:lnTo>
                    <a:pt x="4870331" y="983488"/>
                  </a:lnTo>
                  <a:lnTo>
                    <a:pt x="4941954" y="863074"/>
                  </a:lnTo>
                  <a:lnTo>
                    <a:pt x="5013576" y="737228"/>
                  </a:lnTo>
                  <a:lnTo>
                    <a:pt x="5085199" y="605705"/>
                  </a:lnTo>
                  <a:lnTo>
                    <a:pt x="5156821" y="468248"/>
                  </a:lnTo>
                  <a:lnTo>
                    <a:pt x="5228444" y="324591"/>
                  </a:lnTo>
                  <a:lnTo>
                    <a:pt x="5300066" y="174452"/>
                  </a:lnTo>
                  <a:lnTo>
                    <a:pt x="5371689" y="17540"/>
                  </a:lnTo>
                  <a:lnTo>
                    <a:pt x="537935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2026-05-22T10:32:43Z</dcterms:modified>
  <cp:category/>
</cp:coreProperties>
</file>