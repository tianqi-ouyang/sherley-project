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68180"/>
            </a:xfrm>
            <a:custGeom>
              <a:avLst/>
              <a:pathLst>
                <a:path w="7090630" h="3568180">
                  <a:moveTo>
                    <a:pt x="0" y="2830258"/>
                  </a:moveTo>
                  <a:lnTo>
                    <a:pt x="71622" y="2829177"/>
                  </a:lnTo>
                  <a:lnTo>
                    <a:pt x="143245" y="2828095"/>
                  </a:lnTo>
                  <a:lnTo>
                    <a:pt x="214867" y="2827012"/>
                  </a:lnTo>
                  <a:lnTo>
                    <a:pt x="286490" y="2825927"/>
                  </a:lnTo>
                  <a:lnTo>
                    <a:pt x="358112" y="2824841"/>
                  </a:lnTo>
                  <a:lnTo>
                    <a:pt x="429735" y="2823754"/>
                  </a:lnTo>
                  <a:lnTo>
                    <a:pt x="501357" y="2822665"/>
                  </a:lnTo>
                  <a:lnTo>
                    <a:pt x="572980" y="2821574"/>
                  </a:lnTo>
                  <a:lnTo>
                    <a:pt x="644602" y="2820482"/>
                  </a:lnTo>
                  <a:lnTo>
                    <a:pt x="716225" y="2819389"/>
                  </a:lnTo>
                  <a:lnTo>
                    <a:pt x="787847" y="2818294"/>
                  </a:lnTo>
                  <a:lnTo>
                    <a:pt x="859470" y="2817198"/>
                  </a:lnTo>
                  <a:lnTo>
                    <a:pt x="931092" y="2816101"/>
                  </a:lnTo>
                  <a:lnTo>
                    <a:pt x="1002715" y="2815002"/>
                  </a:lnTo>
                  <a:lnTo>
                    <a:pt x="1074337" y="2813901"/>
                  </a:lnTo>
                  <a:lnTo>
                    <a:pt x="1145960" y="2812799"/>
                  </a:lnTo>
                  <a:lnTo>
                    <a:pt x="1217582" y="2811696"/>
                  </a:lnTo>
                  <a:lnTo>
                    <a:pt x="1289205" y="2810591"/>
                  </a:lnTo>
                  <a:lnTo>
                    <a:pt x="1360827" y="2809485"/>
                  </a:lnTo>
                  <a:lnTo>
                    <a:pt x="1432450" y="2808377"/>
                  </a:lnTo>
                  <a:lnTo>
                    <a:pt x="1504073" y="2807268"/>
                  </a:lnTo>
                  <a:lnTo>
                    <a:pt x="1575695" y="2806157"/>
                  </a:lnTo>
                  <a:lnTo>
                    <a:pt x="1647318" y="2805045"/>
                  </a:lnTo>
                  <a:lnTo>
                    <a:pt x="1718940" y="2803931"/>
                  </a:lnTo>
                  <a:lnTo>
                    <a:pt x="1790563" y="2802816"/>
                  </a:lnTo>
                  <a:lnTo>
                    <a:pt x="1862185" y="2801700"/>
                  </a:lnTo>
                  <a:lnTo>
                    <a:pt x="1933808" y="2800582"/>
                  </a:lnTo>
                  <a:lnTo>
                    <a:pt x="2005430" y="2799462"/>
                  </a:lnTo>
                  <a:lnTo>
                    <a:pt x="2077053" y="2798342"/>
                  </a:lnTo>
                  <a:lnTo>
                    <a:pt x="2148675" y="2797219"/>
                  </a:lnTo>
                  <a:lnTo>
                    <a:pt x="2220298" y="2796095"/>
                  </a:lnTo>
                  <a:lnTo>
                    <a:pt x="2291920" y="2794970"/>
                  </a:lnTo>
                  <a:lnTo>
                    <a:pt x="2363543" y="2793843"/>
                  </a:lnTo>
                  <a:lnTo>
                    <a:pt x="2435165" y="2792715"/>
                  </a:lnTo>
                  <a:lnTo>
                    <a:pt x="2506788" y="2791585"/>
                  </a:lnTo>
                  <a:lnTo>
                    <a:pt x="2578410" y="2790454"/>
                  </a:lnTo>
                  <a:lnTo>
                    <a:pt x="2650033" y="2789321"/>
                  </a:lnTo>
                  <a:lnTo>
                    <a:pt x="2721655" y="2788187"/>
                  </a:lnTo>
                  <a:lnTo>
                    <a:pt x="2793278" y="2787051"/>
                  </a:lnTo>
                  <a:lnTo>
                    <a:pt x="2864901" y="2785914"/>
                  </a:lnTo>
                  <a:lnTo>
                    <a:pt x="2936523" y="2784775"/>
                  </a:lnTo>
                  <a:lnTo>
                    <a:pt x="3008146" y="2783635"/>
                  </a:lnTo>
                  <a:lnTo>
                    <a:pt x="3079768" y="2763025"/>
                  </a:lnTo>
                  <a:lnTo>
                    <a:pt x="3151391" y="2712955"/>
                  </a:lnTo>
                  <a:lnTo>
                    <a:pt x="3223013" y="2660068"/>
                  </a:lnTo>
                  <a:lnTo>
                    <a:pt x="3294636" y="2604204"/>
                  </a:lnTo>
                  <a:lnTo>
                    <a:pt x="3366258" y="2545195"/>
                  </a:lnTo>
                  <a:lnTo>
                    <a:pt x="3437881" y="2482866"/>
                  </a:lnTo>
                  <a:lnTo>
                    <a:pt x="3509503" y="2417028"/>
                  </a:lnTo>
                  <a:lnTo>
                    <a:pt x="3581126" y="2347485"/>
                  </a:lnTo>
                  <a:lnTo>
                    <a:pt x="3652748" y="2274028"/>
                  </a:lnTo>
                  <a:lnTo>
                    <a:pt x="3724371" y="2196437"/>
                  </a:lnTo>
                  <a:lnTo>
                    <a:pt x="3795993" y="2114479"/>
                  </a:lnTo>
                  <a:lnTo>
                    <a:pt x="3867616" y="2027907"/>
                  </a:lnTo>
                  <a:lnTo>
                    <a:pt x="3939238" y="1936464"/>
                  </a:lnTo>
                  <a:lnTo>
                    <a:pt x="4010861" y="1839874"/>
                  </a:lnTo>
                  <a:lnTo>
                    <a:pt x="4082483" y="1737847"/>
                  </a:lnTo>
                  <a:lnTo>
                    <a:pt x="4154106" y="1630079"/>
                  </a:lnTo>
                  <a:lnTo>
                    <a:pt x="4225729" y="1516244"/>
                  </a:lnTo>
                  <a:lnTo>
                    <a:pt x="4297351" y="1396004"/>
                  </a:lnTo>
                  <a:lnTo>
                    <a:pt x="4368974" y="1268995"/>
                  </a:lnTo>
                  <a:lnTo>
                    <a:pt x="4440596" y="1134838"/>
                  </a:lnTo>
                  <a:lnTo>
                    <a:pt x="4512219" y="993131"/>
                  </a:lnTo>
                  <a:lnTo>
                    <a:pt x="4583841" y="843448"/>
                  </a:lnTo>
                  <a:lnTo>
                    <a:pt x="4655464" y="685341"/>
                  </a:lnTo>
                  <a:lnTo>
                    <a:pt x="4727086" y="518335"/>
                  </a:lnTo>
                  <a:lnTo>
                    <a:pt x="4798709" y="341930"/>
                  </a:lnTo>
                  <a:lnTo>
                    <a:pt x="4870331" y="155596"/>
                  </a:lnTo>
                  <a:lnTo>
                    <a:pt x="4926952" y="0"/>
                  </a:lnTo>
                  <a:lnTo>
                    <a:pt x="7090630" y="0"/>
                  </a:lnTo>
                  <a:lnTo>
                    <a:pt x="7090630" y="2716106"/>
                  </a:lnTo>
                  <a:lnTo>
                    <a:pt x="7019007" y="2717334"/>
                  </a:lnTo>
                  <a:lnTo>
                    <a:pt x="6947385" y="2718562"/>
                  </a:lnTo>
                  <a:lnTo>
                    <a:pt x="6875762" y="2719787"/>
                  </a:lnTo>
                  <a:lnTo>
                    <a:pt x="6804139" y="2721011"/>
                  </a:lnTo>
                  <a:lnTo>
                    <a:pt x="6732517" y="2722233"/>
                  </a:lnTo>
                  <a:lnTo>
                    <a:pt x="6660894" y="2723454"/>
                  </a:lnTo>
                  <a:lnTo>
                    <a:pt x="6589272" y="2724673"/>
                  </a:lnTo>
                  <a:lnTo>
                    <a:pt x="6517649" y="2725891"/>
                  </a:lnTo>
                  <a:lnTo>
                    <a:pt x="6446027" y="2727107"/>
                  </a:lnTo>
                  <a:lnTo>
                    <a:pt x="6374404" y="2728321"/>
                  </a:lnTo>
                  <a:lnTo>
                    <a:pt x="6302782" y="2729534"/>
                  </a:lnTo>
                  <a:lnTo>
                    <a:pt x="6231159" y="2730745"/>
                  </a:lnTo>
                  <a:lnTo>
                    <a:pt x="6159537" y="2731955"/>
                  </a:lnTo>
                  <a:lnTo>
                    <a:pt x="6087914" y="2733163"/>
                  </a:lnTo>
                  <a:lnTo>
                    <a:pt x="6016292" y="2734369"/>
                  </a:lnTo>
                  <a:lnTo>
                    <a:pt x="5944669" y="2735574"/>
                  </a:lnTo>
                  <a:lnTo>
                    <a:pt x="5873047" y="2736777"/>
                  </a:lnTo>
                  <a:lnTo>
                    <a:pt x="5801424" y="2737979"/>
                  </a:lnTo>
                  <a:lnTo>
                    <a:pt x="5729802" y="2739179"/>
                  </a:lnTo>
                  <a:lnTo>
                    <a:pt x="5658179" y="2740378"/>
                  </a:lnTo>
                  <a:lnTo>
                    <a:pt x="5586557" y="2741575"/>
                  </a:lnTo>
                  <a:lnTo>
                    <a:pt x="5514934" y="2742770"/>
                  </a:lnTo>
                  <a:lnTo>
                    <a:pt x="5443311" y="2743964"/>
                  </a:lnTo>
                  <a:lnTo>
                    <a:pt x="5371689" y="2745156"/>
                  </a:lnTo>
                  <a:lnTo>
                    <a:pt x="5300066" y="2746347"/>
                  </a:lnTo>
                  <a:lnTo>
                    <a:pt x="5228444" y="2747536"/>
                  </a:lnTo>
                  <a:lnTo>
                    <a:pt x="5156821" y="2748723"/>
                  </a:lnTo>
                  <a:lnTo>
                    <a:pt x="5085199" y="2749909"/>
                  </a:lnTo>
                  <a:lnTo>
                    <a:pt x="5013576" y="2751094"/>
                  </a:lnTo>
                  <a:lnTo>
                    <a:pt x="4941954" y="2752277"/>
                  </a:lnTo>
                  <a:lnTo>
                    <a:pt x="4870331" y="2753458"/>
                  </a:lnTo>
                  <a:lnTo>
                    <a:pt x="4798709" y="2754638"/>
                  </a:lnTo>
                  <a:lnTo>
                    <a:pt x="4727086" y="2755816"/>
                  </a:lnTo>
                  <a:lnTo>
                    <a:pt x="4655464" y="2756993"/>
                  </a:lnTo>
                  <a:lnTo>
                    <a:pt x="4583841" y="2758168"/>
                  </a:lnTo>
                  <a:lnTo>
                    <a:pt x="4512219" y="2759342"/>
                  </a:lnTo>
                  <a:lnTo>
                    <a:pt x="4440596" y="2760514"/>
                  </a:lnTo>
                  <a:lnTo>
                    <a:pt x="4368974" y="2761684"/>
                  </a:lnTo>
                  <a:lnTo>
                    <a:pt x="4297351" y="2762853"/>
                  </a:lnTo>
                  <a:lnTo>
                    <a:pt x="4225729" y="2764021"/>
                  </a:lnTo>
                  <a:lnTo>
                    <a:pt x="4154106" y="2765187"/>
                  </a:lnTo>
                  <a:lnTo>
                    <a:pt x="4082483" y="2766351"/>
                  </a:lnTo>
                  <a:lnTo>
                    <a:pt x="4010861" y="2767514"/>
                  </a:lnTo>
                  <a:lnTo>
                    <a:pt x="3939238" y="2768675"/>
                  </a:lnTo>
                  <a:lnTo>
                    <a:pt x="3867616" y="2769835"/>
                  </a:lnTo>
                  <a:lnTo>
                    <a:pt x="3795993" y="2770994"/>
                  </a:lnTo>
                  <a:lnTo>
                    <a:pt x="3724371" y="2772150"/>
                  </a:lnTo>
                  <a:lnTo>
                    <a:pt x="3652748" y="2773306"/>
                  </a:lnTo>
                  <a:lnTo>
                    <a:pt x="3581126" y="2774459"/>
                  </a:lnTo>
                  <a:lnTo>
                    <a:pt x="3509503" y="2775612"/>
                  </a:lnTo>
                  <a:lnTo>
                    <a:pt x="3437881" y="2776762"/>
                  </a:lnTo>
                  <a:lnTo>
                    <a:pt x="3366258" y="2777912"/>
                  </a:lnTo>
                  <a:lnTo>
                    <a:pt x="3294636" y="2779059"/>
                  </a:lnTo>
                  <a:lnTo>
                    <a:pt x="3223013" y="2780205"/>
                  </a:lnTo>
                  <a:lnTo>
                    <a:pt x="3151391" y="2781350"/>
                  </a:lnTo>
                  <a:lnTo>
                    <a:pt x="3079768" y="2782493"/>
                  </a:lnTo>
                  <a:lnTo>
                    <a:pt x="3008146" y="2810427"/>
                  </a:lnTo>
                  <a:lnTo>
                    <a:pt x="2936523" y="2855303"/>
                  </a:lnTo>
                  <a:lnTo>
                    <a:pt x="2864901" y="2897787"/>
                  </a:lnTo>
                  <a:lnTo>
                    <a:pt x="2793278" y="2938009"/>
                  </a:lnTo>
                  <a:lnTo>
                    <a:pt x="2721655" y="2976087"/>
                  </a:lnTo>
                  <a:lnTo>
                    <a:pt x="2650033" y="3012136"/>
                  </a:lnTo>
                  <a:lnTo>
                    <a:pt x="2578410" y="3046264"/>
                  </a:lnTo>
                  <a:lnTo>
                    <a:pt x="2506788" y="3078574"/>
                  </a:lnTo>
                  <a:lnTo>
                    <a:pt x="2435165" y="3109162"/>
                  </a:lnTo>
                  <a:lnTo>
                    <a:pt x="2363543" y="3138120"/>
                  </a:lnTo>
                  <a:lnTo>
                    <a:pt x="2291920" y="3165536"/>
                  </a:lnTo>
                  <a:lnTo>
                    <a:pt x="2220298" y="3191491"/>
                  </a:lnTo>
                  <a:lnTo>
                    <a:pt x="2148675" y="3216062"/>
                  </a:lnTo>
                  <a:lnTo>
                    <a:pt x="2077053" y="3239325"/>
                  </a:lnTo>
                  <a:lnTo>
                    <a:pt x="2005430" y="3261348"/>
                  </a:lnTo>
                  <a:lnTo>
                    <a:pt x="1933808" y="3282197"/>
                  </a:lnTo>
                  <a:lnTo>
                    <a:pt x="1862185" y="3301936"/>
                  </a:lnTo>
                  <a:lnTo>
                    <a:pt x="1790563" y="3320622"/>
                  </a:lnTo>
                  <a:lnTo>
                    <a:pt x="1718940" y="3338314"/>
                  </a:lnTo>
                  <a:lnTo>
                    <a:pt x="1647318" y="3355062"/>
                  </a:lnTo>
                  <a:lnTo>
                    <a:pt x="1575695" y="3370918"/>
                  </a:lnTo>
                  <a:lnTo>
                    <a:pt x="1504073" y="3385929"/>
                  </a:lnTo>
                  <a:lnTo>
                    <a:pt x="1432450" y="3400141"/>
                  </a:lnTo>
                  <a:lnTo>
                    <a:pt x="1360827" y="3413595"/>
                  </a:lnTo>
                  <a:lnTo>
                    <a:pt x="1289205" y="3426332"/>
                  </a:lnTo>
                  <a:lnTo>
                    <a:pt x="1217582" y="3438391"/>
                  </a:lnTo>
                  <a:lnTo>
                    <a:pt x="1145960" y="3449807"/>
                  </a:lnTo>
                  <a:lnTo>
                    <a:pt x="1074337" y="3460615"/>
                  </a:lnTo>
                  <a:lnTo>
                    <a:pt x="1002715" y="3470846"/>
                  </a:lnTo>
                  <a:lnTo>
                    <a:pt x="931092" y="3480533"/>
                  </a:lnTo>
                  <a:lnTo>
                    <a:pt x="859470" y="3489704"/>
                  </a:lnTo>
                  <a:lnTo>
                    <a:pt x="787847" y="3498386"/>
                  </a:lnTo>
                  <a:lnTo>
                    <a:pt x="716225" y="3506605"/>
                  </a:lnTo>
                  <a:lnTo>
                    <a:pt x="644602" y="3514386"/>
                  </a:lnTo>
                  <a:lnTo>
                    <a:pt x="572980" y="3521753"/>
                  </a:lnTo>
                  <a:lnTo>
                    <a:pt x="501357" y="3528727"/>
                  </a:lnTo>
                  <a:lnTo>
                    <a:pt x="429735" y="3535330"/>
                  </a:lnTo>
                  <a:lnTo>
                    <a:pt x="358112" y="3541581"/>
                  </a:lnTo>
                  <a:lnTo>
                    <a:pt x="286490" y="3547499"/>
                  </a:lnTo>
                  <a:lnTo>
                    <a:pt x="214867" y="3553101"/>
                  </a:lnTo>
                  <a:lnTo>
                    <a:pt x="143245" y="3558405"/>
                  </a:lnTo>
                  <a:lnTo>
                    <a:pt x="71622" y="3563426"/>
                  </a:lnTo>
                  <a:lnTo>
                    <a:pt x="0" y="3568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926952" cy="2830258"/>
            </a:xfrm>
            <a:custGeom>
              <a:avLst/>
              <a:pathLst>
                <a:path w="4926952" h="2830258">
                  <a:moveTo>
                    <a:pt x="0" y="2830258"/>
                  </a:moveTo>
                  <a:lnTo>
                    <a:pt x="71622" y="2829177"/>
                  </a:lnTo>
                  <a:lnTo>
                    <a:pt x="143245" y="2828095"/>
                  </a:lnTo>
                  <a:lnTo>
                    <a:pt x="214867" y="2827012"/>
                  </a:lnTo>
                  <a:lnTo>
                    <a:pt x="286490" y="2825927"/>
                  </a:lnTo>
                  <a:lnTo>
                    <a:pt x="358112" y="2824841"/>
                  </a:lnTo>
                  <a:lnTo>
                    <a:pt x="429735" y="2823754"/>
                  </a:lnTo>
                  <a:lnTo>
                    <a:pt x="501357" y="2822665"/>
                  </a:lnTo>
                  <a:lnTo>
                    <a:pt x="572980" y="2821574"/>
                  </a:lnTo>
                  <a:lnTo>
                    <a:pt x="644602" y="2820482"/>
                  </a:lnTo>
                  <a:lnTo>
                    <a:pt x="716225" y="2819389"/>
                  </a:lnTo>
                  <a:lnTo>
                    <a:pt x="787847" y="2818294"/>
                  </a:lnTo>
                  <a:lnTo>
                    <a:pt x="859470" y="2817198"/>
                  </a:lnTo>
                  <a:lnTo>
                    <a:pt x="931092" y="2816101"/>
                  </a:lnTo>
                  <a:lnTo>
                    <a:pt x="1002715" y="2815002"/>
                  </a:lnTo>
                  <a:lnTo>
                    <a:pt x="1074337" y="2813901"/>
                  </a:lnTo>
                  <a:lnTo>
                    <a:pt x="1145960" y="2812799"/>
                  </a:lnTo>
                  <a:lnTo>
                    <a:pt x="1217582" y="2811696"/>
                  </a:lnTo>
                  <a:lnTo>
                    <a:pt x="1289205" y="2810591"/>
                  </a:lnTo>
                  <a:lnTo>
                    <a:pt x="1360827" y="2809485"/>
                  </a:lnTo>
                  <a:lnTo>
                    <a:pt x="1432450" y="2808377"/>
                  </a:lnTo>
                  <a:lnTo>
                    <a:pt x="1504073" y="2807268"/>
                  </a:lnTo>
                  <a:lnTo>
                    <a:pt x="1575695" y="2806157"/>
                  </a:lnTo>
                  <a:lnTo>
                    <a:pt x="1647318" y="2805045"/>
                  </a:lnTo>
                  <a:lnTo>
                    <a:pt x="1718940" y="2803931"/>
                  </a:lnTo>
                  <a:lnTo>
                    <a:pt x="1790563" y="2802816"/>
                  </a:lnTo>
                  <a:lnTo>
                    <a:pt x="1862185" y="2801700"/>
                  </a:lnTo>
                  <a:lnTo>
                    <a:pt x="1933808" y="2800582"/>
                  </a:lnTo>
                  <a:lnTo>
                    <a:pt x="2005430" y="2799462"/>
                  </a:lnTo>
                  <a:lnTo>
                    <a:pt x="2077053" y="2798342"/>
                  </a:lnTo>
                  <a:lnTo>
                    <a:pt x="2148675" y="2797219"/>
                  </a:lnTo>
                  <a:lnTo>
                    <a:pt x="2220298" y="2796095"/>
                  </a:lnTo>
                  <a:lnTo>
                    <a:pt x="2291920" y="2794970"/>
                  </a:lnTo>
                  <a:lnTo>
                    <a:pt x="2363543" y="2793843"/>
                  </a:lnTo>
                  <a:lnTo>
                    <a:pt x="2435165" y="2792715"/>
                  </a:lnTo>
                  <a:lnTo>
                    <a:pt x="2506788" y="2791585"/>
                  </a:lnTo>
                  <a:lnTo>
                    <a:pt x="2578410" y="2790454"/>
                  </a:lnTo>
                  <a:lnTo>
                    <a:pt x="2650033" y="2789321"/>
                  </a:lnTo>
                  <a:lnTo>
                    <a:pt x="2721655" y="2788187"/>
                  </a:lnTo>
                  <a:lnTo>
                    <a:pt x="2793278" y="2787051"/>
                  </a:lnTo>
                  <a:lnTo>
                    <a:pt x="2864901" y="2785914"/>
                  </a:lnTo>
                  <a:lnTo>
                    <a:pt x="2936523" y="2784775"/>
                  </a:lnTo>
                  <a:lnTo>
                    <a:pt x="3008146" y="2783635"/>
                  </a:lnTo>
                  <a:lnTo>
                    <a:pt x="3079768" y="2763025"/>
                  </a:lnTo>
                  <a:lnTo>
                    <a:pt x="3151391" y="2712955"/>
                  </a:lnTo>
                  <a:lnTo>
                    <a:pt x="3223013" y="2660068"/>
                  </a:lnTo>
                  <a:lnTo>
                    <a:pt x="3294636" y="2604204"/>
                  </a:lnTo>
                  <a:lnTo>
                    <a:pt x="3366258" y="2545195"/>
                  </a:lnTo>
                  <a:lnTo>
                    <a:pt x="3437881" y="2482866"/>
                  </a:lnTo>
                  <a:lnTo>
                    <a:pt x="3509503" y="2417028"/>
                  </a:lnTo>
                  <a:lnTo>
                    <a:pt x="3581126" y="2347485"/>
                  </a:lnTo>
                  <a:lnTo>
                    <a:pt x="3652748" y="2274028"/>
                  </a:lnTo>
                  <a:lnTo>
                    <a:pt x="3724371" y="2196437"/>
                  </a:lnTo>
                  <a:lnTo>
                    <a:pt x="3795993" y="2114479"/>
                  </a:lnTo>
                  <a:lnTo>
                    <a:pt x="3867616" y="2027907"/>
                  </a:lnTo>
                  <a:lnTo>
                    <a:pt x="3939238" y="1936464"/>
                  </a:lnTo>
                  <a:lnTo>
                    <a:pt x="4010861" y="1839874"/>
                  </a:lnTo>
                  <a:lnTo>
                    <a:pt x="4082483" y="1737847"/>
                  </a:lnTo>
                  <a:lnTo>
                    <a:pt x="4154106" y="1630079"/>
                  </a:lnTo>
                  <a:lnTo>
                    <a:pt x="4225729" y="1516244"/>
                  </a:lnTo>
                  <a:lnTo>
                    <a:pt x="4297351" y="1396004"/>
                  </a:lnTo>
                  <a:lnTo>
                    <a:pt x="4368974" y="1268995"/>
                  </a:lnTo>
                  <a:lnTo>
                    <a:pt x="4440596" y="1134838"/>
                  </a:lnTo>
                  <a:lnTo>
                    <a:pt x="4512219" y="993131"/>
                  </a:lnTo>
                  <a:lnTo>
                    <a:pt x="4583841" y="843448"/>
                  </a:lnTo>
                  <a:lnTo>
                    <a:pt x="4655464" y="685341"/>
                  </a:lnTo>
                  <a:lnTo>
                    <a:pt x="4727086" y="518335"/>
                  </a:lnTo>
                  <a:lnTo>
                    <a:pt x="4798709" y="341930"/>
                  </a:lnTo>
                  <a:lnTo>
                    <a:pt x="4870331" y="155596"/>
                  </a:lnTo>
                  <a:lnTo>
                    <a:pt x="49269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12669"/>
              <a:ext cx="7090630" cy="852074"/>
            </a:xfrm>
            <a:custGeom>
              <a:avLst/>
              <a:pathLst>
                <a:path w="7090630" h="852074">
                  <a:moveTo>
                    <a:pt x="7090630" y="0"/>
                  </a:moveTo>
                  <a:lnTo>
                    <a:pt x="7019007" y="1228"/>
                  </a:lnTo>
                  <a:lnTo>
                    <a:pt x="6947385" y="2455"/>
                  </a:lnTo>
                  <a:lnTo>
                    <a:pt x="6875762" y="3681"/>
                  </a:lnTo>
                  <a:lnTo>
                    <a:pt x="6804139" y="4905"/>
                  </a:lnTo>
                  <a:lnTo>
                    <a:pt x="6732517" y="6127"/>
                  </a:lnTo>
                  <a:lnTo>
                    <a:pt x="6660894" y="7348"/>
                  </a:lnTo>
                  <a:lnTo>
                    <a:pt x="6589272" y="8567"/>
                  </a:lnTo>
                  <a:lnTo>
                    <a:pt x="6517649" y="9785"/>
                  </a:lnTo>
                  <a:lnTo>
                    <a:pt x="6446027" y="11001"/>
                  </a:lnTo>
                  <a:lnTo>
                    <a:pt x="6374404" y="12215"/>
                  </a:lnTo>
                  <a:lnTo>
                    <a:pt x="6302782" y="13428"/>
                  </a:lnTo>
                  <a:lnTo>
                    <a:pt x="6231159" y="14639"/>
                  </a:lnTo>
                  <a:lnTo>
                    <a:pt x="6159537" y="15849"/>
                  </a:lnTo>
                  <a:lnTo>
                    <a:pt x="6087914" y="17057"/>
                  </a:lnTo>
                  <a:lnTo>
                    <a:pt x="6016292" y="18263"/>
                  </a:lnTo>
                  <a:lnTo>
                    <a:pt x="5944669" y="19468"/>
                  </a:lnTo>
                  <a:lnTo>
                    <a:pt x="5873047" y="20671"/>
                  </a:lnTo>
                  <a:lnTo>
                    <a:pt x="5801424" y="21873"/>
                  </a:lnTo>
                  <a:lnTo>
                    <a:pt x="5729802" y="23073"/>
                  </a:lnTo>
                  <a:lnTo>
                    <a:pt x="5658179" y="24272"/>
                  </a:lnTo>
                  <a:lnTo>
                    <a:pt x="5586557" y="25469"/>
                  </a:lnTo>
                  <a:lnTo>
                    <a:pt x="5514934" y="26664"/>
                  </a:lnTo>
                  <a:lnTo>
                    <a:pt x="5443311" y="27858"/>
                  </a:lnTo>
                  <a:lnTo>
                    <a:pt x="5371689" y="29050"/>
                  </a:lnTo>
                  <a:lnTo>
                    <a:pt x="5300066" y="30241"/>
                  </a:lnTo>
                  <a:lnTo>
                    <a:pt x="5228444" y="31430"/>
                  </a:lnTo>
                  <a:lnTo>
                    <a:pt x="5156821" y="32617"/>
                  </a:lnTo>
                  <a:lnTo>
                    <a:pt x="5085199" y="33803"/>
                  </a:lnTo>
                  <a:lnTo>
                    <a:pt x="5013576" y="34988"/>
                  </a:lnTo>
                  <a:lnTo>
                    <a:pt x="4941954" y="36171"/>
                  </a:lnTo>
                  <a:lnTo>
                    <a:pt x="4870331" y="37352"/>
                  </a:lnTo>
                  <a:lnTo>
                    <a:pt x="4798709" y="38532"/>
                  </a:lnTo>
                  <a:lnTo>
                    <a:pt x="4727086" y="39710"/>
                  </a:lnTo>
                  <a:lnTo>
                    <a:pt x="4655464" y="40887"/>
                  </a:lnTo>
                  <a:lnTo>
                    <a:pt x="4583841" y="42062"/>
                  </a:lnTo>
                  <a:lnTo>
                    <a:pt x="4512219" y="43236"/>
                  </a:lnTo>
                  <a:lnTo>
                    <a:pt x="4440596" y="44408"/>
                  </a:lnTo>
                  <a:lnTo>
                    <a:pt x="4368974" y="45578"/>
                  </a:lnTo>
                  <a:lnTo>
                    <a:pt x="4297351" y="46747"/>
                  </a:lnTo>
                  <a:lnTo>
                    <a:pt x="4225729" y="47915"/>
                  </a:lnTo>
                  <a:lnTo>
                    <a:pt x="4154106" y="49081"/>
                  </a:lnTo>
                  <a:lnTo>
                    <a:pt x="4082483" y="50245"/>
                  </a:lnTo>
                  <a:lnTo>
                    <a:pt x="4010861" y="51408"/>
                  </a:lnTo>
                  <a:lnTo>
                    <a:pt x="3939238" y="52569"/>
                  </a:lnTo>
                  <a:lnTo>
                    <a:pt x="3867616" y="53729"/>
                  </a:lnTo>
                  <a:lnTo>
                    <a:pt x="3795993" y="54887"/>
                  </a:lnTo>
                  <a:lnTo>
                    <a:pt x="3724371" y="56044"/>
                  </a:lnTo>
                  <a:lnTo>
                    <a:pt x="3652748" y="57200"/>
                  </a:lnTo>
                  <a:lnTo>
                    <a:pt x="3581126" y="58353"/>
                  </a:lnTo>
                  <a:lnTo>
                    <a:pt x="3509503" y="59506"/>
                  </a:lnTo>
                  <a:lnTo>
                    <a:pt x="3437881" y="60656"/>
                  </a:lnTo>
                  <a:lnTo>
                    <a:pt x="3366258" y="61805"/>
                  </a:lnTo>
                  <a:lnTo>
                    <a:pt x="3294636" y="62953"/>
                  </a:lnTo>
                  <a:lnTo>
                    <a:pt x="3223013" y="64099"/>
                  </a:lnTo>
                  <a:lnTo>
                    <a:pt x="3151391" y="65244"/>
                  </a:lnTo>
                  <a:lnTo>
                    <a:pt x="3079768" y="66387"/>
                  </a:lnTo>
                  <a:lnTo>
                    <a:pt x="3008146" y="94321"/>
                  </a:lnTo>
                  <a:lnTo>
                    <a:pt x="2936523" y="139197"/>
                  </a:lnTo>
                  <a:lnTo>
                    <a:pt x="2864901" y="181681"/>
                  </a:lnTo>
                  <a:lnTo>
                    <a:pt x="2793278" y="221903"/>
                  </a:lnTo>
                  <a:lnTo>
                    <a:pt x="2721655" y="259981"/>
                  </a:lnTo>
                  <a:lnTo>
                    <a:pt x="2650033" y="296030"/>
                  </a:lnTo>
                  <a:lnTo>
                    <a:pt x="2578410" y="330158"/>
                  </a:lnTo>
                  <a:lnTo>
                    <a:pt x="2506788" y="362468"/>
                  </a:lnTo>
                  <a:lnTo>
                    <a:pt x="2435165" y="393056"/>
                  </a:lnTo>
                  <a:lnTo>
                    <a:pt x="2363543" y="422014"/>
                  </a:lnTo>
                  <a:lnTo>
                    <a:pt x="2291920" y="449430"/>
                  </a:lnTo>
                  <a:lnTo>
                    <a:pt x="2220298" y="475385"/>
                  </a:lnTo>
                  <a:lnTo>
                    <a:pt x="2148675" y="499956"/>
                  </a:lnTo>
                  <a:lnTo>
                    <a:pt x="2077053" y="523219"/>
                  </a:lnTo>
                  <a:lnTo>
                    <a:pt x="2005430" y="545242"/>
                  </a:lnTo>
                  <a:lnTo>
                    <a:pt x="1933808" y="566091"/>
                  </a:lnTo>
                  <a:lnTo>
                    <a:pt x="1862185" y="585830"/>
                  </a:lnTo>
                  <a:lnTo>
                    <a:pt x="1790563" y="604516"/>
                  </a:lnTo>
                  <a:lnTo>
                    <a:pt x="1718940" y="622208"/>
                  </a:lnTo>
                  <a:lnTo>
                    <a:pt x="1647318" y="638956"/>
                  </a:lnTo>
                  <a:lnTo>
                    <a:pt x="1575695" y="654812"/>
                  </a:lnTo>
                  <a:lnTo>
                    <a:pt x="1504073" y="669823"/>
                  </a:lnTo>
                  <a:lnTo>
                    <a:pt x="1432450" y="684035"/>
                  </a:lnTo>
                  <a:lnTo>
                    <a:pt x="1360827" y="697489"/>
                  </a:lnTo>
                  <a:lnTo>
                    <a:pt x="1289205" y="710226"/>
                  </a:lnTo>
                  <a:lnTo>
                    <a:pt x="1217582" y="722285"/>
                  </a:lnTo>
                  <a:lnTo>
                    <a:pt x="1145960" y="733701"/>
                  </a:lnTo>
                  <a:lnTo>
                    <a:pt x="1074337" y="744509"/>
                  </a:lnTo>
                  <a:lnTo>
                    <a:pt x="1002715" y="754740"/>
                  </a:lnTo>
                  <a:lnTo>
                    <a:pt x="931092" y="764427"/>
                  </a:lnTo>
                  <a:lnTo>
                    <a:pt x="859470" y="773598"/>
                  </a:lnTo>
                  <a:lnTo>
                    <a:pt x="787847" y="782280"/>
                  </a:lnTo>
                  <a:lnTo>
                    <a:pt x="716225" y="790499"/>
                  </a:lnTo>
                  <a:lnTo>
                    <a:pt x="644602" y="798280"/>
                  </a:lnTo>
                  <a:lnTo>
                    <a:pt x="572980" y="805647"/>
                  </a:lnTo>
                  <a:lnTo>
                    <a:pt x="501357" y="812621"/>
                  </a:lnTo>
                  <a:lnTo>
                    <a:pt x="429735" y="819224"/>
                  </a:lnTo>
                  <a:lnTo>
                    <a:pt x="358112" y="825475"/>
                  </a:lnTo>
                  <a:lnTo>
                    <a:pt x="286490" y="831393"/>
                  </a:lnTo>
                  <a:lnTo>
                    <a:pt x="214867" y="836995"/>
                  </a:lnTo>
                  <a:lnTo>
                    <a:pt x="143245" y="842299"/>
                  </a:lnTo>
                  <a:lnTo>
                    <a:pt x="71622" y="847320"/>
                  </a:lnTo>
                  <a:lnTo>
                    <a:pt x="0" y="852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716345" cy="3389088"/>
            </a:xfrm>
            <a:custGeom>
              <a:avLst/>
              <a:pathLst>
                <a:path w="6716345" h="3389088">
                  <a:moveTo>
                    <a:pt x="0" y="3389088"/>
                  </a:moveTo>
                  <a:lnTo>
                    <a:pt x="71622" y="3381595"/>
                  </a:lnTo>
                  <a:lnTo>
                    <a:pt x="143245" y="3373889"/>
                  </a:lnTo>
                  <a:lnTo>
                    <a:pt x="214867" y="3365964"/>
                  </a:lnTo>
                  <a:lnTo>
                    <a:pt x="286490" y="3357813"/>
                  </a:lnTo>
                  <a:lnTo>
                    <a:pt x="358112" y="3349431"/>
                  </a:lnTo>
                  <a:lnTo>
                    <a:pt x="429735" y="3340810"/>
                  </a:lnTo>
                  <a:lnTo>
                    <a:pt x="501357" y="3331945"/>
                  </a:lnTo>
                  <a:lnTo>
                    <a:pt x="572980" y="3322827"/>
                  </a:lnTo>
                  <a:lnTo>
                    <a:pt x="644602" y="3313450"/>
                  </a:lnTo>
                  <a:lnTo>
                    <a:pt x="716225" y="3303807"/>
                  </a:lnTo>
                  <a:lnTo>
                    <a:pt x="787847" y="3293889"/>
                  </a:lnTo>
                  <a:lnTo>
                    <a:pt x="859470" y="3283689"/>
                  </a:lnTo>
                  <a:lnTo>
                    <a:pt x="931092" y="3273200"/>
                  </a:lnTo>
                  <a:lnTo>
                    <a:pt x="1002715" y="3262412"/>
                  </a:lnTo>
                  <a:lnTo>
                    <a:pt x="1074337" y="3251317"/>
                  </a:lnTo>
                  <a:lnTo>
                    <a:pt x="1145960" y="3239907"/>
                  </a:lnTo>
                  <a:lnTo>
                    <a:pt x="1217582" y="3228173"/>
                  </a:lnTo>
                  <a:lnTo>
                    <a:pt x="1289205" y="3216105"/>
                  </a:lnTo>
                  <a:lnTo>
                    <a:pt x="1360827" y="3203694"/>
                  </a:lnTo>
                  <a:lnTo>
                    <a:pt x="1432450" y="3190930"/>
                  </a:lnTo>
                  <a:lnTo>
                    <a:pt x="1504073" y="3177803"/>
                  </a:lnTo>
                  <a:lnTo>
                    <a:pt x="1575695" y="3164303"/>
                  </a:lnTo>
                  <a:lnTo>
                    <a:pt x="1647318" y="3150419"/>
                  </a:lnTo>
                  <a:lnTo>
                    <a:pt x="1718940" y="3136140"/>
                  </a:lnTo>
                  <a:lnTo>
                    <a:pt x="1790563" y="3121456"/>
                  </a:lnTo>
                  <a:lnTo>
                    <a:pt x="1862185" y="3106354"/>
                  </a:lnTo>
                  <a:lnTo>
                    <a:pt x="1933808" y="3090822"/>
                  </a:lnTo>
                  <a:lnTo>
                    <a:pt x="2005430" y="3074849"/>
                  </a:lnTo>
                  <a:lnTo>
                    <a:pt x="2077053" y="3058422"/>
                  </a:lnTo>
                  <a:lnTo>
                    <a:pt x="2148675" y="3041528"/>
                  </a:lnTo>
                  <a:lnTo>
                    <a:pt x="2220298" y="3024153"/>
                  </a:lnTo>
                  <a:lnTo>
                    <a:pt x="2291920" y="3006285"/>
                  </a:lnTo>
                  <a:lnTo>
                    <a:pt x="2363543" y="2987909"/>
                  </a:lnTo>
                  <a:lnTo>
                    <a:pt x="2435165" y="2969010"/>
                  </a:lnTo>
                  <a:lnTo>
                    <a:pt x="2506788" y="2949573"/>
                  </a:lnTo>
                  <a:lnTo>
                    <a:pt x="2578410" y="2929585"/>
                  </a:lnTo>
                  <a:lnTo>
                    <a:pt x="2650033" y="2909028"/>
                  </a:lnTo>
                  <a:lnTo>
                    <a:pt x="2721655" y="2887886"/>
                  </a:lnTo>
                  <a:lnTo>
                    <a:pt x="2793278" y="2866143"/>
                  </a:lnTo>
                  <a:lnTo>
                    <a:pt x="2864901" y="2843783"/>
                  </a:lnTo>
                  <a:lnTo>
                    <a:pt x="2936523" y="2820786"/>
                  </a:lnTo>
                  <a:lnTo>
                    <a:pt x="3008146" y="2797136"/>
                  </a:lnTo>
                  <a:lnTo>
                    <a:pt x="3079768" y="2772813"/>
                  </a:lnTo>
                  <a:lnTo>
                    <a:pt x="3151391" y="2747799"/>
                  </a:lnTo>
                  <a:lnTo>
                    <a:pt x="3223013" y="2722073"/>
                  </a:lnTo>
                  <a:lnTo>
                    <a:pt x="3294636" y="2695617"/>
                  </a:lnTo>
                  <a:lnTo>
                    <a:pt x="3366258" y="2668408"/>
                  </a:lnTo>
                  <a:lnTo>
                    <a:pt x="3437881" y="2640425"/>
                  </a:lnTo>
                  <a:lnTo>
                    <a:pt x="3509503" y="2611647"/>
                  </a:lnTo>
                  <a:lnTo>
                    <a:pt x="3581126" y="2582050"/>
                  </a:lnTo>
                  <a:lnTo>
                    <a:pt x="3652748" y="2551613"/>
                  </a:lnTo>
                  <a:lnTo>
                    <a:pt x="3724371" y="2520310"/>
                  </a:lnTo>
                  <a:lnTo>
                    <a:pt x="3795993" y="2488117"/>
                  </a:lnTo>
                  <a:lnTo>
                    <a:pt x="3867616" y="2455008"/>
                  </a:lnTo>
                  <a:lnTo>
                    <a:pt x="3939238" y="2420958"/>
                  </a:lnTo>
                  <a:lnTo>
                    <a:pt x="4010861" y="2385941"/>
                  </a:lnTo>
                  <a:lnTo>
                    <a:pt x="4082483" y="2349927"/>
                  </a:lnTo>
                  <a:lnTo>
                    <a:pt x="4154106" y="2312890"/>
                  </a:lnTo>
                  <a:lnTo>
                    <a:pt x="4225729" y="2274800"/>
                  </a:lnTo>
                  <a:lnTo>
                    <a:pt x="4297351" y="2235627"/>
                  </a:lnTo>
                  <a:lnTo>
                    <a:pt x="4368974" y="2195340"/>
                  </a:lnTo>
                  <a:lnTo>
                    <a:pt x="4440596" y="2153908"/>
                  </a:lnTo>
                  <a:lnTo>
                    <a:pt x="4512219" y="2111298"/>
                  </a:lnTo>
                  <a:lnTo>
                    <a:pt x="4583841" y="2067476"/>
                  </a:lnTo>
                  <a:lnTo>
                    <a:pt x="4655464" y="2022409"/>
                  </a:lnTo>
                  <a:lnTo>
                    <a:pt x="4727086" y="1976060"/>
                  </a:lnTo>
                  <a:lnTo>
                    <a:pt x="4798709" y="1928393"/>
                  </a:lnTo>
                  <a:lnTo>
                    <a:pt x="4870331" y="1879371"/>
                  </a:lnTo>
                  <a:lnTo>
                    <a:pt x="4941954" y="1828956"/>
                  </a:lnTo>
                  <a:lnTo>
                    <a:pt x="5013576" y="1777107"/>
                  </a:lnTo>
                  <a:lnTo>
                    <a:pt x="5085199" y="1723784"/>
                  </a:lnTo>
                  <a:lnTo>
                    <a:pt x="5156821" y="1668945"/>
                  </a:lnTo>
                  <a:lnTo>
                    <a:pt x="5228444" y="1612547"/>
                  </a:lnTo>
                  <a:lnTo>
                    <a:pt x="5300066" y="1554546"/>
                  </a:lnTo>
                  <a:lnTo>
                    <a:pt x="5371689" y="1494895"/>
                  </a:lnTo>
                  <a:lnTo>
                    <a:pt x="5443311" y="1433549"/>
                  </a:lnTo>
                  <a:lnTo>
                    <a:pt x="5514934" y="1370458"/>
                  </a:lnTo>
                  <a:lnTo>
                    <a:pt x="5586557" y="1305574"/>
                  </a:lnTo>
                  <a:lnTo>
                    <a:pt x="5658179" y="1238845"/>
                  </a:lnTo>
                  <a:lnTo>
                    <a:pt x="5729802" y="1170219"/>
                  </a:lnTo>
                  <a:lnTo>
                    <a:pt x="5801424" y="1099642"/>
                  </a:lnTo>
                  <a:lnTo>
                    <a:pt x="5873047" y="1027058"/>
                  </a:lnTo>
                  <a:lnTo>
                    <a:pt x="5944669" y="952411"/>
                  </a:lnTo>
                  <a:lnTo>
                    <a:pt x="6016292" y="875641"/>
                  </a:lnTo>
                  <a:lnTo>
                    <a:pt x="6087914" y="796689"/>
                  </a:lnTo>
                  <a:lnTo>
                    <a:pt x="6159537" y="715492"/>
                  </a:lnTo>
                  <a:lnTo>
                    <a:pt x="6231159" y="631987"/>
                  </a:lnTo>
                  <a:lnTo>
                    <a:pt x="6302782" y="546107"/>
                  </a:lnTo>
                  <a:lnTo>
                    <a:pt x="6374404" y="457786"/>
                  </a:lnTo>
                  <a:lnTo>
                    <a:pt x="6446027" y="366954"/>
                  </a:lnTo>
                  <a:lnTo>
                    <a:pt x="6517649" y="273539"/>
                  </a:lnTo>
                  <a:lnTo>
                    <a:pt x="6589272" y="177468"/>
                  </a:lnTo>
                  <a:lnTo>
                    <a:pt x="6660894" y="78667"/>
                  </a:lnTo>
                  <a:lnTo>
                    <a:pt x="6716345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2026-05-22T10:32:42Z</dcterms:modified>
  <cp:category/>
</cp:coreProperties>
</file>