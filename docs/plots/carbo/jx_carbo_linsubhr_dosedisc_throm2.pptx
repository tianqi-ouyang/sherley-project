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413923"/>
            </a:xfrm>
            <a:custGeom>
              <a:avLst/>
              <a:pathLst>
                <a:path w="7090630" h="3413923">
                  <a:moveTo>
                    <a:pt x="0" y="2665522"/>
                  </a:moveTo>
                  <a:lnTo>
                    <a:pt x="71622" y="2665259"/>
                  </a:lnTo>
                  <a:lnTo>
                    <a:pt x="143245" y="2664997"/>
                  </a:lnTo>
                  <a:lnTo>
                    <a:pt x="214867" y="2664735"/>
                  </a:lnTo>
                  <a:lnTo>
                    <a:pt x="286490" y="2664472"/>
                  </a:lnTo>
                  <a:lnTo>
                    <a:pt x="358112" y="2664210"/>
                  </a:lnTo>
                  <a:lnTo>
                    <a:pt x="429735" y="2663947"/>
                  </a:lnTo>
                  <a:lnTo>
                    <a:pt x="501357" y="2663685"/>
                  </a:lnTo>
                  <a:lnTo>
                    <a:pt x="572980" y="2663422"/>
                  </a:lnTo>
                  <a:lnTo>
                    <a:pt x="644602" y="2663159"/>
                  </a:lnTo>
                  <a:lnTo>
                    <a:pt x="716225" y="2662896"/>
                  </a:lnTo>
                  <a:lnTo>
                    <a:pt x="787847" y="2662633"/>
                  </a:lnTo>
                  <a:lnTo>
                    <a:pt x="859470" y="2662370"/>
                  </a:lnTo>
                  <a:lnTo>
                    <a:pt x="931092" y="2662107"/>
                  </a:lnTo>
                  <a:lnTo>
                    <a:pt x="1002715" y="2661844"/>
                  </a:lnTo>
                  <a:lnTo>
                    <a:pt x="1074337" y="2661580"/>
                  </a:lnTo>
                  <a:lnTo>
                    <a:pt x="1145960" y="2661317"/>
                  </a:lnTo>
                  <a:lnTo>
                    <a:pt x="1217582" y="2661054"/>
                  </a:lnTo>
                  <a:lnTo>
                    <a:pt x="1289205" y="2660790"/>
                  </a:lnTo>
                  <a:lnTo>
                    <a:pt x="1360827" y="2660526"/>
                  </a:lnTo>
                  <a:lnTo>
                    <a:pt x="1432450" y="2660263"/>
                  </a:lnTo>
                  <a:lnTo>
                    <a:pt x="1504073" y="2659999"/>
                  </a:lnTo>
                  <a:lnTo>
                    <a:pt x="1575695" y="2659735"/>
                  </a:lnTo>
                  <a:lnTo>
                    <a:pt x="1647318" y="2659471"/>
                  </a:lnTo>
                  <a:lnTo>
                    <a:pt x="1718940" y="2659207"/>
                  </a:lnTo>
                  <a:lnTo>
                    <a:pt x="1790563" y="2658943"/>
                  </a:lnTo>
                  <a:lnTo>
                    <a:pt x="1862185" y="2658678"/>
                  </a:lnTo>
                  <a:lnTo>
                    <a:pt x="1933808" y="2658414"/>
                  </a:lnTo>
                  <a:lnTo>
                    <a:pt x="2005430" y="2658149"/>
                  </a:lnTo>
                  <a:lnTo>
                    <a:pt x="2077053" y="2657885"/>
                  </a:lnTo>
                  <a:lnTo>
                    <a:pt x="2148675" y="2657620"/>
                  </a:lnTo>
                  <a:lnTo>
                    <a:pt x="2220298" y="2657356"/>
                  </a:lnTo>
                  <a:lnTo>
                    <a:pt x="2291920" y="2657091"/>
                  </a:lnTo>
                  <a:lnTo>
                    <a:pt x="2363543" y="2656826"/>
                  </a:lnTo>
                  <a:lnTo>
                    <a:pt x="2435165" y="2656561"/>
                  </a:lnTo>
                  <a:lnTo>
                    <a:pt x="2506788" y="2656296"/>
                  </a:lnTo>
                  <a:lnTo>
                    <a:pt x="2578410" y="2656031"/>
                  </a:lnTo>
                  <a:lnTo>
                    <a:pt x="2650033" y="2655766"/>
                  </a:lnTo>
                  <a:lnTo>
                    <a:pt x="2721655" y="2655501"/>
                  </a:lnTo>
                  <a:lnTo>
                    <a:pt x="2793278" y="2655235"/>
                  </a:lnTo>
                  <a:lnTo>
                    <a:pt x="2864901" y="2654970"/>
                  </a:lnTo>
                  <a:lnTo>
                    <a:pt x="2936523" y="2654704"/>
                  </a:lnTo>
                  <a:lnTo>
                    <a:pt x="3008146" y="2654439"/>
                  </a:lnTo>
                  <a:lnTo>
                    <a:pt x="3079768" y="2634083"/>
                  </a:lnTo>
                  <a:lnTo>
                    <a:pt x="3151391" y="2583244"/>
                  </a:lnTo>
                  <a:lnTo>
                    <a:pt x="3223013" y="2529362"/>
                  </a:lnTo>
                  <a:lnTo>
                    <a:pt x="3294636" y="2472257"/>
                  </a:lnTo>
                  <a:lnTo>
                    <a:pt x="3366258" y="2411734"/>
                  </a:lnTo>
                  <a:lnTo>
                    <a:pt x="3437881" y="2347590"/>
                  </a:lnTo>
                  <a:lnTo>
                    <a:pt x="3509503" y="2279608"/>
                  </a:lnTo>
                  <a:lnTo>
                    <a:pt x="3581126" y="2207559"/>
                  </a:lnTo>
                  <a:lnTo>
                    <a:pt x="3652748" y="2131198"/>
                  </a:lnTo>
                  <a:lnTo>
                    <a:pt x="3724371" y="2050269"/>
                  </a:lnTo>
                  <a:lnTo>
                    <a:pt x="3795993" y="1964497"/>
                  </a:lnTo>
                  <a:lnTo>
                    <a:pt x="3867616" y="1873592"/>
                  </a:lnTo>
                  <a:lnTo>
                    <a:pt x="3939238" y="1777249"/>
                  </a:lnTo>
                  <a:lnTo>
                    <a:pt x="4010861" y="1675141"/>
                  </a:lnTo>
                  <a:lnTo>
                    <a:pt x="4082483" y="1566923"/>
                  </a:lnTo>
                  <a:lnTo>
                    <a:pt x="4154106" y="1452230"/>
                  </a:lnTo>
                  <a:lnTo>
                    <a:pt x="4225729" y="1330674"/>
                  </a:lnTo>
                  <a:lnTo>
                    <a:pt x="4297351" y="1201845"/>
                  </a:lnTo>
                  <a:lnTo>
                    <a:pt x="4368974" y="1065308"/>
                  </a:lnTo>
                  <a:lnTo>
                    <a:pt x="4440596" y="920601"/>
                  </a:lnTo>
                  <a:lnTo>
                    <a:pt x="4512219" y="767235"/>
                  </a:lnTo>
                  <a:lnTo>
                    <a:pt x="4583841" y="604693"/>
                  </a:lnTo>
                  <a:lnTo>
                    <a:pt x="4655464" y="432425"/>
                  </a:lnTo>
                  <a:lnTo>
                    <a:pt x="4727086" y="249849"/>
                  </a:lnTo>
                  <a:lnTo>
                    <a:pt x="4798709" y="56349"/>
                  </a:lnTo>
                  <a:lnTo>
                    <a:pt x="4818388" y="0"/>
                  </a:lnTo>
                  <a:lnTo>
                    <a:pt x="7090630" y="0"/>
                  </a:lnTo>
                  <a:lnTo>
                    <a:pt x="7090630" y="2639157"/>
                  </a:lnTo>
                  <a:lnTo>
                    <a:pt x="7019007" y="2639427"/>
                  </a:lnTo>
                  <a:lnTo>
                    <a:pt x="6947385" y="2639698"/>
                  </a:lnTo>
                  <a:lnTo>
                    <a:pt x="6875762" y="2639968"/>
                  </a:lnTo>
                  <a:lnTo>
                    <a:pt x="6804139" y="2640238"/>
                  </a:lnTo>
                  <a:lnTo>
                    <a:pt x="6732517" y="2640508"/>
                  </a:lnTo>
                  <a:lnTo>
                    <a:pt x="6660894" y="2640779"/>
                  </a:lnTo>
                  <a:lnTo>
                    <a:pt x="6589272" y="2641049"/>
                  </a:lnTo>
                  <a:lnTo>
                    <a:pt x="6517649" y="2641318"/>
                  </a:lnTo>
                  <a:lnTo>
                    <a:pt x="6446027" y="2641588"/>
                  </a:lnTo>
                  <a:lnTo>
                    <a:pt x="6374404" y="2641858"/>
                  </a:lnTo>
                  <a:lnTo>
                    <a:pt x="6302782" y="2642128"/>
                  </a:lnTo>
                  <a:lnTo>
                    <a:pt x="6231159" y="2642397"/>
                  </a:lnTo>
                  <a:lnTo>
                    <a:pt x="6159537" y="2642667"/>
                  </a:lnTo>
                  <a:lnTo>
                    <a:pt x="6087914" y="2642936"/>
                  </a:lnTo>
                  <a:lnTo>
                    <a:pt x="6016292" y="2643205"/>
                  </a:lnTo>
                  <a:lnTo>
                    <a:pt x="5944669" y="2643475"/>
                  </a:lnTo>
                  <a:lnTo>
                    <a:pt x="5873047" y="2643744"/>
                  </a:lnTo>
                  <a:lnTo>
                    <a:pt x="5801424" y="2644013"/>
                  </a:lnTo>
                  <a:lnTo>
                    <a:pt x="5729802" y="2644282"/>
                  </a:lnTo>
                  <a:lnTo>
                    <a:pt x="5658179" y="2644551"/>
                  </a:lnTo>
                  <a:lnTo>
                    <a:pt x="5586557" y="2644819"/>
                  </a:lnTo>
                  <a:lnTo>
                    <a:pt x="5514934" y="2645088"/>
                  </a:lnTo>
                  <a:lnTo>
                    <a:pt x="5443311" y="2645357"/>
                  </a:lnTo>
                  <a:lnTo>
                    <a:pt x="5371689" y="2645625"/>
                  </a:lnTo>
                  <a:lnTo>
                    <a:pt x="5300066" y="2645894"/>
                  </a:lnTo>
                  <a:lnTo>
                    <a:pt x="5228444" y="2646162"/>
                  </a:lnTo>
                  <a:lnTo>
                    <a:pt x="5156821" y="2646430"/>
                  </a:lnTo>
                  <a:lnTo>
                    <a:pt x="5085199" y="2646698"/>
                  </a:lnTo>
                  <a:lnTo>
                    <a:pt x="5013576" y="2646967"/>
                  </a:lnTo>
                  <a:lnTo>
                    <a:pt x="4941954" y="2647235"/>
                  </a:lnTo>
                  <a:lnTo>
                    <a:pt x="4870331" y="2647503"/>
                  </a:lnTo>
                  <a:lnTo>
                    <a:pt x="4798709" y="2647770"/>
                  </a:lnTo>
                  <a:lnTo>
                    <a:pt x="4727086" y="2648038"/>
                  </a:lnTo>
                  <a:lnTo>
                    <a:pt x="4655464" y="2648306"/>
                  </a:lnTo>
                  <a:lnTo>
                    <a:pt x="4583841" y="2648573"/>
                  </a:lnTo>
                  <a:lnTo>
                    <a:pt x="4512219" y="2648841"/>
                  </a:lnTo>
                  <a:lnTo>
                    <a:pt x="4440596" y="2649108"/>
                  </a:lnTo>
                  <a:lnTo>
                    <a:pt x="4368974" y="2649376"/>
                  </a:lnTo>
                  <a:lnTo>
                    <a:pt x="4297351" y="2649643"/>
                  </a:lnTo>
                  <a:lnTo>
                    <a:pt x="4225729" y="2649910"/>
                  </a:lnTo>
                  <a:lnTo>
                    <a:pt x="4154106" y="2650177"/>
                  </a:lnTo>
                  <a:lnTo>
                    <a:pt x="4082483" y="2650444"/>
                  </a:lnTo>
                  <a:lnTo>
                    <a:pt x="4010861" y="2650711"/>
                  </a:lnTo>
                  <a:lnTo>
                    <a:pt x="3939238" y="2650978"/>
                  </a:lnTo>
                  <a:lnTo>
                    <a:pt x="3867616" y="2651244"/>
                  </a:lnTo>
                  <a:lnTo>
                    <a:pt x="3795993" y="2651511"/>
                  </a:lnTo>
                  <a:lnTo>
                    <a:pt x="3724371" y="2651778"/>
                  </a:lnTo>
                  <a:lnTo>
                    <a:pt x="3652748" y="2652044"/>
                  </a:lnTo>
                  <a:lnTo>
                    <a:pt x="3581126" y="2652311"/>
                  </a:lnTo>
                  <a:lnTo>
                    <a:pt x="3509503" y="2652577"/>
                  </a:lnTo>
                  <a:lnTo>
                    <a:pt x="3437881" y="2652843"/>
                  </a:lnTo>
                  <a:lnTo>
                    <a:pt x="3366258" y="2653109"/>
                  </a:lnTo>
                  <a:lnTo>
                    <a:pt x="3294636" y="2653375"/>
                  </a:lnTo>
                  <a:lnTo>
                    <a:pt x="3223013" y="2653641"/>
                  </a:lnTo>
                  <a:lnTo>
                    <a:pt x="3151391" y="2653907"/>
                  </a:lnTo>
                  <a:lnTo>
                    <a:pt x="3079768" y="2654173"/>
                  </a:lnTo>
                  <a:lnTo>
                    <a:pt x="3008146" y="2682053"/>
                  </a:lnTo>
                  <a:lnTo>
                    <a:pt x="2936523" y="2727314"/>
                  </a:lnTo>
                  <a:lnTo>
                    <a:pt x="2864901" y="2770019"/>
                  </a:lnTo>
                  <a:lnTo>
                    <a:pt x="2793278" y="2810314"/>
                  </a:lnTo>
                  <a:lnTo>
                    <a:pt x="2721655" y="2848334"/>
                  </a:lnTo>
                  <a:lnTo>
                    <a:pt x="2650033" y="2884207"/>
                  </a:lnTo>
                  <a:lnTo>
                    <a:pt x="2578410" y="2918056"/>
                  </a:lnTo>
                  <a:lnTo>
                    <a:pt x="2506788" y="2949993"/>
                  </a:lnTo>
                  <a:lnTo>
                    <a:pt x="2435165" y="2980127"/>
                  </a:lnTo>
                  <a:lnTo>
                    <a:pt x="2363543" y="3008560"/>
                  </a:lnTo>
                  <a:lnTo>
                    <a:pt x="2291920" y="3035387"/>
                  </a:lnTo>
                  <a:lnTo>
                    <a:pt x="2220298" y="3060700"/>
                  </a:lnTo>
                  <a:lnTo>
                    <a:pt x="2148675" y="3084584"/>
                  </a:lnTo>
                  <a:lnTo>
                    <a:pt x="2077053" y="3107119"/>
                  </a:lnTo>
                  <a:lnTo>
                    <a:pt x="2005430" y="3128383"/>
                  </a:lnTo>
                  <a:lnTo>
                    <a:pt x="1933808" y="3148445"/>
                  </a:lnTo>
                  <a:lnTo>
                    <a:pt x="1862185" y="3167375"/>
                  </a:lnTo>
                  <a:lnTo>
                    <a:pt x="1790563" y="3185237"/>
                  </a:lnTo>
                  <a:lnTo>
                    <a:pt x="1718940" y="3202090"/>
                  </a:lnTo>
                  <a:lnTo>
                    <a:pt x="1647318" y="3217991"/>
                  </a:lnTo>
                  <a:lnTo>
                    <a:pt x="1575695" y="3232995"/>
                  </a:lnTo>
                  <a:lnTo>
                    <a:pt x="1504073" y="3247151"/>
                  </a:lnTo>
                  <a:lnTo>
                    <a:pt x="1432450" y="3260509"/>
                  </a:lnTo>
                  <a:lnTo>
                    <a:pt x="1360827" y="3273112"/>
                  </a:lnTo>
                  <a:lnTo>
                    <a:pt x="1289205" y="3285004"/>
                  </a:lnTo>
                  <a:lnTo>
                    <a:pt x="1217582" y="3296224"/>
                  </a:lnTo>
                  <a:lnTo>
                    <a:pt x="1145960" y="3306811"/>
                  </a:lnTo>
                  <a:lnTo>
                    <a:pt x="1074337" y="3316800"/>
                  </a:lnTo>
                  <a:lnTo>
                    <a:pt x="1002715" y="3326226"/>
                  </a:lnTo>
                  <a:lnTo>
                    <a:pt x="931092" y="3335119"/>
                  </a:lnTo>
                  <a:lnTo>
                    <a:pt x="859470" y="3343510"/>
                  </a:lnTo>
                  <a:lnTo>
                    <a:pt x="787847" y="3351427"/>
                  </a:lnTo>
                  <a:lnTo>
                    <a:pt x="716225" y="3358897"/>
                  </a:lnTo>
                  <a:lnTo>
                    <a:pt x="644602" y="3365946"/>
                  </a:lnTo>
                  <a:lnTo>
                    <a:pt x="572980" y="3372597"/>
                  </a:lnTo>
                  <a:lnTo>
                    <a:pt x="501357" y="3378872"/>
                  </a:lnTo>
                  <a:lnTo>
                    <a:pt x="429735" y="3384793"/>
                  </a:lnTo>
                  <a:lnTo>
                    <a:pt x="358112" y="3390379"/>
                  </a:lnTo>
                  <a:lnTo>
                    <a:pt x="286490" y="3395651"/>
                  </a:lnTo>
                  <a:lnTo>
                    <a:pt x="214867" y="3400624"/>
                  </a:lnTo>
                  <a:lnTo>
                    <a:pt x="143245" y="3405317"/>
                  </a:lnTo>
                  <a:lnTo>
                    <a:pt x="71622" y="3409745"/>
                  </a:lnTo>
                  <a:lnTo>
                    <a:pt x="0" y="34139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4818388" cy="2665522"/>
            </a:xfrm>
            <a:custGeom>
              <a:avLst/>
              <a:pathLst>
                <a:path w="4818388" h="2665522">
                  <a:moveTo>
                    <a:pt x="0" y="2665522"/>
                  </a:moveTo>
                  <a:lnTo>
                    <a:pt x="71622" y="2665259"/>
                  </a:lnTo>
                  <a:lnTo>
                    <a:pt x="143245" y="2664997"/>
                  </a:lnTo>
                  <a:lnTo>
                    <a:pt x="214867" y="2664735"/>
                  </a:lnTo>
                  <a:lnTo>
                    <a:pt x="286490" y="2664472"/>
                  </a:lnTo>
                  <a:lnTo>
                    <a:pt x="358112" y="2664210"/>
                  </a:lnTo>
                  <a:lnTo>
                    <a:pt x="429735" y="2663947"/>
                  </a:lnTo>
                  <a:lnTo>
                    <a:pt x="501357" y="2663685"/>
                  </a:lnTo>
                  <a:lnTo>
                    <a:pt x="572980" y="2663422"/>
                  </a:lnTo>
                  <a:lnTo>
                    <a:pt x="644602" y="2663159"/>
                  </a:lnTo>
                  <a:lnTo>
                    <a:pt x="716225" y="2662896"/>
                  </a:lnTo>
                  <a:lnTo>
                    <a:pt x="787847" y="2662633"/>
                  </a:lnTo>
                  <a:lnTo>
                    <a:pt x="859470" y="2662370"/>
                  </a:lnTo>
                  <a:lnTo>
                    <a:pt x="931092" y="2662107"/>
                  </a:lnTo>
                  <a:lnTo>
                    <a:pt x="1002715" y="2661844"/>
                  </a:lnTo>
                  <a:lnTo>
                    <a:pt x="1074337" y="2661580"/>
                  </a:lnTo>
                  <a:lnTo>
                    <a:pt x="1145960" y="2661317"/>
                  </a:lnTo>
                  <a:lnTo>
                    <a:pt x="1217582" y="2661054"/>
                  </a:lnTo>
                  <a:lnTo>
                    <a:pt x="1289205" y="2660790"/>
                  </a:lnTo>
                  <a:lnTo>
                    <a:pt x="1360827" y="2660526"/>
                  </a:lnTo>
                  <a:lnTo>
                    <a:pt x="1432450" y="2660263"/>
                  </a:lnTo>
                  <a:lnTo>
                    <a:pt x="1504073" y="2659999"/>
                  </a:lnTo>
                  <a:lnTo>
                    <a:pt x="1575695" y="2659735"/>
                  </a:lnTo>
                  <a:lnTo>
                    <a:pt x="1647318" y="2659471"/>
                  </a:lnTo>
                  <a:lnTo>
                    <a:pt x="1718940" y="2659207"/>
                  </a:lnTo>
                  <a:lnTo>
                    <a:pt x="1790563" y="2658943"/>
                  </a:lnTo>
                  <a:lnTo>
                    <a:pt x="1862185" y="2658678"/>
                  </a:lnTo>
                  <a:lnTo>
                    <a:pt x="1933808" y="2658414"/>
                  </a:lnTo>
                  <a:lnTo>
                    <a:pt x="2005430" y="2658149"/>
                  </a:lnTo>
                  <a:lnTo>
                    <a:pt x="2077053" y="2657885"/>
                  </a:lnTo>
                  <a:lnTo>
                    <a:pt x="2148675" y="2657620"/>
                  </a:lnTo>
                  <a:lnTo>
                    <a:pt x="2220298" y="2657356"/>
                  </a:lnTo>
                  <a:lnTo>
                    <a:pt x="2291920" y="2657091"/>
                  </a:lnTo>
                  <a:lnTo>
                    <a:pt x="2363543" y="2656826"/>
                  </a:lnTo>
                  <a:lnTo>
                    <a:pt x="2435165" y="2656561"/>
                  </a:lnTo>
                  <a:lnTo>
                    <a:pt x="2506788" y="2656296"/>
                  </a:lnTo>
                  <a:lnTo>
                    <a:pt x="2578410" y="2656031"/>
                  </a:lnTo>
                  <a:lnTo>
                    <a:pt x="2650033" y="2655766"/>
                  </a:lnTo>
                  <a:lnTo>
                    <a:pt x="2721655" y="2655501"/>
                  </a:lnTo>
                  <a:lnTo>
                    <a:pt x="2793278" y="2655235"/>
                  </a:lnTo>
                  <a:lnTo>
                    <a:pt x="2864901" y="2654970"/>
                  </a:lnTo>
                  <a:lnTo>
                    <a:pt x="2936523" y="2654704"/>
                  </a:lnTo>
                  <a:lnTo>
                    <a:pt x="3008146" y="2654439"/>
                  </a:lnTo>
                  <a:lnTo>
                    <a:pt x="3079768" y="2634083"/>
                  </a:lnTo>
                  <a:lnTo>
                    <a:pt x="3151391" y="2583244"/>
                  </a:lnTo>
                  <a:lnTo>
                    <a:pt x="3223013" y="2529362"/>
                  </a:lnTo>
                  <a:lnTo>
                    <a:pt x="3294636" y="2472257"/>
                  </a:lnTo>
                  <a:lnTo>
                    <a:pt x="3366258" y="2411734"/>
                  </a:lnTo>
                  <a:lnTo>
                    <a:pt x="3437881" y="2347590"/>
                  </a:lnTo>
                  <a:lnTo>
                    <a:pt x="3509503" y="2279608"/>
                  </a:lnTo>
                  <a:lnTo>
                    <a:pt x="3581126" y="2207559"/>
                  </a:lnTo>
                  <a:lnTo>
                    <a:pt x="3652748" y="2131198"/>
                  </a:lnTo>
                  <a:lnTo>
                    <a:pt x="3724371" y="2050269"/>
                  </a:lnTo>
                  <a:lnTo>
                    <a:pt x="3795993" y="1964497"/>
                  </a:lnTo>
                  <a:lnTo>
                    <a:pt x="3867616" y="1873592"/>
                  </a:lnTo>
                  <a:lnTo>
                    <a:pt x="3939238" y="1777249"/>
                  </a:lnTo>
                  <a:lnTo>
                    <a:pt x="4010861" y="1675141"/>
                  </a:lnTo>
                  <a:lnTo>
                    <a:pt x="4082483" y="1566923"/>
                  </a:lnTo>
                  <a:lnTo>
                    <a:pt x="4154106" y="1452230"/>
                  </a:lnTo>
                  <a:lnTo>
                    <a:pt x="4225729" y="1330674"/>
                  </a:lnTo>
                  <a:lnTo>
                    <a:pt x="4297351" y="1201845"/>
                  </a:lnTo>
                  <a:lnTo>
                    <a:pt x="4368974" y="1065308"/>
                  </a:lnTo>
                  <a:lnTo>
                    <a:pt x="4440596" y="920601"/>
                  </a:lnTo>
                  <a:lnTo>
                    <a:pt x="4512219" y="767235"/>
                  </a:lnTo>
                  <a:lnTo>
                    <a:pt x="4583841" y="604693"/>
                  </a:lnTo>
                  <a:lnTo>
                    <a:pt x="4655464" y="432425"/>
                  </a:lnTo>
                  <a:lnTo>
                    <a:pt x="4727086" y="249849"/>
                  </a:lnTo>
                  <a:lnTo>
                    <a:pt x="4798709" y="56349"/>
                  </a:lnTo>
                  <a:lnTo>
                    <a:pt x="481838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12660"/>
              <a:ext cx="7090630" cy="774765"/>
            </a:xfrm>
            <a:custGeom>
              <a:avLst/>
              <a:pathLst>
                <a:path w="7090630" h="774765">
                  <a:moveTo>
                    <a:pt x="7090630" y="0"/>
                  </a:moveTo>
                  <a:lnTo>
                    <a:pt x="7019007" y="270"/>
                  </a:lnTo>
                  <a:lnTo>
                    <a:pt x="6947385" y="540"/>
                  </a:lnTo>
                  <a:lnTo>
                    <a:pt x="6875762" y="811"/>
                  </a:lnTo>
                  <a:lnTo>
                    <a:pt x="6804139" y="1081"/>
                  </a:lnTo>
                  <a:lnTo>
                    <a:pt x="6732517" y="1351"/>
                  </a:lnTo>
                  <a:lnTo>
                    <a:pt x="6660894" y="1621"/>
                  </a:lnTo>
                  <a:lnTo>
                    <a:pt x="6589272" y="1891"/>
                  </a:lnTo>
                  <a:lnTo>
                    <a:pt x="6517649" y="2161"/>
                  </a:lnTo>
                  <a:lnTo>
                    <a:pt x="6446027" y="2431"/>
                  </a:lnTo>
                  <a:lnTo>
                    <a:pt x="6374404" y="2701"/>
                  </a:lnTo>
                  <a:lnTo>
                    <a:pt x="6302782" y="2970"/>
                  </a:lnTo>
                  <a:lnTo>
                    <a:pt x="6231159" y="3240"/>
                  </a:lnTo>
                  <a:lnTo>
                    <a:pt x="6159537" y="3509"/>
                  </a:lnTo>
                  <a:lnTo>
                    <a:pt x="6087914" y="3779"/>
                  </a:lnTo>
                  <a:lnTo>
                    <a:pt x="6016292" y="4048"/>
                  </a:lnTo>
                  <a:lnTo>
                    <a:pt x="5944669" y="4317"/>
                  </a:lnTo>
                  <a:lnTo>
                    <a:pt x="5873047" y="4586"/>
                  </a:lnTo>
                  <a:lnTo>
                    <a:pt x="5801424" y="4856"/>
                  </a:lnTo>
                  <a:lnTo>
                    <a:pt x="5729802" y="5124"/>
                  </a:lnTo>
                  <a:lnTo>
                    <a:pt x="5658179" y="5393"/>
                  </a:lnTo>
                  <a:lnTo>
                    <a:pt x="5586557" y="5662"/>
                  </a:lnTo>
                  <a:lnTo>
                    <a:pt x="5514934" y="5931"/>
                  </a:lnTo>
                  <a:lnTo>
                    <a:pt x="5443311" y="6199"/>
                  </a:lnTo>
                  <a:lnTo>
                    <a:pt x="5371689" y="6468"/>
                  </a:lnTo>
                  <a:lnTo>
                    <a:pt x="5300066" y="6736"/>
                  </a:lnTo>
                  <a:lnTo>
                    <a:pt x="5228444" y="7005"/>
                  </a:lnTo>
                  <a:lnTo>
                    <a:pt x="5156821" y="7273"/>
                  </a:lnTo>
                  <a:lnTo>
                    <a:pt x="5085199" y="7541"/>
                  </a:lnTo>
                  <a:lnTo>
                    <a:pt x="5013576" y="7809"/>
                  </a:lnTo>
                  <a:lnTo>
                    <a:pt x="4941954" y="8077"/>
                  </a:lnTo>
                  <a:lnTo>
                    <a:pt x="4870331" y="8345"/>
                  </a:lnTo>
                  <a:lnTo>
                    <a:pt x="4798709" y="8613"/>
                  </a:lnTo>
                  <a:lnTo>
                    <a:pt x="4727086" y="8881"/>
                  </a:lnTo>
                  <a:lnTo>
                    <a:pt x="4655464" y="9149"/>
                  </a:lnTo>
                  <a:lnTo>
                    <a:pt x="4583841" y="9416"/>
                  </a:lnTo>
                  <a:lnTo>
                    <a:pt x="4512219" y="9684"/>
                  </a:lnTo>
                  <a:lnTo>
                    <a:pt x="4440596" y="9951"/>
                  </a:lnTo>
                  <a:lnTo>
                    <a:pt x="4368974" y="10218"/>
                  </a:lnTo>
                  <a:lnTo>
                    <a:pt x="4297351" y="10486"/>
                  </a:lnTo>
                  <a:lnTo>
                    <a:pt x="4225729" y="10753"/>
                  </a:lnTo>
                  <a:lnTo>
                    <a:pt x="4154106" y="11020"/>
                  </a:lnTo>
                  <a:lnTo>
                    <a:pt x="4082483" y="11287"/>
                  </a:lnTo>
                  <a:lnTo>
                    <a:pt x="4010861" y="11554"/>
                  </a:lnTo>
                  <a:lnTo>
                    <a:pt x="3939238" y="11820"/>
                  </a:lnTo>
                  <a:lnTo>
                    <a:pt x="3867616" y="12087"/>
                  </a:lnTo>
                  <a:lnTo>
                    <a:pt x="3795993" y="12354"/>
                  </a:lnTo>
                  <a:lnTo>
                    <a:pt x="3724371" y="12620"/>
                  </a:lnTo>
                  <a:lnTo>
                    <a:pt x="3652748" y="12887"/>
                  </a:lnTo>
                  <a:lnTo>
                    <a:pt x="3581126" y="13153"/>
                  </a:lnTo>
                  <a:lnTo>
                    <a:pt x="3509503" y="13420"/>
                  </a:lnTo>
                  <a:lnTo>
                    <a:pt x="3437881" y="13686"/>
                  </a:lnTo>
                  <a:lnTo>
                    <a:pt x="3366258" y="13952"/>
                  </a:lnTo>
                  <a:lnTo>
                    <a:pt x="3294636" y="14218"/>
                  </a:lnTo>
                  <a:lnTo>
                    <a:pt x="3223013" y="14484"/>
                  </a:lnTo>
                  <a:lnTo>
                    <a:pt x="3151391" y="14750"/>
                  </a:lnTo>
                  <a:lnTo>
                    <a:pt x="3079768" y="15016"/>
                  </a:lnTo>
                  <a:lnTo>
                    <a:pt x="3008146" y="42895"/>
                  </a:lnTo>
                  <a:lnTo>
                    <a:pt x="2936523" y="88156"/>
                  </a:lnTo>
                  <a:lnTo>
                    <a:pt x="2864901" y="130862"/>
                  </a:lnTo>
                  <a:lnTo>
                    <a:pt x="2793278" y="171157"/>
                  </a:lnTo>
                  <a:lnTo>
                    <a:pt x="2721655" y="209177"/>
                  </a:lnTo>
                  <a:lnTo>
                    <a:pt x="2650033" y="245050"/>
                  </a:lnTo>
                  <a:lnTo>
                    <a:pt x="2578410" y="278898"/>
                  </a:lnTo>
                  <a:lnTo>
                    <a:pt x="2506788" y="310835"/>
                  </a:lnTo>
                  <a:lnTo>
                    <a:pt x="2435165" y="340969"/>
                  </a:lnTo>
                  <a:lnTo>
                    <a:pt x="2363543" y="369402"/>
                  </a:lnTo>
                  <a:lnTo>
                    <a:pt x="2291920" y="396230"/>
                  </a:lnTo>
                  <a:lnTo>
                    <a:pt x="2220298" y="421543"/>
                  </a:lnTo>
                  <a:lnTo>
                    <a:pt x="2148675" y="445427"/>
                  </a:lnTo>
                  <a:lnTo>
                    <a:pt x="2077053" y="467962"/>
                  </a:lnTo>
                  <a:lnTo>
                    <a:pt x="2005430" y="489225"/>
                  </a:lnTo>
                  <a:lnTo>
                    <a:pt x="1933808" y="509288"/>
                  </a:lnTo>
                  <a:lnTo>
                    <a:pt x="1862185" y="528218"/>
                  </a:lnTo>
                  <a:lnTo>
                    <a:pt x="1790563" y="546079"/>
                  </a:lnTo>
                  <a:lnTo>
                    <a:pt x="1718940" y="562932"/>
                  </a:lnTo>
                  <a:lnTo>
                    <a:pt x="1647318" y="578834"/>
                  </a:lnTo>
                  <a:lnTo>
                    <a:pt x="1575695" y="593837"/>
                  </a:lnTo>
                  <a:lnTo>
                    <a:pt x="1504073" y="607994"/>
                  </a:lnTo>
                  <a:lnTo>
                    <a:pt x="1432450" y="621352"/>
                  </a:lnTo>
                  <a:lnTo>
                    <a:pt x="1360827" y="633955"/>
                  </a:lnTo>
                  <a:lnTo>
                    <a:pt x="1289205" y="645847"/>
                  </a:lnTo>
                  <a:lnTo>
                    <a:pt x="1217582" y="657067"/>
                  </a:lnTo>
                  <a:lnTo>
                    <a:pt x="1145960" y="667654"/>
                  </a:lnTo>
                  <a:lnTo>
                    <a:pt x="1074337" y="677643"/>
                  </a:lnTo>
                  <a:lnTo>
                    <a:pt x="1002715" y="687068"/>
                  </a:lnTo>
                  <a:lnTo>
                    <a:pt x="931092" y="695961"/>
                  </a:lnTo>
                  <a:lnTo>
                    <a:pt x="859470" y="704353"/>
                  </a:lnTo>
                  <a:lnTo>
                    <a:pt x="787847" y="712270"/>
                  </a:lnTo>
                  <a:lnTo>
                    <a:pt x="716225" y="719740"/>
                  </a:lnTo>
                  <a:lnTo>
                    <a:pt x="644602" y="726789"/>
                  </a:lnTo>
                  <a:lnTo>
                    <a:pt x="572980" y="733439"/>
                  </a:lnTo>
                  <a:lnTo>
                    <a:pt x="501357" y="739715"/>
                  </a:lnTo>
                  <a:lnTo>
                    <a:pt x="429735" y="745635"/>
                  </a:lnTo>
                  <a:lnTo>
                    <a:pt x="358112" y="751222"/>
                  </a:lnTo>
                  <a:lnTo>
                    <a:pt x="286490" y="756493"/>
                  </a:lnTo>
                  <a:lnTo>
                    <a:pt x="214867" y="761467"/>
                  </a:lnTo>
                  <a:lnTo>
                    <a:pt x="143245" y="766160"/>
                  </a:lnTo>
                  <a:lnTo>
                    <a:pt x="71622" y="770588"/>
                  </a:lnTo>
                  <a:lnTo>
                    <a:pt x="0" y="7747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073503"/>
              <a:ext cx="6567889" cy="3244725"/>
            </a:xfrm>
            <a:custGeom>
              <a:avLst/>
              <a:pathLst>
                <a:path w="6567889" h="3244725">
                  <a:moveTo>
                    <a:pt x="0" y="3244725"/>
                  </a:moveTo>
                  <a:lnTo>
                    <a:pt x="71622" y="3237638"/>
                  </a:lnTo>
                  <a:lnTo>
                    <a:pt x="143245" y="3230342"/>
                  </a:lnTo>
                  <a:lnTo>
                    <a:pt x="214867" y="3222829"/>
                  </a:lnTo>
                  <a:lnTo>
                    <a:pt x="286490" y="3215093"/>
                  </a:lnTo>
                  <a:lnTo>
                    <a:pt x="358112" y="3207128"/>
                  </a:lnTo>
                  <a:lnTo>
                    <a:pt x="429735" y="3198927"/>
                  </a:lnTo>
                  <a:lnTo>
                    <a:pt x="501357" y="3190483"/>
                  </a:lnTo>
                  <a:lnTo>
                    <a:pt x="572980" y="3181788"/>
                  </a:lnTo>
                  <a:lnTo>
                    <a:pt x="644602" y="3172836"/>
                  </a:lnTo>
                  <a:lnTo>
                    <a:pt x="716225" y="3163618"/>
                  </a:lnTo>
                  <a:lnTo>
                    <a:pt x="787847" y="3154127"/>
                  </a:lnTo>
                  <a:lnTo>
                    <a:pt x="859470" y="3144354"/>
                  </a:lnTo>
                  <a:lnTo>
                    <a:pt x="931092" y="3134292"/>
                  </a:lnTo>
                  <a:lnTo>
                    <a:pt x="1002715" y="3123931"/>
                  </a:lnTo>
                  <a:lnTo>
                    <a:pt x="1074337" y="3113264"/>
                  </a:lnTo>
                  <a:lnTo>
                    <a:pt x="1145960" y="3102280"/>
                  </a:lnTo>
                  <a:lnTo>
                    <a:pt x="1217582" y="3090970"/>
                  </a:lnTo>
                  <a:lnTo>
                    <a:pt x="1289205" y="3079325"/>
                  </a:lnTo>
                  <a:lnTo>
                    <a:pt x="1360827" y="3067335"/>
                  </a:lnTo>
                  <a:lnTo>
                    <a:pt x="1432450" y="3054989"/>
                  </a:lnTo>
                  <a:lnTo>
                    <a:pt x="1504073" y="3042278"/>
                  </a:lnTo>
                  <a:lnTo>
                    <a:pt x="1575695" y="3029189"/>
                  </a:lnTo>
                  <a:lnTo>
                    <a:pt x="1647318" y="3015713"/>
                  </a:lnTo>
                  <a:lnTo>
                    <a:pt x="1718940" y="3001836"/>
                  </a:lnTo>
                  <a:lnTo>
                    <a:pt x="1790563" y="2987549"/>
                  </a:lnTo>
                  <a:lnTo>
                    <a:pt x="1862185" y="2972838"/>
                  </a:lnTo>
                  <a:lnTo>
                    <a:pt x="1933808" y="2957690"/>
                  </a:lnTo>
                  <a:lnTo>
                    <a:pt x="2005430" y="2942094"/>
                  </a:lnTo>
                  <a:lnTo>
                    <a:pt x="2077053" y="2926035"/>
                  </a:lnTo>
                  <a:lnTo>
                    <a:pt x="2148675" y="2909500"/>
                  </a:lnTo>
                  <a:lnTo>
                    <a:pt x="2220298" y="2892475"/>
                  </a:lnTo>
                  <a:lnTo>
                    <a:pt x="2291920" y="2874945"/>
                  </a:lnTo>
                  <a:lnTo>
                    <a:pt x="2363543" y="2856896"/>
                  </a:lnTo>
                  <a:lnTo>
                    <a:pt x="2435165" y="2838311"/>
                  </a:lnTo>
                  <a:lnTo>
                    <a:pt x="2506788" y="2819175"/>
                  </a:lnTo>
                  <a:lnTo>
                    <a:pt x="2578410" y="2799472"/>
                  </a:lnTo>
                  <a:lnTo>
                    <a:pt x="2650033" y="2779185"/>
                  </a:lnTo>
                  <a:lnTo>
                    <a:pt x="2721655" y="2758296"/>
                  </a:lnTo>
                  <a:lnTo>
                    <a:pt x="2793278" y="2736788"/>
                  </a:lnTo>
                  <a:lnTo>
                    <a:pt x="2864901" y="2714643"/>
                  </a:lnTo>
                  <a:lnTo>
                    <a:pt x="2936523" y="2691841"/>
                  </a:lnTo>
                  <a:lnTo>
                    <a:pt x="3008146" y="2668362"/>
                  </a:lnTo>
                  <a:lnTo>
                    <a:pt x="3079768" y="2644188"/>
                  </a:lnTo>
                  <a:lnTo>
                    <a:pt x="3151391" y="2619297"/>
                  </a:lnTo>
                  <a:lnTo>
                    <a:pt x="3223013" y="2593668"/>
                  </a:lnTo>
                  <a:lnTo>
                    <a:pt x="3294636" y="2567279"/>
                  </a:lnTo>
                  <a:lnTo>
                    <a:pt x="3366258" y="2540108"/>
                  </a:lnTo>
                  <a:lnTo>
                    <a:pt x="3437881" y="2512131"/>
                  </a:lnTo>
                  <a:lnTo>
                    <a:pt x="3509503" y="2483325"/>
                  </a:lnTo>
                  <a:lnTo>
                    <a:pt x="3581126" y="2453665"/>
                  </a:lnTo>
                  <a:lnTo>
                    <a:pt x="3652748" y="2423125"/>
                  </a:lnTo>
                  <a:lnTo>
                    <a:pt x="3724371" y="2391680"/>
                  </a:lnTo>
                  <a:lnTo>
                    <a:pt x="3795993" y="2359303"/>
                  </a:lnTo>
                  <a:lnTo>
                    <a:pt x="3867616" y="2325966"/>
                  </a:lnTo>
                  <a:lnTo>
                    <a:pt x="3939238" y="2291640"/>
                  </a:lnTo>
                  <a:lnTo>
                    <a:pt x="4010861" y="2256297"/>
                  </a:lnTo>
                  <a:lnTo>
                    <a:pt x="4082483" y="2219906"/>
                  </a:lnTo>
                  <a:lnTo>
                    <a:pt x="4154106" y="2182436"/>
                  </a:lnTo>
                  <a:lnTo>
                    <a:pt x="4225729" y="2143855"/>
                  </a:lnTo>
                  <a:lnTo>
                    <a:pt x="4297351" y="2104130"/>
                  </a:lnTo>
                  <a:lnTo>
                    <a:pt x="4368974" y="2063227"/>
                  </a:lnTo>
                  <a:lnTo>
                    <a:pt x="4440596" y="2021112"/>
                  </a:lnTo>
                  <a:lnTo>
                    <a:pt x="4512219" y="1977748"/>
                  </a:lnTo>
                  <a:lnTo>
                    <a:pt x="4583841" y="1933099"/>
                  </a:lnTo>
                  <a:lnTo>
                    <a:pt x="4655464" y="1887126"/>
                  </a:lnTo>
                  <a:lnTo>
                    <a:pt x="4727086" y="1839789"/>
                  </a:lnTo>
                  <a:lnTo>
                    <a:pt x="4798709" y="1791050"/>
                  </a:lnTo>
                  <a:lnTo>
                    <a:pt x="4870331" y="1740865"/>
                  </a:lnTo>
                  <a:lnTo>
                    <a:pt x="4941954" y="1689192"/>
                  </a:lnTo>
                  <a:lnTo>
                    <a:pt x="5013576" y="1635988"/>
                  </a:lnTo>
                  <a:lnTo>
                    <a:pt x="5085199" y="1581206"/>
                  </a:lnTo>
                  <a:lnTo>
                    <a:pt x="5156821" y="1524800"/>
                  </a:lnTo>
                  <a:lnTo>
                    <a:pt x="5228444" y="1466722"/>
                  </a:lnTo>
                  <a:lnTo>
                    <a:pt x="5300066" y="1406921"/>
                  </a:lnTo>
                  <a:lnTo>
                    <a:pt x="5371689" y="1345348"/>
                  </a:lnTo>
                  <a:lnTo>
                    <a:pt x="5443311" y="1281949"/>
                  </a:lnTo>
                  <a:lnTo>
                    <a:pt x="5514934" y="1216671"/>
                  </a:lnTo>
                  <a:lnTo>
                    <a:pt x="5586557" y="1149457"/>
                  </a:lnTo>
                  <a:lnTo>
                    <a:pt x="5658179" y="1080251"/>
                  </a:lnTo>
                  <a:lnTo>
                    <a:pt x="5729802" y="1008993"/>
                  </a:lnTo>
                  <a:lnTo>
                    <a:pt x="5801424" y="935622"/>
                  </a:lnTo>
                  <a:lnTo>
                    <a:pt x="5873047" y="860076"/>
                  </a:lnTo>
                  <a:lnTo>
                    <a:pt x="5944669" y="782290"/>
                  </a:lnTo>
                  <a:lnTo>
                    <a:pt x="6016292" y="702197"/>
                  </a:lnTo>
                  <a:lnTo>
                    <a:pt x="6087914" y="619731"/>
                  </a:lnTo>
                  <a:lnTo>
                    <a:pt x="6159537" y="534819"/>
                  </a:lnTo>
                  <a:lnTo>
                    <a:pt x="6231159" y="447390"/>
                  </a:lnTo>
                  <a:lnTo>
                    <a:pt x="6302782" y="357369"/>
                  </a:lnTo>
                  <a:lnTo>
                    <a:pt x="6374404" y="264679"/>
                  </a:lnTo>
                  <a:lnTo>
                    <a:pt x="6446027" y="169241"/>
                  </a:lnTo>
                  <a:lnTo>
                    <a:pt x="6517649" y="70973"/>
                  </a:lnTo>
                  <a:lnTo>
                    <a:pt x="656788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2026-06-02T08:49:31Z</dcterms:modified>
  <cp:category/>
</cp:coreProperties>
</file>