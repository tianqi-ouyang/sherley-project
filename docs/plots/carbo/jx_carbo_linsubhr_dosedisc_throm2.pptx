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81901"/>
            </a:xfrm>
            <a:custGeom>
              <a:avLst/>
              <a:pathLst>
                <a:path w="7090630" h="3581901">
                  <a:moveTo>
                    <a:pt x="0" y="3002545"/>
                  </a:moveTo>
                  <a:lnTo>
                    <a:pt x="71622" y="2998088"/>
                  </a:lnTo>
                  <a:lnTo>
                    <a:pt x="143245" y="2993599"/>
                  </a:lnTo>
                  <a:lnTo>
                    <a:pt x="214867" y="2989081"/>
                  </a:lnTo>
                  <a:lnTo>
                    <a:pt x="286490" y="2984531"/>
                  </a:lnTo>
                  <a:lnTo>
                    <a:pt x="358112" y="2979950"/>
                  </a:lnTo>
                  <a:lnTo>
                    <a:pt x="429735" y="2975338"/>
                  </a:lnTo>
                  <a:lnTo>
                    <a:pt x="501357" y="2970694"/>
                  </a:lnTo>
                  <a:lnTo>
                    <a:pt x="572980" y="2966018"/>
                  </a:lnTo>
                  <a:lnTo>
                    <a:pt x="644602" y="2961310"/>
                  </a:lnTo>
                  <a:lnTo>
                    <a:pt x="716225" y="2956570"/>
                  </a:lnTo>
                  <a:lnTo>
                    <a:pt x="787847" y="2951797"/>
                  </a:lnTo>
                  <a:lnTo>
                    <a:pt x="859470" y="2946991"/>
                  </a:lnTo>
                  <a:lnTo>
                    <a:pt x="931092" y="2942153"/>
                  </a:lnTo>
                  <a:lnTo>
                    <a:pt x="1002715" y="2937282"/>
                  </a:lnTo>
                  <a:lnTo>
                    <a:pt x="1074337" y="2932377"/>
                  </a:lnTo>
                  <a:lnTo>
                    <a:pt x="1145960" y="2927438"/>
                  </a:lnTo>
                  <a:lnTo>
                    <a:pt x="1217582" y="2922466"/>
                  </a:lnTo>
                  <a:lnTo>
                    <a:pt x="1289205" y="2917459"/>
                  </a:lnTo>
                  <a:lnTo>
                    <a:pt x="1360827" y="2912418"/>
                  </a:lnTo>
                  <a:lnTo>
                    <a:pt x="1432450" y="2907343"/>
                  </a:lnTo>
                  <a:lnTo>
                    <a:pt x="1504073" y="2902232"/>
                  </a:lnTo>
                  <a:lnTo>
                    <a:pt x="1575695" y="2897087"/>
                  </a:lnTo>
                  <a:lnTo>
                    <a:pt x="1647318" y="2891907"/>
                  </a:lnTo>
                  <a:lnTo>
                    <a:pt x="1718940" y="2886691"/>
                  </a:lnTo>
                  <a:lnTo>
                    <a:pt x="1790563" y="2881439"/>
                  </a:lnTo>
                  <a:lnTo>
                    <a:pt x="1862185" y="2876151"/>
                  </a:lnTo>
                  <a:lnTo>
                    <a:pt x="1933808" y="2870827"/>
                  </a:lnTo>
                  <a:lnTo>
                    <a:pt x="2005430" y="2865466"/>
                  </a:lnTo>
                  <a:lnTo>
                    <a:pt x="2077053" y="2860069"/>
                  </a:lnTo>
                  <a:lnTo>
                    <a:pt x="2148675" y="2854635"/>
                  </a:lnTo>
                  <a:lnTo>
                    <a:pt x="2220298" y="2849163"/>
                  </a:lnTo>
                  <a:lnTo>
                    <a:pt x="2291920" y="2843654"/>
                  </a:lnTo>
                  <a:lnTo>
                    <a:pt x="2363543" y="2838107"/>
                  </a:lnTo>
                  <a:lnTo>
                    <a:pt x="2435165" y="2832522"/>
                  </a:lnTo>
                  <a:lnTo>
                    <a:pt x="2506788" y="2826899"/>
                  </a:lnTo>
                  <a:lnTo>
                    <a:pt x="2578410" y="2821237"/>
                  </a:lnTo>
                  <a:lnTo>
                    <a:pt x="2650033" y="2815536"/>
                  </a:lnTo>
                  <a:lnTo>
                    <a:pt x="2721655" y="2809797"/>
                  </a:lnTo>
                  <a:lnTo>
                    <a:pt x="2793278" y="2804017"/>
                  </a:lnTo>
                  <a:lnTo>
                    <a:pt x="2864901" y="2798199"/>
                  </a:lnTo>
                  <a:lnTo>
                    <a:pt x="2936523" y="2792340"/>
                  </a:lnTo>
                  <a:lnTo>
                    <a:pt x="3008146" y="2786441"/>
                  </a:lnTo>
                  <a:lnTo>
                    <a:pt x="3079768" y="2761490"/>
                  </a:lnTo>
                  <a:lnTo>
                    <a:pt x="3151391" y="2707408"/>
                  </a:lnTo>
                  <a:lnTo>
                    <a:pt x="3223013" y="2650043"/>
                  </a:lnTo>
                  <a:lnTo>
                    <a:pt x="3294636" y="2589197"/>
                  </a:lnTo>
                  <a:lnTo>
                    <a:pt x="3366258" y="2524658"/>
                  </a:lnTo>
                  <a:lnTo>
                    <a:pt x="3437881" y="2456202"/>
                  </a:lnTo>
                  <a:lnTo>
                    <a:pt x="3509503" y="2383592"/>
                  </a:lnTo>
                  <a:lnTo>
                    <a:pt x="3581126" y="2306576"/>
                  </a:lnTo>
                  <a:lnTo>
                    <a:pt x="3652748" y="2224885"/>
                  </a:lnTo>
                  <a:lnTo>
                    <a:pt x="3724371" y="2138237"/>
                  </a:lnTo>
                  <a:lnTo>
                    <a:pt x="3795993" y="2046330"/>
                  </a:lnTo>
                  <a:lnTo>
                    <a:pt x="3867616" y="1948845"/>
                  </a:lnTo>
                  <a:lnTo>
                    <a:pt x="3939238" y="1845444"/>
                  </a:lnTo>
                  <a:lnTo>
                    <a:pt x="4010861" y="1735769"/>
                  </a:lnTo>
                  <a:lnTo>
                    <a:pt x="4082483" y="1619437"/>
                  </a:lnTo>
                  <a:lnTo>
                    <a:pt x="4154106" y="1496045"/>
                  </a:lnTo>
                  <a:lnTo>
                    <a:pt x="4225729" y="1365164"/>
                  </a:lnTo>
                  <a:lnTo>
                    <a:pt x="4297351" y="1226341"/>
                  </a:lnTo>
                  <a:lnTo>
                    <a:pt x="4368974" y="1079092"/>
                  </a:lnTo>
                  <a:lnTo>
                    <a:pt x="4440596" y="922908"/>
                  </a:lnTo>
                  <a:lnTo>
                    <a:pt x="4512219" y="757245"/>
                  </a:lnTo>
                  <a:lnTo>
                    <a:pt x="4583841" y="581528"/>
                  </a:lnTo>
                  <a:lnTo>
                    <a:pt x="4655464" y="395147"/>
                  </a:lnTo>
                  <a:lnTo>
                    <a:pt x="4727086" y="197455"/>
                  </a:lnTo>
                  <a:lnTo>
                    <a:pt x="4794530" y="0"/>
                  </a:lnTo>
                  <a:lnTo>
                    <a:pt x="7090630" y="0"/>
                  </a:lnTo>
                  <a:lnTo>
                    <a:pt x="7090630" y="2373929"/>
                  </a:lnTo>
                  <a:lnTo>
                    <a:pt x="7019007" y="2382637"/>
                  </a:lnTo>
                  <a:lnTo>
                    <a:pt x="6947385" y="2391286"/>
                  </a:lnTo>
                  <a:lnTo>
                    <a:pt x="6875762" y="2399875"/>
                  </a:lnTo>
                  <a:lnTo>
                    <a:pt x="6804139" y="2408407"/>
                  </a:lnTo>
                  <a:lnTo>
                    <a:pt x="6732517" y="2416880"/>
                  </a:lnTo>
                  <a:lnTo>
                    <a:pt x="6660894" y="2425295"/>
                  </a:lnTo>
                  <a:lnTo>
                    <a:pt x="6589272" y="2433653"/>
                  </a:lnTo>
                  <a:lnTo>
                    <a:pt x="6517649" y="2441955"/>
                  </a:lnTo>
                  <a:lnTo>
                    <a:pt x="6446027" y="2450199"/>
                  </a:lnTo>
                  <a:lnTo>
                    <a:pt x="6374404" y="2458388"/>
                  </a:lnTo>
                  <a:lnTo>
                    <a:pt x="6302782" y="2466520"/>
                  </a:lnTo>
                  <a:lnTo>
                    <a:pt x="6231159" y="2474598"/>
                  </a:lnTo>
                  <a:lnTo>
                    <a:pt x="6159537" y="2482620"/>
                  </a:lnTo>
                  <a:lnTo>
                    <a:pt x="6087914" y="2490588"/>
                  </a:lnTo>
                  <a:lnTo>
                    <a:pt x="6016292" y="2498501"/>
                  </a:lnTo>
                  <a:lnTo>
                    <a:pt x="5944669" y="2506361"/>
                  </a:lnTo>
                  <a:lnTo>
                    <a:pt x="5873047" y="2514167"/>
                  </a:lnTo>
                  <a:lnTo>
                    <a:pt x="5801424" y="2521920"/>
                  </a:lnTo>
                  <a:lnTo>
                    <a:pt x="5729802" y="2529620"/>
                  </a:lnTo>
                  <a:lnTo>
                    <a:pt x="5658179" y="2537268"/>
                  </a:lnTo>
                  <a:lnTo>
                    <a:pt x="5586557" y="2544863"/>
                  </a:lnTo>
                  <a:lnTo>
                    <a:pt x="5514934" y="2552407"/>
                  </a:lnTo>
                  <a:lnTo>
                    <a:pt x="5443311" y="2559900"/>
                  </a:lnTo>
                  <a:lnTo>
                    <a:pt x="5371689" y="2567341"/>
                  </a:lnTo>
                  <a:lnTo>
                    <a:pt x="5300066" y="2574732"/>
                  </a:lnTo>
                  <a:lnTo>
                    <a:pt x="5228444" y="2582073"/>
                  </a:lnTo>
                  <a:lnTo>
                    <a:pt x="5156821" y="2589363"/>
                  </a:lnTo>
                  <a:lnTo>
                    <a:pt x="5085199" y="2596604"/>
                  </a:lnTo>
                  <a:lnTo>
                    <a:pt x="5013576" y="2603795"/>
                  </a:lnTo>
                  <a:lnTo>
                    <a:pt x="4941954" y="2610938"/>
                  </a:lnTo>
                  <a:lnTo>
                    <a:pt x="4870331" y="2618032"/>
                  </a:lnTo>
                  <a:lnTo>
                    <a:pt x="4798709" y="2625078"/>
                  </a:lnTo>
                  <a:lnTo>
                    <a:pt x="4727086" y="2632075"/>
                  </a:lnTo>
                  <a:lnTo>
                    <a:pt x="4655464" y="2639025"/>
                  </a:lnTo>
                  <a:lnTo>
                    <a:pt x="4583841" y="2645928"/>
                  </a:lnTo>
                  <a:lnTo>
                    <a:pt x="4512219" y="2652783"/>
                  </a:lnTo>
                  <a:lnTo>
                    <a:pt x="4440596" y="2659592"/>
                  </a:lnTo>
                  <a:lnTo>
                    <a:pt x="4368974" y="2666355"/>
                  </a:lnTo>
                  <a:lnTo>
                    <a:pt x="4297351" y="2673071"/>
                  </a:lnTo>
                  <a:lnTo>
                    <a:pt x="4225729" y="2679742"/>
                  </a:lnTo>
                  <a:lnTo>
                    <a:pt x="4154106" y="2686368"/>
                  </a:lnTo>
                  <a:lnTo>
                    <a:pt x="4082483" y="2692948"/>
                  </a:lnTo>
                  <a:lnTo>
                    <a:pt x="4010861" y="2699483"/>
                  </a:lnTo>
                  <a:lnTo>
                    <a:pt x="3939238" y="2705974"/>
                  </a:lnTo>
                  <a:lnTo>
                    <a:pt x="3867616" y="2712421"/>
                  </a:lnTo>
                  <a:lnTo>
                    <a:pt x="3795993" y="2718824"/>
                  </a:lnTo>
                  <a:lnTo>
                    <a:pt x="3724371" y="2725183"/>
                  </a:lnTo>
                  <a:lnTo>
                    <a:pt x="3652748" y="2731499"/>
                  </a:lnTo>
                  <a:lnTo>
                    <a:pt x="3581126" y="2737772"/>
                  </a:lnTo>
                  <a:lnTo>
                    <a:pt x="3509503" y="2744002"/>
                  </a:lnTo>
                  <a:lnTo>
                    <a:pt x="3437881" y="2750190"/>
                  </a:lnTo>
                  <a:lnTo>
                    <a:pt x="3366258" y="2756335"/>
                  </a:lnTo>
                  <a:lnTo>
                    <a:pt x="3294636" y="2762439"/>
                  </a:lnTo>
                  <a:lnTo>
                    <a:pt x="3223013" y="2768501"/>
                  </a:lnTo>
                  <a:lnTo>
                    <a:pt x="3151391" y="2774522"/>
                  </a:lnTo>
                  <a:lnTo>
                    <a:pt x="3079768" y="2780502"/>
                  </a:lnTo>
                  <a:lnTo>
                    <a:pt x="3008146" y="2812479"/>
                  </a:lnTo>
                  <a:lnTo>
                    <a:pt x="2936523" y="2860549"/>
                  </a:lnTo>
                  <a:lnTo>
                    <a:pt x="2864901" y="2905870"/>
                  </a:lnTo>
                  <a:lnTo>
                    <a:pt x="2793278" y="2948597"/>
                  </a:lnTo>
                  <a:lnTo>
                    <a:pt x="2721655" y="2988880"/>
                  </a:lnTo>
                  <a:lnTo>
                    <a:pt x="2650033" y="3026858"/>
                  </a:lnTo>
                  <a:lnTo>
                    <a:pt x="2578410" y="3062663"/>
                  </a:lnTo>
                  <a:lnTo>
                    <a:pt x="2506788" y="3096419"/>
                  </a:lnTo>
                  <a:lnTo>
                    <a:pt x="2435165" y="3128244"/>
                  </a:lnTo>
                  <a:lnTo>
                    <a:pt x="2363543" y="3158248"/>
                  </a:lnTo>
                  <a:lnTo>
                    <a:pt x="2291920" y="3186535"/>
                  </a:lnTo>
                  <a:lnTo>
                    <a:pt x="2220298" y="3213204"/>
                  </a:lnTo>
                  <a:lnTo>
                    <a:pt x="2148675" y="3238347"/>
                  </a:lnTo>
                  <a:lnTo>
                    <a:pt x="2077053" y="3262052"/>
                  </a:lnTo>
                  <a:lnTo>
                    <a:pt x="2005430" y="3284400"/>
                  </a:lnTo>
                  <a:lnTo>
                    <a:pt x="1933808" y="3305469"/>
                  </a:lnTo>
                  <a:lnTo>
                    <a:pt x="1862185" y="3325333"/>
                  </a:lnTo>
                  <a:lnTo>
                    <a:pt x="1790563" y="3344060"/>
                  </a:lnTo>
                  <a:lnTo>
                    <a:pt x="1718940" y="3361716"/>
                  </a:lnTo>
                  <a:lnTo>
                    <a:pt x="1647318" y="3378362"/>
                  </a:lnTo>
                  <a:lnTo>
                    <a:pt x="1575695" y="3394055"/>
                  </a:lnTo>
                  <a:lnTo>
                    <a:pt x="1504073" y="3408851"/>
                  </a:lnTo>
                  <a:lnTo>
                    <a:pt x="1432450" y="3422800"/>
                  </a:lnTo>
                  <a:lnTo>
                    <a:pt x="1360827" y="3435950"/>
                  </a:lnTo>
                  <a:lnTo>
                    <a:pt x="1289205" y="3448349"/>
                  </a:lnTo>
                  <a:lnTo>
                    <a:pt x="1217582" y="3460038"/>
                  </a:lnTo>
                  <a:lnTo>
                    <a:pt x="1145960" y="3471058"/>
                  </a:lnTo>
                  <a:lnTo>
                    <a:pt x="1074337" y="3481447"/>
                  </a:lnTo>
                  <a:lnTo>
                    <a:pt x="1002715" y="3491242"/>
                  </a:lnTo>
                  <a:lnTo>
                    <a:pt x="931092" y="3500477"/>
                  </a:lnTo>
                  <a:lnTo>
                    <a:pt x="859470" y="3509183"/>
                  </a:lnTo>
                  <a:lnTo>
                    <a:pt x="787847" y="3517392"/>
                  </a:lnTo>
                  <a:lnTo>
                    <a:pt x="716225" y="3525130"/>
                  </a:lnTo>
                  <a:lnTo>
                    <a:pt x="644602" y="3532426"/>
                  </a:lnTo>
                  <a:lnTo>
                    <a:pt x="572980" y="3539304"/>
                  </a:lnTo>
                  <a:lnTo>
                    <a:pt x="501357" y="3545789"/>
                  </a:lnTo>
                  <a:lnTo>
                    <a:pt x="429735" y="3551903"/>
                  </a:lnTo>
                  <a:lnTo>
                    <a:pt x="358112" y="3557667"/>
                  </a:lnTo>
                  <a:lnTo>
                    <a:pt x="286490" y="3563101"/>
                  </a:lnTo>
                  <a:lnTo>
                    <a:pt x="214867" y="3568224"/>
                  </a:lnTo>
                  <a:lnTo>
                    <a:pt x="143245" y="3573054"/>
                  </a:lnTo>
                  <a:lnTo>
                    <a:pt x="71622" y="3577608"/>
                  </a:lnTo>
                  <a:lnTo>
                    <a:pt x="0" y="35819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794530" cy="3002545"/>
            </a:xfrm>
            <a:custGeom>
              <a:avLst/>
              <a:pathLst>
                <a:path w="4794530" h="3002545">
                  <a:moveTo>
                    <a:pt x="0" y="3002545"/>
                  </a:moveTo>
                  <a:lnTo>
                    <a:pt x="71622" y="2998088"/>
                  </a:lnTo>
                  <a:lnTo>
                    <a:pt x="143245" y="2993599"/>
                  </a:lnTo>
                  <a:lnTo>
                    <a:pt x="214867" y="2989081"/>
                  </a:lnTo>
                  <a:lnTo>
                    <a:pt x="286490" y="2984531"/>
                  </a:lnTo>
                  <a:lnTo>
                    <a:pt x="358112" y="2979950"/>
                  </a:lnTo>
                  <a:lnTo>
                    <a:pt x="429735" y="2975338"/>
                  </a:lnTo>
                  <a:lnTo>
                    <a:pt x="501357" y="2970694"/>
                  </a:lnTo>
                  <a:lnTo>
                    <a:pt x="572980" y="2966018"/>
                  </a:lnTo>
                  <a:lnTo>
                    <a:pt x="644602" y="2961310"/>
                  </a:lnTo>
                  <a:lnTo>
                    <a:pt x="716225" y="2956570"/>
                  </a:lnTo>
                  <a:lnTo>
                    <a:pt x="787847" y="2951797"/>
                  </a:lnTo>
                  <a:lnTo>
                    <a:pt x="859470" y="2946991"/>
                  </a:lnTo>
                  <a:lnTo>
                    <a:pt x="931092" y="2942153"/>
                  </a:lnTo>
                  <a:lnTo>
                    <a:pt x="1002715" y="2937282"/>
                  </a:lnTo>
                  <a:lnTo>
                    <a:pt x="1074337" y="2932377"/>
                  </a:lnTo>
                  <a:lnTo>
                    <a:pt x="1145960" y="2927438"/>
                  </a:lnTo>
                  <a:lnTo>
                    <a:pt x="1217582" y="2922466"/>
                  </a:lnTo>
                  <a:lnTo>
                    <a:pt x="1289205" y="2917459"/>
                  </a:lnTo>
                  <a:lnTo>
                    <a:pt x="1360827" y="2912418"/>
                  </a:lnTo>
                  <a:lnTo>
                    <a:pt x="1432450" y="2907343"/>
                  </a:lnTo>
                  <a:lnTo>
                    <a:pt x="1504073" y="2902232"/>
                  </a:lnTo>
                  <a:lnTo>
                    <a:pt x="1575695" y="2897087"/>
                  </a:lnTo>
                  <a:lnTo>
                    <a:pt x="1647318" y="2891907"/>
                  </a:lnTo>
                  <a:lnTo>
                    <a:pt x="1718940" y="2886691"/>
                  </a:lnTo>
                  <a:lnTo>
                    <a:pt x="1790563" y="2881439"/>
                  </a:lnTo>
                  <a:lnTo>
                    <a:pt x="1862185" y="2876151"/>
                  </a:lnTo>
                  <a:lnTo>
                    <a:pt x="1933808" y="2870827"/>
                  </a:lnTo>
                  <a:lnTo>
                    <a:pt x="2005430" y="2865466"/>
                  </a:lnTo>
                  <a:lnTo>
                    <a:pt x="2077053" y="2860069"/>
                  </a:lnTo>
                  <a:lnTo>
                    <a:pt x="2148675" y="2854635"/>
                  </a:lnTo>
                  <a:lnTo>
                    <a:pt x="2220298" y="2849163"/>
                  </a:lnTo>
                  <a:lnTo>
                    <a:pt x="2291920" y="2843654"/>
                  </a:lnTo>
                  <a:lnTo>
                    <a:pt x="2363543" y="2838107"/>
                  </a:lnTo>
                  <a:lnTo>
                    <a:pt x="2435165" y="2832522"/>
                  </a:lnTo>
                  <a:lnTo>
                    <a:pt x="2506788" y="2826899"/>
                  </a:lnTo>
                  <a:lnTo>
                    <a:pt x="2578410" y="2821237"/>
                  </a:lnTo>
                  <a:lnTo>
                    <a:pt x="2650033" y="2815536"/>
                  </a:lnTo>
                  <a:lnTo>
                    <a:pt x="2721655" y="2809797"/>
                  </a:lnTo>
                  <a:lnTo>
                    <a:pt x="2793278" y="2804017"/>
                  </a:lnTo>
                  <a:lnTo>
                    <a:pt x="2864901" y="2798199"/>
                  </a:lnTo>
                  <a:lnTo>
                    <a:pt x="2936523" y="2792340"/>
                  </a:lnTo>
                  <a:lnTo>
                    <a:pt x="3008146" y="2786441"/>
                  </a:lnTo>
                  <a:lnTo>
                    <a:pt x="3079768" y="2761490"/>
                  </a:lnTo>
                  <a:lnTo>
                    <a:pt x="3151391" y="2707408"/>
                  </a:lnTo>
                  <a:lnTo>
                    <a:pt x="3223013" y="2650043"/>
                  </a:lnTo>
                  <a:lnTo>
                    <a:pt x="3294636" y="2589197"/>
                  </a:lnTo>
                  <a:lnTo>
                    <a:pt x="3366258" y="2524658"/>
                  </a:lnTo>
                  <a:lnTo>
                    <a:pt x="3437881" y="2456202"/>
                  </a:lnTo>
                  <a:lnTo>
                    <a:pt x="3509503" y="2383592"/>
                  </a:lnTo>
                  <a:lnTo>
                    <a:pt x="3581126" y="2306576"/>
                  </a:lnTo>
                  <a:lnTo>
                    <a:pt x="3652748" y="2224885"/>
                  </a:lnTo>
                  <a:lnTo>
                    <a:pt x="3724371" y="2138237"/>
                  </a:lnTo>
                  <a:lnTo>
                    <a:pt x="3795993" y="2046330"/>
                  </a:lnTo>
                  <a:lnTo>
                    <a:pt x="3867616" y="1948845"/>
                  </a:lnTo>
                  <a:lnTo>
                    <a:pt x="3939238" y="1845444"/>
                  </a:lnTo>
                  <a:lnTo>
                    <a:pt x="4010861" y="1735769"/>
                  </a:lnTo>
                  <a:lnTo>
                    <a:pt x="4082483" y="1619437"/>
                  </a:lnTo>
                  <a:lnTo>
                    <a:pt x="4154106" y="1496045"/>
                  </a:lnTo>
                  <a:lnTo>
                    <a:pt x="4225729" y="1365164"/>
                  </a:lnTo>
                  <a:lnTo>
                    <a:pt x="4297351" y="1226341"/>
                  </a:lnTo>
                  <a:lnTo>
                    <a:pt x="4368974" y="1079092"/>
                  </a:lnTo>
                  <a:lnTo>
                    <a:pt x="4440596" y="922908"/>
                  </a:lnTo>
                  <a:lnTo>
                    <a:pt x="4512219" y="757245"/>
                  </a:lnTo>
                  <a:lnTo>
                    <a:pt x="4583841" y="581528"/>
                  </a:lnTo>
                  <a:lnTo>
                    <a:pt x="4655464" y="395147"/>
                  </a:lnTo>
                  <a:lnTo>
                    <a:pt x="4727086" y="197455"/>
                  </a:lnTo>
                  <a:lnTo>
                    <a:pt x="47945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270493"/>
              <a:ext cx="7090630" cy="1207972"/>
            </a:xfrm>
            <a:custGeom>
              <a:avLst/>
              <a:pathLst>
                <a:path w="7090630" h="1207972">
                  <a:moveTo>
                    <a:pt x="7090630" y="0"/>
                  </a:moveTo>
                  <a:lnTo>
                    <a:pt x="7019007" y="8707"/>
                  </a:lnTo>
                  <a:lnTo>
                    <a:pt x="6947385" y="17356"/>
                  </a:lnTo>
                  <a:lnTo>
                    <a:pt x="6875762" y="25946"/>
                  </a:lnTo>
                  <a:lnTo>
                    <a:pt x="6804139" y="34477"/>
                  </a:lnTo>
                  <a:lnTo>
                    <a:pt x="6732517" y="42950"/>
                  </a:lnTo>
                  <a:lnTo>
                    <a:pt x="6660894" y="51366"/>
                  </a:lnTo>
                  <a:lnTo>
                    <a:pt x="6589272" y="59724"/>
                  </a:lnTo>
                  <a:lnTo>
                    <a:pt x="6517649" y="68025"/>
                  </a:lnTo>
                  <a:lnTo>
                    <a:pt x="6446027" y="76270"/>
                  </a:lnTo>
                  <a:lnTo>
                    <a:pt x="6374404" y="84458"/>
                  </a:lnTo>
                  <a:lnTo>
                    <a:pt x="6302782" y="92591"/>
                  </a:lnTo>
                  <a:lnTo>
                    <a:pt x="6231159" y="100668"/>
                  </a:lnTo>
                  <a:lnTo>
                    <a:pt x="6159537" y="108691"/>
                  </a:lnTo>
                  <a:lnTo>
                    <a:pt x="6087914" y="116658"/>
                  </a:lnTo>
                  <a:lnTo>
                    <a:pt x="6016292" y="124572"/>
                  </a:lnTo>
                  <a:lnTo>
                    <a:pt x="5944669" y="132431"/>
                  </a:lnTo>
                  <a:lnTo>
                    <a:pt x="5873047" y="140238"/>
                  </a:lnTo>
                  <a:lnTo>
                    <a:pt x="5801424" y="147990"/>
                  </a:lnTo>
                  <a:lnTo>
                    <a:pt x="5729802" y="155691"/>
                  </a:lnTo>
                  <a:lnTo>
                    <a:pt x="5658179" y="163338"/>
                  </a:lnTo>
                  <a:lnTo>
                    <a:pt x="5586557" y="170934"/>
                  </a:lnTo>
                  <a:lnTo>
                    <a:pt x="5514934" y="178478"/>
                  </a:lnTo>
                  <a:lnTo>
                    <a:pt x="5443311" y="185970"/>
                  </a:lnTo>
                  <a:lnTo>
                    <a:pt x="5371689" y="193412"/>
                  </a:lnTo>
                  <a:lnTo>
                    <a:pt x="5300066" y="200803"/>
                  </a:lnTo>
                  <a:lnTo>
                    <a:pt x="5228444" y="208143"/>
                  </a:lnTo>
                  <a:lnTo>
                    <a:pt x="5156821" y="215433"/>
                  </a:lnTo>
                  <a:lnTo>
                    <a:pt x="5085199" y="222674"/>
                  </a:lnTo>
                  <a:lnTo>
                    <a:pt x="5013576" y="229866"/>
                  </a:lnTo>
                  <a:lnTo>
                    <a:pt x="4941954" y="237008"/>
                  </a:lnTo>
                  <a:lnTo>
                    <a:pt x="4870331" y="244102"/>
                  </a:lnTo>
                  <a:lnTo>
                    <a:pt x="4798709" y="251148"/>
                  </a:lnTo>
                  <a:lnTo>
                    <a:pt x="4727086" y="258146"/>
                  </a:lnTo>
                  <a:lnTo>
                    <a:pt x="4655464" y="265096"/>
                  </a:lnTo>
                  <a:lnTo>
                    <a:pt x="4583841" y="271998"/>
                  </a:lnTo>
                  <a:lnTo>
                    <a:pt x="4512219" y="278854"/>
                  </a:lnTo>
                  <a:lnTo>
                    <a:pt x="4440596" y="285663"/>
                  </a:lnTo>
                  <a:lnTo>
                    <a:pt x="4368974" y="292425"/>
                  </a:lnTo>
                  <a:lnTo>
                    <a:pt x="4297351" y="299142"/>
                  </a:lnTo>
                  <a:lnTo>
                    <a:pt x="4225729" y="305813"/>
                  </a:lnTo>
                  <a:lnTo>
                    <a:pt x="4154106" y="312438"/>
                  </a:lnTo>
                  <a:lnTo>
                    <a:pt x="4082483" y="319018"/>
                  </a:lnTo>
                  <a:lnTo>
                    <a:pt x="4010861" y="325554"/>
                  </a:lnTo>
                  <a:lnTo>
                    <a:pt x="3939238" y="332045"/>
                  </a:lnTo>
                  <a:lnTo>
                    <a:pt x="3867616" y="338491"/>
                  </a:lnTo>
                  <a:lnTo>
                    <a:pt x="3795993" y="344894"/>
                  </a:lnTo>
                  <a:lnTo>
                    <a:pt x="3724371" y="351253"/>
                  </a:lnTo>
                  <a:lnTo>
                    <a:pt x="3652748" y="357569"/>
                  </a:lnTo>
                  <a:lnTo>
                    <a:pt x="3581126" y="363842"/>
                  </a:lnTo>
                  <a:lnTo>
                    <a:pt x="3509503" y="370072"/>
                  </a:lnTo>
                  <a:lnTo>
                    <a:pt x="3437881" y="376260"/>
                  </a:lnTo>
                  <a:lnTo>
                    <a:pt x="3366258" y="382406"/>
                  </a:lnTo>
                  <a:lnTo>
                    <a:pt x="3294636" y="388510"/>
                  </a:lnTo>
                  <a:lnTo>
                    <a:pt x="3223013" y="394572"/>
                  </a:lnTo>
                  <a:lnTo>
                    <a:pt x="3151391" y="400593"/>
                  </a:lnTo>
                  <a:lnTo>
                    <a:pt x="3079768" y="406573"/>
                  </a:lnTo>
                  <a:lnTo>
                    <a:pt x="3008146" y="438549"/>
                  </a:lnTo>
                  <a:lnTo>
                    <a:pt x="2936523" y="486620"/>
                  </a:lnTo>
                  <a:lnTo>
                    <a:pt x="2864901" y="531940"/>
                  </a:lnTo>
                  <a:lnTo>
                    <a:pt x="2793278" y="574668"/>
                  </a:lnTo>
                  <a:lnTo>
                    <a:pt x="2721655" y="614950"/>
                  </a:lnTo>
                  <a:lnTo>
                    <a:pt x="2650033" y="652928"/>
                  </a:lnTo>
                  <a:lnTo>
                    <a:pt x="2578410" y="688733"/>
                  </a:lnTo>
                  <a:lnTo>
                    <a:pt x="2506788" y="722490"/>
                  </a:lnTo>
                  <a:lnTo>
                    <a:pt x="2435165" y="754314"/>
                  </a:lnTo>
                  <a:lnTo>
                    <a:pt x="2363543" y="784319"/>
                  </a:lnTo>
                  <a:lnTo>
                    <a:pt x="2291920" y="812606"/>
                  </a:lnTo>
                  <a:lnTo>
                    <a:pt x="2220298" y="839275"/>
                  </a:lnTo>
                  <a:lnTo>
                    <a:pt x="2148675" y="864418"/>
                  </a:lnTo>
                  <a:lnTo>
                    <a:pt x="2077053" y="888122"/>
                  </a:lnTo>
                  <a:lnTo>
                    <a:pt x="2005430" y="910470"/>
                  </a:lnTo>
                  <a:lnTo>
                    <a:pt x="1933808" y="931540"/>
                  </a:lnTo>
                  <a:lnTo>
                    <a:pt x="1862185" y="951403"/>
                  </a:lnTo>
                  <a:lnTo>
                    <a:pt x="1790563" y="970131"/>
                  </a:lnTo>
                  <a:lnTo>
                    <a:pt x="1718940" y="987787"/>
                  </a:lnTo>
                  <a:lnTo>
                    <a:pt x="1647318" y="1004432"/>
                  </a:lnTo>
                  <a:lnTo>
                    <a:pt x="1575695" y="1020126"/>
                  </a:lnTo>
                  <a:lnTo>
                    <a:pt x="1504073" y="1034921"/>
                  </a:lnTo>
                  <a:lnTo>
                    <a:pt x="1432450" y="1048870"/>
                  </a:lnTo>
                  <a:lnTo>
                    <a:pt x="1360827" y="1062021"/>
                  </a:lnTo>
                  <a:lnTo>
                    <a:pt x="1289205" y="1074419"/>
                  </a:lnTo>
                  <a:lnTo>
                    <a:pt x="1217582" y="1086108"/>
                  </a:lnTo>
                  <a:lnTo>
                    <a:pt x="1145960" y="1097128"/>
                  </a:lnTo>
                  <a:lnTo>
                    <a:pt x="1074337" y="1107518"/>
                  </a:lnTo>
                  <a:lnTo>
                    <a:pt x="1002715" y="1117313"/>
                  </a:lnTo>
                  <a:lnTo>
                    <a:pt x="931092" y="1126548"/>
                  </a:lnTo>
                  <a:lnTo>
                    <a:pt x="859470" y="1135254"/>
                  </a:lnTo>
                  <a:lnTo>
                    <a:pt x="787847" y="1143462"/>
                  </a:lnTo>
                  <a:lnTo>
                    <a:pt x="716225" y="1151201"/>
                  </a:lnTo>
                  <a:lnTo>
                    <a:pt x="644602" y="1158496"/>
                  </a:lnTo>
                  <a:lnTo>
                    <a:pt x="572980" y="1165375"/>
                  </a:lnTo>
                  <a:lnTo>
                    <a:pt x="501357" y="1171860"/>
                  </a:lnTo>
                  <a:lnTo>
                    <a:pt x="429735" y="1177973"/>
                  </a:lnTo>
                  <a:lnTo>
                    <a:pt x="358112" y="1183737"/>
                  </a:lnTo>
                  <a:lnTo>
                    <a:pt x="286490" y="1189171"/>
                  </a:lnTo>
                  <a:lnTo>
                    <a:pt x="214867" y="1194295"/>
                  </a:lnTo>
                  <a:lnTo>
                    <a:pt x="143245" y="1199125"/>
                  </a:lnTo>
                  <a:lnTo>
                    <a:pt x="71622" y="1203679"/>
                  </a:lnTo>
                  <a:lnTo>
                    <a:pt x="0" y="12079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6176360" cy="3438192"/>
            </a:xfrm>
            <a:custGeom>
              <a:avLst/>
              <a:pathLst>
                <a:path w="6176360" h="3438192">
                  <a:moveTo>
                    <a:pt x="0" y="3438192"/>
                  </a:moveTo>
                  <a:lnTo>
                    <a:pt x="71622" y="3431025"/>
                  </a:lnTo>
                  <a:lnTo>
                    <a:pt x="143245" y="3423618"/>
                  </a:lnTo>
                  <a:lnTo>
                    <a:pt x="214867" y="3415964"/>
                  </a:lnTo>
                  <a:lnTo>
                    <a:pt x="286490" y="3408053"/>
                  </a:lnTo>
                  <a:lnTo>
                    <a:pt x="358112" y="3399879"/>
                  </a:lnTo>
                  <a:lnTo>
                    <a:pt x="429735" y="3391431"/>
                  </a:lnTo>
                  <a:lnTo>
                    <a:pt x="501357" y="3382700"/>
                  </a:lnTo>
                  <a:lnTo>
                    <a:pt x="572980" y="3373678"/>
                  </a:lnTo>
                  <a:lnTo>
                    <a:pt x="644602" y="3364355"/>
                  </a:lnTo>
                  <a:lnTo>
                    <a:pt x="716225" y="3354720"/>
                  </a:lnTo>
                  <a:lnTo>
                    <a:pt x="787847" y="3344762"/>
                  </a:lnTo>
                  <a:lnTo>
                    <a:pt x="859470" y="3334472"/>
                  </a:lnTo>
                  <a:lnTo>
                    <a:pt x="931092" y="3323839"/>
                  </a:lnTo>
                  <a:lnTo>
                    <a:pt x="1002715" y="3312849"/>
                  </a:lnTo>
                  <a:lnTo>
                    <a:pt x="1074337" y="3301493"/>
                  </a:lnTo>
                  <a:lnTo>
                    <a:pt x="1145960" y="3289756"/>
                  </a:lnTo>
                  <a:lnTo>
                    <a:pt x="1217582" y="3277628"/>
                  </a:lnTo>
                  <a:lnTo>
                    <a:pt x="1289205" y="3265094"/>
                  </a:lnTo>
                  <a:lnTo>
                    <a:pt x="1360827" y="3252142"/>
                  </a:lnTo>
                  <a:lnTo>
                    <a:pt x="1432450" y="3238756"/>
                  </a:lnTo>
                  <a:lnTo>
                    <a:pt x="1504073" y="3224923"/>
                  </a:lnTo>
                  <a:lnTo>
                    <a:pt x="1575695" y="3210628"/>
                  </a:lnTo>
                  <a:lnTo>
                    <a:pt x="1647318" y="3195855"/>
                  </a:lnTo>
                  <a:lnTo>
                    <a:pt x="1718940" y="3180588"/>
                  </a:lnTo>
                  <a:lnTo>
                    <a:pt x="1790563" y="3164811"/>
                  </a:lnTo>
                  <a:lnTo>
                    <a:pt x="1862185" y="3148507"/>
                  </a:lnTo>
                  <a:lnTo>
                    <a:pt x="1933808" y="3131657"/>
                  </a:lnTo>
                  <a:lnTo>
                    <a:pt x="2005430" y="3114245"/>
                  </a:lnTo>
                  <a:lnTo>
                    <a:pt x="2077053" y="3096250"/>
                  </a:lnTo>
                  <a:lnTo>
                    <a:pt x="2148675" y="3077655"/>
                  </a:lnTo>
                  <a:lnTo>
                    <a:pt x="2220298" y="3058437"/>
                  </a:lnTo>
                  <a:lnTo>
                    <a:pt x="2291920" y="3038578"/>
                  </a:lnTo>
                  <a:lnTo>
                    <a:pt x="2363543" y="3018055"/>
                  </a:lnTo>
                  <a:lnTo>
                    <a:pt x="2435165" y="2996845"/>
                  </a:lnTo>
                  <a:lnTo>
                    <a:pt x="2506788" y="2974927"/>
                  </a:lnTo>
                  <a:lnTo>
                    <a:pt x="2578410" y="2952277"/>
                  </a:lnTo>
                  <a:lnTo>
                    <a:pt x="2650033" y="2928869"/>
                  </a:lnTo>
                  <a:lnTo>
                    <a:pt x="2721655" y="2904679"/>
                  </a:lnTo>
                  <a:lnTo>
                    <a:pt x="2793278" y="2879680"/>
                  </a:lnTo>
                  <a:lnTo>
                    <a:pt x="2864901" y="2853846"/>
                  </a:lnTo>
                  <a:lnTo>
                    <a:pt x="2936523" y="2827149"/>
                  </a:lnTo>
                  <a:lnTo>
                    <a:pt x="3008146" y="2799559"/>
                  </a:lnTo>
                  <a:lnTo>
                    <a:pt x="3079768" y="2771048"/>
                  </a:lnTo>
                  <a:lnTo>
                    <a:pt x="3151391" y="2741583"/>
                  </a:lnTo>
                  <a:lnTo>
                    <a:pt x="3223013" y="2711133"/>
                  </a:lnTo>
                  <a:lnTo>
                    <a:pt x="3294636" y="2679666"/>
                  </a:lnTo>
                  <a:lnTo>
                    <a:pt x="3366258" y="2647147"/>
                  </a:lnTo>
                  <a:lnTo>
                    <a:pt x="3437881" y="2613542"/>
                  </a:lnTo>
                  <a:lnTo>
                    <a:pt x="3509503" y="2578813"/>
                  </a:lnTo>
                  <a:lnTo>
                    <a:pt x="3581126" y="2542923"/>
                  </a:lnTo>
                  <a:lnTo>
                    <a:pt x="3652748" y="2505834"/>
                  </a:lnTo>
                  <a:lnTo>
                    <a:pt x="3724371" y="2467505"/>
                  </a:lnTo>
                  <a:lnTo>
                    <a:pt x="3795993" y="2427896"/>
                  </a:lnTo>
                  <a:lnTo>
                    <a:pt x="3867616" y="2386962"/>
                  </a:lnTo>
                  <a:lnTo>
                    <a:pt x="3939238" y="2344660"/>
                  </a:lnTo>
                  <a:lnTo>
                    <a:pt x="4010861" y="2300945"/>
                  </a:lnTo>
                  <a:lnTo>
                    <a:pt x="4082483" y="2255769"/>
                  </a:lnTo>
                  <a:lnTo>
                    <a:pt x="4154106" y="2209082"/>
                  </a:lnTo>
                  <a:lnTo>
                    <a:pt x="4225729" y="2160835"/>
                  </a:lnTo>
                  <a:lnTo>
                    <a:pt x="4297351" y="2110976"/>
                  </a:lnTo>
                  <a:lnTo>
                    <a:pt x="4368974" y="2059451"/>
                  </a:lnTo>
                  <a:lnTo>
                    <a:pt x="4440596" y="2006203"/>
                  </a:lnTo>
                  <a:lnTo>
                    <a:pt x="4512219" y="1951175"/>
                  </a:lnTo>
                  <a:lnTo>
                    <a:pt x="4583841" y="1894309"/>
                  </a:lnTo>
                  <a:lnTo>
                    <a:pt x="4655464" y="1835542"/>
                  </a:lnTo>
                  <a:lnTo>
                    <a:pt x="4727086" y="1774811"/>
                  </a:lnTo>
                  <a:lnTo>
                    <a:pt x="4798709" y="1712050"/>
                  </a:lnTo>
                  <a:lnTo>
                    <a:pt x="4870331" y="1647191"/>
                  </a:lnTo>
                  <a:lnTo>
                    <a:pt x="4941954" y="1580165"/>
                  </a:lnTo>
                  <a:lnTo>
                    <a:pt x="5013576" y="1510898"/>
                  </a:lnTo>
                  <a:lnTo>
                    <a:pt x="5085199" y="1439317"/>
                  </a:lnTo>
                  <a:lnTo>
                    <a:pt x="5156821" y="1365343"/>
                  </a:lnTo>
                  <a:lnTo>
                    <a:pt x="5228444" y="1288897"/>
                  </a:lnTo>
                  <a:lnTo>
                    <a:pt x="5300066" y="1209896"/>
                  </a:lnTo>
                  <a:lnTo>
                    <a:pt x="5371689" y="1128254"/>
                  </a:lnTo>
                  <a:lnTo>
                    <a:pt x="5443311" y="1043884"/>
                  </a:lnTo>
                  <a:lnTo>
                    <a:pt x="5514934" y="956694"/>
                  </a:lnTo>
                  <a:lnTo>
                    <a:pt x="5586557" y="866590"/>
                  </a:lnTo>
                  <a:lnTo>
                    <a:pt x="5658179" y="773474"/>
                  </a:lnTo>
                  <a:lnTo>
                    <a:pt x="5729802" y="677247"/>
                  </a:lnTo>
                  <a:lnTo>
                    <a:pt x="5801424" y="577803"/>
                  </a:lnTo>
                  <a:lnTo>
                    <a:pt x="5873047" y="475035"/>
                  </a:lnTo>
                  <a:lnTo>
                    <a:pt x="5944669" y="368833"/>
                  </a:lnTo>
                  <a:lnTo>
                    <a:pt x="6016292" y="259082"/>
                  </a:lnTo>
                  <a:lnTo>
                    <a:pt x="6087914" y="145662"/>
                  </a:lnTo>
                  <a:lnTo>
                    <a:pt x="6159537" y="28452"/>
                  </a:lnTo>
                  <a:lnTo>
                    <a:pt x="617636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2026-05-22T09:54:33Z</dcterms:modified>
  <cp:category/>
</cp:coreProperties>
</file>