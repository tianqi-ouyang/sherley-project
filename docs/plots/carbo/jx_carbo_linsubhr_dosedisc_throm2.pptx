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79434"/>
            </a:xfrm>
            <a:custGeom>
              <a:avLst/>
              <a:pathLst>
                <a:path w="7090630" h="3579434">
                  <a:moveTo>
                    <a:pt x="0" y="2794750"/>
                  </a:moveTo>
                  <a:lnTo>
                    <a:pt x="71622" y="2794475"/>
                  </a:lnTo>
                  <a:lnTo>
                    <a:pt x="143245" y="2794200"/>
                  </a:lnTo>
                  <a:lnTo>
                    <a:pt x="214867" y="2793925"/>
                  </a:lnTo>
                  <a:lnTo>
                    <a:pt x="286490" y="2793650"/>
                  </a:lnTo>
                  <a:lnTo>
                    <a:pt x="358112" y="2793375"/>
                  </a:lnTo>
                  <a:lnTo>
                    <a:pt x="429735" y="2793099"/>
                  </a:lnTo>
                  <a:lnTo>
                    <a:pt x="501357" y="2792824"/>
                  </a:lnTo>
                  <a:lnTo>
                    <a:pt x="572980" y="2792548"/>
                  </a:lnTo>
                  <a:lnTo>
                    <a:pt x="644602" y="2792273"/>
                  </a:lnTo>
                  <a:lnTo>
                    <a:pt x="716225" y="2791997"/>
                  </a:lnTo>
                  <a:lnTo>
                    <a:pt x="787847" y="2791721"/>
                  </a:lnTo>
                  <a:lnTo>
                    <a:pt x="859470" y="2791446"/>
                  </a:lnTo>
                  <a:lnTo>
                    <a:pt x="931092" y="2791170"/>
                  </a:lnTo>
                  <a:lnTo>
                    <a:pt x="1002715" y="2790894"/>
                  </a:lnTo>
                  <a:lnTo>
                    <a:pt x="1074337" y="2790618"/>
                  </a:lnTo>
                  <a:lnTo>
                    <a:pt x="1145960" y="2790341"/>
                  </a:lnTo>
                  <a:lnTo>
                    <a:pt x="1217582" y="2790065"/>
                  </a:lnTo>
                  <a:lnTo>
                    <a:pt x="1289205" y="2789789"/>
                  </a:lnTo>
                  <a:lnTo>
                    <a:pt x="1360827" y="2789512"/>
                  </a:lnTo>
                  <a:lnTo>
                    <a:pt x="1432450" y="2789236"/>
                  </a:lnTo>
                  <a:lnTo>
                    <a:pt x="1504073" y="2788959"/>
                  </a:lnTo>
                  <a:lnTo>
                    <a:pt x="1575695" y="2788682"/>
                  </a:lnTo>
                  <a:lnTo>
                    <a:pt x="1647318" y="2788406"/>
                  </a:lnTo>
                  <a:lnTo>
                    <a:pt x="1718940" y="2788129"/>
                  </a:lnTo>
                  <a:lnTo>
                    <a:pt x="1790563" y="2787852"/>
                  </a:lnTo>
                  <a:lnTo>
                    <a:pt x="1862185" y="2787575"/>
                  </a:lnTo>
                  <a:lnTo>
                    <a:pt x="1933808" y="2787298"/>
                  </a:lnTo>
                  <a:lnTo>
                    <a:pt x="2005430" y="2787020"/>
                  </a:lnTo>
                  <a:lnTo>
                    <a:pt x="2077053" y="2786743"/>
                  </a:lnTo>
                  <a:lnTo>
                    <a:pt x="2148675" y="2786466"/>
                  </a:lnTo>
                  <a:lnTo>
                    <a:pt x="2220298" y="2786188"/>
                  </a:lnTo>
                  <a:lnTo>
                    <a:pt x="2291920" y="2785910"/>
                  </a:lnTo>
                  <a:lnTo>
                    <a:pt x="2363543" y="2785633"/>
                  </a:lnTo>
                  <a:lnTo>
                    <a:pt x="2435165" y="2785355"/>
                  </a:lnTo>
                  <a:lnTo>
                    <a:pt x="2506788" y="2785077"/>
                  </a:lnTo>
                  <a:lnTo>
                    <a:pt x="2578410" y="2784799"/>
                  </a:lnTo>
                  <a:lnTo>
                    <a:pt x="2650033" y="2784521"/>
                  </a:lnTo>
                  <a:lnTo>
                    <a:pt x="2721655" y="2784243"/>
                  </a:lnTo>
                  <a:lnTo>
                    <a:pt x="2793278" y="2783965"/>
                  </a:lnTo>
                  <a:lnTo>
                    <a:pt x="2864901" y="2783686"/>
                  </a:lnTo>
                  <a:lnTo>
                    <a:pt x="2936523" y="2783408"/>
                  </a:lnTo>
                  <a:lnTo>
                    <a:pt x="3008146" y="2783129"/>
                  </a:lnTo>
                  <a:lnTo>
                    <a:pt x="3079768" y="2761787"/>
                  </a:lnTo>
                  <a:lnTo>
                    <a:pt x="3151391" y="2708483"/>
                  </a:lnTo>
                  <a:lnTo>
                    <a:pt x="3223013" y="2651989"/>
                  </a:lnTo>
                  <a:lnTo>
                    <a:pt x="3294636" y="2592115"/>
                  </a:lnTo>
                  <a:lnTo>
                    <a:pt x="3366258" y="2528658"/>
                  </a:lnTo>
                  <a:lnTo>
                    <a:pt x="3437881" y="2461405"/>
                  </a:lnTo>
                  <a:lnTo>
                    <a:pt x="3509503" y="2390127"/>
                  </a:lnTo>
                  <a:lnTo>
                    <a:pt x="3581126" y="2314585"/>
                  </a:lnTo>
                  <a:lnTo>
                    <a:pt x="3652748" y="2234522"/>
                  </a:lnTo>
                  <a:lnTo>
                    <a:pt x="3724371" y="2149669"/>
                  </a:lnTo>
                  <a:lnTo>
                    <a:pt x="3795993" y="2059738"/>
                  </a:lnTo>
                  <a:lnTo>
                    <a:pt x="3867616" y="1964427"/>
                  </a:lnTo>
                  <a:lnTo>
                    <a:pt x="3939238" y="1863412"/>
                  </a:lnTo>
                  <a:lnTo>
                    <a:pt x="4010861" y="1756354"/>
                  </a:lnTo>
                  <a:lnTo>
                    <a:pt x="4082483" y="1642890"/>
                  </a:lnTo>
                  <a:lnTo>
                    <a:pt x="4154106" y="1522636"/>
                  </a:lnTo>
                  <a:lnTo>
                    <a:pt x="4225729" y="1395187"/>
                  </a:lnTo>
                  <a:lnTo>
                    <a:pt x="4297351" y="1260112"/>
                  </a:lnTo>
                  <a:lnTo>
                    <a:pt x="4368974" y="1116955"/>
                  </a:lnTo>
                  <a:lnTo>
                    <a:pt x="4440596" y="965233"/>
                  </a:lnTo>
                  <a:lnTo>
                    <a:pt x="4512219" y="804432"/>
                  </a:lnTo>
                  <a:lnTo>
                    <a:pt x="4583841" y="634009"/>
                  </a:lnTo>
                  <a:lnTo>
                    <a:pt x="4655464" y="453389"/>
                  </a:lnTo>
                  <a:lnTo>
                    <a:pt x="4727086" y="261962"/>
                  </a:lnTo>
                  <a:lnTo>
                    <a:pt x="4798709" y="59081"/>
                  </a:lnTo>
                  <a:lnTo>
                    <a:pt x="4818388" y="0"/>
                  </a:lnTo>
                  <a:lnTo>
                    <a:pt x="7090630" y="0"/>
                  </a:lnTo>
                  <a:lnTo>
                    <a:pt x="7090630" y="2767107"/>
                  </a:lnTo>
                  <a:lnTo>
                    <a:pt x="7019007" y="2767390"/>
                  </a:lnTo>
                  <a:lnTo>
                    <a:pt x="6947385" y="2767674"/>
                  </a:lnTo>
                  <a:lnTo>
                    <a:pt x="6875762" y="2767957"/>
                  </a:lnTo>
                  <a:lnTo>
                    <a:pt x="6804139" y="2768241"/>
                  </a:lnTo>
                  <a:lnTo>
                    <a:pt x="6732517" y="2768524"/>
                  </a:lnTo>
                  <a:lnTo>
                    <a:pt x="6660894" y="2768807"/>
                  </a:lnTo>
                  <a:lnTo>
                    <a:pt x="6589272" y="2769090"/>
                  </a:lnTo>
                  <a:lnTo>
                    <a:pt x="6517649" y="2769373"/>
                  </a:lnTo>
                  <a:lnTo>
                    <a:pt x="6446027" y="2769656"/>
                  </a:lnTo>
                  <a:lnTo>
                    <a:pt x="6374404" y="2769939"/>
                  </a:lnTo>
                  <a:lnTo>
                    <a:pt x="6302782" y="2770222"/>
                  </a:lnTo>
                  <a:lnTo>
                    <a:pt x="6231159" y="2770504"/>
                  </a:lnTo>
                  <a:lnTo>
                    <a:pt x="6159537" y="2770787"/>
                  </a:lnTo>
                  <a:lnTo>
                    <a:pt x="6087914" y="2771069"/>
                  </a:lnTo>
                  <a:lnTo>
                    <a:pt x="6016292" y="2771352"/>
                  </a:lnTo>
                  <a:lnTo>
                    <a:pt x="5944669" y="2771634"/>
                  </a:lnTo>
                  <a:lnTo>
                    <a:pt x="5873047" y="2771916"/>
                  </a:lnTo>
                  <a:lnTo>
                    <a:pt x="5801424" y="2772198"/>
                  </a:lnTo>
                  <a:lnTo>
                    <a:pt x="5729802" y="2772480"/>
                  </a:lnTo>
                  <a:lnTo>
                    <a:pt x="5658179" y="2772762"/>
                  </a:lnTo>
                  <a:lnTo>
                    <a:pt x="5586557" y="2773044"/>
                  </a:lnTo>
                  <a:lnTo>
                    <a:pt x="5514934" y="2773326"/>
                  </a:lnTo>
                  <a:lnTo>
                    <a:pt x="5443311" y="2773607"/>
                  </a:lnTo>
                  <a:lnTo>
                    <a:pt x="5371689" y="2773889"/>
                  </a:lnTo>
                  <a:lnTo>
                    <a:pt x="5300066" y="2774170"/>
                  </a:lnTo>
                  <a:lnTo>
                    <a:pt x="5228444" y="2774452"/>
                  </a:lnTo>
                  <a:lnTo>
                    <a:pt x="5156821" y="2774733"/>
                  </a:lnTo>
                  <a:lnTo>
                    <a:pt x="5085199" y="2775014"/>
                  </a:lnTo>
                  <a:lnTo>
                    <a:pt x="5013576" y="2775295"/>
                  </a:lnTo>
                  <a:lnTo>
                    <a:pt x="4941954" y="2775576"/>
                  </a:lnTo>
                  <a:lnTo>
                    <a:pt x="4870331" y="2775857"/>
                  </a:lnTo>
                  <a:lnTo>
                    <a:pt x="4798709" y="2776138"/>
                  </a:lnTo>
                  <a:lnTo>
                    <a:pt x="4727086" y="2776419"/>
                  </a:lnTo>
                  <a:lnTo>
                    <a:pt x="4655464" y="2776699"/>
                  </a:lnTo>
                  <a:lnTo>
                    <a:pt x="4583841" y="2776980"/>
                  </a:lnTo>
                  <a:lnTo>
                    <a:pt x="4512219" y="2777260"/>
                  </a:lnTo>
                  <a:lnTo>
                    <a:pt x="4440596" y="2777541"/>
                  </a:lnTo>
                  <a:lnTo>
                    <a:pt x="4368974" y="2777821"/>
                  </a:lnTo>
                  <a:lnTo>
                    <a:pt x="4297351" y="2778101"/>
                  </a:lnTo>
                  <a:lnTo>
                    <a:pt x="4225729" y="2778381"/>
                  </a:lnTo>
                  <a:lnTo>
                    <a:pt x="4154106" y="2778661"/>
                  </a:lnTo>
                  <a:lnTo>
                    <a:pt x="4082483" y="2778941"/>
                  </a:lnTo>
                  <a:lnTo>
                    <a:pt x="4010861" y="2779221"/>
                  </a:lnTo>
                  <a:lnTo>
                    <a:pt x="3939238" y="2779501"/>
                  </a:lnTo>
                  <a:lnTo>
                    <a:pt x="3867616" y="2779781"/>
                  </a:lnTo>
                  <a:lnTo>
                    <a:pt x="3795993" y="2780060"/>
                  </a:lnTo>
                  <a:lnTo>
                    <a:pt x="3724371" y="2780340"/>
                  </a:lnTo>
                  <a:lnTo>
                    <a:pt x="3652748" y="2780619"/>
                  </a:lnTo>
                  <a:lnTo>
                    <a:pt x="3581126" y="2780898"/>
                  </a:lnTo>
                  <a:lnTo>
                    <a:pt x="3509503" y="2781177"/>
                  </a:lnTo>
                  <a:lnTo>
                    <a:pt x="3437881" y="2781457"/>
                  </a:lnTo>
                  <a:lnTo>
                    <a:pt x="3366258" y="2781736"/>
                  </a:lnTo>
                  <a:lnTo>
                    <a:pt x="3294636" y="2782015"/>
                  </a:lnTo>
                  <a:lnTo>
                    <a:pt x="3223013" y="2782293"/>
                  </a:lnTo>
                  <a:lnTo>
                    <a:pt x="3151391" y="2782572"/>
                  </a:lnTo>
                  <a:lnTo>
                    <a:pt x="3079768" y="2782851"/>
                  </a:lnTo>
                  <a:lnTo>
                    <a:pt x="3008146" y="2812082"/>
                  </a:lnTo>
                  <a:lnTo>
                    <a:pt x="2936523" y="2859538"/>
                  </a:lnTo>
                  <a:lnTo>
                    <a:pt x="2864901" y="2904314"/>
                  </a:lnTo>
                  <a:lnTo>
                    <a:pt x="2793278" y="2946562"/>
                  </a:lnTo>
                  <a:lnTo>
                    <a:pt x="2721655" y="2986425"/>
                  </a:lnTo>
                  <a:lnTo>
                    <a:pt x="2650033" y="3024038"/>
                  </a:lnTo>
                  <a:lnTo>
                    <a:pt x="2578410" y="3059527"/>
                  </a:lnTo>
                  <a:lnTo>
                    <a:pt x="2506788" y="3093012"/>
                  </a:lnTo>
                  <a:lnTo>
                    <a:pt x="2435165" y="3124607"/>
                  </a:lnTo>
                  <a:lnTo>
                    <a:pt x="2363543" y="3154419"/>
                  </a:lnTo>
                  <a:lnTo>
                    <a:pt x="2291920" y="3182547"/>
                  </a:lnTo>
                  <a:lnTo>
                    <a:pt x="2220298" y="3209087"/>
                  </a:lnTo>
                  <a:lnTo>
                    <a:pt x="2148675" y="3234129"/>
                  </a:lnTo>
                  <a:lnTo>
                    <a:pt x="2077053" y="3257757"/>
                  </a:lnTo>
                  <a:lnTo>
                    <a:pt x="2005430" y="3280051"/>
                  </a:lnTo>
                  <a:lnTo>
                    <a:pt x="1933808" y="3301086"/>
                  </a:lnTo>
                  <a:lnTo>
                    <a:pt x="1862185" y="3320934"/>
                  </a:lnTo>
                  <a:lnTo>
                    <a:pt x="1790563" y="3339661"/>
                  </a:lnTo>
                  <a:lnTo>
                    <a:pt x="1718940" y="3357331"/>
                  </a:lnTo>
                  <a:lnTo>
                    <a:pt x="1647318" y="3374004"/>
                  </a:lnTo>
                  <a:lnTo>
                    <a:pt x="1575695" y="3389735"/>
                  </a:lnTo>
                  <a:lnTo>
                    <a:pt x="1504073" y="3404578"/>
                  </a:lnTo>
                  <a:lnTo>
                    <a:pt x="1432450" y="3418583"/>
                  </a:lnTo>
                  <a:lnTo>
                    <a:pt x="1360827" y="3431797"/>
                  </a:lnTo>
                  <a:lnTo>
                    <a:pt x="1289205" y="3444265"/>
                  </a:lnTo>
                  <a:lnTo>
                    <a:pt x="1217582" y="3456030"/>
                  </a:lnTo>
                  <a:lnTo>
                    <a:pt x="1145960" y="3467130"/>
                  </a:lnTo>
                  <a:lnTo>
                    <a:pt x="1074337" y="3477603"/>
                  </a:lnTo>
                  <a:lnTo>
                    <a:pt x="1002715" y="3487486"/>
                  </a:lnTo>
                  <a:lnTo>
                    <a:pt x="931092" y="3496810"/>
                  </a:lnTo>
                  <a:lnTo>
                    <a:pt x="859470" y="3505608"/>
                  </a:lnTo>
                  <a:lnTo>
                    <a:pt x="787847" y="3513909"/>
                  </a:lnTo>
                  <a:lnTo>
                    <a:pt x="716225" y="3521741"/>
                  </a:lnTo>
                  <a:lnTo>
                    <a:pt x="644602" y="3529132"/>
                  </a:lnTo>
                  <a:lnTo>
                    <a:pt x="572980" y="3536105"/>
                  </a:lnTo>
                  <a:lnTo>
                    <a:pt x="501357" y="3542684"/>
                  </a:lnTo>
                  <a:lnTo>
                    <a:pt x="429735" y="3548892"/>
                  </a:lnTo>
                  <a:lnTo>
                    <a:pt x="358112" y="3554750"/>
                  </a:lnTo>
                  <a:lnTo>
                    <a:pt x="286490" y="3560276"/>
                  </a:lnTo>
                  <a:lnTo>
                    <a:pt x="214867" y="3565491"/>
                  </a:lnTo>
                  <a:lnTo>
                    <a:pt x="143245" y="3570411"/>
                  </a:lnTo>
                  <a:lnTo>
                    <a:pt x="71622" y="3575054"/>
                  </a:lnTo>
                  <a:lnTo>
                    <a:pt x="0" y="35794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818388" cy="2794750"/>
            </a:xfrm>
            <a:custGeom>
              <a:avLst/>
              <a:pathLst>
                <a:path w="4818388" h="2794750">
                  <a:moveTo>
                    <a:pt x="0" y="2794750"/>
                  </a:moveTo>
                  <a:lnTo>
                    <a:pt x="71622" y="2794475"/>
                  </a:lnTo>
                  <a:lnTo>
                    <a:pt x="143245" y="2794200"/>
                  </a:lnTo>
                  <a:lnTo>
                    <a:pt x="214867" y="2793925"/>
                  </a:lnTo>
                  <a:lnTo>
                    <a:pt x="286490" y="2793650"/>
                  </a:lnTo>
                  <a:lnTo>
                    <a:pt x="358112" y="2793375"/>
                  </a:lnTo>
                  <a:lnTo>
                    <a:pt x="429735" y="2793099"/>
                  </a:lnTo>
                  <a:lnTo>
                    <a:pt x="501357" y="2792824"/>
                  </a:lnTo>
                  <a:lnTo>
                    <a:pt x="572980" y="2792548"/>
                  </a:lnTo>
                  <a:lnTo>
                    <a:pt x="644602" y="2792273"/>
                  </a:lnTo>
                  <a:lnTo>
                    <a:pt x="716225" y="2791997"/>
                  </a:lnTo>
                  <a:lnTo>
                    <a:pt x="787847" y="2791721"/>
                  </a:lnTo>
                  <a:lnTo>
                    <a:pt x="859470" y="2791446"/>
                  </a:lnTo>
                  <a:lnTo>
                    <a:pt x="931092" y="2791170"/>
                  </a:lnTo>
                  <a:lnTo>
                    <a:pt x="1002715" y="2790894"/>
                  </a:lnTo>
                  <a:lnTo>
                    <a:pt x="1074337" y="2790618"/>
                  </a:lnTo>
                  <a:lnTo>
                    <a:pt x="1145960" y="2790341"/>
                  </a:lnTo>
                  <a:lnTo>
                    <a:pt x="1217582" y="2790065"/>
                  </a:lnTo>
                  <a:lnTo>
                    <a:pt x="1289205" y="2789789"/>
                  </a:lnTo>
                  <a:lnTo>
                    <a:pt x="1360827" y="2789512"/>
                  </a:lnTo>
                  <a:lnTo>
                    <a:pt x="1432450" y="2789236"/>
                  </a:lnTo>
                  <a:lnTo>
                    <a:pt x="1504073" y="2788959"/>
                  </a:lnTo>
                  <a:lnTo>
                    <a:pt x="1575695" y="2788682"/>
                  </a:lnTo>
                  <a:lnTo>
                    <a:pt x="1647318" y="2788406"/>
                  </a:lnTo>
                  <a:lnTo>
                    <a:pt x="1718940" y="2788129"/>
                  </a:lnTo>
                  <a:lnTo>
                    <a:pt x="1790563" y="2787852"/>
                  </a:lnTo>
                  <a:lnTo>
                    <a:pt x="1862185" y="2787575"/>
                  </a:lnTo>
                  <a:lnTo>
                    <a:pt x="1933808" y="2787298"/>
                  </a:lnTo>
                  <a:lnTo>
                    <a:pt x="2005430" y="2787020"/>
                  </a:lnTo>
                  <a:lnTo>
                    <a:pt x="2077053" y="2786743"/>
                  </a:lnTo>
                  <a:lnTo>
                    <a:pt x="2148675" y="2786466"/>
                  </a:lnTo>
                  <a:lnTo>
                    <a:pt x="2220298" y="2786188"/>
                  </a:lnTo>
                  <a:lnTo>
                    <a:pt x="2291920" y="2785910"/>
                  </a:lnTo>
                  <a:lnTo>
                    <a:pt x="2363543" y="2785633"/>
                  </a:lnTo>
                  <a:lnTo>
                    <a:pt x="2435165" y="2785355"/>
                  </a:lnTo>
                  <a:lnTo>
                    <a:pt x="2506788" y="2785077"/>
                  </a:lnTo>
                  <a:lnTo>
                    <a:pt x="2578410" y="2784799"/>
                  </a:lnTo>
                  <a:lnTo>
                    <a:pt x="2650033" y="2784521"/>
                  </a:lnTo>
                  <a:lnTo>
                    <a:pt x="2721655" y="2784243"/>
                  </a:lnTo>
                  <a:lnTo>
                    <a:pt x="2793278" y="2783965"/>
                  </a:lnTo>
                  <a:lnTo>
                    <a:pt x="2864901" y="2783686"/>
                  </a:lnTo>
                  <a:lnTo>
                    <a:pt x="2936523" y="2783408"/>
                  </a:lnTo>
                  <a:lnTo>
                    <a:pt x="3008146" y="2783129"/>
                  </a:lnTo>
                  <a:lnTo>
                    <a:pt x="3079768" y="2761787"/>
                  </a:lnTo>
                  <a:lnTo>
                    <a:pt x="3151391" y="2708483"/>
                  </a:lnTo>
                  <a:lnTo>
                    <a:pt x="3223013" y="2651989"/>
                  </a:lnTo>
                  <a:lnTo>
                    <a:pt x="3294636" y="2592115"/>
                  </a:lnTo>
                  <a:lnTo>
                    <a:pt x="3366258" y="2528658"/>
                  </a:lnTo>
                  <a:lnTo>
                    <a:pt x="3437881" y="2461405"/>
                  </a:lnTo>
                  <a:lnTo>
                    <a:pt x="3509503" y="2390127"/>
                  </a:lnTo>
                  <a:lnTo>
                    <a:pt x="3581126" y="2314585"/>
                  </a:lnTo>
                  <a:lnTo>
                    <a:pt x="3652748" y="2234522"/>
                  </a:lnTo>
                  <a:lnTo>
                    <a:pt x="3724371" y="2149669"/>
                  </a:lnTo>
                  <a:lnTo>
                    <a:pt x="3795993" y="2059738"/>
                  </a:lnTo>
                  <a:lnTo>
                    <a:pt x="3867616" y="1964427"/>
                  </a:lnTo>
                  <a:lnTo>
                    <a:pt x="3939238" y="1863412"/>
                  </a:lnTo>
                  <a:lnTo>
                    <a:pt x="4010861" y="1756354"/>
                  </a:lnTo>
                  <a:lnTo>
                    <a:pt x="4082483" y="1642890"/>
                  </a:lnTo>
                  <a:lnTo>
                    <a:pt x="4154106" y="1522636"/>
                  </a:lnTo>
                  <a:lnTo>
                    <a:pt x="4225729" y="1395187"/>
                  </a:lnTo>
                  <a:lnTo>
                    <a:pt x="4297351" y="1260112"/>
                  </a:lnTo>
                  <a:lnTo>
                    <a:pt x="4368974" y="1116955"/>
                  </a:lnTo>
                  <a:lnTo>
                    <a:pt x="4440596" y="965233"/>
                  </a:lnTo>
                  <a:lnTo>
                    <a:pt x="4512219" y="804432"/>
                  </a:lnTo>
                  <a:lnTo>
                    <a:pt x="4583841" y="634009"/>
                  </a:lnTo>
                  <a:lnTo>
                    <a:pt x="4655464" y="453389"/>
                  </a:lnTo>
                  <a:lnTo>
                    <a:pt x="4727086" y="261962"/>
                  </a:lnTo>
                  <a:lnTo>
                    <a:pt x="4798709" y="59081"/>
                  </a:lnTo>
                  <a:lnTo>
                    <a:pt x="481838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63670"/>
              <a:ext cx="7090630" cy="812327"/>
            </a:xfrm>
            <a:custGeom>
              <a:avLst/>
              <a:pathLst>
                <a:path w="7090630" h="812327">
                  <a:moveTo>
                    <a:pt x="7090630" y="0"/>
                  </a:moveTo>
                  <a:lnTo>
                    <a:pt x="7019007" y="283"/>
                  </a:lnTo>
                  <a:lnTo>
                    <a:pt x="6947385" y="567"/>
                  </a:lnTo>
                  <a:lnTo>
                    <a:pt x="6875762" y="850"/>
                  </a:lnTo>
                  <a:lnTo>
                    <a:pt x="6804139" y="1133"/>
                  </a:lnTo>
                  <a:lnTo>
                    <a:pt x="6732517" y="1417"/>
                  </a:lnTo>
                  <a:lnTo>
                    <a:pt x="6660894" y="1700"/>
                  </a:lnTo>
                  <a:lnTo>
                    <a:pt x="6589272" y="1983"/>
                  </a:lnTo>
                  <a:lnTo>
                    <a:pt x="6517649" y="2266"/>
                  </a:lnTo>
                  <a:lnTo>
                    <a:pt x="6446027" y="2549"/>
                  </a:lnTo>
                  <a:lnTo>
                    <a:pt x="6374404" y="2832"/>
                  </a:lnTo>
                  <a:lnTo>
                    <a:pt x="6302782" y="3114"/>
                  </a:lnTo>
                  <a:lnTo>
                    <a:pt x="6231159" y="3397"/>
                  </a:lnTo>
                  <a:lnTo>
                    <a:pt x="6159537" y="3680"/>
                  </a:lnTo>
                  <a:lnTo>
                    <a:pt x="6087914" y="3962"/>
                  </a:lnTo>
                  <a:lnTo>
                    <a:pt x="6016292" y="4244"/>
                  </a:lnTo>
                  <a:lnTo>
                    <a:pt x="5944669" y="4527"/>
                  </a:lnTo>
                  <a:lnTo>
                    <a:pt x="5873047" y="4809"/>
                  </a:lnTo>
                  <a:lnTo>
                    <a:pt x="5801424" y="5091"/>
                  </a:lnTo>
                  <a:lnTo>
                    <a:pt x="5729802" y="5373"/>
                  </a:lnTo>
                  <a:lnTo>
                    <a:pt x="5658179" y="5655"/>
                  </a:lnTo>
                  <a:lnTo>
                    <a:pt x="5586557" y="5937"/>
                  </a:lnTo>
                  <a:lnTo>
                    <a:pt x="5514934" y="6218"/>
                  </a:lnTo>
                  <a:lnTo>
                    <a:pt x="5443311" y="6500"/>
                  </a:lnTo>
                  <a:lnTo>
                    <a:pt x="5371689" y="6782"/>
                  </a:lnTo>
                  <a:lnTo>
                    <a:pt x="5300066" y="7063"/>
                  </a:lnTo>
                  <a:lnTo>
                    <a:pt x="5228444" y="7344"/>
                  </a:lnTo>
                  <a:lnTo>
                    <a:pt x="5156821" y="7626"/>
                  </a:lnTo>
                  <a:lnTo>
                    <a:pt x="5085199" y="7907"/>
                  </a:lnTo>
                  <a:lnTo>
                    <a:pt x="5013576" y="8188"/>
                  </a:lnTo>
                  <a:lnTo>
                    <a:pt x="4941954" y="8469"/>
                  </a:lnTo>
                  <a:lnTo>
                    <a:pt x="4870331" y="8750"/>
                  </a:lnTo>
                  <a:lnTo>
                    <a:pt x="4798709" y="9031"/>
                  </a:lnTo>
                  <a:lnTo>
                    <a:pt x="4727086" y="9311"/>
                  </a:lnTo>
                  <a:lnTo>
                    <a:pt x="4655464" y="9592"/>
                  </a:lnTo>
                  <a:lnTo>
                    <a:pt x="4583841" y="9873"/>
                  </a:lnTo>
                  <a:lnTo>
                    <a:pt x="4512219" y="10153"/>
                  </a:lnTo>
                  <a:lnTo>
                    <a:pt x="4440596" y="10433"/>
                  </a:lnTo>
                  <a:lnTo>
                    <a:pt x="4368974" y="10714"/>
                  </a:lnTo>
                  <a:lnTo>
                    <a:pt x="4297351" y="10994"/>
                  </a:lnTo>
                  <a:lnTo>
                    <a:pt x="4225729" y="11274"/>
                  </a:lnTo>
                  <a:lnTo>
                    <a:pt x="4154106" y="11554"/>
                  </a:lnTo>
                  <a:lnTo>
                    <a:pt x="4082483" y="11834"/>
                  </a:lnTo>
                  <a:lnTo>
                    <a:pt x="4010861" y="12114"/>
                  </a:lnTo>
                  <a:lnTo>
                    <a:pt x="3939238" y="12394"/>
                  </a:lnTo>
                  <a:lnTo>
                    <a:pt x="3867616" y="12673"/>
                  </a:lnTo>
                  <a:lnTo>
                    <a:pt x="3795993" y="12953"/>
                  </a:lnTo>
                  <a:lnTo>
                    <a:pt x="3724371" y="13232"/>
                  </a:lnTo>
                  <a:lnTo>
                    <a:pt x="3652748" y="13512"/>
                  </a:lnTo>
                  <a:lnTo>
                    <a:pt x="3581126" y="13791"/>
                  </a:lnTo>
                  <a:lnTo>
                    <a:pt x="3509503" y="14070"/>
                  </a:lnTo>
                  <a:lnTo>
                    <a:pt x="3437881" y="14349"/>
                  </a:lnTo>
                  <a:lnTo>
                    <a:pt x="3366258" y="14628"/>
                  </a:lnTo>
                  <a:lnTo>
                    <a:pt x="3294636" y="14907"/>
                  </a:lnTo>
                  <a:lnTo>
                    <a:pt x="3223013" y="15186"/>
                  </a:lnTo>
                  <a:lnTo>
                    <a:pt x="3151391" y="15465"/>
                  </a:lnTo>
                  <a:lnTo>
                    <a:pt x="3079768" y="15744"/>
                  </a:lnTo>
                  <a:lnTo>
                    <a:pt x="3008146" y="44975"/>
                  </a:lnTo>
                  <a:lnTo>
                    <a:pt x="2936523" y="92430"/>
                  </a:lnTo>
                  <a:lnTo>
                    <a:pt x="2864901" y="137207"/>
                  </a:lnTo>
                  <a:lnTo>
                    <a:pt x="2793278" y="179455"/>
                  </a:lnTo>
                  <a:lnTo>
                    <a:pt x="2721655" y="219318"/>
                  </a:lnTo>
                  <a:lnTo>
                    <a:pt x="2650033" y="256931"/>
                  </a:lnTo>
                  <a:lnTo>
                    <a:pt x="2578410" y="292420"/>
                  </a:lnTo>
                  <a:lnTo>
                    <a:pt x="2506788" y="325905"/>
                  </a:lnTo>
                  <a:lnTo>
                    <a:pt x="2435165" y="357500"/>
                  </a:lnTo>
                  <a:lnTo>
                    <a:pt x="2363543" y="387311"/>
                  </a:lnTo>
                  <a:lnTo>
                    <a:pt x="2291920" y="415440"/>
                  </a:lnTo>
                  <a:lnTo>
                    <a:pt x="2220298" y="441980"/>
                  </a:lnTo>
                  <a:lnTo>
                    <a:pt x="2148675" y="467022"/>
                  </a:lnTo>
                  <a:lnTo>
                    <a:pt x="2077053" y="490650"/>
                  </a:lnTo>
                  <a:lnTo>
                    <a:pt x="2005430" y="512944"/>
                  </a:lnTo>
                  <a:lnTo>
                    <a:pt x="1933808" y="533979"/>
                  </a:lnTo>
                  <a:lnTo>
                    <a:pt x="1862185" y="553827"/>
                  </a:lnTo>
                  <a:lnTo>
                    <a:pt x="1790563" y="572554"/>
                  </a:lnTo>
                  <a:lnTo>
                    <a:pt x="1718940" y="590224"/>
                  </a:lnTo>
                  <a:lnTo>
                    <a:pt x="1647318" y="606896"/>
                  </a:lnTo>
                  <a:lnTo>
                    <a:pt x="1575695" y="622628"/>
                  </a:lnTo>
                  <a:lnTo>
                    <a:pt x="1504073" y="637471"/>
                  </a:lnTo>
                  <a:lnTo>
                    <a:pt x="1432450" y="651476"/>
                  </a:lnTo>
                  <a:lnTo>
                    <a:pt x="1360827" y="664690"/>
                  </a:lnTo>
                  <a:lnTo>
                    <a:pt x="1289205" y="677158"/>
                  </a:lnTo>
                  <a:lnTo>
                    <a:pt x="1217582" y="688923"/>
                  </a:lnTo>
                  <a:lnTo>
                    <a:pt x="1145960" y="700023"/>
                  </a:lnTo>
                  <a:lnTo>
                    <a:pt x="1074337" y="710496"/>
                  </a:lnTo>
                  <a:lnTo>
                    <a:pt x="1002715" y="720378"/>
                  </a:lnTo>
                  <a:lnTo>
                    <a:pt x="931092" y="729703"/>
                  </a:lnTo>
                  <a:lnTo>
                    <a:pt x="859470" y="738501"/>
                  </a:lnTo>
                  <a:lnTo>
                    <a:pt x="787847" y="746802"/>
                  </a:lnTo>
                  <a:lnTo>
                    <a:pt x="716225" y="754634"/>
                  </a:lnTo>
                  <a:lnTo>
                    <a:pt x="644602" y="762025"/>
                  </a:lnTo>
                  <a:lnTo>
                    <a:pt x="572980" y="768998"/>
                  </a:lnTo>
                  <a:lnTo>
                    <a:pt x="501357" y="775577"/>
                  </a:lnTo>
                  <a:lnTo>
                    <a:pt x="429735" y="781785"/>
                  </a:lnTo>
                  <a:lnTo>
                    <a:pt x="358112" y="787642"/>
                  </a:lnTo>
                  <a:lnTo>
                    <a:pt x="286490" y="793169"/>
                  </a:lnTo>
                  <a:lnTo>
                    <a:pt x="214867" y="798384"/>
                  </a:lnTo>
                  <a:lnTo>
                    <a:pt x="143245" y="803304"/>
                  </a:lnTo>
                  <a:lnTo>
                    <a:pt x="71622" y="807947"/>
                  </a:lnTo>
                  <a:lnTo>
                    <a:pt x="0" y="8123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6567889" cy="3402033"/>
            </a:xfrm>
            <a:custGeom>
              <a:avLst/>
              <a:pathLst>
                <a:path w="6567889" h="3402033">
                  <a:moveTo>
                    <a:pt x="0" y="3402033"/>
                  </a:moveTo>
                  <a:lnTo>
                    <a:pt x="71622" y="3394603"/>
                  </a:lnTo>
                  <a:lnTo>
                    <a:pt x="143245" y="3386953"/>
                  </a:lnTo>
                  <a:lnTo>
                    <a:pt x="214867" y="3379076"/>
                  </a:lnTo>
                  <a:lnTo>
                    <a:pt x="286490" y="3370965"/>
                  </a:lnTo>
                  <a:lnTo>
                    <a:pt x="358112" y="3362614"/>
                  </a:lnTo>
                  <a:lnTo>
                    <a:pt x="429735" y="3354015"/>
                  </a:lnTo>
                  <a:lnTo>
                    <a:pt x="501357" y="3345162"/>
                  </a:lnTo>
                  <a:lnTo>
                    <a:pt x="572980" y="3336046"/>
                  </a:lnTo>
                  <a:lnTo>
                    <a:pt x="644602" y="3326659"/>
                  </a:lnTo>
                  <a:lnTo>
                    <a:pt x="716225" y="3316994"/>
                  </a:lnTo>
                  <a:lnTo>
                    <a:pt x="787847" y="3307043"/>
                  </a:lnTo>
                  <a:lnTo>
                    <a:pt x="859470" y="3296797"/>
                  </a:lnTo>
                  <a:lnTo>
                    <a:pt x="931092" y="3286247"/>
                  </a:lnTo>
                  <a:lnTo>
                    <a:pt x="1002715" y="3275384"/>
                  </a:lnTo>
                  <a:lnTo>
                    <a:pt x="1074337" y="3264199"/>
                  </a:lnTo>
                  <a:lnTo>
                    <a:pt x="1145960" y="3252683"/>
                  </a:lnTo>
                  <a:lnTo>
                    <a:pt x="1217582" y="3240825"/>
                  </a:lnTo>
                  <a:lnTo>
                    <a:pt x="1289205" y="3228615"/>
                  </a:lnTo>
                  <a:lnTo>
                    <a:pt x="1360827" y="3216044"/>
                  </a:lnTo>
                  <a:lnTo>
                    <a:pt x="1432450" y="3203100"/>
                  </a:lnTo>
                  <a:lnTo>
                    <a:pt x="1504073" y="3189772"/>
                  </a:lnTo>
                  <a:lnTo>
                    <a:pt x="1575695" y="3176048"/>
                  </a:lnTo>
                  <a:lnTo>
                    <a:pt x="1647318" y="3161919"/>
                  </a:lnTo>
                  <a:lnTo>
                    <a:pt x="1718940" y="3147370"/>
                  </a:lnTo>
                  <a:lnTo>
                    <a:pt x="1790563" y="3132389"/>
                  </a:lnTo>
                  <a:lnTo>
                    <a:pt x="1862185" y="3116965"/>
                  </a:lnTo>
                  <a:lnTo>
                    <a:pt x="1933808" y="3101083"/>
                  </a:lnTo>
                  <a:lnTo>
                    <a:pt x="2005430" y="3084731"/>
                  </a:lnTo>
                  <a:lnTo>
                    <a:pt x="2077053" y="3067894"/>
                  </a:lnTo>
                  <a:lnTo>
                    <a:pt x="2148675" y="3050557"/>
                  </a:lnTo>
                  <a:lnTo>
                    <a:pt x="2220298" y="3032706"/>
                  </a:lnTo>
                  <a:lnTo>
                    <a:pt x="2291920" y="3014327"/>
                  </a:lnTo>
                  <a:lnTo>
                    <a:pt x="2363543" y="2995402"/>
                  </a:lnTo>
                  <a:lnTo>
                    <a:pt x="2435165" y="2975916"/>
                  </a:lnTo>
                  <a:lnTo>
                    <a:pt x="2506788" y="2955853"/>
                  </a:lnTo>
                  <a:lnTo>
                    <a:pt x="2578410" y="2935195"/>
                  </a:lnTo>
                  <a:lnTo>
                    <a:pt x="2650033" y="2913924"/>
                  </a:lnTo>
                  <a:lnTo>
                    <a:pt x="2721655" y="2892023"/>
                  </a:lnTo>
                  <a:lnTo>
                    <a:pt x="2793278" y="2869472"/>
                  </a:lnTo>
                  <a:lnTo>
                    <a:pt x="2864901" y="2846253"/>
                  </a:lnTo>
                  <a:lnTo>
                    <a:pt x="2936523" y="2822345"/>
                  </a:lnTo>
                  <a:lnTo>
                    <a:pt x="3008146" y="2797728"/>
                  </a:lnTo>
                  <a:lnTo>
                    <a:pt x="3079768" y="2772382"/>
                  </a:lnTo>
                  <a:lnTo>
                    <a:pt x="3151391" y="2746284"/>
                  </a:lnTo>
                  <a:lnTo>
                    <a:pt x="3223013" y="2719413"/>
                  </a:lnTo>
                  <a:lnTo>
                    <a:pt x="3294636" y="2691745"/>
                  </a:lnTo>
                  <a:lnTo>
                    <a:pt x="3366258" y="2663256"/>
                  </a:lnTo>
                  <a:lnTo>
                    <a:pt x="3437881" y="2633923"/>
                  </a:lnTo>
                  <a:lnTo>
                    <a:pt x="3509503" y="2603720"/>
                  </a:lnTo>
                  <a:lnTo>
                    <a:pt x="3581126" y="2572622"/>
                  </a:lnTo>
                  <a:lnTo>
                    <a:pt x="3652748" y="2540602"/>
                  </a:lnTo>
                  <a:lnTo>
                    <a:pt x="3724371" y="2507632"/>
                  </a:lnTo>
                  <a:lnTo>
                    <a:pt x="3795993" y="2473685"/>
                  </a:lnTo>
                  <a:lnTo>
                    <a:pt x="3867616" y="2438732"/>
                  </a:lnTo>
                  <a:lnTo>
                    <a:pt x="3939238" y="2402742"/>
                  </a:lnTo>
                  <a:lnTo>
                    <a:pt x="4010861" y="2365685"/>
                  </a:lnTo>
                  <a:lnTo>
                    <a:pt x="4082483" y="2327530"/>
                  </a:lnTo>
                  <a:lnTo>
                    <a:pt x="4154106" y="2288243"/>
                  </a:lnTo>
                  <a:lnTo>
                    <a:pt x="4225729" y="2247792"/>
                  </a:lnTo>
                  <a:lnTo>
                    <a:pt x="4297351" y="2206141"/>
                  </a:lnTo>
                  <a:lnTo>
                    <a:pt x="4368974" y="2163255"/>
                  </a:lnTo>
                  <a:lnTo>
                    <a:pt x="4440596" y="2119098"/>
                  </a:lnTo>
                  <a:lnTo>
                    <a:pt x="4512219" y="2073632"/>
                  </a:lnTo>
                  <a:lnTo>
                    <a:pt x="4583841" y="2026818"/>
                  </a:lnTo>
                  <a:lnTo>
                    <a:pt x="4655464" y="1978616"/>
                  </a:lnTo>
                  <a:lnTo>
                    <a:pt x="4727086" y="1928985"/>
                  </a:lnTo>
                  <a:lnTo>
                    <a:pt x="4798709" y="1877882"/>
                  </a:lnTo>
                  <a:lnTo>
                    <a:pt x="4870331" y="1825265"/>
                  </a:lnTo>
                  <a:lnTo>
                    <a:pt x="4941954" y="1771087"/>
                  </a:lnTo>
                  <a:lnTo>
                    <a:pt x="5013576" y="1715303"/>
                  </a:lnTo>
                  <a:lnTo>
                    <a:pt x="5085199" y="1657865"/>
                  </a:lnTo>
                  <a:lnTo>
                    <a:pt x="5156821" y="1598724"/>
                  </a:lnTo>
                  <a:lnTo>
                    <a:pt x="5228444" y="1537830"/>
                  </a:lnTo>
                  <a:lnTo>
                    <a:pt x="5300066" y="1475131"/>
                  </a:lnTo>
                  <a:lnTo>
                    <a:pt x="5371689" y="1410572"/>
                  </a:lnTo>
                  <a:lnTo>
                    <a:pt x="5443311" y="1344100"/>
                  </a:lnTo>
                  <a:lnTo>
                    <a:pt x="5514934" y="1275657"/>
                  </a:lnTo>
                  <a:lnTo>
                    <a:pt x="5586557" y="1205185"/>
                  </a:lnTo>
                  <a:lnTo>
                    <a:pt x="5658179" y="1132623"/>
                  </a:lnTo>
                  <a:lnTo>
                    <a:pt x="5729802" y="1057910"/>
                  </a:lnTo>
                  <a:lnTo>
                    <a:pt x="5801424" y="980982"/>
                  </a:lnTo>
                  <a:lnTo>
                    <a:pt x="5873047" y="901773"/>
                  </a:lnTo>
                  <a:lnTo>
                    <a:pt x="5944669" y="820216"/>
                  </a:lnTo>
                  <a:lnTo>
                    <a:pt x="6016292" y="736241"/>
                  </a:lnTo>
                  <a:lnTo>
                    <a:pt x="6087914" y="649776"/>
                  </a:lnTo>
                  <a:lnTo>
                    <a:pt x="6159537" y="560748"/>
                  </a:lnTo>
                  <a:lnTo>
                    <a:pt x="6231159" y="469080"/>
                  </a:lnTo>
                  <a:lnTo>
                    <a:pt x="6302782" y="374695"/>
                  </a:lnTo>
                  <a:lnTo>
                    <a:pt x="6374404" y="277511"/>
                  </a:lnTo>
                  <a:lnTo>
                    <a:pt x="6446027" y="177446"/>
                  </a:lnTo>
                  <a:lnTo>
                    <a:pt x="6517649" y="74414"/>
                  </a:lnTo>
                  <a:lnTo>
                    <a:pt x="656788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2026-05-26T11:33:14Z</dcterms:modified>
  <cp:category/>
</cp:coreProperties>
</file>