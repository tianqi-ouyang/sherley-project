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1336"/>
            </a:xfrm>
            <a:custGeom>
              <a:avLst/>
              <a:pathLst>
                <a:path w="7370972" h="3641336">
                  <a:moveTo>
                    <a:pt x="2069990" y="0"/>
                  </a:moveTo>
                  <a:lnTo>
                    <a:pt x="2091857" y="88627"/>
                  </a:lnTo>
                  <a:lnTo>
                    <a:pt x="2169491" y="377759"/>
                  </a:lnTo>
                  <a:lnTo>
                    <a:pt x="2247125" y="643434"/>
                  </a:lnTo>
                  <a:lnTo>
                    <a:pt x="2324759" y="887557"/>
                  </a:lnTo>
                  <a:lnTo>
                    <a:pt x="2402393" y="1111875"/>
                  </a:lnTo>
                  <a:lnTo>
                    <a:pt x="2480027" y="1317995"/>
                  </a:lnTo>
                  <a:lnTo>
                    <a:pt x="2557661" y="1507393"/>
                  </a:lnTo>
                  <a:lnTo>
                    <a:pt x="2635295" y="1681427"/>
                  </a:lnTo>
                  <a:lnTo>
                    <a:pt x="2712930" y="1841342"/>
                  </a:lnTo>
                  <a:lnTo>
                    <a:pt x="2790564" y="1988284"/>
                  </a:lnTo>
                  <a:lnTo>
                    <a:pt x="2868198" y="2123306"/>
                  </a:lnTo>
                  <a:lnTo>
                    <a:pt x="2945832" y="2247373"/>
                  </a:lnTo>
                  <a:lnTo>
                    <a:pt x="3023466" y="2361376"/>
                  </a:lnTo>
                  <a:lnTo>
                    <a:pt x="3101100" y="2466130"/>
                  </a:lnTo>
                  <a:lnTo>
                    <a:pt x="3178734" y="2562386"/>
                  </a:lnTo>
                  <a:lnTo>
                    <a:pt x="3256368" y="2650834"/>
                  </a:lnTo>
                  <a:lnTo>
                    <a:pt x="3334002" y="2732105"/>
                  </a:lnTo>
                  <a:lnTo>
                    <a:pt x="3411636" y="2786570"/>
                  </a:lnTo>
                  <a:lnTo>
                    <a:pt x="3489270" y="2797457"/>
                  </a:lnTo>
                  <a:lnTo>
                    <a:pt x="3566904" y="2808208"/>
                  </a:lnTo>
                  <a:lnTo>
                    <a:pt x="3644538" y="2818823"/>
                  </a:lnTo>
                  <a:lnTo>
                    <a:pt x="3722172" y="2829305"/>
                  </a:lnTo>
                  <a:lnTo>
                    <a:pt x="3799806" y="2839656"/>
                  </a:lnTo>
                  <a:lnTo>
                    <a:pt x="3877440" y="2849876"/>
                  </a:lnTo>
                  <a:lnTo>
                    <a:pt x="3955074" y="2859967"/>
                  </a:lnTo>
                  <a:lnTo>
                    <a:pt x="4032708" y="2869932"/>
                  </a:lnTo>
                  <a:lnTo>
                    <a:pt x="4110342" y="2879772"/>
                  </a:lnTo>
                  <a:lnTo>
                    <a:pt x="4187976" y="2889487"/>
                  </a:lnTo>
                  <a:lnTo>
                    <a:pt x="4265610" y="2899081"/>
                  </a:lnTo>
                  <a:lnTo>
                    <a:pt x="4343244" y="2908554"/>
                  </a:lnTo>
                  <a:lnTo>
                    <a:pt x="4420879" y="2917908"/>
                  </a:lnTo>
                  <a:lnTo>
                    <a:pt x="4498513" y="2927144"/>
                  </a:lnTo>
                  <a:lnTo>
                    <a:pt x="4576147" y="2936265"/>
                  </a:lnTo>
                  <a:lnTo>
                    <a:pt x="4653781" y="2945270"/>
                  </a:lnTo>
                  <a:lnTo>
                    <a:pt x="4731415" y="2954163"/>
                  </a:lnTo>
                  <a:lnTo>
                    <a:pt x="4809049" y="2962943"/>
                  </a:lnTo>
                  <a:lnTo>
                    <a:pt x="4886683" y="2971614"/>
                  </a:lnTo>
                  <a:lnTo>
                    <a:pt x="4964317" y="2980175"/>
                  </a:lnTo>
                  <a:lnTo>
                    <a:pt x="5041951" y="2988629"/>
                  </a:lnTo>
                  <a:lnTo>
                    <a:pt x="5119585" y="2996976"/>
                  </a:lnTo>
                  <a:lnTo>
                    <a:pt x="5197219" y="3005218"/>
                  </a:lnTo>
                  <a:lnTo>
                    <a:pt x="5274853" y="3013357"/>
                  </a:lnTo>
                  <a:lnTo>
                    <a:pt x="5352487" y="3021394"/>
                  </a:lnTo>
                  <a:lnTo>
                    <a:pt x="5430121" y="3029329"/>
                  </a:lnTo>
                  <a:lnTo>
                    <a:pt x="5507755" y="3037165"/>
                  </a:lnTo>
                  <a:lnTo>
                    <a:pt x="5585389" y="3044902"/>
                  </a:lnTo>
                  <a:lnTo>
                    <a:pt x="5663023" y="3052542"/>
                  </a:lnTo>
                  <a:lnTo>
                    <a:pt x="5740657" y="3060086"/>
                  </a:lnTo>
                  <a:lnTo>
                    <a:pt x="5818291" y="3067535"/>
                  </a:lnTo>
                  <a:lnTo>
                    <a:pt x="5895925" y="3074890"/>
                  </a:lnTo>
                  <a:lnTo>
                    <a:pt x="5973559" y="3082153"/>
                  </a:lnTo>
                  <a:lnTo>
                    <a:pt x="6051193" y="3089325"/>
                  </a:lnTo>
                  <a:lnTo>
                    <a:pt x="6128827" y="3096407"/>
                  </a:lnTo>
                  <a:lnTo>
                    <a:pt x="6206462" y="3103399"/>
                  </a:lnTo>
                  <a:lnTo>
                    <a:pt x="6284096" y="3110304"/>
                  </a:lnTo>
                  <a:lnTo>
                    <a:pt x="6361730" y="3117121"/>
                  </a:lnTo>
                  <a:lnTo>
                    <a:pt x="6439364" y="3123853"/>
                  </a:lnTo>
                  <a:lnTo>
                    <a:pt x="6516998" y="3130501"/>
                  </a:lnTo>
                  <a:lnTo>
                    <a:pt x="6594632" y="3137065"/>
                  </a:lnTo>
                  <a:lnTo>
                    <a:pt x="6672266" y="3143546"/>
                  </a:lnTo>
                  <a:lnTo>
                    <a:pt x="6749900" y="3149946"/>
                  </a:lnTo>
                  <a:lnTo>
                    <a:pt x="6827534" y="3156265"/>
                  </a:lnTo>
                  <a:lnTo>
                    <a:pt x="6905168" y="3162505"/>
                  </a:lnTo>
                  <a:lnTo>
                    <a:pt x="6982802" y="3168667"/>
                  </a:lnTo>
                  <a:lnTo>
                    <a:pt x="7060436" y="3174751"/>
                  </a:lnTo>
                  <a:lnTo>
                    <a:pt x="7138070" y="3180759"/>
                  </a:lnTo>
                  <a:lnTo>
                    <a:pt x="7215704" y="3186691"/>
                  </a:lnTo>
                  <a:lnTo>
                    <a:pt x="7293338" y="3192548"/>
                  </a:lnTo>
                  <a:lnTo>
                    <a:pt x="7370972" y="3198332"/>
                  </a:lnTo>
                  <a:lnTo>
                    <a:pt x="7370972" y="3641336"/>
                  </a:lnTo>
                  <a:lnTo>
                    <a:pt x="7293338" y="3640337"/>
                  </a:lnTo>
                  <a:lnTo>
                    <a:pt x="7215704" y="3639251"/>
                  </a:lnTo>
                  <a:lnTo>
                    <a:pt x="7138070" y="3638068"/>
                  </a:lnTo>
                  <a:lnTo>
                    <a:pt x="7060436" y="3636782"/>
                  </a:lnTo>
                  <a:lnTo>
                    <a:pt x="6982802" y="3635381"/>
                  </a:lnTo>
                  <a:lnTo>
                    <a:pt x="6905168" y="3633857"/>
                  </a:lnTo>
                  <a:lnTo>
                    <a:pt x="6827534" y="3632199"/>
                  </a:lnTo>
                  <a:lnTo>
                    <a:pt x="6749900" y="3630394"/>
                  </a:lnTo>
                  <a:lnTo>
                    <a:pt x="6672266" y="3628429"/>
                  </a:lnTo>
                  <a:lnTo>
                    <a:pt x="6594632" y="3626292"/>
                  </a:lnTo>
                  <a:lnTo>
                    <a:pt x="6516998" y="3623965"/>
                  </a:lnTo>
                  <a:lnTo>
                    <a:pt x="6439364" y="3621433"/>
                  </a:lnTo>
                  <a:lnTo>
                    <a:pt x="6361730" y="3618678"/>
                  </a:lnTo>
                  <a:lnTo>
                    <a:pt x="6284096" y="3615679"/>
                  </a:lnTo>
                  <a:lnTo>
                    <a:pt x="6206462" y="3612415"/>
                  </a:lnTo>
                  <a:lnTo>
                    <a:pt x="6128827" y="3608864"/>
                  </a:lnTo>
                  <a:lnTo>
                    <a:pt x="6051193" y="3604999"/>
                  </a:lnTo>
                  <a:lnTo>
                    <a:pt x="5973559" y="3600792"/>
                  </a:lnTo>
                  <a:lnTo>
                    <a:pt x="5895925" y="3596214"/>
                  </a:lnTo>
                  <a:lnTo>
                    <a:pt x="5818291" y="3591232"/>
                  </a:lnTo>
                  <a:lnTo>
                    <a:pt x="5740657" y="3585811"/>
                  </a:lnTo>
                  <a:lnTo>
                    <a:pt x="5663023" y="3579910"/>
                  </a:lnTo>
                  <a:lnTo>
                    <a:pt x="5585389" y="3573489"/>
                  </a:lnTo>
                  <a:lnTo>
                    <a:pt x="5507755" y="3566500"/>
                  </a:lnTo>
                  <a:lnTo>
                    <a:pt x="5430121" y="3558895"/>
                  </a:lnTo>
                  <a:lnTo>
                    <a:pt x="5352487" y="3550618"/>
                  </a:lnTo>
                  <a:lnTo>
                    <a:pt x="5274853" y="3541611"/>
                  </a:lnTo>
                  <a:lnTo>
                    <a:pt x="5197219" y="3531808"/>
                  </a:lnTo>
                  <a:lnTo>
                    <a:pt x="5119585" y="3521140"/>
                  </a:lnTo>
                  <a:lnTo>
                    <a:pt x="5041951" y="3509529"/>
                  </a:lnTo>
                  <a:lnTo>
                    <a:pt x="4964317" y="3496894"/>
                  </a:lnTo>
                  <a:lnTo>
                    <a:pt x="4886683" y="3483144"/>
                  </a:lnTo>
                  <a:lnTo>
                    <a:pt x="4809049" y="3468179"/>
                  </a:lnTo>
                  <a:lnTo>
                    <a:pt x="4731415" y="3451893"/>
                  </a:lnTo>
                  <a:lnTo>
                    <a:pt x="4653781" y="3434169"/>
                  </a:lnTo>
                  <a:lnTo>
                    <a:pt x="4576147" y="3414881"/>
                  </a:lnTo>
                  <a:lnTo>
                    <a:pt x="4498513" y="3393889"/>
                  </a:lnTo>
                  <a:lnTo>
                    <a:pt x="4420879" y="3371044"/>
                  </a:lnTo>
                  <a:lnTo>
                    <a:pt x="4343244" y="3346183"/>
                  </a:lnTo>
                  <a:lnTo>
                    <a:pt x="4265610" y="3319126"/>
                  </a:lnTo>
                  <a:lnTo>
                    <a:pt x="4187976" y="3289681"/>
                  </a:lnTo>
                  <a:lnTo>
                    <a:pt x="4110342" y="3257636"/>
                  </a:lnTo>
                  <a:lnTo>
                    <a:pt x="4032708" y="3222762"/>
                  </a:lnTo>
                  <a:lnTo>
                    <a:pt x="3955074" y="3184808"/>
                  </a:lnTo>
                  <a:lnTo>
                    <a:pt x="3877440" y="3143504"/>
                  </a:lnTo>
                  <a:lnTo>
                    <a:pt x="3799806" y="3098554"/>
                  </a:lnTo>
                  <a:lnTo>
                    <a:pt x="3722172" y="3049635"/>
                  </a:lnTo>
                  <a:lnTo>
                    <a:pt x="3644538" y="2996397"/>
                  </a:lnTo>
                  <a:lnTo>
                    <a:pt x="3566904" y="2938458"/>
                  </a:lnTo>
                  <a:lnTo>
                    <a:pt x="3489270" y="2875405"/>
                  </a:lnTo>
                  <a:lnTo>
                    <a:pt x="3411636" y="2806784"/>
                  </a:lnTo>
                  <a:lnTo>
                    <a:pt x="3334002" y="2775544"/>
                  </a:lnTo>
                  <a:lnTo>
                    <a:pt x="3256368" y="2764377"/>
                  </a:lnTo>
                  <a:lnTo>
                    <a:pt x="3178734" y="2753069"/>
                  </a:lnTo>
                  <a:lnTo>
                    <a:pt x="3101100" y="2741616"/>
                  </a:lnTo>
                  <a:lnTo>
                    <a:pt x="3023466" y="2730018"/>
                  </a:lnTo>
                  <a:lnTo>
                    <a:pt x="2945832" y="2718272"/>
                  </a:lnTo>
                  <a:lnTo>
                    <a:pt x="2868198" y="2706376"/>
                  </a:lnTo>
                  <a:lnTo>
                    <a:pt x="2790564" y="2694329"/>
                  </a:lnTo>
                  <a:lnTo>
                    <a:pt x="2712930" y="2682129"/>
                  </a:lnTo>
                  <a:lnTo>
                    <a:pt x="2635295" y="2669773"/>
                  </a:lnTo>
                  <a:lnTo>
                    <a:pt x="2557661" y="2657260"/>
                  </a:lnTo>
                  <a:lnTo>
                    <a:pt x="2480027" y="2644588"/>
                  </a:lnTo>
                  <a:lnTo>
                    <a:pt x="2402393" y="2631754"/>
                  </a:lnTo>
                  <a:lnTo>
                    <a:pt x="2324759" y="2618757"/>
                  </a:lnTo>
                  <a:lnTo>
                    <a:pt x="2247125" y="2605595"/>
                  </a:lnTo>
                  <a:lnTo>
                    <a:pt x="2169491" y="2592264"/>
                  </a:lnTo>
                  <a:lnTo>
                    <a:pt x="2091857" y="2578765"/>
                  </a:lnTo>
                  <a:lnTo>
                    <a:pt x="2014223" y="2565093"/>
                  </a:lnTo>
                  <a:lnTo>
                    <a:pt x="1936589" y="2551247"/>
                  </a:lnTo>
                  <a:lnTo>
                    <a:pt x="1858955" y="2537225"/>
                  </a:lnTo>
                  <a:lnTo>
                    <a:pt x="1781321" y="2523025"/>
                  </a:lnTo>
                  <a:lnTo>
                    <a:pt x="1703687" y="2508644"/>
                  </a:lnTo>
                  <a:lnTo>
                    <a:pt x="1626053" y="2494079"/>
                  </a:lnTo>
                  <a:lnTo>
                    <a:pt x="1548419" y="2479329"/>
                  </a:lnTo>
                  <a:lnTo>
                    <a:pt x="1470785" y="2464392"/>
                  </a:lnTo>
                  <a:lnTo>
                    <a:pt x="1393151" y="2449264"/>
                  </a:lnTo>
                  <a:lnTo>
                    <a:pt x="1315517" y="2433944"/>
                  </a:lnTo>
                  <a:lnTo>
                    <a:pt x="1237883" y="2418428"/>
                  </a:lnTo>
                  <a:lnTo>
                    <a:pt x="1160249" y="2402715"/>
                  </a:lnTo>
                  <a:lnTo>
                    <a:pt x="1082615" y="2386802"/>
                  </a:lnTo>
                  <a:lnTo>
                    <a:pt x="1004981" y="2370687"/>
                  </a:lnTo>
                  <a:lnTo>
                    <a:pt x="927346" y="2354366"/>
                  </a:lnTo>
                  <a:lnTo>
                    <a:pt x="849712" y="2337838"/>
                  </a:lnTo>
                  <a:lnTo>
                    <a:pt x="772078" y="2321099"/>
                  </a:lnTo>
                  <a:lnTo>
                    <a:pt x="694444" y="2304147"/>
                  </a:lnTo>
                  <a:lnTo>
                    <a:pt x="616810" y="2286979"/>
                  </a:lnTo>
                  <a:lnTo>
                    <a:pt x="539176" y="2269593"/>
                  </a:lnTo>
                  <a:lnTo>
                    <a:pt x="461542" y="2251985"/>
                  </a:lnTo>
                  <a:lnTo>
                    <a:pt x="383908" y="2234153"/>
                  </a:lnTo>
                  <a:lnTo>
                    <a:pt x="306274" y="2216094"/>
                  </a:lnTo>
                  <a:lnTo>
                    <a:pt x="228640" y="2197805"/>
                  </a:lnTo>
                  <a:lnTo>
                    <a:pt x="151006" y="2179283"/>
                  </a:lnTo>
                  <a:lnTo>
                    <a:pt x="73372" y="2160526"/>
                  </a:lnTo>
                  <a:lnTo>
                    <a:pt x="0" y="2142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7508" y="1896563"/>
              <a:ext cx="5300981" cy="3198332"/>
            </a:xfrm>
            <a:custGeom>
              <a:avLst/>
              <a:pathLst>
                <a:path w="5300981" h="3198332">
                  <a:moveTo>
                    <a:pt x="0" y="0"/>
                  </a:moveTo>
                  <a:lnTo>
                    <a:pt x="21866" y="88627"/>
                  </a:lnTo>
                  <a:lnTo>
                    <a:pt x="99500" y="377759"/>
                  </a:lnTo>
                  <a:lnTo>
                    <a:pt x="177134" y="643434"/>
                  </a:lnTo>
                  <a:lnTo>
                    <a:pt x="254768" y="887557"/>
                  </a:lnTo>
                  <a:lnTo>
                    <a:pt x="332402" y="1111875"/>
                  </a:lnTo>
                  <a:lnTo>
                    <a:pt x="410036" y="1317995"/>
                  </a:lnTo>
                  <a:lnTo>
                    <a:pt x="487670" y="1507393"/>
                  </a:lnTo>
                  <a:lnTo>
                    <a:pt x="565305" y="1681427"/>
                  </a:lnTo>
                  <a:lnTo>
                    <a:pt x="642939" y="1841342"/>
                  </a:lnTo>
                  <a:lnTo>
                    <a:pt x="720573" y="1988284"/>
                  </a:lnTo>
                  <a:lnTo>
                    <a:pt x="798207" y="2123306"/>
                  </a:lnTo>
                  <a:lnTo>
                    <a:pt x="875841" y="2247373"/>
                  </a:lnTo>
                  <a:lnTo>
                    <a:pt x="953475" y="2361376"/>
                  </a:lnTo>
                  <a:lnTo>
                    <a:pt x="1031109" y="2466130"/>
                  </a:lnTo>
                  <a:lnTo>
                    <a:pt x="1108743" y="2562386"/>
                  </a:lnTo>
                  <a:lnTo>
                    <a:pt x="1186377" y="2650834"/>
                  </a:lnTo>
                  <a:lnTo>
                    <a:pt x="1264011" y="2732105"/>
                  </a:lnTo>
                  <a:lnTo>
                    <a:pt x="1341645" y="2786570"/>
                  </a:lnTo>
                  <a:lnTo>
                    <a:pt x="1419279" y="2797457"/>
                  </a:lnTo>
                  <a:lnTo>
                    <a:pt x="1496913" y="2808208"/>
                  </a:lnTo>
                  <a:lnTo>
                    <a:pt x="1574547" y="2818823"/>
                  </a:lnTo>
                  <a:lnTo>
                    <a:pt x="1652181" y="2829305"/>
                  </a:lnTo>
                  <a:lnTo>
                    <a:pt x="1729815" y="2839656"/>
                  </a:lnTo>
                  <a:lnTo>
                    <a:pt x="1807449" y="2849876"/>
                  </a:lnTo>
                  <a:lnTo>
                    <a:pt x="1885083" y="2859967"/>
                  </a:lnTo>
                  <a:lnTo>
                    <a:pt x="1962717" y="2869932"/>
                  </a:lnTo>
                  <a:lnTo>
                    <a:pt x="2040351" y="2879772"/>
                  </a:lnTo>
                  <a:lnTo>
                    <a:pt x="2117985" y="2889487"/>
                  </a:lnTo>
                  <a:lnTo>
                    <a:pt x="2195619" y="2899081"/>
                  </a:lnTo>
                  <a:lnTo>
                    <a:pt x="2273254" y="2908554"/>
                  </a:lnTo>
                  <a:lnTo>
                    <a:pt x="2350888" y="2917908"/>
                  </a:lnTo>
                  <a:lnTo>
                    <a:pt x="2428522" y="2927144"/>
                  </a:lnTo>
                  <a:lnTo>
                    <a:pt x="2506156" y="2936265"/>
                  </a:lnTo>
                  <a:lnTo>
                    <a:pt x="2583790" y="2945270"/>
                  </a:lnTo>
                  <a:lnTo>
                    <a:pt x="2661424" y="2954163"/>
                  </a:lnTo>
                  <a:lnTo>
                    <a:pt x="2739058" y="2962943"/>
                  </a:lnTo>
                  <a:lnTo>
                    <a:pt x="2816692" y="2971614"/>
                  </a:lnTo>
                  <a:lnTo>
                    <a:pt x="2894326" y="2980175"/>
                  </a:lnTo>
                  <a:lnTo>
                    <a:pt x="2971960" y="2988629"/>
                  </a:lnTo>
                  <a:lnTo>
                    <a:pt x="3049594" y="2996976"/>
                  </a:lnTo>
                  <a:lnTo>
                    <a:pt x="3127228" y="3005218"/>
                  </a:lnTo>
                  <a:lnTo>
                    <a:pt x="3204862" y="3013357"/>
                  </a:lnTo>
                  <a:lnTo>
                    <a:pt x="3282496" y="3021394"/>
                  </a:lnTo>
                  <a:lnTo>
                    <a:pt x="3360130" y="3029329"/>
                  </a:lnTo>
                  <a:lnTo>
                    <a:pt x="3437764" y="3037165"/>
                  </a:lnTo>
                  <a:lnTo>
                    <a:pt x="3515398" y="3044902"/>
                  </a:lnTo>
                  <a:lnTo>
                    <a:pt x="3593032" y="3052542"/>
                  </a:lnTo>
                  <a:lnTo>
                    <a:pt x="3670666" y="3060086"/>
                  </a:lnTo>
                  <a:lnTo>
                    <a:pt x="3748300" y="3067535"/>
                  </a:lnTo>
                  <a:lnTo>
                    <a:pt x="3825934" y="3074890"/>
                  </a:lnTo>
                  <a:lnTo>
                    <a:pt x="3903568" y="3082153"/>
                  </a:lnTo>
                  <a:lnTo>
                    <a:pt x="3981203" y="3089325"/>
                  </a:lnTo>
                  <a:lnTo>
                    <a:pt x="4058837" y="3096407"/>
                  </a:lnTo>
                  <a:lnTo>
                    <a:pt x="4136471" y="3103399"/>
                  </a:lnTo>
                  <a:lnTo>
                    <a:pt x="4214105" y="3110304"/>
                  </a:lnTo>
                  <a:lnTo>
                    <a:pt x="4291739" y="3117121"/>
                  </a:lnTo>
                  <a:lnTo>
                    <a:pt x="4369373" y="3123853"/>
                  </a:lnTo>
                  <a:lnTo>
                    <a:pt x="4447007" y="3130501"/>
                  </a:lnTo>
                  <a:lnTo>
                    <a:pt x="4524641" y="3137065"/>
                  </a:lnTo>
                  <a:lnTo>
                    <a:pt x="4602275" y="3143546"/>
                  </a:lnTo>
                  <a:lnTo>
                    <a:pt x="4679909" y="3149946"/>
                  </a:lnTo>
                  <a:lnTo>
                    <a:pt x="4757543" y="3156265"/>
                  </a:lnTo>
                  <a:lnTo>
                    <a:pt x="4835177" y="3162505"/>
                  </a:lnTo>
                  <a:lnTo>
                    <a:pt x="4912811" y="3168667"/>
                  </a:lnTo>
                  <a:lnTo>
                    <a:pt x="4990445" y="3174751"/>
                  </a:lnTo>
                  <a:lnTo>
                    <a:pt x="5068079" y="3180759"/>
                  </a:lnTo>
                  <a:lnTo>
                    <a:pt x="5145713" y="3186691"/>
                  </a:lnTo>
                  <a:lnTo>
                    <a:pt x="5223347" y="3192548"/>
                  </a:lnTo>
                  <a:lnTo>
                    <a:pt x="5300981" y="31983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39136"/>
              <a:ext cx="7370972" cy="1498763"/>
            </a:xfrm>
            <a:custGeom>
              <a:avLst/>
              <a:pathLst>
                <a:path w="7370972" h="1498763">
                  <a:moveTo>
                    <a:pt x="7370972" y="1498763"/>
                  </a:moveTo>
                  <a:lnTo>
                    <a:pt x="7293338" y="1497764"/>
                  </a:lnTo>
                  <a:lnTo>
                    <a:pt x="7215704" y="1496678"/>
                  </a:lnTo>
                  <a:lnTo>
                    <a:pt x="7138070" y="1495496"/>
                  </a:lnTo>
                  <a:lnTo>
                    <a:pt x="7060436" y="1494209"/>
                  </a:lnTo>
                  <a:lnTo>
                    <a:pt x="6982802" y="1492808"/>
                  </a:lnTo>
                  <a:lnTo>
                    <a:pt x="6905168" y="1491284"/>
                  </a:lnTo>
                  <a:lnTo>
                    <a:pt x="6827534" y="1489626"/>
                  </a:lnTo>
                  <a:lnTo>
                    <a:pt x="6749900" y="1487821"/>
                  </a:lnTo>
                  <a:lnTo>
                    <a:pt x="6672266" y="1485856"/>
                  </a:lnTo>
                  <a:lnTo>
                    <a:pt x="6594632" y="1483719"/>
                  </a:lnTo>
                  <a:lnTo>
                    <a:pt x="6516998" y="1481392"/>
                  </a:lnTo>
                  <a:lnTo>
                    <a:pt x="6439364" y="1478860"/>
                  </a:lnTo>
                  <a:lnTo>
                    <a:pt x="6361730" y="1476105"/>
                  </a:lnTo>
                  <a:lnTo>
                    <a:pt x="6284096" y="1473106"/>
                  </a:lnTo>
                  <a:lnTo>
                    <a:pt x="6206462" y="1469842"/>
                  </a:lnTo>
                  <a:lnTo>
                    <a:pt x="6128827" y="1466291"/>
                  </a:lnTo>
                  <a:lnTo>
                    <a:pt x="6051193" y="1462426"/>
                  </a:lnTo>
                  <a:lnTo>
                    <a:pt x="5973559" y="1458219"/>
                  </a:lnTo>
                  <a:lnTo>
                    <a:pt x="5895925" y="1453641"/>
                  </a:lnTo>
                  <a:lnTo>
                    <a:pt x="5818291" y="1448659"/>
                  </a:lnTo>
                  <a:lnTo>
                    <a:pt x="5740657" y="1443238"/>
                  </a:lnTo>
                  <a:lnTo>
                    <a:pt x="5663023" y="1437337"/>
                  </a:lnTo>
                  <a:lnTo>
                    <a:pt x="5585389" y="1430916"/>
                  </a:lnTo>
                  <a:lnTo>
                    <a:pt x="5507755" y="1423927"/>
                  </a:lnTo>
                  <a:lnTo>
                    <a:pt x="5430121" y="1416322"/>
                  </a:lnTo>
                  <a:lnTo>
                    <a:pt x="5352487" y="1408045"/>
                  </a:lnTo>
                  <a:lnTo>
                    <a:pt x="5274853" y="1399038"/>
                  </a:lnTo>
                  <a:lnTo>
                    <a:pt x="5197219" y="1389235"/>
                  </a:lnTo>
                  <a:lnTo>
                    <a:pt x="5119585" y="1378567"/>
                  </a:lnTo>
                  <a:lnTo>
                    <a:pt x="5041951" y="1366956"/>
                  </a:lnTo>
                  <a:lnTo>
                    <a:pt x="4964317" y="1354321"/>
                  </a:lnTo>
                  <a:lnTo>
                    <a:pt x="4886683" y="1340571"/>
                  </a:lnTo>
                  <a:lnTo>
                    <a:pt x="4809049" y="1325606"/>
                  </a:lnTo>
                  <a:lnTo>
                    <a:pt x="4731415" y="1309320"/>
                  </a:lnTo>
                  <a:lnTo>
                    <a:pt x="4653781" y="1291596"/>
                  </a:lnTo>
                  <a:lnTo>
                    <a:pt x="4576147" y="1272308"/>
                  </a:lnTo>
                  <a:lnTo>
                    <a:pt x="4498513" y="1251316"/>
                  </a:lnTo>
                  <a:lnTo>
                    <a:pt x="4420879" y="1228472"/>
                  </a:lnTo>
                  <a:lnTo>
                    <a:pt x="4343244" y="1203610"/>
                  </a:lnTo>
                  <a:lnTo>
                    <a:pt x="4265610" y="1176553"/>
                  </a:lnTo>
                  <a:lnTo>
                    <a:pt x="4187976" y="1147108"/>
                  </a:lnTo>
                  <a:lnTo>
                    <a:pt x="4110342" y="1115063"/>
                  </a:lnTo>
                  <a:lnTo>
                    <a:pt x="4032708" y="1080189"/>
                  </a:lnTo>
                  <a:lnTo>
                    <a:pt x="3955074" y="1042235"/>
                  </a:lnTo>
                  <a:lnTo>
                    <a:pt x="3877440" y="1000932"/>
                  </a:lnTo>
                  <a:lnTo>
                    <a:pt x="3799806" y="955981"/>
                  </a:lnTo>
                  <a:lnTo>
                    <a:pt x="3722172" y="907062"/>
                  </a:lnTo>
                  <a:lnTo>
                    <a:pt x="3644538" y="853824"/>
                  </a:lnTo>
                  <a:lnTo>
                    <a:pt x="3566904" y="795885"/>
                  </a:lnTo>
                  <a:lnTo>
                    <a:pt x="3489270" y="732832"/>
                  </a:lnTo>
                  <a:lnTo>
                    <a:pt x="3411636" y="664211"/>
                  </a:lnTo>
                  <a:lnTo>
                    <a:pt x="3334002" y="632971"/>
                  </a:lnTo>
                  <a:lnTo>
                    <a:pt x="3256368" y="621804"/>
                  </a:lnTo>
                  <a:lnTo>
                    <a:pt x="3178734" y="610496"/>
                  </a:lnTo>
                  <a:lnTo>
                    <a:pt x="3101100" y="599043"/>
                  </a:lnTo>
                  <a:lnTo>
                    <a:pt x="3023466" y="587445"/>
                  </a:lnTo>
                  <a:lnTo>
                    <a:pt x="2945832" y="575699"/>
                  </a:lnTo>
                  <a:lnTo>
                    <a:pt x="2868198" y="563803"/>
                  </a:lnTo>
                  <a:lnTo>
                    <a:pt x="2790564" y="551756"/>
                  </a:lnTo>
                  <a:lnTo>
                    <a:pt x="2712930" y="539556"/>
                  </a:lnTo>
                  <a:lnTo>
                    <a:pt x="2635295" y="527200"/>
                  </a:lnTo>
                  <a:lnTo>
                    <a:pt x="2557661" y="514687"/>
                  </a:lnTo>
                  <a:lnTo>
                    <a:pt x="2480027" y="502015"/>
                  </a:lnTo>
                  <a:lnTo>
                    <a:pt x="2402393" y="489181"/>
                  </a:lnTo>
                  <a:lnTo>
                    <a:pt x="2324759" y="476184"/>
                  </a:lnTo>
                  <a:lnTo>
                    <a:pt x="2247125" y="463022"/>
                  </a:lnTo>
                  <a:lnTo>
                    <a:pt x="2169491" y="449692"/>
                  </a:lnTo>
                  <a:lnTo>
                    <a:pt x="2091857" y="436192"/>
                  </a:lnTo>
                  <a:lnTo>
                    <a:pt x="2014223" y="422520"/>
                  </a:lnTo>
                  <a:lnTo>
                    <a:pt x="1936589" y="408674"/>
                  </a:lnTo>
                  <a:lnTo>
                    <a:pt x="1858955" y="394652"/>
                  </a:lnTo>
                  <a:lnTo>
                    <a:pt x="1781321" y="380452"/>
                  </a:lnTo>
                  <a:lnTo>
                    <a:pt x="1703687" y="366071"/>
                  </a:lnTo>
                  <a:lnTo>
                    <a:pt x="1626053" y="351506"/>
                  </a:lnTo>
                  <a:lnTo>
                    <a:pt x="1548419" y="336756"/>
                  </a:lnTo>
                  <a:lnTo>
                    <a:pt x="1470785" y="321819"/>
                  </a:lnTo>
                  <a:lnTo>
                    <a:pt x="1393151" y="306691"/>
                  </a:lnTo>
                  <a:lnTo>
                    <a:pt x="1315517" y="291371"/>
                  </a:lnTo>
                  <a:lnTo>
                    <a:pt x="1237883" y="275855"/>
                  </a:lnTo>
                  <a:lnTo>
                    <a:pt x="1160249" y="260143"/>
                  </a:lnTo>
                  <a:lnTo>
                    <a:pt x="1082615" y="244230"/>
                  </a:lnTo>
                  <a:lnTo>
                    <a:pt x="1004981" y="228114"/>
                  </a:lnTo>
                  <a:lnTo>
                    <a:pt x="927346" y="211793"/>
                  </a:lnTo>
                  <a:lnTo>
                    <a:pt x="849712" y="195265"/>
                  </a:lnTo>
                  <a:lnTo>
                    <a:pt x="772078" y="178526"/>
                  </a:lnTo>
                  <a:lnTo>
                    <a:pt x="694444" y="161574"/>
                  </a:lnTo>
                  <a:lnTo>
                    <a:pt x="616810" y="144406"/>
                  </a:lnTo>
                  <a:lnTo>
                    <a:pt x="539176" y="127020"/>
                  </a:lnTo>
                  <a:lnTo>
                    <a:pt x="461542" y="109412"/>
                  </a:lnTo>
                  <a:lnTo>
                    <a:pt x="383908" y="91580"/>
                  </a:lnTo>
                  <a:lnTo>
                    <a:pt x="306274" y="73521"/>
                  </a:lnTo>
                  <a:lnTo>
                    <a:pt x="228640" y="55232"/>
                  </a:lnTo>
                  <a:lnTo>
                    <a:pt x="151006" y="36711"/>
                  </a:lnTo>
                  <a:lnTo>
                    <a:pt x="73372" y="179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12834" y="1896563"/>
              <a:ext cx="6275656" cy="3580969"/>
            </a:xfrm>
            <a:custGeom>
              <a:avLst/>
              <a:pathLst>
                <a:path w="6275656" h="3580969">
                  <a:moveTo>
                    <a:pt x="0" y="0"/>
                  </a:moveTo>
                  <a:lnTo>
                    <a:pt x="64932" y="146142"/>
                  </a:lnTo>
                  <a:lnTo>
                    <a:pt x="142566" y="312576"/>
                  </a:lnTo>
                  <a:lnTo>
                    <a:pt x="220200" y="471111"/>
                  </a:lnTo>
                  <a:lnTo>
                    <a:pt x="297835" y="622122"/>
                  </a:lnTo>
                  <a:lnTo>
                    <a:pt x="375469" y="765964"/>
                  </a:lnTo>
                  <a:lnTo>
                    <a:pt x="453103" y="902979"/>
                  </a:lnTo>
                  <a:lnTo>
                    <a:pt x="530737" y="1033491"/>
                  </a:lnTo>
                  <a:lnTo>
                    <a:pt x="608371" y="1157808"/>
                  </a:lnTo>
                  <a:lnTo>
                    <a:pt x="686005" y="1276225"/>
                  </a:lnTo>
                  <a:lnTo>
                    <a:pt x="763639" y="1389020"/>
                  </a:lnTo>
                  <a:lnTo>
                    <a:pt x="841273" y="1496462"/>
                  </a:lnTo>
                  <a:lnTo>
                    <a:pt x="918907" y="1598805"/>
                  </a:lnTo>
                  <a:lnTo>
                    <a:pt x="996541" y="1696289"/>
                  </a:lnTo>
                  <a:lnTo>
                    <a:pt x="1074175" y="1789147"/>
                  </a:lnTo>
                  <a:lnTo>
                    <a:pt x="1151809" y="1877597"/>
                  </a:lnTo>
                  <a:lnTo>
                    <a:pt x="1229443" y="1961849"/>
                  </a:lnTo>
                  <a:lnTo>
                    <a:pt x="1307077" y="2042102"/>
                  </a:lnTo>
                  <a:lnTo>
                    <a:pt x="1384711" y="2118546"/>
                  </a:lnTo>
                  <a:lnTo>
                    <a:pt x="1462345" y="2191361"/>
                  </a:lnTo>
                  <a:lnTo>
                    <a:pt x="1539979" y="2260720"/>
                  </a:lnTo>
                  <a:lnTo>
                    <a:pt x="1617613" y="2326787"/>
                  </a:lnTo>
                  <a:lnTo>
                    <a:pt x="1695247" y="2389719"/>
                  </a:lnTo>
                  <a:lnTo>
                    <a:pt x="1772881" y="2449663"/>
                  </a:lnTo>
                  <a:lnTo>
                    <a:pt x="1850515" y="2506762"/>
                  </a:lnTo>
                  <a:lnTo>
                    <a:pt x="1928149" y="2561151"/>
                  </a:lnTo>
                  <a:lnTo>
                    <a:pt x="2005784" y="2612958"/>
                  </a:lnTo>
                  <a:lnTo>
                    <a:pt x="2083418" y="2662306"/>
                  </a:lnTo>
                  <a:lnTo>
                    <a:pt x="2161052" y="2709312"/>
                  </a:lnTo>
                  <a:lnTo>
                    <a:pt x="2238686" y="2754087"/>
                  </a:lnTo>
                  <a:lnTo>
                    <a:pt x="2316320" y="2796737"/>
                  </a:lnTo>
                  <a:lnTo>
                    <a:pt x="2393954" y="2837362"/>
                  </a:lnTo>
                  <a:lnTo>
                    <a:pt x="2471588" y="2876059"/>
                  </a:lnTo>
                  <a:lnTo>
                    <a:pt x="2549222" y="2912919"/>
                  </a:lnTo>
                  <a:lnTo>
                    <a:pt x="2626856" y="2948030"/>
                  </a:lnTo>
                  <a:lnTo>
                    <a:pt x="2704490" y="2981474"/>
                  </a:lnTo>
                  <a:lnTo>
                    <a:pt x="2782124" y="3013331"/>
                  </a:lnTo>
                  <a:lnTo>
                    <a:pt x="2859758" y="3043676"/>
                  </a:lnTo>
                  <a:lnTo>
                    <a:pt x="2937392" y="3072580"/>
                  </a:lnTo>
                  <a:lnTo>
                    <a:pt x="3015026" y="3100113"/>
                  </a:lnTo>
                  <a:lnTo>
                    <a:pt x="3092660" y="3126338"/>
                  </a:lnTo>
                  <a:lnTo>
                    <a:pt x="3170294" y="3151319"/>
                  </a:lnTo>
                  <a:lnTo>
                    <a:pt x="3247928" y="3175114"/>
                  </a:lnTo>
                  <a:lnTo>
                    <a:pt x="3325562" y="3197780"/>
                  </a:lnTo>
                  <a:lnTo>
                    <a:pt x="3403196" y="3219370"/>
                  </a:lnTo>
                  <a:lnTo>
                    <a:pt x="3480830" y="3239935"/>
                  </a:lnTo>
                  <a:lnTo>
                    <a:pt x="3558464" y="3259524"/>
                  </a:lnTo>
                  <a:lnTo>
                    <a:pt x="3636098" y="3278183"/>
                  </a:lnTo>
                  <a:lnTo>
                    <a:pt x="3713733" y="3295957"/>
                  </a:lnTo>
                  <a:lnTo>
                    <a:pt x="3791367" y="3312887"/>
                  </a:lnTo>
                  <a:lnTo>
                    <a:pt x="3869001" y="3329013"/>
                  </a:lnTo>
                  <a:lnTo>
                    <a:pt x="3946635" y="3344374"/>
                  </a:lnTo>
                  <a:lnTo>
                    <a:pt x="4024269" y="3359006"/>
                  </a:lnTo>
                  <a:lnTo>
                    <a:pt x="4101903" y="3372944"/>
                  </a:lnTo>
                  <a:lnTo>
                    <a:pt x="4179537" y="3386219"/>
                  </a:lnTo>
                  <a:lnTo>
                    <a:pt x="4257171" y="3398865"/>
                  </a:lnTo>
                  <a:lnTo>
                    <a:pt x="4334805" y="3410911"/>
                  </a:lnTo>
                  <a:lnTo>
                    <a:pt x="4412439" y="3422384"/>
                  </a:lnTo>
                  <a:lnTo>
                    <a:pt x="4490073" y="3433314"/>
                  </a:lnTo>
                  <a:lnTo>
                    <a:pt x="4567707" y="3443724"/>
                  </a:lnTo>
                  <a:lnTo>
                    <a:pt x="4645341" y="3453640"/>
                  </a:lnTo>
                  <a:lnTo>
                    <a:pt x="4722975" y="3463086"/>
                  </a:lnTo>
                  <a:lnTo>
                    <a:pt x="4800609" y="3472083"/>
                  </a:lnTo>
                  <a:lnTo>
                    <a:pt x="4878243" y="3480653"/>
                  </a:lnTo>
                  <a:lnTo>
                    <a:pt x="4955877" y="3488817"/>
                  </a:lnTo>
                  <a:lnTo>
                    <a:pt x="5033511" y="3496593"/>
                  </a:lnTo>
                  <a:lnTo>
                    <a:pt x="5111145" y="3504000"/>
                  </a:lnTo>
                  <a:lnTo>
                    <a:pt x="5188779" y="3511055"/>
                  </a:lnTo>
                  <a:lnTo>
                    <a:pt x="5266413" y="3517775"/>
                  </a:lnTo>
                  <a:lnTo>
                    <a:pt x="5344047" y="3524177"/>
                  </a:lnTo>
                  <a:lnTo>
                    <a:pt x="5421681" y="3530274"/>
                  </a:lnTo>
                  <a:lnTo>
                    <a:pt x="5499316" y="3536083"/>
                  </a:lnTo>
                  <a:lnTo>
                    <a:pt x="5576950" y="3541615"/>
                  </a:lnTo>
                  <a:lnTo>
                    <a:pt x="5654584" y="3546885"/>
                  </a:lnTo>
                  <a:lnTo>
                    <a:pt x="5732218" y="3551905"/>
                  </a:lnTo>
                  <a:lnTo>
                    <a:pt x="5809852" y="3556686"/>
                  </a:lnTo>
                  <a:lnTo>
                    <a:pt x="5887486" y="3561241"/>
                  </a:lnTo>
                  <a:lnTo>
                    <a:pt x="5965120" y="3565579"/>
                  </a:lnTo>
                  <a:lnTo>
                    <a:pt x="6042754" y="3569712"/>
                  </a:lnTo>
                  <a:lnTo>
                    <a:pt x="6120388" y="3573648"/>
                  </a:lnTo>
                  <a:lnTo>
                    <a:pt x="6198022" y="3577398"/>
                  </a:lnTo>
                  <a:lnTo>
                    <a:pt x="6275656" y="35809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2026-05-22T10:32:39Z</dcterms:modified>
  <cp:category/>
</cp:coreProperties>
</file>