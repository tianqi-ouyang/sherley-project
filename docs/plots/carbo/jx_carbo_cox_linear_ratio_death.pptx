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31514"/>
            </a:xfrm>
            <a:custGeom>
              <a:avLst/>
              <a:pathLst>
                <a:path w="7370972" h="3631514">
                  <a:moveTo>
                    <a:pt x="1848197" y="0"/>
                  </a:moveTo>
                  <a:lnTo>
                    <a:pt x="1858955" y="37625"/>
                  </a:lnTo>
                  <a:lnTo>
                    <a:pt x="1936589" y="290187"/>
                  </a:lnTo>
                  <a:lnTo>
                    <a:pt x="2014223" y="525103"/>
                  </a:lnTo>
                  <a:lnTo>
                    <a:pt x="2091857" y="743608"/>
                  </a:lnTo>
                  <a:lnTo>
                    <a:pt x="2169491" y="946846"/>
                  </a:lnTo>
                  <a:lnTo>
                    <a:pt x="2247125" y="1135886"/>
                  </a:lnTo>
                  <a:lnTo>
                    <a:pt x="2324759" y="1311718"/>
                  </a:lnTo>
                  <a:lnTo>
                    <a:pt x="2402393" y="1475265"/>
                  </a:lnTo>
                  <a:lnTo>
                    <a:pt x="2480027" y="1627387"/>
                  </a:lnTo>
                  <a:lnTo>
                    <a:pt x="2557661" y="1768881"/>
                  </a:lnTo>
                  <a:lnTo>
                    <a:pt x="2635295" y="1900489"/>
                  </a:lnTo>
                  <a:lnTo>
                    <a:pt x="2712930" y="2022902"/>
                  </a:lnTo>
                  <a:lnTo>
                    <a:pt x="2790564" y="2136764"/>
                  </a:lnTo>
                  <a:lnTo>
                    <a:pt x="2868198" y="2242670"/>
                  </a:lnTo>
                  <a:lnTo>
                    <a:pt x="2945832" y="2341177"/>
                  </a:lnTo>
                  <a:lnTo>
                    <a:pt x="3023466" y="2432802"/>
                  </a:lnTo>
                  <a:lnTo>
                    <a:pt x="3101100" y="2518026"/>
                  </a:lnTo>
                  <a:lnTo>
                    <a:pt x="3178734" y="2597295"/>
                  </a:lnTo>
                  <a:lnTo>
                    <a:pt x="3256368" y="2671027"/>
                  </a:lnTo>
                  <a:lnTo>
                    <a:pt x="3334002" y="2739607"/>
                  </a:lnTo>
                  <a:lnTo>
                    <a:pt x="3411636" y="2784335"/>
                  </a:lnTo>
                  <a:lnTo>
                    <a:pt x="3489270" y="2788491"/>
                  </a:lnTo>
                  <a:lnTo>
                    <a:pt x="3566904" y="2792627"/>
                  </a:lnTo>
                  <a:lnTo>
                    <a:pt x="3644538" y="2796743"/>
                  </a:lnTo>
                  <a:lnTo>
                    <a:pt x="3722172" y="2800840"/>
                  </a:lnTo>
                  <a:lnTo>
                    <a:pt x="3799806" y="2804917"/>
                  </a:lnTo>
                  <a:lnTo>
                    <a:pt x="3877440" y="2808975"/>
                  </a:lnTo>
                  <a:lnTo>
                    <a:pt x="3955074" y="2813013"/>
                  </a:lnTo>
                  <a:lnTo>
                    <a:pt x="4032708" y="2817032"/>
                  </a:lnTo>
                  <a:lnTo>
                    <a:pt x="4110342" y="2821031"/>
                  </a:lnTo>
                  <a:lnTo>
                    <a:pt x="4187976" y="2825012"/>
                  </a:lnTo>
                  <a:lnTo>
                    <a:pt x="4265610" y="2828973"/>
                  </a:lnTo>
                  <a:lnTo>
                    <a:pt x="4343244" y="2832916"/>
                  </a:lnTo>
                  <a:lnTo>
                    <a:pt x="4420879" y="2836839"/>
                  </a:lnTo>
                  <a:lnTo>
                    <a:pt x="4498513" y="2840744"/>
                  </a:lnTo>
                  <a:lnTo>
                    <a:pt x="4576147" y="2844630"/>
                  </a:lnTo>
                  <a:lnTo>
                    <a:pt x="4653781" y="2848498"/>
                  </a:lnTo>
                  <a:lnTo>
                    <a:pt x="4731415" y="2852347"/>
                  </a:lnTo>
                  <a:lnTo>
                    <a:pt x="4809049" y="2856177"/>
                  </a:lnTo>
                  <a:lnTo>
                    <a:pt x="4886683" y="2859990"/>
                  </a:lnTo>
                  <a:lnTo>
                    <a:pt x="4964317" y="2863784"/>
                  </a:lnTo>
                  <a:lnTo>
                    <a:pt x="5041951" y="2867559"/>
                  </a:lnTo>
                  <a:lnTo>
                    <a:pt x="5119585" y="2871317"/>
                  </a:lnTo>
                  <a:lnTo>
                    <a:pt x="5197219" y="2875057"/>
                  </a:lnTo>
                  <a:lnTo>
                    <a:pt x="5274853" y="2878779"/>
                  </a:lnTo>
                  <a:lnTo>
                    <a:pt x="5352487" y="2882483"/>
                  </a:lnTo>
                  <a:lnTo>
                    <a:pt x="5430121" y="2886169"/>
                  </a:lnTo>
                  <a:lnTo>
                    <a:pt x="5507755" y="2889838"/>
                  </a:lnTo>
                  <a:lnTo>
                    <a:pt x="5585389" y="2893489"/>
                  </a:lnTo>
                  <a:lnTo>
                    <a:pt x="5663023" y="2897123"/>
                  </a:lnTo>
                  <a:lnTo>
                    <a:pt x="5740657" y="2900739"/>
                  </a:lnTo>
                  <a:lnTo>
                    <a:pt x="5818291" y="2904338"/>
                  </a:lnTo>
                  <a:lnTo>
                    <a:pt x="5895925" y="2907920"/>
                  </a:lnTo>
                  <a:lnTo>
                    <a:pt x="5973559" y="2911484"/>
                  </a:lnTo>
                  <a:lnTo>
                    <a:pt x="6051193" y="2915032"/>
                  </a:lnTo>
                  <a:lnTo>
                    <a:pt x="6128827" y="2918562"/>
                  </a:lnTo>
                  <a:lnTo>
                    <a:pt x="6206462" y="2922076"/>
                  </a:lnTo>
                  <a:lnTo>
                    <a:pt x="6284096" y="2925573"/>
                  </a:lnTo>
                  <a:lnTo>
                    <a:pt x="6361730" y="2929053"/>
                  </a:lnTo>
                  <a:lnTo>
                    <a:pt x="6439364" y="2932516"/>
                  </a:lnTo>
                  <a:lnTo>
                    <a:pt x="6516998" y="2935963"/>
                  </a:lnTo>
                  <a:lnTo>
                    <a:pt x="6594632" y="2939393"/>
                  </a:lnTo>
                  <a:lnTo>
                    <a:pt x="6672266" y="2942807"/>
                  </a:lnTo>
                  <a:lnTo>
                    <a:pt x="6749900" y="2946205"/>
                  </a:lnTo>
                  <a:lnTo>
                    <a:pt x="6827534" y="2949586"/>
                  </a:lnTo>
                  <a:lnTo>
                    <a:pt x="6905168" y="2952951"/>
                  </a:lnTo>
                  <a:lnTo>
                    <a:pt x="6982802" y="2956300"/>
                  </a:lnTo>
                  <a:lnTo>
                    <a:pt x="7060436" y="2959633"/>
                  </a:lnTo>
                  <a:lnTo>
                    <a:pt x="7138070" y="2962951"/>
                  </a:lnTo>
                  <a:lnTo>
                    <a:pt x="7215704" y="2966252"/>
                  </a:lnTo>
                  <a:lnTo>
                    <a:pt x="7293338" y="2969537"/>
                  </a:lnTo>
                  <a:lnTo>
                    <a:pt x="7370972" y="2972807"/>
                  </a:lnTo>
                  <a:lnTo>
                    <a:pt x="7370972" y="3631514"/>
                  </a:lnTo>
                  <a:lnTo>
                    <a:pt x="7293338" y="3629927"/>
                  </a:lnTo>
                  <a:lnTo>
                    <a:pt x="7215704" y="3628220"/>
                  </a:lnTo>
                  <a:lnTo>
                    <a:pt x="7138070" y="3626386"/>
                  </a:lnTo>
                  <a:lnTo>
                    <a:pt x="7060436" y="3624414"/>
                  </a:lnTo>
                  <a:lnTo>
                    <a:pt x="6982802" y="3622293"/>
                  </a:lnTo>
                  <a:lnTo>
                    <a:pt x="6905168" y="3620014"/>
                  </a:lnTo>
                  <a:lnTo>
                    <a:pt x="6827534" y="3617563"/>
                  </a:lnTo>
                  <a:lnTo>
                    <a:pt x="6749900" y="3614928"/>
                  </a:lnTo>
                  <a:lnTo>
                    <a:pt x="6672266" y="3612095"/>
                  </a:lnTo>
                  <a:lnTo>
                    <a:pt x="6594632" y="3609049"/>
                  </a:lnTo>
                  <a:lnTo>
                    <a:pt x="6516998" y="3605775"/>
                  </a:lnTo>
                  <a:lnTo>
                    <a:pt x="6439364" y="3602254"/>
                  </a:lnTo>
                  <a:lnTo>
                    <a:pt x="6361730" y="3598469"/>
                  </a:lnTo>
                  <a:lnTo>
                    <a:pt x="6284096" y="3594400"/>
                  </a:lnTo>
                  <a:lnTo>
                    <a:pt x="6206462" y="3590026"/>
                  </a:lnTo>
                  <a:lnTo>
                    <a:pt x="6128827" y="3585322"/>
                  </a:lnTo>
                  <a:lnTo>
                    <a:pt x="6051193" y="3580266"/>
                  </a:lnTo>
                  <a:lnTo>
                    <a:pt x="5973559" y="3574829"/>
                  </a:lnTo>
                  <a:lnTo>
                    <a:pt x="5895925" y="3568984"/>
                  </a:lnTo>
                  <a:lnTo>
                    <a:pt x="5818291" y="3562701"/>
                  </a:lnTo>
                  <a:lnTo>
                    <a:pt x="5740657" y="3555945"/>
                  </a:lnTo>
                  <a:lnTo>
                    <a:pt x="5663023" y="3548682"/>
                  </a:lnTo>
                  <a:lnTo>
                    <a:pt x="5585389" y="3540873"/>
                  </a:lnTo>
                  <a:lnTo>
                    <a:pt x="5507755" y="3532477"/>
                  </a:lnTo>
                  <a:lnTo>
                    <a:pt x="5430121" y="3523451"/>
                  </a:lnTo>
                  <a:lnTo>
                    <a:pt x="5352487" y="3513748"/>
                  </a:lnTo>
                  <a:lnTo>
                    <a:pt x="5274853" y="3503315"/>
                  </a:lnTo>
                  <a:lnTo>
                    <a:pt x="5197219" y="3492098"/>
                  </a:lnTo>
                  <a:lnTo>
                    <a:pt x="5119585" y="3480039"/>
                  </a:lnTo>
                  <a:lnTo>
                    <a:pt x="5041951" y="3467075"/>
                  </a:lnTo>
                  <a:lnTo>
                    <a:pt x="4964317" y="3453136"/>
                  </a:lnTo>
                  <a:lnTo>
                    <a:pt x="4886683" y="3438151"/>
                  </a:lnTo>
                  <a:lnTo>
                    <a:pt x="4809049" y="3422040"/>
                  </a:lnTo>
                  <a:lnTo>
                    <a:pt x="4731415" y="3404719"/>
                  </a:lnTo>
                  <a:lnTo>
                    <a:pt x="4653781" y="3386097"/>
                  </a:lnTo>
                  <a:lnTo>
                    <a:pt x="4576147" y="3366076"/>
                  </a:lnTo>
                  <a:lnTo>
                    <a:pt x="4498513" y="3344551"/>
                  </a:lnTo>
                  <a:lnTo>
                    <a:pt x="4420879" y="3321409"/>
                  </a:lnTo>
                  <a:lnTo>
                    <a:pt x="4343244" y="3296530"/>
                  </a:lnTo>
                  <a:lnTo>
                    <a:pt x="4265610" y="3269781"/>
                  </a:lnTo>
                  <a:lnTo>
                    <a:pt x="4187976" y="3241024"/>
                  </a:lnTo>
                  <a:lnTo>
                    <a:pt x="4110342" y="3210106"/>
                  </a:lnTo>
                  <a:lnTo>
                    <a:pt x="4032708" y="3176866"/>
                  </a:lnTo>
                  <a:lnTo>
                    <a:pt x="3955074" y="3141129"/>
                  </a:lnTo>
                  <a:lnTo>
                    <a:pt x="3877440" y="3102708"/>
                  </a:lnTo>
                  <a:lnTo>
                    <a:pt x="3799806" y="3061401"/>
                  </a:lnTo>
                  <a:lnTo>
                    <a:pt x="3722172" y="3016992"/>
                  </a:lnTo>
                  <a:lnTo>
                    <a:pt x="3644538" y="2969247"/>
                  </a:lnTo>
                  <a:lnTo>
                    <a:pt x="3566904" y="2917915"/>
                  </a:lnTo>
                  <a:lnTo>
                    <a:pt x="3489270" y="2862728"/>
                  </a:lnTo>
                  <a:lnTo>
                    <a:pt x="3411636" y="2803396"/>
                  </a:lnTo>
                  <a:lnTo>
                    <a:pt x="3334002" y="2780159"/>
                  </a:lnTo>
                  <a:lnTo>
                    <a:pt x="3256368" y="2775962"/>
                  </a:lnTo>
                  <a:lnTo>
                    <a:pt x="3178734" y="2771746"/>
                  </a:lnTo>
                  <a:lnTo>
                    <a:pt x="3101100" y="2767509"/>
                  </a:lnTo>
                  <a:lnTo>
                    <a:pt x="3023466" y="2763252"/>
                  </a:lnTo>
                  <a:lnTo>
                    <a:pt x="2945832" y="2758975"/>
                  </a:lnTo>
                  <a:lnTo>
                    <a:pt x="2868198" y="2754677"/>
                  </a:lnTo>
                  <a:lnTo>
                    <a:pt x="2790564" y="2750358"/>
                  </a:lnTo>
                  <a:lnTo>
                    <a:pt x="2712930" y="2746019"/>
                  </a:lnTo>
                  <a:lnTo>
                    <a:pt x="2635295" y="2741658"/>
                  </a:lnTo>
                  <a:lnTo>
                    <a:pt x="2557661" y="2737277"/>
                  </a:lnTo>
                  <a:lnTo>
                    <a:pt x="2480027" y="2732874"/>
                  </a:lnTo>
                  <a:lnTo>
                    <a:pt x="2402393" y="2728451"/>
                  </a:lnTo>
                  <a:lnTo>
                    <a:pt x="2324759" y="2724006"/>
                  </a:lnTo>
                  <a:lnTo>
                    <a:pt x="2247125" y="2719540"/>
                  </a:lnTo>
                  <a:lnTo>
                    <a:pt x="2169491" y="2715052"/>
                  </a:lnTo>
                  <a:lnTo>
                    <a:pt x="2091857" y="2710543"/>
                  </a:lnTo>
                  <a:lnTo>
                    <a:pt x="2014223" y="2706012"/>
                  </a:lnTo>
                  <a:lnTo>
                    <a:pt x="1936589" y="2701459"/>
                  </a:lnTo>
                  <a:lnTo>
                    <a:pt x="1858955" y="2696884"/>
                  </a:lnTo>
                  <a:lnTo>
                    <a:pt x="1781321" y="2692287"/>
                  </a:lnTo>
                  <a:lnTo>
                    <a:pt x="1703687" y="2687669"/>
                  </a:lnTo>
                  <a:lnTo>
                    <a:pt x="1626053" y="2683028"/>
                  </a:lnTo>
                  <a:lnTo>
                    <a:pt x="1548419" y="2678364"/>
                  </a:lnTo>
                  <a:lnTo>
                    <a:pt x="1470785" y="2673679"/>
                  </a:lnTo>
                  <a:lnTo>
                    <a:pt x="1393151" y="2668970"/>
                  </a:lnTo>
                  <a:lnTo>
                    <a:pt x="1315517" y="2664239"/>
                  </a:lnTo>
                  <a:lnTo>
                    <a:pt x="1237883" y="2659486"/>
                  </a:lnTo>
                  <a:lnTo>
                    <a:pt x="1160249" y="2654709"/>
                  </a:lnTo>
                  <a:lnTo>
                    <a:pt x="1082615" y="2649910"/>
                  </a:lnTo>
                  <a:lnTo>
                    <a:pt x="1004981" y="2645087"/>
                  </a:lnTo>
                  <a:lnTo>
                    <a:pt x="927346" y="2640241"/>
                  </a:lnTo>
                  <a:lnTo>
                    <a:pt x="849712" y="2635372"/>
                  </a:lnTo>
                  <a:lnTo>
                    <a:pt x="772078" y="2630479"/>
                  </a:lnTo>
                  <a:lnTo>
                    <a:pt x="694444" y="2625563"/>
                  </a:lnTo>
                  <a:lnTo>
                    <a:pt x="616810" y="2620624"/>
                  </a:lnTo>
                  <a:lnTo>
                    <a:pt x="539176" y="2615660"/>
                  </a:lnTo>
                  <a:lnTo>
                    <a:pt x="461542" y="2610673"/>
                  </a:lnTo>
                  <a:lnTo>
                    <a:pt x="383908" y="2605662"/>
                  </a:lnTo>
                  <a:lnTo>
                    <a:pt x="306274" y="2600626"/>
                  </a:lnTo>
                  <a:lnTo>
                    <a:pt x="228640" y="2595567"/>
                  </a:lnTo>
                  <a:lnTo>
                    <a:pt x="151006" y="2590483"/>
                  </a:lnTo>
                  <a:lnTo>
                    <a:pt x="73372" y="2585374"/>
                  </a:lnTo>
                  <a:lnTo>
                    <a:pt x="0" y="2580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65715" y="1896563"/>
              <a:ext cx="5522774" cy="2972807"/>
            </a:xfrm>
            <a:custGeom>
              <a:avLst/>
              <a:pathLst>
                <a:path w="5522774" h="2972807">
                  <a:moveTo>
                    <a:pt x="0" y="0"/>
                  </a:moveTo>
                  <a:lnTo>
                    <a:pt x="10757" y="37625"/>
                  </a:lnTo>
                  <a:lnTo>
                    <a:pt x="88391" y="290187"/>
                  </a:lnTo>
                  <a:lnTo>
                    <a:pt x="166025" y="525103"/>
                  </a:lnTo>
                  <a:lnTo>
                    <a:pt x="243659" y="743608"/>
                  </a:lnTo>
                  <a:lnTo>
                    <a:pt x="321293" y="946846"/>
                  </a:lnTo>
                  <a:lnTo>
                    <a:pt x="398927" y="1135886"/>
                  </a:lnTo>
                  <a:lnTo>
                    <a:pt x="476561" y="1311718"/>
                  </a:lnTo>
                  <a:lnTo>
                    <a:pt x="554195" y="1475265"/>
                  </a:lnTo>
                  <a:lnTo>
                    <a:pt x="631829" y="1627387"/>
                  </a:lnTo>
                  <a:lnTo>
                    <a:pt x="709464" y="1768881"/>
                  </a:lnTo>
                  <a:lnTo>
                    <a:pt x="787098" y="1900489"/>
                  </a:lnTo>
                  <a:lnTo>
                    <a:pt x="864732" y="2022902"/>
                  </a:lnTo>
                  <a:lnTo>
                    <a:pt x="942366" y="2136764"/>
                  </a:lnTo>
                  <a:lnTo>
                    <a:pt x="1020000" y="2242670"/>
                  </a:lnTo>
                  <a:lnTo>
                    <a:pt x="1097634" y="2341177"/>
                  </a:lnTo>
                  <a:lnTo>
                    <a:pt x="1175268" y="2432802"/>
                  </a:lnTo>
                  <a:lnTo>
                    <a:pt x="1252902" y="2518026"/>
                  </a:lnTo>
                  <a:lnTo>
                    <a:pt x="1330536" y="2597295"/>
                  </a:lnTo>
                  <a:lnTo>
                    <a:pt x="1408170" y="2671027"/>
                  </a:lnTo>
                  <a:lnTo>
                    <a:pt x="1485804" y="2739607"/>
                  </a:lnTo>
                  <a:lnTo>
                    <a:pt x="1563438" y="2784335"/>
                  </a:lnTo>
                  <a:lnTo>
                    <a:pt x="1641072" y="2788491"/>
                  </a:lnTo>
                  <a:lnTo>
                    <a:pt x="1718706" y="2792627"/>
                  </a:lnTo>
                  <a:lnTo>
                    <a:pt x="1796340" y="2796743"/>
                  </a:lnTo>
                  <a:lnTo>
                    <a:pt x="1873974" y="2800840"/>
                  </a:lnTo>
                  <a:lnTo>
                    <a:pt x="1951608" y="2804917"/>
                  </a:lnTo>
                  <a:lnTo>
                    <a:pt x="2029242" y="2808975"/>
                  </a:lnTo>
                  <a:lnTo>
                    <a:pt x="2106876" y="2813013"/>
                  </a:lnTo>
                  <a:lnTo>
                    <a:pt x="2184510" y="2817032"/>
                  </a:lnTo>
                  <a:lnTo>
                    <a:pt x="2262144" y="2821031"/>
                  </a:lnTo>
                  <a:lnTo>
                    <a:pt x="2339778" y="2825012"/>
                  </a:lnTo>
                  <a:lnTo>
                    <a:pt x="2417412" y="2828973"/>
                  </a:lnTo>
                  <a:lnTo>
                    <a:pt x="2495047" y="2832916"/>
                  </a:lnTo>
                  <a:lnTo>
                    <a:pt x="2572681" y="2836839"/>
                  </a:lnTo>
                  <a:lnTo>
                    <a:pt x="2650315" y="2840744"/>
                  </a:lnTo>
                  <a:lnTo>
                    <a:pt x="2727949" y="2844630"/>
                  </a:lnTo>
                  <a:lnTo>
                    <a:pt x="2805583" y="2848498"/>
                  </a:lnTo>
                  <a:lnTo>
                    <a:pt x="2883217" y="2852347"/>
                  </a:lnTo>
                  <a:lnTo>
                    <a:pt x="2960851" y="2856177"/>
                  </a:lnTo>
                  <a:lnTo>
                    <a:pt x="3038485" y="2859990"/>
                  </a:lnTo>
                  <a:lnTo>
                    <a:pt x="3116119" y="2863784"/>
                  </a:lnTo>
                  <a:lnTo>
                    <a:pt x="3193753" y="2867559"/>
                  </a:lnTo>
                  <a:lnTo>
                    <a:pt x="3271387" y="2871317"/>
                  </a:lnTo>
                  <a:lnTo>
                    <a:pt x="3349021" y="2875057"/>
                  </a:lnTo>
                  <a:lnTo>
                    <a:pt x="3426655" y="2878779"/>
                  </a:lnTo>
                  <a:lnTo>
                    <a:pt x="3504289" y="2882483"/>
                  </a:lnTo>
                  <a:lnTo>
                    <a:pt x="3581923" y="2886169"/>
                  </a:lnTo>
                  <a:lnTo>
                    <a:pt x="3659557" y="2889838"/>
                  </a:lnTo>
                  <a:lnTo>
                    <a:pt x="3737191" y="2893489"/>
                  </a:lnTo>
                  <a:lnTo>
                    <a:pt x="3814825" y="2897123"/>
                  </a:lnTo>
                  <a:lnTo>
                    <a:pt x="3892459" y="2900739"/>
                  </a:lnTo>
                  <a:lnTo>
                    <a:pt x="3970093" y="2904338"/>
                  </a:lnTo>
                  <a:lnTo>
                    <a:pt x="4047727" y="2907920"/>
                  </a:lnTo>
                  <a:lnTo>
                    <a:pt x="4125361" y="2911484"/>
                  </a:lnTo>
                  <a:lnTo>
                    <a:pt x="4202996" y="2915032"/>
                  </a:lnTo>
                  <a:lnTo>
                    <a:pt x="4280630" y="2918562"/>
                  </a:lnTo>
                  <a:lnTo>
                    <a:pt x="4358264" y="2922076"/>
                  </a:lnTo>
                  <a:lnTo>
                    <a:pt x="4435898" y="2925573"/>
                  </a:lnTo>
                  <a:lnTo>
                    <a:pt x="4513532" y="2929053"/>
                  </a:lnTo>
                  <a:lnTo>
                    <a:pt x="4591166" y="2932516"/>
                  </a:lnTo>
                  <a:lnTo>
                    <a:pt x="4668800" y="2935963"/>
                  </a:lnTo>
                  <a:lnTo>
                    <a:pt x="4746434" y="2939393"/>
                  </a:lnTo>
                  <a:lnTo>
                    <a:pt x="4824068" y="2942807"/>
                  </a:lnTo>
                  <a:lnTo>
                    <a:pt x="4901702" y="2946205"/>
                  </a:lnTo>
                  <a:lnTo>
                    <a:pt x="4979336" y="2949586"/>
                  </a:lnTo>
                  <a:lnTo>
                    <a:pt x="5056970" y="2952951"/>
                  </a:lnTo>
                  <a:lnTo>
                    <a:pt x="5134604" y="2956300"/>
                  </a:lnTo>
                  <a:lnTo>
                    <a:pt x="5212238" y="2959633"/>
                  </a:lnTo>
                  <a:lnTo>
                    <a:pt x="5289872" y="2962951"/>
                  </a:lnTo>
                  <a:lnTo>
                    <a:pt x="5367506" y="2966252"/>
                  </a:lnTo>
                  <a:lnTo>
                    <a:pt x="5445140" y="2969537"/>
                  </a:lnTo>
                  <a:lnTo>
                    <a:pt x="5522774" y="29728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77086"/>
              <a:ext cx="7370972" cy="1050990"/>
            </a:xfrm>
            <a:custGeom>
              <a:avLst/>
              <a:pathLst>
                <a:path w="7370972" h="1050990">
                  <a:moveTo>
                    <a:pt x="7370972" y="1050990"/>
                  </a:moveTo>
                  <a:lnTo>
                    <a:pt x="7293338" y="1049403"/>
                  </a:lnTo>
                  <a:lnTo>
                    <a:pt x="7215704" y="1047697"/>
                  </a:lnTo>
                  <a:lnTo>
                    <a:pt x="7138070" y="1045863"/>
                  </a:lnTo>
                  <a:lnTo>
                    <a:pt x="7060436" y="1043890"/>
                  </a:lnTo>
                  <a:lnTo>
                    <a:pt x="6982802" y="1041770"/>
                  </a:lnTo>
                  <a:lnTo>
                    <a:pt x="6905168" y="1039490"/>
                  </a:lnTo>
                  <a:lnTo>
                    <a:pt x="6827534" y="1037039"/>
                  </a:lnTo>
                  <a:lnTo>
                    <a:pt x="6749900" y="1034404"/>
                  </a:lnTo>
                  <a:lnTo>
                    <a:pt x="6672266" y="1031571"/>
                  </a:lnTo>
                  <a:lnTo>
                    <a:pt x="6594632" y="1028526"/>
                  </a:lnTo>
                  <a:lnTo>
                    <a:pt x="6516998" y="1025251"/>
                  </a:lnTo>
                  <a:lnTo>
                    <a:pt x="6439364" y="1021731"/>
                  </a:lnTo>
                  <a:lnTo>
                    <a:pt x="6361730" y="1017946"/>
                  </a:lnTo>
                  <a:lnTo>
                    <a:pt x="6284096" y="1013877"/>
                  </a:lnTo>
                  <a:lnTo>
                    <a:pt x="6206462" y="1009502"/>
                  </a:lnTo>
                  <a:lnTo>
                    <a:pt x="6128827" y="1004799"/>
                  </a:lnTo>
                  <a:lnTo>
                    <a:pt x="6051193" y="999742"/>
                  </a:lnTo>
                  <a:lnTo>
                    <a:pt x="5973559" y="994306"/>
                  </a:lnTo>
                  <a:lnTo>
                    <a:pt x="5895925" y="988461"/>
                  </a:lnTo>
                  <a:lnTo>
                    <a:pt x="5818291" y="982177"/>
                  </a:lnTo>
                  <a:lnTo>
                    <a:pt x="5740657" y="975421"/>
                  </a:lnTo>
                  <a:lnTo>
                    <a:pt x="5663023" y="968158"/>
                  </a:lnTo>
                  <a:lnTo>
                    <a:pt x="5585389" y="960349"/>
                  </a:lnTo>
                  <a:lnTo>
                    <a:pt x="5507755" y="951954"/>
                  </a:lnTo>
                  <a:lnTo>
                    <a:pt x="5430121" y="942928"/>
                  </a:lnTo>
                  <a:lnTo>
                    <a:pt x="5352487" y="933224"/>
                  </a:lnTo>
                  <a:lnTo>
                    <a:pt x="5274853" y="922791"/>
                  </a:lnTo>
                  <a:lnTo>
                    <a:pt x="5197219" y="911575"/>
                  </a:lnTo>
                  <a:lnTo>
                    <a:pt x="5119585" y="899516"/>
                  </a:lnTo>
                  <a:lnTo>
                    <a:pt x="5041951" y="886551"/>
                  </a:lnTo>
                  <a:lnTo>
                    <a:pt x="4964317" y="872613"/>
                  </a:lnTo>
                  <a:lnTo>
                    <a:pt x="4886683" y="857628"/>
                  </a:lnTo>
                  <a:lnTo>
                    <a:pt x="4809049" y="841517"/>
                  </a:lnTo>
                  <a:lnTo>
                    <a:pt x="4731415" y="824195"/>
                  </a:lnTo>
                  <a:lnTo>
                    <a:pt x="4653781" y="805573"/>
                  </a:lnTo>
                  <a:lnTo>
                    <a:pt x="4576147" y="785552"/>
                  </a:lnTo>
                  <a:lnTo>
                    <a:pt x="4498513" y="764028"/>
                  </a:lnTo>
                  <a:lnTo>
                    <a:pt x="4420879" y="740886"/>
                  </a:lnTo>
                  <a:lnTo>
                    <a:pt x="4343244" y="716006"/>
                  </a:lnTo>
                  <a:lnTo>
                    <a:pt x="4265610" y="689258"/>
                  </a:lnTo>
                  <a:lnTo>
                    <a:pt x="4187976" y="660500"/>
                  </a:lnTo>
                  <a:lnTo>
                    <a:pt x="4110342" y="629583"/>
                  </a:lnTo>
                  <a:lnTo>
                    <a:pt x="4032708" y="596343"/>
                  </a:lnTo>
                  <a:lnTo>
                    <a:pt x="3955074" y="560606"/>
                  </a:lnTo>
                  <a:lnTo>
                    <a:pt x="3877440" y="522185"/>
                  </a:lnTo>
                  <a:lnTo>
                    <a:pt x="3799806" y="480878"/>
                  </a:lnTo>
                  <a:lnTo>
                    <a:pt x="3722172" y="436469"/>
                  </a:lnTo>
                  <a:lnTo>
                    <a:pt x="3644538" y="388723"/>
                  </a:lnTo>
                  <a:lnTo>
                    <a:pt x="3566904" y="337392"/>
                  </a:lnTo>
                  <a:lnTo>
                    <a:pt x="3489270" y="282205"/>
                  </a:lnTo>
                  <a:lnTo>
                    <a:pt x="3411636" y="222872"/>
                  </a:lnTo>
                  <a:lnTo>
                    <a:pt x="3334002" y="199635"/>
                  </a:lnTo>
                  <a:lnTo>
                    <a:pt x="3256368" y="195439"/>
                  </a:lnTo>
                  <a:lnTo>
                    <a:pt x="3178734" y="191223"/>
                  </a:lnTo>
                  <a:lnTo>
                    <a:pt x="3101100" y="186986"/>
                  </a:lnTo>
                  <a:lnTo>
                    <a:pt x="3023466" y="182729"/>
                  </a:lnTo>
                  <a:lnTo>
                    <a:pt x="2945832" y="178451"/>
                  </a:lnTo>
                  <a:lnTo>
                    <a:pt x="2868198" y="174153"/>
                  </a:lnTo>
                  <a:lnTo>
                    <a:pt x="2790564" y="169835"/>
                  </a:lnTo>
                  <a:lnTo>
                    <a:pt x="2712930" y="165495"/>
                  </a:lnTo>
                  <a:lnTo>
                    <a:pt x="2635295" y="161135"/>
                  </a:lnTo>
                  <a:lnTo>
                    <a:pt x="2557661" y="156753"/>
                  </a:lnTo>
                  <a:lnTo>
                    <a:pt x="2480027" y="152351"/>
                  </a:lnTo>
                  <a:lnTo>
                    <a:pt x="2402393" y="147927"/>
                  </a:lnTo>
                  <a:lnTo>
                    <a:pt x="2324759" y="143483"/>
                  </a:lnTo>
                  <a:lnTo>
                    <a:pt x="2247125" y="139016"/>
                  </a:lnTo>
                  <a:lnTo>
                    <a:pt x="2169491" y="134529"/>
                  </a:lnTo>
                  <a:lnTo>
                    <a:pt x="2091857" y="130019"/>
                  </a:lnTo>
                  <a:lnTo>
                    <a:pt x="2014223" y="125488"/>
                  </a:lnTo>
                  <a:lnTo>
                    <a:pt x="1936589" y="120935"/>
                  </a:lnTo>
                  <a:lnTo>
                    <a:pt x="1858955" y="116361"/>
                  </a:lnTo>
                  <a:lnTo>
                    <a:pt x="1781321" y="111764"/>
                  </a:lnTo>
                  <a:lnTo>
                    <a:pt x="1703687" y="107145"/>
                  </a:lnTo>
                  <a:lnTo>
                    <a:pt x="1626053" y="102504"/>
                  </a:lnTo>
                  <a:lnTo>
                    <a:pt x="1548419" y="97841"/>
                  </a:lnTo>
                  <a:lnTo>
                    <a:pt x="1470785" y="93155"/>
                  </a:lnTo>
                  <a:lnTo>
                    <a:pt x="1393151" y="88447"/>
                  </a:lnTo>
                  <a:lnTo>
                    <a:pt x="1315517" y="83716"/>
                  </a:lnTo>
                  <a:lnTo>
                    <a:pt x="1237883" y="78962"/>
                  </a:lnTo>
                  <a:lnTo>
                    <a:pt x="1160249" y="74186"/>
                  </a:lnTo>
                  <a:lnTo>
                    <a:pt x="1082615" y="69386"/>
                  </a:lnTo>
                  <a:lnTo>
                    <a:pt x="1004981" y="64564"/>
                  </a:lnTo>
                  <a:lnTo>
                    <a:pt x="927346" y="59718"/>
                  </a:lnTo>
                  <a:lnTo>
                    <a:pt x="849712" y="54849"/>
                  </a:lnTo>
                  <a:lnTo>
                    <a:pt x="772078" y="49956"/>
                  </a:lnTo>
                  <a:lnTo>
                    <a:pt x="694444" y="45040"/>
                  </a:lnTo>
                  <a:lnTo>
                    <a:pt x="616810" y="40100"/>
                  </a:lnTo>
                  <a:lnTo>
                    <a:pt x="539176" y="35137"/>
                  </a:lnTo>
                  <a:lnTo>
                    <a:pt x="461542" y="30150"/>
                  </a:lnTo>
                  <a:lnTo>
                    <a:pt x="383908" y="25138"/>
                  </a:lnTo>
                  <a:lnTo>
                    <a:pt x="306274" y="20103"/>
                  </a:lnTo>
                  <a:lnTo>
                    <a:pt x="228640" y="15043"/>
                  </a:lnTo>
                  <a:lnTo>
                    <a:pt x="151006" y="9959"/>
                  </a:lnTo>
                  <a:lnTo>
                    <a:pt x="73372" y="48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18601" y="1896563"/>
              <a:ext cx="6869888" cy="3532791"/>
            </a:xfrm>
            <a:custGeom>
              <a:avLst/>
              <a:pathLst>
                <a:path w="6869888" h="3532791">
                  <a:moveTo>
                    <a:pt x="0" y="0"/>
                  </a:moveTo>
                  <a:lnTo>
                    <a:pt x="38092" y="69217"/>
                  </a:lnTo>
                  <a:lnTo>
                    <a:pt x="115726" y="204941"/>
                  </a:lnTo>
                  <a:lnTo>
                    <a:pt x="193360" y="335525"/>
                  </a:lnTo>
                  <a:lnTo>
                    <a:pt x="270994" y="461163"/>
                  </a:lnTo>
                  <a:lnTo>
                    <a:pt x="348628" y="582042"/>
                  </a:lnTo>
                  <a:lnTo>
                    <a:pt x="426262" y="698343"/>
                  </a:lnTo>
                  <a:lnTo>
                    <a:pt x="503897" y="810239"/>
                  </a:lnTo>
                  <a:lnTo>
                    <a:pt x="581531" y="917897"/>
                  </a:lnTo>
                  <a:lnTo>
                    <a:pt x="659165" y="1021477"/>
                  </a:lnTo>
                  <a:lnTo>
                    <a:pt x="736799" y="1121134"/>
                  </a:lnTo>
                  <a:lnTo>
                    <a:pt x="814433" y="1217016"/>
                  </a:lnTo>
                  <a:lnTo>
                    <a:pt x="892067" y="1309267"/>
                  </a:lnTo>
                  <a:lnTo>
                    <a:pt x="969701" y="1398024"/>
                  </a:lnTo>
                  <a:lnTo>
                    <a:pt x="1047335" y="1483419"/>
                  </a:lnTo>
                  <a:lnTo>
                    <a:pt x="1124969" y="1565579"/>
                  </a:lnTo>
                  <a:lnTo>
                    <a:pt x="1202603" y="1644628"/>
                  </a:lnTo>
                  <a:lnTo>
                    <a:pt x="1280237" y="1720683"/>
                  </a:lnTo>
                  <a:lnTo>
                    <a:pt x="1357871" y="1793857"/>
                  </a:lnTo>
                  <a:lnTo>
                    <a:pt x="1435505" y="1864260"/>
                  </a:lnTo>
                  <a:lnTo>
                    <a:pt x="1513139" y="1931996"/>
                  </a:lnTo>
                  <a:lnTo>
                    <a:pt x="1590773" y="1997166"/>
                  </a:lnTo>
                  <a:lnTo>
                    <a:pt x="1668407" y="2059868"/>
                  </a:lnTo>
                  <a:lnTo>
                    <a:pt x="1746041" y="2120196"/>
                  </a:lnTo>
                  <a:lnTo>
                    <a:pt x="1823675" y="2178238"/>
                  </a:lnTo>
                  <a:lnTo>
                    <a:pt x="1901309" y="2234082"/>
                  </a:lnTo>
                  <a:lnTo>
                    <a:pt x="1978943" y="2287811"/>
                  </a:lnTo>
                  <a:lnTo>
                    <a:pt x="2056577" y="2339505"/>
                  </a:lnTo>
                  <a:lnTo>
                    <a:pt x="2134211" y="2389241"/>
                  </a:lnTo>
                  <a:lnTo>
                    <a:pt x="2211845" y="2437093"/>
                  </a:lnTo>
                  <a:lnTo>
                    <a:pt x="2289480" y="2483132"/>
                  </a:lnTo>
                  <a:lnTo>
                    <a:pt x="2367114" y="2527428"/>
                  </a:lnTo>
                  <a:lnTo>
                    <a:pt x="2444748" y="2570046"/>
                  </a:lnTo>
                  <a:lnTo>
                    <a:pt x="2522382" y="2611050"/>
                  </a:lnTo>
                  <a:lnTo>
                    <a:pt x="2600016" y="2650501"/>
                  </a:lnTo>
                  <a:lnTo>
                    <a:pt x="2677650" y="2688458"/>
                  </a:lnTo>
                  <a:lnTo>
                    <a:pt x="2755284" y="2724977"/>
                  </a:lnTo>
                  <a:lnTo>
                    <a:pt x="2832918" y="2760113"/>
                  </a:lnTo>
                  <a:lnTo>
                    <a:pt x="2910552" y="2793918"/>
                  </a:lnTo>
                  <a:lnTo>
                    <a:pt x="2988186" y="2826443"/>
                  </a:lnTo>
                  <a:lnTo>
                    <a:pt x="3065820" y="2857736"/>
                  </a:lnTo>
                  <a:lnTo>
                    <a:pt x="3143454" y="2887843"/>
                  </a:lnTo>
                  <a:lnTo>
                    <a:pt x="3221088" y="2916811"/>
                  </a:lnTo>
                  <a:lnTo>
                    <a:pt x="3298722" y="2944681"/>
                  </a:lnTo>
                  <a:lnTo>
                    <a:pt x="3376356" y="2971495"/>
                  </a:lnTo>
                  <a:lnTo>
                    <a:pt x="3453990" y="2997294"/>
                  </a:lnTo>
                  <a:lnTo>
                    <a:pt x="3531624" y="3022116"/>
                  </a:lnTo>
                  <a:lnTo>
                    <a:pt x="3609258" y="3045997"/>
                  </a:lnTo>
                  <a:lnTo>
                    <a:pt x="3686892" y="3068974"/>
                  </a:lnTo>
                  <a:lnTo>
                    <a:pt x="3764526" y="3091081"/>
                  </a:lnTo>
                  <a:lnTo>
                    <a:pt x="3842160" y="3112351"/>
                  </a:lnTo>
                  <a:lnTo>
                    <a:pt x="3919794" y="3132815"/>
                  </a:lnTo>
                  <a:lnTo>
                    <a:pt x="3997429" y="3152503"/>
                  </a:lnTo>
                  <a:lnTo>
                    <a:pt x="4075063" y="3171447"/>
                  </a:lnTo>
                  <a:lnTo>
                    <a:pt x="4152697" y="3189672"/>
                  </a:lnTo>
                  <a:lnTo>
                    <a:pt x="4230331" y="3207207"/>
                  </a:lnTo>
                  <a:lnTo>
                    <a:pt x="4307965" y="3224079"/>
                  </a:lnTo>
                  <a:lnTo>
                    <a:pt x="4385599" y="3240311"/>
                  </a:lnTo>
                  <a:lnTo>
                    <a:pt x="4463233" y="3255928"/>
                  </a:lnTo>
                  <a:lnTo>
                    <a:pt x="4540867" y="3270954"/>
                  </a:lnTo>
                  <a:lnTo>
                    <a:pt x="4618501" y="3285411"/>
                  </a:lnTo>
                  <a:lnTo>
                    <a:pt x="4696135" y="3299320"/>
                  </a:lnTo>
                  <a:lnTo>
                    <a:pt x="4773769" y="3312702"/>
                  </a:lnTo>
                  <a:lnTo>
                    <a:pt x="4851403" y="3325578"/>
                  </a:lnTo>
                  <a:lnTo>
                    <a:pt x="4929037" y="3337965"/>
                  </a:lnTo>
                  <a:lnTo>
                    <a:pt x="5006671" y="3349884"/>
                  </a:lnTo>
                  <a:lnTo>
                    <a:pt x="5084305" y="3361351"/>
                  </a:lnTo>
                  <a:lnTo>
                    <a:pt x="5161939" y="3372384"/>
                  </a:lnTo>
                  <a:lnTo>
                    <a:pt x="5239573" y="3382999"/>
                  </a:lnTo>
                  <a:lnTo>
                    <a:pt x="5317207" y="3393212"/>
                  </a:lnTo>
                  <a:lnTo>
                    <a:pt x="5394841" y="3403038"/>
                  </a:lnTo>
                  <a:lnTo>
                    <a:pt x="5472475" y="3412492"/>
                  </a:lnTo>
                  <a:lnTo>
                    <a:pt x="5550109" y="3421588"/>
                  </a:lnTo>
                  <a:lnTo>
                    <a:pt x="5627743" y="3430339"/>
                  </a:lnTo>
                  <a:lnTo>
                    <a:pt x="5705378" y="3438759"/>
                  </a:lnTo>
                  <a:lnTo>
                    <a:pt x="5783012" y="3446860"/>
                  </a:lnTo>
                  <a:lnTo>
                    <a:pt x="5860646" y="3454654"/>
                  </a:lnTo>
                  <a:lnTo>
                    <a:pt x="5938280" y="3462153"/>
                  </a:lnTo>
                  <a:lnTo>
                    <a:pt x="6015914" y="3469368"/>
                  </a:lnTo>
                  <a:lnTo>
                    <a:pt x="6093548" y="3476310"/>
                  </a:lnTo>
                  <a:lnTo>
                    <a:pt x="6171182" y="3482989"/>
                  </a:lnTo>
                  <a:lnTo>
                    <a:pt x="6248816" y="3489414"/>
                  </a:lnTo>
                  <a:lnTo>
                    <a:pt x="6326450" y="3495597"/>
                  </a:lnTo>
                  <a:lnTo>
                    <a:pt x="6404084" y="3501545"/>
                  </a:lnTo>
                  <a:lnTo>
                    <a:pt x="6481718" y="3507268"/>
                  </a:lnTo>
                  <a:lnTo>
                    <a:pt x="6559352" y="3512774"/>
                  </a:lnTo>
                  <a:lnTo>
                    <a:pt x="6636986" y="3518072"/>
                  </a:lnTo>
                  <a:lnTo>
                    <a:pt x="6714620" y="3523169"/>
                  </a:lnTo>
                  <a:lnTo>
                    <a:pt x="6792254" y="3528073"/>
                  </a:lnTo>
                  <a:lnTo>
                    <a:pt x="6869888" y="35327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75974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2026-05-26T13:56:36Z</dcterms:modified>
  <cp:category/>
</cp:coreProperties>
</file>