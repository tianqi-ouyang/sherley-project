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70972" cy="3463594"/>
            </a:xfrm>
            <a:custGeom>
              <a:avLst/>
              <a:pathLst>
                <a:path w="7370972" h="3463594">
                  <a:moveTo>
                    <a:pt x="1848197" y="0"/>
                  </a:moveTo>
                  <a:lnTo>
                    <a:pt x="1858955" y="35885"/>
                  </a:lnTo>
                  <a:lnTo>
                    <a:pt x="1936589" y="276769"/>
                  </a:lnTo>
                  <a:lnTo>
                    <a:pt x="2014223" y="500823"/>
                  </a:lnTo>
                  <a:lnTo>
                    <a:pt x="2091857" y="709224"/>
                  </a:lnTo>
                  <a:lnTo>
                    <a:pt x="2169491" y="903064"/>
                  </a:lnTo>
                  <a:lnTo>
                    <a:pt x="2247125" y="1083363"/>
                  </a:lnTo>
                  <a:lnTo>
                    <a:pt x="2324759" y="1251064"/>
                  </a:lnTo>
                  <a:lnTo>
                    <a:pt x="2402393" y="1407050"/>
                  </a:lnTo>
                  <a:lnTo>
                    <a:pt x="2480027" y="1552137"/>
                  </a:lnTo>
                  <a:lnTo>
                    <a:pt x="2557661" y="1687088"/>
                  </a:lnTo>
                  <a:lnTo>
                    <a:pt x="2635295" y="1812611"/>
                  </a:lnTo>
                  <a:lnTo>
                    <a:pt x="2712930" y="1929364"/>
                  </a:lnTo>
                  <a:lnTo>
                    <a:pt x="2790564" y="2037960"/>
                  </a:lnTo>
                  <a:lnTo>
                    <a:pt x="2868198" y="2138970"/>
                  </a:lnTo>
                  <a:lnTo>
                    <a:pt x="2945832" y="2232922"/>
                  </a:lnTo>
                  <a:lnTo>
                    <a:pt x="3023466" y="2320310"/>
                  </a:lnTo>
                  <a:lnTo>
                    <a:pt x="3101100" y="2401593"/>
                  </a:lnTo>
                  <a:lnTo>
                    <a:pt x="3178734" y="2477197"/>
                  </a:lnTo>
                  <a:lnTo>
                    <a:pt x="3256368" y="2547519"/>
                  </a:lnTo>
                  <a:lnTo>
                    <a:pt x="3334002" y="2612929"/>
                  </a:lnTo>
                  <a:lnTo>
                    <a:pt x="3411636" y="2655588"/>
                  </a:lnTo>
                  <a:lnTo>
                    <a:pt x="3489270" y="2659552"/>
                  </a:lnTo>
                  <a:lnTo>
                    <a:pt x="3566904" y="2663497"/>
                  </a:lnTo>
                  <a:lnTo>
                    <a:pt x="3644538" y="2667423"/>
                  </a:lnTo>
                  <a:lnTo>
                    <a:pt x="3722172" y="2671330"/>
                  </a:lnTo>
                  <a:lnTo>
                    <a:pt x="3799806" y="2675219"/>
                  </a:lnTo>
                  <a:lnTo>
                    <a:pt x="3877440" y="2679089"/>
                  </a:lnTo>
                  <a:lnTo>
                    <a:pt x="3955074" y="2682940"/>
                  </a:lnTo>
                  <a:lnTo>
                    <a:pt x="4032708" y="2686773"/>
                  </a:lnTo>
                  <a:lnTo>
                    <a:pt x="4110342" y="2690588"/>
                  </a:lnTo>
                  <a:lnTo>
                    <a:pt x="4187976" y="2694384"/>
                  </a:lnTo>
                  <a:lnTo>
                    <a:pt x="4265610" y="2698163"/>
                  </a:lnTo>
                  <a:lnTo>
                    <a:pt x="4343244" y="2701923"/>
                  </a:lnTo>
                  <a:lnTo>
                    <a:pt x="4420879" y="2705665"/>
                  </a:lnTo>
                  <a:lnTo>
                    <a:pt x="4498513" y="2709389"/>
                  </a:lnTo>
                  <a:lnTo>
                    <a:pt x="4576147" y="2713096"/>
                  </a:lnTo>
                  <a:lnTo>
                    <a:pt x="4653781" y="2716784"/>
                  </a:lnTo>
                  <a:lnTo>
                    <a:pt x="4731415" y="2720455"/>
                  </a:lnTo>
                  <a:lnTo>
                    <a:pt x="4809049" y="2724109"/>
                  </a:lnTo>
                  <a:lnTo>
                    <a:pt x="4886683" y="2727745"/>
                  </a:lnTo>
                  <a:lnTo>
                    <a:pt x="4964317" y="2731363"/>
                  </a:lnTo>
                  <a:lnTo>
                    <a:pt x="5041951" y="2734965"/>
                  </a:lnTo>
                  <a:lnTo>
                    <a:pt x="5119585" y="2738549"/>
                  </a:lnTo>
                  <a:lnTo>
                    <a:pt x="5197219" y="2742115"/>
                  </a:lnTo>
                  <a:lnTo>
                    <a:pt x="5274853" y="2745665"/>
                  </a:lnTo>
                  <a:lnTo>
                    <a:pt x="5352487" y="2749198"/>
                  </a:lnTo>
                  <a:lnTo>
                    <a:pt x="5430121" y="2752714"/>
                  </a:lnTo>
                  <a:lnTo>
                    <a:pt x="5507755" y="2756213"/>
                  </a:lnTo>
                  <a:lnTo>
                    <a:pt x="5585389" y="2759695"/>
                  </a:lnTo>
                  <a:lnTo>
                    <a:pt x="5663023" y="2763161"/>
                  </a:lnTo>
                  <a:lnTo>
                    <a:pt x="5740657" y="2766610"/>
                  </a:lnTo>
                  <a:lnTo>
                    <a:pt x="5818291" y="2770042"/>
                  </a:lnTo>
                  <a:lnTo>
                    <a:pt x="5895925" y="2773458"/>
                  </a:lnTo>
                  <a:lnTo>
                    <a:pt x="5973559" y="2776858"/>
                  </a:lnTo>
                  <a:lnTo>
                    <a:pt x="6051193" y="2780242"/>
                  </a:lnTo>
                  <a:lnTo>
                    <a:pt x="6128827" y="2783609"/>
                  </a:lnTo>
                  <a:lnTo>
                    <a:pt x="6206462" y="2786960"/>
                  </a:lnTo>
                  <a:lnTo>
                    <a:pt x="6284096" y="2790295"/>
                  </a:lnTo>
                  <a:lnTo>
                    <a:pt x="6361730" y="2793614"/>
                  </a:lnTo>
                  <a:lnTo>
                    <a:pt x="6439364" y="2796918"/>
                  </a:lnTo>
                  <a:lnTo>
                    <a:pt x="6516998" y="2800205"/>
                  </a:lnTo>
                  <a:lnTo>
                    <a:pt x="6594632" y="2803477"/>
                  </a:lnTo>
                  <a:lnTo>
                    <a:pt x="6672266" y="2806733"/>
                  </a:lnTo>
                  <a:lnTo>
                    <a:pt x="6749900" y="2809973"/>
                  </a:lnTo>
                  <a:lnTo>
                    <a:pt x="6827534" y="2813198"/>
                  </a:lnTo>
                  <a:lnTo>
                    <a:pt x="6905168" y="2816408"/>
                  </a:lnTo>
                  <a:lnTo>
                    <a:pt x="6982802" y="2819602"/>
                  </a:lnTo>
                  <a:lnTo>
                    <a:pt x="7060436" y="2822781"/>
                  </a:lnTo>
                  <a:lnTo>
                    <a:pt x="7138070" y="2825945"/>
                  </a:lnTo>
                  <a:lnTo>
                    <a:pt x="7215704" y="2829093"/>
                  </a:lnTo>
                  <a:lnTo>
                    <a:pt x="7293338" y="2832227"/>
                  </a:lnTo>
                  <a:lnTo>
                    <a:pt x="7370972" y="2835345"/>
                  </a:lnTo>
                  <a:lnTo>
                    <a:pt x="7370972" y="3463594"/>
                  </a:lnTo>
                  <a:lnTo>
                    <a:pt x="7293338" y="3462080"/>
                  </a:lnTo>
                  <a:lnTo>
                    <a:pt x="7215704" y="3460453"/>
                  </a:lnTo>
                  <a:lnTo>
                    <a:pt x="7138070" y="3458703"/>
                  </a:lnTo>
                  <a:lnTo>
                    <a:pt x="7060436" y="3456822"/>
                  </a:lnTo>
                  <a:lnTo>
                    <a:pt x="6982802" y="3454800"/>
                  </a:lnTo>
                  <a:lnTo>
                    <a:pt x="6905168" y="3452626"/>
                  </a:lnTo>
                  <a:lnTo>
                    <a:pt x="6827534" y="3450288"/>
                  </a:lnTo>
                  <a:lnTo>
                    <a:pt x="6749900" y="3447775"/>
                  </a:lnTo>
                  <a:lnTo>
                    <a:pt x="6672266" y="3445073"/>
                  </a:lnTo>
                  <a:lnTo>
                    <a:pt x="6594632" y="3442168"/>
                  </a:lnTo>
                  <a:lnTo>
                    <a:pt x="6516998" y="3439045"/>
                  </a:lnTo>
                  <a:lnTo>
                    <a:pt x="6439364" y="3435687"/>
                  </a:lnTo>
                  <a:lnTo>
                    <a:pt x="6361730" y="3432078"/>
                  </a:lnTo>
                  <a:lnTo>
                    <a:pt x="6284096" y="3428197"/>
                  </a:lnTo>
                  <a:lnTo>
                    <a:pt x="6206462" y="3424024"/>
                  </a:lnTo>
                  <a:lnTo>
                    <a:pt x="6128827" y="3419538"/>
                  </a:lnTo>
                  <a:lnTo>
                    <a:pt x="6051193" y="3414715"/>
                  </a:lnTo>
                  <a:lnTo>
                    <a:pt x="5973559" y="3409530"/>
                  </a:lnTo>
                  <a:lnTo>
                    <a:pt x="5895925" y="3403956"/>
                  </a:lnTo>
                  <a:lnTo>
                    <a:pt x="5818291" y="3397963"/>
                  </a:lnTo>
                  <a:lnTo>
                    <a:pt x="5740657" y="3391519"/>
                  </a:lnTo>
                  <a:lnTo>
                    <a:pt x="5663023" y="3384592"/>
                  </a:lnTo>
                  <a:lnTo>
                    <a:pt x="5585389" y="3377144"/>
                  </a:lnTo>
                  <a:lnTo>
                    <a:pt x="5507755" y="3369137"/>
                  </a:lnTo>
                  <a:lnTo>
                    <a:pt x="5430121" y="3360528"/>
                  </a:lnTo>
                  <a:lnTo>
                    <a:pt x="5352487" y="3351273"/>
                  </a:lnTo>
                  <a:lnTo>
                    <a:pt x="5274853" y="3341323"/>
                  </a:lnTo>
                  <a:lnTo>
                    <a:pt x="5197219" y="3330625"/>
                  </a:lnTo>
                  <a:lnTo>
                    <a:pt x="5119585" y="3319124"/>
                  </a:lnTo>
                  <a:lnTo>
                    <a:pt x="5041951" y="3306759"/>
                  </a:lnTo>
                  <a:lnTo>
                    <a:pt x="4964317" y="3293465"/>
                  </a:lnTo>
                  <a:lnTo>
                    <a:pt x="4886683" y="3279172"/>
                  </a:lnTo>
                  <a:lnTo>
                    <a:pt x="4809049" y="3263806"/>
                  </a:lnTo>
                  <a:lnTo>
                    <a:pt x="4731415" y="3247286"/>
                  </a:lnTo>
                  <a:lnTo>
                    <a:pt x="4653781" y="3229525"/>
                  </a:lnTo>
                  <a:lnTo>
                    <a:pt x="4576147" y="3210430"/>
                  </a:lnTo>
                  <a:lnTo>
                    <a:pt x="4498513" y="3189900"/>
                  </a:lnTo>
                  <a:lnTo>
                    <a:pt x="4420879" y="3167829"/>
                  </a:lnTo>
                  <a:lnTo>
                    <a:pt x="4343244" y="3144099"/>
                  </a:lnTo>
                  <a:lnTo>
                    <a:pt x="4265610" y="3118588"/>
                  </a:lnTo>
                  <a:lnTo>
                    <a:pt x="4187976" y="3091160"/>
                  </a:lnTo>
                  <a:lnTo>
                    <a:pt x="4110342" y="3061672"/>
                  </a:lnTo>
                  <a:lnTo>
                    <a:pt x="4032708" y="3029969"/>
                  </a:lnTo>
                  <a:lnTo>
                    <a:pt x="3955074" y="2995885"/>
                  </a:lnTo>
                  <a:lnTo>
                    <a:pt x="3877440" y="2959240"/>
                  </a:lnTo>
                  <a:lnTo>
                    <a:pt x="3799806" y="2919843"/>
                  </a:lnTo>
                  <a:lnTo>
                    <a:pt x="3722172" y="2877487"/>
                  </a:lnTo>
                  <a:lnTo>
                    <a:pt x="3644538" y="2831950"/>
                  </a:lnTo>
                  <a:lnTo>
                    <a:pt x="3566904" y="2782992"/>
                  </a:lnTo>
                  <a:lnTo>
                    <a:pt x="3489270" y="2730357"/>
                  </a:lnTo>
                  <a:lnTo>
                    <a:pt x="3411636" y="2673768"/>
                  </a:lnTo>
                  <a:lnTo>
                    <a:pt x="3334002" y="2651605"/>
                  </a:lnTo>
                  <a:lnTo>
                    <a:pt x="3256368" y="2647603"/>
                  </a:lnTo>
                  <a:lnTo>
                    <a:pt x="3178734" y="2643581"/>
                  </a:lnTo>
                  <a:lnTo>
                    <a:pt x="3101100" y="2639541"/>
                  </a:lnTo>
                  <a:lnTo>
                    <a:pt x="3023466" y="2635481"/>
                  </a:lnTo>
                  <a:lnTo>
                    <a:pt x="2945832" y="2631401"/>
                  </a:lnTo>
                  <a:lnTo>
                    <a:pt x="2868198" y="2627302"/>
                  </a:lnTo>
                  <a:lnTo>
                    <a:pt x="2790564" y="2623183"/>
                  </a:lnTo>
                  <a:lnTo>
                    <a:pt x="2712930" y="2619044"/>
                  </a:lnTo>
                  <a:lnTo>
                    <a:pt x="2635295" y="2614885"/>
                  </a:lnTo>
                  <a:lnTo>
                    <a:pt x="2557661" y="2610706"/>
                  </a:lnTo>
                  <a:lnTo>
                    <a:pt x="2480027" y="2606507"/>
                  </a:lnTo>
                  <a:lnTo>
                    <a:pt x="2402393" y="2602288"/>
                  </a:lnTo>
                  <a:lnTo>
                    <a:pt x="2324759" y="2598049"/>
                  </a:lnTo>
                  <a:lnTo>
                    <a:pt x="2247125" y="2593789"/>
                  </a:lnTo>
                  <a:lnTo>
                    <a:pt x="2169491" y="2589509"/>
                  </a:lnTo>
                  <a:lnTo>
                    <a:pt x="2091857" y="2585208"/>
                  </a:lnTo>
                  <a:lnTo>
                    <a:pt x="2014223" y="2580887"/>
                  </a:lnTo>
                  <a:lnTo>
                    <a:pt x="1936589" y="2576544"/>
                  </a:lnTo>
                  <a:lnTo>
                    <a:pt x="1858955" y="2572181"/>
                  </a:lnTo>
                  <a:lnTo>
                    <a:pt x="1781321" y="2567797"/>
                  </a:lnTo>
                  <a:lnTo>
                    <a:pt x="1703687" y="2563392"/>
                  </a:lnTo>
                  <a:lnTo>
                    <a:pt x="1626053" y="2558965"/>
                  </a:lnTo>
                  <a:lnTo>
                    <a:pt x="1548419" y="2554518"/>
                  </a:lnTo>
                  <a:lnTo>
                    <a:pt x="1470785" y="2550049"/>
                  </a:lnTo>
                  <a:lnTo>
                    <a:pt x="1393151" y="2545558"/>
                  </a:lnTo>
                  <a:lnTo>
                    <a:pt x="1315517" y="2541046"/>
                  </a:lnTo>
                  <a:lnTo>
                    <a:pt x="1237883" y="2536512"/>
                  </a:lnTo>
                  <a:lnTo>
                    <a:pt x="1160249" y="2531956"/>
                  </a:lnTo>
                  <a:lnTo>
                    <a:pt x="1082615" y="2527379"/>
                  </a:lnTo>
                  <a:lnTo>
                    <a:pt x="1004981" y="2522779"/>
                  </a:lnTo>
                  <a:lnTo>
                    <a:pt x="927346" y="2518157"/>
                  </a:lnTo>
                  <a:lnTo>
                    <a:pt x="849712" y="2513513"/>
                  </a:lnTo>
                  <a:lnTo>
                    <a:pt x="772078" y="2508847"/>
                  </a:lnTo>
                  <a:lnTo>
                    <a:pt x="694444" y="2504158"/>
                  </a:lnTo>
                  <a:lnTo>
                    <a:pt x="616810" y="2499447"/>
                  </a:lnTo>
                  <a:lnTo>
                    <a:pt x="539176" y="2494713"/>
                  </a:lnTo>
                  <a:lnTo>
                    <a:pt x="461542" y="2489956"/>
                  </a:lnTo>
                  <a:lnTo>
                    <a:pt x="383908" y="2485177"/>
                  </a:lnTo>
                  <a:lnTo>
                    <a:pt x="306274" y="2480374"/>
                  </a:lnTo>
                  <a:lnTo>
                    <a:pt x="228640" y="2475548"/>
                  </a:lnTo>
                  <a:lnTo>
                    <a:pt x="151006" y="2470700"/>
                  </a:lnTo>
                  <a:lnTo>
                    <a:pt x="73372" y="2465827"/>
                  </a:lnTo>
                  <a:lnTo>
                    <a:pt x="0" y="24612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65715" y="2073503"/>
              <a:ext cx="5522774" cy="2835345"/>
            </a:xfrm>
            <a:custGeom>
              <a:avLst/>
              <a:pathLst>
                <a:path w="5522774" h="2835345">
                  <a:moveTo>
                    <a:pt x="0" y="0"/>
                  </a:moveTo>
                  <a:lnTo>
                    <a:pt x="10757" y="35885"/>
                  </a:lnTo>
                  <a:lnTo>
                    <a:pt x="88391" y="276769"/>
                  </a:lnTo>
                  <a:lnTo>
                    <a:pt x="166025" y="500823"/>
                  </a:lnTo>
                  <a:lnTo>
                    <a:pt x="243659" y="709224"/>
                  </a:lnTo>
                  <a:lnTo>
                    <a:pt x="321293" y="903064"/>
                  </a:lnTo>
                  <a:lnTo>
                    <a:pt x="398927" y="1083363"/>
                  </a:lnTo>
                  <a:lnTo>
                    <a:pt x="476561" y="1251064"/>
                  </a:lnTo>
                  <a:lnTo>
                    <a:pt x="554195" y="1407050"/>
                  </a:lnTo>
                  <a:lnTo>
                    <a:pt x="631829" y="1552137"/>
                  </a:lnTo>
                  <a:lnTo>
                    <a:pt x="709464" y="1687088"/>
                  </a:lnTo>
                  <a:lnTo>
                    <a:pt x="787098" y="1812611"/>
                  </a:lnTo>
                  <a:lnTo>
                    <a:pt x="864732" y="1929364"/>
                  </a:lnTo>
                  <a:lnTo>
                    <a:pt x="942366" y="2037960"/>
                  </a:lnTo>
                  <a:lnTo>
                    <a:pt x="1020000" y="2138970"/>
                  </a:lnTo>
                  <a:lnTo>
                    <a:pt x="1097634" y="2232922"/>
                  </a:lnTo>
                  <a:lnTo>
                    <a:pt x="1175268" y="2320310"/>
                  </a:lnTo>
                  <a:lnTo>
                    <a:pt x="1252902" y="2401593"/>
                  </a:lnTo>
                  <a:lnTo>
                    <a:pt x="1330536" y="2477197"/>
                  </a:lnTo>
                  <a:lnTo>
                    <a:pt x="1408170" y="2547519"/>
                  </a:lnTo>
                  <a:lnTo>
                    <a:pt x="1485804" y="2612929"/>
                  </a:lnTo>
                  <a:lnTo>
                    <a:pt x="1563438" y="2655588"/>
                  </a:lnTo>
                  <a:lnTo>
                    <a:pt x="1641072" y="2659552"/>
                  </a:lnTo>
                  <a:lnTo>
                    <a:pt x="1718706" y="2663497"/>
                  </a:lnTo>
                  <a:lnTo>
                    <a:pt x="1796340" y="2667423"/>
                  </a:lnTo>
                  <a:lnTo>
                    <a:pt x="1873974" y="2671330"/>
                  </a:lnTo>
                  <a:lnTo>
                    <a:pt x="1951608" y="2675219"/>
                  </a:lnTo>
                  <a:lnTo>
                    <a:pt x="2029242" y="2679089"/>
                  </a:lnTo>
                  <a:lnTo>
                    <a:pt x="2106876" y="2682940"/>
                  </a:lnTo>
                  <a:lnTo>
                    <a:pt x="2184510" y="2686773"/>
                  </a:lnTo>
                  <a:lnTo>
                    <a:pt x="2262144" y="2690588"/>
                  </a:lnTo>
                  <a:lnTo>
                    <a:pt x="2339778" y="2694384"/>
                  </a:lnTo>
                  <a:lnTo>
                    <a:pt x="2417412" y="2698163"/>
                  </a:lnTo>
                  <a:lnTo>
                    <a:pt x="2495047" y="2701923"/>
                  </a:lnTo>
                  <a:lnTo>
                    <a:pt x="2572681" y="2705665"/>
                  </a:lnTo>
                  <a:lnTo>
                    <a:pt x="2650315" y="2709389"/>
                  </a:lnTo>
                  <a:lnTo>
                    <a:pt x="2727949" y="2713096"/>
                  </a:lnTo>
                  <a:lnTo>
                    <a:pt x="2805583" y="2716784"/>
                  </a:lnTo>
                  <a:lnTo>
                    <a:pt x="2883217" y="2720455"/>
                  </a:lnTo>
                  <a:lnTo>
                    <a:pt x="2960851" y="2724109"/>
                  </a:lnTo>
                  <a:lnTo>
                    <a:pt x="3038485" y="2727745"/>
                  </a:lnTo>
                  <a:lnTo>
                    <a:pt x="3116119" y="2731363"/>
                  </a:lnTo>
                  <a:lnTo>
                    <a:pt x="3193753" y="2734965"/>
                  </a:lnTo>
                  <a:lnTo>
                    <a:pt x="3271387" y="2738549"/>
                  </a:lnTo>
                  <a:lnTo>
                    <a:pt x="3349021" y="2742115"/>
                  </a:lnTo>
                  <a:lnTo>
                    <a:pt x="3426655" y="2745665"/>
                  </a:lnTo>
                  <a:lnTo>
                    <a:pt x="3504289" y="2749198"/>
                  </a:lnTo>
                  <a:lnTo>
                    <a:pt x="3581923" y="2752714"/>
                  </a:lnTo>
                  <a:lnTo>
                    <a:pt x="3659557" y="2756213"/>
                  </a:lnTo>
                  <a:lnTo>
                    <a:pt x="3737191" y="2759695"/>
                  </a:lnTo>
                  <a:lnTo>
                    <a:pt x="3814825" y="2763161"/>
                  </a:lnTo>
                  <a:lnTo>
                    <a:pt x="3892459" y="2766610"/>
                  </a:lnTo>
                  <a:lnTo>
                    <a:pt x="3970093" y="2770042"/>
                  </a:lnTo>
                  <a:lnTo>
                    <a:pt x="4047727" y="2773458"/>
                  </a:lnTo>
                  <a:lnTo>
                    <a:pt x="4125361" y="2776858"/>
                  </a:lnTo>
                  <a:lnTo>
                    <a:pt x="4202996" y="2780242"/>
                  </a:lnTo>
                  <a:lnTo>
                    <a:pt x="4280630" y="2783609"/>
                  </a:lnTo>
                  <a:lnTo>
                    <a:pt x="4358264" y="2786960"/>
                  </a:lnTo>
                  <a:lnTo>
                    <a:pt x="4435898" y="2790295"/>
                  </a:lnTo>
                  <a:lnTo>
                    <a:pt x="4513532" y="2793614"/>
                  </a:lnTo>
                  <a:lnTo>
                    <a:pt x="4591166" y="2796918"/>
                  </a:lnTo>
                  <a:lnTo>
                    <a:pt x="4668800" y="2800205"/>
                  </a:lnTo>
                  <a:lnTo>
                    <a:pt x="4746434" y="2803477"/>
                  </a:lnTo>
                  <a:lnTo>
                    <a:pt x="4824068" y="2806733"/>
                  </a:lnTo>
                  <a:lnTo>
                    <a:pt x="4901702" y="2809973"/>
                  </a:lnTo>
                  <a:lnTo>
                    <a:pt x="4979336" y="2813198"/>
                  </a:lnTo>
                  <a:lnTo>
                    <a:pt x="5056970" y="2816408"/>
                  </a:lnTo>
                  <a:lnTo>
                    <a:pt x="5134604" y="2819602"/>
                  </a:lnTo>
                  <a:lnTo>
                    <a:pt x="5212238" y="2822781"/>
                  </a:lnTo>
                  <a:lnTo>
                    <a:pt x="5289872" y="2825945"/>
                  </a:lnTo>
                  <a:lnTo>
                    <a:pt x="5367506" y="2829093"/>
                  </a:lnTo>
                  <a:lnTo>
                    <a:pt x="5445140" y="2832227"/>
                  </a:lnTo>
                  <a:lnTo>
                    <a:pt x="5522774" y="28353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34704"/>
              <a:ext cx="7370972" cy="1002393"/>
            </a:xfrm>
            <a:custGeom>
              <a:avLst/>
              <a:pathLst>
                <a:path w="7370972" h="1002393">
                  <a:moveTo>
                    <a:pt x="7370972" y="1002393"/>
                  </a:moveTo>
                  <a:lnTo>
                    <a:pt x="7293338" y="1000879"/>
                  </a:lnTo>
                  <a:lnTo>
                    <a:pt x="7215704" y="999252"/>
                  </a:lnTo>
                  <a:lnTo>
                    <a:pt x="7138070" y="997502"/>
                  </a:lnTo>
                  <a:lnTo>
                    <a:pt x="7060436" y="995621"/>
                  </a:lnTo>
                  <a:lnTo>
                    <a:pt x="6982802" y="993599"/>
                  </a:lnTo>
                  <a:lnTo>
                    <a:pt x="6905168" y="991425"/>
                  </a:lnTo>
                  <a:lnTo>
                    <a:pt x="6827534" y="989087"/>
                  </a:lnTo>
                  <a:lnTo>
                    <a:pt x="6749900" y="986574"/>
                  </a:lnTo>
                  <a:lnTo>
                    <a:pt x="6672266" y="983872"/>
                  </a:lnTo>
                  <a:lnTo>
                    <a:pt x="6594632" y="980967"/>
                  </a:lnTo>
                  <a:lnTo>
                    <a:pt x="6516998" y="977844"/>
                  </a:lnTo>
                  <a:lnTo>
                    <a:pt x="6439364" y="974486"/>
                  </a:lnTo>
                  <a:lnTo>
                    <a:pt x="6361730" y="970877"/>
                  </a:lnTo>
                  <a:lnTo>
                    <a:pt x="6284096" y="966996"/>
                  </a:lnTo>
                  <a:lnTo>
                    <a:pt x="6206462" y="962823"/>
                  </a:lnTo>
                  <a:lnTo>
                    <a:pt x="6128827" y="958337"/>
                  </a:lnTo>
                  <a:lnTo>
                    <a:pt x="6051193" y="953514"/>
                  </a:lnTo>
                  <a:lnTo>
                    <a:pt x="5973559" y="948329"/>
                  </a:lnTo>
                  <a:lnTo>
                    <a:pt x="5895925" y="942755"/>
                  </a:lnTo>
                  <a:lnTo>
                    <a:pt x="5818291" y="936762"/>
                  </a:lnTo>
                  <a:lnTo>
                    <a:pt x="5740657" y="930318"/>
                  </a:lnTo>
                  <a:lnTo>
                    <a:pt x="5663023" y="923391"/>
                  </a:lnTo>
                  <a:lnTo>
                    <a:pt x="5585389" y="915943"/>
                  </a:lnTo>
                  <a:lnTo>
                    <a:pt x="5507755" y="907936"/>
                  </a:lnTo>
                  <a:lnTo>
                    <a:pt x="5430121" y="899327"/>
                  </a:lnTo>
                  <a:lnTo>
                    <a:pt x="5352487" y="890072"/>
                  </a:lnTo>
                  <a:lnTo>
                    <a:pt x="5274853" y="880122"/>
                  </a:lnTo>
                  <a:lnTo>
                    <a:pt x="5197219" y="869424"/>
                  </a:lnTo>
                  <a:lnTo>
                    <a:pt x="5119585" y="857923"/>
                  </a:lnTo>
                  <a:lnTo>
                    <a:pt x="5041951" y="845558"/>
                  </a:lnTo>
                  <a:lnTo>
                    <a:pt x="4964317" y="832264"/>
                  </a:lnTo>
                  <a:lnTo>
                    <a:pt x="4886683" y="817971"/>
                  </a:lnTo>
                  <a:lnTo>
                    <a:pt x="4809049" y="802605"/>
                  </a:lnTo>
                  <a:lnTo>
                    <a:pt x="4731415" y="786085"/>
                  </a:lnTo>
                  <a:lnTo>
                    <a:pt x="4653781" y="768324"/>
                  </a:lnTo>
                  <a:lnTo>
                    <a:pt x="4576147" y="749229"/>
                  </a:lnTo>
                  <a:lnTo>
                    <a:pt x="4498513" y="728699"/>
                  </a:lnTo>
                  <a:lnTo>
                    <a:pt x="4420879" y="706628"/>
                  </a:lnTo>
                  <a:lnTo>
                    <a:pt x="4343244" y="682898"/>
                  </a:lnTo>
                  <a:lnTo>
                    <a:pt x="4265610" y="657387"/>
                  </a:lnTo>
                  <a:lnTo>
                    <a:pt x="4187976" y="629959"/>
                  </a:lnTo>
                  <a:lnTo>
                    <a:pt x="4110342" y="600471"/>
                  </a:lnTo>
                  <a:lnTo>
                    <a:pt x="4032708" y="568768"/>
                  </a:lnTo>
                  <a:lnTo>
                    <a:pt x="3955074" y="534684"/>
                  </a:lnTo>
                  <a:lnTo>
                    <a:pt x="3877440" y="498039"/>
                  </a:lnTo>
                  <a:lnTo>
                    <a:pt x="3799806" y="458642"/>
                  </a:lnTo>
                  <a:lnTo>
                    <a:pt x="3722172" y="416286"/>
                  </a:lnTo>
                  <a:lnTo>
                    <a:pt x="3644538" y="370749"/>
                  </a:lnTo>
                  <a:lnTo>
                    <a:pt x="3566904" y="321791"/>
                  </a:lnTo>
                  <a:lnTo>
                    <a:pt x="3489270" y="269156"/>
                  </a:lnTo>
                  <a:lnTo>
                    <a:pt x="3411636" y="212567"/>
                  </a:lnTo>
                  <a:lnTo>
                    <a:pt x="3334002" y="190404"/>
                  </a:lnTo>
                  <a:lnTo>
                    <a:pt x="3256368" y="186402"/>
                  </a:lnTo>
                  <a:lnTo>
                    <a:pt x="3178734" y="182381"/>
                  </a:lnTo>
                  <a:lnTo>
                    <a:pt x="3101100" y="178340"/>
                  </a:lnTo>
                  <a:lnTo>
                    <a:pt x="3023466" y="174280"/>
                  </a:lnTo>
                  <a:lnTo>
                    <a:pt x="2945832" y="170200"/>
                  </a:lnTo>
                  <a:lnTo>
                    <a:pt x="2868198" y="166101"/>
                  </a:lnTo>
                  <a:lnTo>
                    <a:pt x="2790564" y="161982"/>
                  </a:lnTo>
                  <a:lnTo>
                    <a:pt x="2712930" y="157843"/>
                  </a:lnTo>
                  <a:lnTo>
                    <a:pt x="2635295" y="153684"/>
                  </a:lnTo>
                  <a:lnTo>
                    <a:pt x="2557661" y="149505"/>
                  </a:lnTo>
                  <a:lnTo>
                    <a:pt x="2480027" y="145306"/>
                  </a:lnTo>
                  <a:lnTo>
                    <a:pt x="2402393" y="141087"/>
                  </a:lnTo>
                  <a:lnTo>
                    <a:pt x="2324759" y="136848"/>
                  </a:lnTo>
                  <a:lnTo>
                    <a:pt x="2247125" y="132588"/>
                  </a:lnTo>
                  <a:lnTo>
                    <a:pt x="2169491" y="128308"/>
                  </a:lnTo>
                  <a:lnTo>
                    <a:pt x="2091857" y="124007"/>
                  </a:lnTo>
                  <a:lnTo>
                    <a:pt x="2014223" y="119686"/>
                  </a:lnTo>
                  <a:lnTo>
                    <a:pt x="1936589" y="115343"/>
                  </a:lnTo>
                  <a:lnTo>
                    <a:pt x="1858955" y="110980"/>
                  </a:lnTo>
                  <a:lnTo>
                    <a:pt x="1781321" y="106596"/>
                  </a:lnTo>
                  <a:lnTo>
                    <a:pt x="1703687" y="102191"/>
                  </a:lnTo>
                  <a:lnTo>
                    <a:pt x="1626053" y="97764"/>
                  </a:lnTo>
                  <a:lnTo>
                    <a:pt x="1548419" y="93317"/>
                  </a:lnTo>
                  <a:lnTo>
                    <a:pt x="1470785" y="88848"/>
                  </a:lnTo>
                  <a:lnTo>
                    <a:pt x="1393151" y="84357"/>
                  </a:lnTo>
                  <a:lnTo>
                    <a:pt x="1315517" y="79845"/>
                  </a:lnTo>
                  <a:lnTo>
                    <a:pt x="1237883" y="75311"/>
                  </a:lnTo>
                  <a:lnTo>
                    <a:pt x="1160249" y="70755"/>
                  </a:lnTo>
                  <a:lnTo>
                    <a:pt x="1082615" y="66178"/>
                  </a:lnTo>
                  <a:lnTo>
                    <a:pt x="1004981" y="61578"/>
                  </a:lnTo>
                  <a:lnTo>
                    <a:pt x="927346" y="56956"/>
                  </a:lnTo>
                  <a:lnTo>
                    <a:pt x="849712" y="52312"/>
                  </a:lnTo>
                  <a:lnTo>
                    <a:pt x="772078" y="47646"/>
                  </a:lnTo>
                  <a:lnTo>
                    <a:pt x="694444" y="42957"/>
                  </a:lnTo>
                  <a:lnTo>
                    <a:pt x="616810" y="38246"/>
                  </a:lnTo>
                  <a:lnTo>
                    <a:pt x="539176" y="33512"/>
                  </a:lnTo>
                  <a:lnTo>
                    <a:pt x="461542" y="28755"/>
                  </a:lnTo>
                  <a:lnTo>
                    <a:pt x="383908" y="23976"/>
                  </a:lnTo>
                  <a:lnTo>
                    <a:pt x="306274" y="19173"/>
                  </a:lnTo>
                  <a:lnTo>
                    <a:pt x="228640" y="14348"/>
                  </a:lnTo>
                  <a:lnTo>
                    <a:pt x="151006" y="9499"/>
                  </a:lnTo>
                  <a:lnTo>
                    <a:pt x="73372" y="462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18601" y="2073503"/>
              <a:ext cx="6869888" cy="3369436"/>
            </a:xfrm>
            <a:custGeom>
              <a:avLst/>
              <a:pathLst>
                <a:path w="6869888" h="3369436">
                  <a:moveTo>
                    <a:pt x="0" y="0"/>
                  </a:moveTo>
                  <a:lnTo>
                    <a:pt x="38092" y="66017"/>
                  </a:lnTo>
                  <a:lnTo>
                    <a:pt x="115726" y="195465"/>
                  </a:lnTo>
                  <a:lnTo>
                    <a:pt x="193360" y="320011"/>
                  </a:lnTo>
                  <a:lnTo>
                    <a:pt x="270994" y="439839"/>
                  </a:lnTo>
                  <a:lnTo>
                    <a:pt x="348628" y="555129"/>
                  </a:lnTo>
                  <a:lnTo>
                    <a:pt x="426262" y="666052"/>
                  </a:lnTo>
                  <a:lnTo>
                    <a:pt x="503897" y="772774"/>
                  </a:lnTo>
                  <a:lnTo>
                    <a:pt x="581531" y="875453"/>
                  </a:lnTo>
                  <a:lnTo>
                    <a:pt x="659165" y="974244"/>
                  </a:lnTo>
                  <a:lnTo>
                    <a:pt x="736799" y="1069293"/>
                  </a:lnTo>
                  <a:lnTo>
                    <a:pt x="814433" y="1160742"/>
                  </a:lnTo>
                  <a:lnTo>
                    <a:pt x="892067" y="1248727"/>
                  </a:lnTo>
                  <a:lnTo>
                    <a:pt x="969701" y="1333380"/>
                  </a:lnTo>
                  <a:lnTo>
                    <a:pt x="1047335" y="1414826"/>
                  </a:lnTo>
                  <a:lnTo>
                    <a:pt x="1124969" y="1493188"/>
                  </a:lnTo>
                  <a:lnTo>
                    <a:pt x="1202603" y="1568581"/>
                  </a:lnTo>
                  <a:lnTo>
                    <a:pt x="1280237" y="1641119"/>
                  </a:lnTo>
                  <a:lnTo>
                    <a:pt x="1357871" y="1710910"/>
                  </a:lnTo>
                  <a:lnTo>
                    <a:pt x="1435505" y="1778057"/>
                  </a:lnTo>
                  <a:lnTo>
                    <a:pt x="1513139" y="1842661"/>
                  </a:lnTo>
                  <a:lnTo>
                    <a:pt x="1590773" y="1904818"/>
                  </a:lnTo>
                  <a:lnTo>
                    <a:pt x="1668407" y="1964621"/>
                  </a:lnTo>
                  <a:lnTo>
                    <a:pt x="1746041" y="2022159"/>
                  </a:lnTo>
                  <a:lnTo>
                    <a:pt x="1823675" y="2077517"/>
                  </a:lnTo>
                  <a:lnTo>
                    <a:pt x="1901309" y="2130779"/>
                  </a:lnTo>
                  <a:lnTo>
                    <a:pt x="1978943" y="2182023"/>
                  </a:lnTo>
                  <a:lnTo>
                    <a:pt x="2056577" y="2231327"/>
                  </a:lnTo>
                  <a:lnTo>
                    <a:pt x="2134211" y="2278763"/>
                  </a:lnTo>
                  <a:lnTo>
                    <a:pt x="2211845" y="2324402"/>
                  </a:lnTo>
                  <a:lnTo>
                    <a:pt x="2289480" y="2368313"/>
                  </a:lnTo>
                  <a:lnTo>
                    <a:pt x="2367114" y="2410561"/>
                  </a:lnTo>
                  <a:lnTo>
                    <a:pt x="2444748" y="2451208"/>
                  </a:lnTo>
                  <a:lnTo>
                    <a:pt x="2522382" y="2490316"/>
                  </a:lnTo>
                  <a:lnTo>
                    <a:pt x="2600016" y="2527943"/>
                  </a:lnTo>
                  <a:lnTo>
                    <a:pt x="2677650" y="2564145"/>
                  </a:lnTo>
                  <a:lnTo>
                    <a:pt x="2755284" y="2598975"/>
                  </a:lnTo>
                  <a:lnTo>
                    <a:pt x="2832918" y="2632486"/>
                  </a:lnTo>
                  <a:lnTo>
                    <a:pt x="2910552" y="2664728"/>
                  </a:lnTo>
                  <a:lnTo>
                    <a:pt x="2988186" y="2695749"/>
                  </a:lnTo>
                  <a:lnTo>
                    <a:pt x="3065820" y="2725595"/>
                  </a:lnTo>
                  <a:lnTo>
                    <a:pt x="3143454" y="2754310"/>
                  </a:lnTo>
                  <a:lnTo>
                    <a:pt x="3221088" y="2781938"/>
                  </a:lnTo>
                  <a:lnTo>
                    <a:pt x="3298722" y="2808520"/>
                  </a:lnTo>
                  <a:lnTo>
                    <a:pt x="3376356" y="2834094"/>
                  </a:lnTo>
                  <a:lnTo>
                    <a:pt x="3453990" y="2858700"/>
                  </a:lnTo>
                  <a:lnTo>
                    <a:pt x="3531624" y="2882374"/>
                  </a:lnTo>
                  <a:lnTo>
                    <a:pt x="3609258" y="2905152"/>
                  </a:lnTo>
                  <a:lnTo>
                    <a:pt x="3686892" y="2927066"/>
                  </a:lnTo>
                  <a:lnTo>
                    <a:pt x="3764526" y="2948151"/>
                  </a:lnTo>
                  <a:lnTo>
                    <a:pt x="3842160" y="2968437"/>
                  </a:lnTo>
                  <a:lnTo>
                    <a:pt x="3919794" y="2987954"/>
                  </a:lnTo>
                  <a:lnTo>
                    <a:pt x="3997429" y="3006733"/>
                  </a:lnTo>
                  <a:lnTo>
                    <a:pt x="4075063" y="3024800"/>
                  </a:lnTo>
                  <a:lnTo>
                    <a:pt x="4152697" y="3042183"/>
                  </a:lnTo>
                  <a:lnTo>
                    <a:pt x="4230331" y="3058907"/>
                  </a:lnTo>
                  <a:lnTo>
                    <a:pt x="4307965" y="3074998"/>
                  </a:lnTo>
                  <a:lnTo>
                    <a:pt x="4385599" y="3090480"/>
                  </a:lnTo>
                  <a:lnTo>
                    <a:pt x="4463233" y="3105375"/>
                  </a:lnTo>
                  <a:lnTo>
                    <a:pt x="4540867" y="3119706"/>
                  </a:lnTo>
                  <a:lnTo>
                    <a:pt x="4618501" y="3133494"/>
                  </a:lnTo>
                  <a:lnTo>
                    <a:pt x="4696135" y="3146760"/>
                  </a:lnTo>
                  <a:lnTo>
                    <a:pt x="4773769" y="3159524"/>
                  </a:lnTo>
                  <a:lnTo>
                    <a:pt x="4851403" y="3171804"/>
                  </a:lnTo>
                  <a:lnTo>
                    <a:pt x="4929037" y="3183619"/>
                  </a:lnTo>
                  <a:lnTo>
                    <a:pt x="5006671" y="3194987"/>
                  </a:lnTo>
                  <a:lnTo>
                    <a:pt x="5084305" y="3205924"/>
                  </a:lnTo>
                  <a:lnTo>
                    <a:pt x="5161939" y="3216446"/>
                  </a:lnTo>
                  <a:lnTo>
                    <a:pt x="5239573" y="3226570"/>
                  </a:lnTo>
                  <a:lnTo>
                    <a:pt x="5317207" y="3236311"/>
                  </a:lnTo>
                  <a:lnTo>
                    <a:pt x="5394841" y="3245683"/>
                  </a:lnTo>
                  <a:lnTo>
                    <a:pt x="5472475" y="3254700"/>
                  </a:lnTo>
                  <a:lnTo>
                    <a:pt x="5550109" y="3263375"/>
                  </a:lnTo>
                  <a:lnTo>
                    <a:pt x="5627743" y="3271722"/>
                  </a:lnTo>
                  <a:lnTo>
                    <a:pt x="5705378" y="3279752"/>
                  </a:lnTo>
                  <a:lnTo>
                    <a:pt x="5783012" y="3287479"/>
                  </a:lnTo>
                  <a:lnTo>
                    <a:pt x="5860646" y="3294912"/>
                  </a:lnTo>
                  <a:lnTo>
                    <a:pt x="5938280" y="3302065"/>
                  </a:lnTo>
                  <a:lnTo>
                    <a:pt x="6015914" y="3308946"/>
                  </a:lnTo>
                  <a:lnTo>
                    <a:pt x="6093548" y="3315567"/>
                  </a:lnTo>
                  <a:lnTo>
                    <a:pt x="6171182" y="3321936"/>
                  </a:lnTo>
                  <a:lnTo>
                    <a:pt x="6248816" y="3328065"/>
                  </a:lnTo>
                  <a:lnTo>
                    <a:pt x="6326450" y="3333962"/>
                  </a:lnTo>
                  <a:lnTo>
                    <a:pt x="6404084" y="3339635"/>
                  </a:lnTo>
                  <a:lnTo>
                    <a:pt x="6481718" y="3345093"/>
                  </a:lnTo>
                  <a:lnTo>
                    <a:pt x="6559352" y="3350345"/>
                  </a:lnTo>
                  <a:lnTo>
                    <a:pt x="6636986" y="3355397"/>
                  </a:lnTo>
                  <a:lnTo>
                    <a:pt x="6714620" y="3360259"/>
                  </a:lnTo>
                  <a:lnTo>
                    <a:pt x="6792254" y="3364936"/>
                  </a:lnTo>
                  <a:lnTo>
                    <a:pt x="6869888" y="336943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448385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= 0.64 (95% CI 0.44-0.95), p = 0.025   (per 0.1-unit increase in eGFR ratio (Cox PH))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2026-06-02T08:49:28Z</dcterms:modified>
  <cp:category/>
</cp:coreProperties>
</file>