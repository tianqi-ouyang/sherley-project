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44792"/>
            </a:xfrm>
            <a:custGeom>
              <a:avLst/>
              <a:pathLst>
                <a:path w="7370972" h="3644792">
                  <a:moveTo>
                    <a:pt x="2171456" y="0"/>
                  </a:moveTo>
                  <a:lnTo>
                    <a:pt x="2247125" y="312683"/>
                  </a:lnTo>
                  <a:lnTo>
                    <a:pt x="2324759" y="605374"/>
                  </a:lnTo>
                  <a:lnTo>
                    <a:pt x="2402393" y="872415"/>
                  </a:lnTo>
                  <a:lnTo>
                    <a:pt x="2480027" y="1116055"/>
                  </a:lnTo>
                  <a:lnTo>
                    <a:pt x="2557661" y="1338344"/>
                  </a:lnTo>
                  <a:lnTo>
                    <a:pt x="2635295" y="1541153"/>
                  </a:lnTo>
                  <a:lnTo>
                    <a:pt x="2712930" y="1726189"/>
                  </a:lnTo>
                  <a:lnTo>
                    <a:pt x="2790564" y="1895010"/>
                  </a:lnTo>
                  <a:lnTo>
                    <a:pt x="2868198" y="2049037"/>
                  </a:lnTo>
                  <a:lnTo>
                    <a:pt x="2945832" y="2189565"/>
                  </a:lnTo>
                  <a:lnTo>
                    <a:pt x="3023466" y="2317779"/>
                  </a:lnTo>
                  <a:lnTo>
                    <a:pt x="3101100" y="2434757"/>
                  </a:lnTo>
                  <a:lnTo>
                    <a:pt x="3178734" y="2541484"/>
                  </a:lnTo>
                  <a:lnTo>
                    <a:pt x="3256368" y="2638859"/>
                  </a:lnTo>
                  <a:lnTo>
                    <a:pt x="3334002" y="2727700"/>
                  </a:lnTo>
                  <a:lnTo>
                    <a:pt x="3411636" y="2788518"/>
                  </a:lnTo>
                  <a:lnTo>
                    <a:pt x="3489270" y="2805217"/>
                  </a:lnTo>
                  <a:lnTo>
                    <a:pt x="3566904" y="2821592"/>
                  </a:lnTo>
                  <a:lnTo>
                    <a:pt x="3644538" y="2837651"/>
                  </a:lnTo>
                  <a:lnTo>
                    <a:pt x="3722172" y="2853400"/>
                  </a:lnTo>
                  <a:lnTo>
                    <a:pt x="3799806" y="2868844"/>
                  </a:lnTo>
                  <a:lnTo>
                    <a:pt x="3877440" y="2883990"/>
                  </a:lnTo>
                  <a:lnTo>
                    <a:pt x="3955074" y="2898844"/>
                  </a:lnTo>
                  <a:lnTo>
                    <a:pt x="4032708" y="2913410"/>
                  </a:lnTo>
                  <a:lnTo>
                    <a:pt x="4110342" y="2927695"/>
                  </a:lnTo>
                  <a:lnTo>
                    <a:pt x="4187976" y="2941704"/>
                  </a:lnTo>
                  <a:lnTo>
                    <a:pt x="4265610" y="2955442"/>
                  </a:lnTo>
                  <a:lnTo>
                    <a:pt x="4343244" y="2968914"/>
                  </a:lnTo>
                  <a:lnTo>
                    <a:pt x="4420879" y="2982126"/>
                  </a:lnTo>
                  <a:lnTo>
                    <a:pt x="4498513" y="2995083"/>
                  </a:lnTo>
                  <a:lnTo>
                    <a:pt x="4576147" y="3007790"/>
                  </a:lnTo>
                  <a:lnTo>
                    <a:pt x="4653781" y="3020251"/>
                  </a:lnTo>
                  <a:lnTo>
                    <a:pt x="4731415" y="3032471"/>
                  </a:lnTo>
                  <a:lnTo>
                    <a:pt x="4809049" y="3044455"/>
                  </a:lnTo>
                  <a:lnTo>
                    <a:pt x="4886683" y="3056208"/>
                  </a:lnTo>
                  <a:lnTo>
                    <a:pt x="4964317" y="3067733"/>
                  </a:lnTo>
                  <a:lnTo>
                    <a:pt x="5041951" y="3079036"/>
                  </a:lnTo>
                  <a:lnTo>
                    <a:pt x="5119585" y="3090120"/>
                  </a:lnTo>
                  <a:lnTo>
                    <a:pt x="5197219" y="3100990"/>
                  </a:lnTo>
                  <a:lnTo>
                    <a:pt x="5274853" y="3111650"/>
                  </a:lnTo>
                  <a:lnTo>
                    <a:pt x="5352487" y="3122104"/>
                  </a:lnTo>
                  <a:lnTo>
                    <a:pt x="5430121" y="3132356"/>
                  </a:lnTo>
                  <a:lnTo>
                    <a:pt x="5507755" y="3142410"/>
                  </a:lnTo>
                  <a:lnTo>
                    <a:pt x="5585389" y="3152270"/>
                  </a:lnTo>
                  <a:lnTo>
                    <a:pt x="5663023" y="3161939"/>
                  </a:lnTo>
                  <a:lnTo>
                    <a:pt x="5740657" y="3171421"/>
                  </a:lnTo>
                  <a:lnTo>
                    <a:pt x="5818291" y="3180720"/>
                  </a:lnTo>
                  <a:lnTo>
                    <a:pt x="5895925" y="3189840"/>
                  </a:lnTo>
                  <a:lnTo>
                    <a:pt x="5973559" y="3198783"/>
                  </a:lnTo>
                  <a:lnTo>
                    <a:pt x="6051193" y="3207553"/>
                  </a:lnTo>
                  <a:lnTo>
                    <a:pt x="6128827" y="3216154"/>
                  </a:lnTo>
                  <a:lnTo>
                    <a:pt x="6206462" y="3224589"/>
                  </a:lnTo>
                  <a:lnTo>
                    <a:pt x="6284096" y="3232860"/>
                  </a:lnTo>
                  <a:lnTo>
                    <a:pt x="6361730" y="3240972"/>
                  </a:lnTo>
                  <a:lnTo>
                    <a:pt x="6439364" y="3248927"/>
                  </a:lnTo>
                  <a:lnTo>
                    <a:pt x="6516998" y="3256729"/>
                  </a:lnTo>
                  <a:lnTo>
                    <a:pt x="6594632" y="3264379"/>
                  </a:lnTo>
                  <a:lnTo>
                    <a:pt x="6672266" y="3271882"/>
                  </a:lnTo>
                  <a:lnTo>
                    <a:pt x="6749900" y="3279240"/>
                  </a:lnTo>
                  <a:lnTo>
                    <a:pt x="6827534" y="3286455"/>
                  </a:lnTo>
                  <a:lnTo>
                    <a:pt x="6905168" y="3293531"/>
                  </a:lnTo>
                  <a:lnTo>
                    <a:pt x="6982802" y="3300471"/>
                  </a:lnTo>
                  <a:lnTo>
                    <a:pt x="7060436" y="3307276"/>
                  </a:lnTo>
                  <a:lnTo>
                    <a:pt x="7138070" y="3313950"/>
                  </a:lnTo>
                  <a:lnTo>
                    <a:pt x="7215704" y="3320495"/>
                  </a:lnTo>
                  <a:lnTo>
                    <a:pt x="7293338" y="3326913"/>
                  </a:lnTo>
                  <a:lnTo>
                    <a:pt x="7370972" y="3333208"/>
                  </a:lnTo>
                  <a:lnTo>
                    <a:pt x="7370972" y="3644792"/>
                  </a:lnTo>
                  <a:lnTo>
                    <a:pt x="7293338" y="3644038"/>
                  </a:lnTo>
                  <a:lnTo>
                    <a:pt x="7215704" y="3643212"/>
                  </a:lnTo>
                  <a:lnTo>
                    <a:pt x="7138070" y="3642306"/>
                  </a:lnTo>
                  <a:lnTo>
                    <a:pt x="7060436" y="3641313"/>
                  </a:lnTo>
                  <a:lnTo>
                    <a:pt x="6982802" y="3640224"/>
                  </a:lnTo>
                  <a:lnTo>
                    <a:pt x="6905168" y="3639031"/>
                  </a:lnTo>
                  <a:lnTo>
                    <a:pt x="6827534" y="3637724"/>
                  </a:lnTo>
                  <a:lnTo>
                    <a:pt x="6749900" y="3636291"/>
                  </a:lnTo>
                  <a:lnTo>
                    <a:pt x="6672266" y="3634720"/>
                  </a:lnTo>
                  <a:lnTo>
                    <a:pt x="6594632" y="3632999"/>
                  </a:lnTo>
                  <a:lnTo>
                    <a:pt x="6516998" y="3631112"/>
                  </a:lnTo>
                  <a:lnTo>
                    <a:pt x="6439364" y="3629044"/>
                  </a:lnTo>
                  <a:lnTo>
                    <a:pt x="6361730" y="3626777"/>
                  </a:lnTo>
                  <a:lnTo>
                    <a:pt x="6284096" y="3624293"/>
                  </a:lnTo>
                  <a:lnTo>
                    <a:pt x="6206462" y="3621570"/>
                  </a:lnTo>
                  <a:lnTo>
                    <a:pt x="6128827" y="3618585"/>
                  </a:lnTo>
                  <a:lnTo>
                    <a:pt x="6051193" y="3615314"/>
                  </a:lnTo>
                  <a:lnTo>
                    <a:pt x="5973559" y="3611728"/>
                  </a:lnTo>
                  <a:lnTo>
                    <a:pt x="5895925" y="3607799"/>
                  </a:lnTo>
                  <a:lnTo>
                    <a:pt x="5818291" y="3603491"/>
                  </a:lnTo>
                  <a:lnTo>
                    <a:pt x="5740657" y="3598770"/>
                  </a:lnTo>
                  <a:lnTo>
                    <a:pt x="5663023" y="3593596"/>
                  </a:lnTo>
                  <a:lnTo>
                    <a:pt x="5585389" y="3587924"/>
                  </a:lnTo>
                  <a:lnTo>
                    <a:pt x="5507755" y="3581708"/>
                  </a:lnTo>
                  <a:lnTo>
                    <a:pt x="5430121" y="3574894"/>
                  </a:lnTo>
                  <a:lnTo>
                    <a:pt x="5352487" y="3567427"/>
                  </a:lnTo>
                  <a:lnTo>
                    <a:pt x="5274853" y="3559242"/>
                  </a:lnTo>
                  <a:lnTo>
                    <a:pt x="5197219" y="3550270"/>
                  </a:lnTo>
                  <a:lnTo>
                    <a:pt x="5119585" y="3540437"/>
                  </a:lnTo>
                  <a:lnTo>
                    <a:pt x="5041951" y="3529660"/>
                  </a:lnTo>
                  <a:lnTo>
                    <a:pt x="4964317" y="3517848"/>
                  </a:lnTo>
                  <a:lnTo>
                    <a:pt x="4886683" y="3504900"/>
                  </a:lnTo>
                  <a:lnTo>
                    <a:pt x="4809049" y="3490710"/>
                  </a:lnTo>
                  <a:lnTo>
                    <a:pt x="4731415" y="3475156"/>
                  </a:lnTo>
                  <a:lnTo>
                    <a:pt x="4653781" y="3458108"/>
                  </a:lnTo>
                  <a:lnTo>
                    <a:pt x="4576147" y="3439423"/>
                  </a:lnTo>
                  <a:lnTo>
                    <a:pt x="4498513" y="3418943"/>
                  </a:lnTo>
                  <a:lnTo>
                    <a:pt x="4420879" y="3396496"/>
                  </a:lnTo>
                  <a:lnTo>
                    <a:pt x="4343244" y="3371893"/>
                  </a:lnTo>
                  <a:lnTo>
                    <a:pt x="4265610" y="3344927"/>
                  </a:lnTo>
                  <a:lnTo>
                    <a:pt x="4187976" y="3315371"/>
                  </a:lnTo>
                  <a:lnTo>
                    <a:pt x="4110342" y="3282976"/>
                  </a:lnTo>
                  <a:lnTo>
                    <a:pt x="4032708" y="3247469"/>
                  </a:lnTo>
                  <a:lnTo>
                    <a:pt x="3955074" y="3208552"/>
                  </a:lnTo>
                  <a:lnTo>
                    <a:pt x="3877440" y="3165897"/>
                  </a:lnTo>
                  <a:lnTo>
                    <a:pt x="3799806" y="3119145"/>
                  </a:lnTo>
                  <a:lnTo>
                    <a:pt x="3722172" y="3067903"/>
                  </a:lnTo>
                  <a:lnTo>
                    <a:pt x="3644538" y="3011738"/>
                  </a:lnTo>
                  <a:lnTo>
                    <a:pt x="3566904" y="2950179"/>
                  </a:lnTo>
                  <a:lnTo>
                    <a:pt x="3489270" y="2882708"/>
                  </a:lnTo>
                  <a:lnTo>
                    <a:pt x="3411636" y="2808755"/>
                  </a:lnTo>
                  <a:lnTo>
                    <a:pt x="3334002" y="2771491"/>
                  </a:lnTo>
                  <a:lnTo>
                    <a:pt x="3256368" y="2754128"/>
                  </a:lnTo>
                  <a:lnTo>
                    <a:pt x="3178734" y="2736423"/>
                  </a:lnTo>
                  <a:lnTo>
                    <a:pt x="3101100" y="2718370"/>
                  </a:lnTo>
                  <a:lnTo>
                    <a:pt x="3023466" y="2699960"/>
                  </a:lnTo>
                  <a:lnTo>
                    <a:pt x="2945832" y="2681188"/>
                  </a:lnTo>
                  <a:lnTo>
                    <a:pt x="2868198" y="2662046"/>
                  </a:lnTo>
                  <a:lnTo>
                    <a:pt x="2790564" y="2642527"/>
                  </a:lnTo>
                  <a:lnTo>
                    <a:pt x="2712930" y="2622623"/>
                  </a:lnTo>
                  <a:lnTo>
                    <a:pt x="2635295" y="2602327"/>
                  </a:lnTo>
                  <a:lnTo>
                    <a:pt x="2557661" y="2581630"/>
                  </a:lnTo>
                  <a:lnTo>
                    <a:pt x="2480027" y="2560527"/>
                  </a:lnTo>
                  <a:lnTo>
                    <a:pt x="2402393" y="2539007"/>
                  </a:lnTo>
                  <a:lnTo>
                    <a:pt x="2324759" y="2517063"/>
                  </a:lnTo>
                  <a:lnTo>
                    <a:pt x="2247125" y="2494687"/>
                  </a:lnTo>
                  <a:lnTo>
                    <a:pt x="2169491" y="2471870"/>
                  </a:lnTo>
                  <a:lnTo>
                    <a:pt x="2091857" y="2448603"/>
                  </a:lnTo>
                  <a:lnTo>
                    <a:pt x="2014223" y="2424878"/>
                  </a:lnTo>
                  <a:lnTo>
                    <a:pt x="1936589" y="2400686"/>
                  </a:lnTo>
                  <a:lnTo>
                    <a:pt x="1858955" y="2376016"/>
                  </a:lnTo>
                  <a:lnTo>
                    <a:pt x="1781321" y="2350861"/>
                  </a:lnTo>
                  <a:lnTo>
                    <a:pt x="1703687" y="2325210"/>
                  </a:lnTo>
                  <a:lnTo>
                    <a:pt x="1626053" y="2299053"/>
                  </a:lnTo>
                  <a:lnTo>
                    <a:pt x="1548419" y="2272381"/>
                  </a:lnTo>
                  <a:lnTo>
                    <a:pt x="1470785" y="2245184"/>
                  </a:lnTo>
                  <a:lnTo>
                    <a:pt x="1393151" y="2217450"/>
                  </a:lnTo>
                  <a:lnTo>
                    <a:pt x="1315517" y="2189170"/>
                  </a:lnTo>
                  <a:lnTo>
                    <a:pt x="1237883" y="2160333"/>
                  </a:lnTo>
                  <a:lnTo>
                    <a:pt x="1160249" y="2130928"/>
                  </a:lnTo>
                  <a:lnTo>
                    <a:pt x="1082615" y="2100943"/>
                  </a:lnTo>
                  <a:lnTo>
                    <a:pt x="1004981" y="2070368"/>
                  </a:lnTo>
                  <a:lnTo>
                    <a:pt x="927346" y="2039190"/>
                  </a:lnTo>
                  <a:lnTo>
                    <a:pt x="849712" y="2007397"/>
                  </a:lnTo>
                  <a:lnTo>
                    <a:pt x="772078" y="1974978"/>
                  </a:lnTo>
                  <a:lnTo>
                    <a:pt x="694444" y="1941920"/>
                  </a:lnTo>
                  <a:lnTo>
                    <a:pt x="616810" y="1908211"/>
                  </a:lnTo>
                  <a:lnTo>
                    <a:pt x="539176" y="1873838"/>
                  </a:lnTo>
                  <a:lnTo>
                    <a:pt x="461542" y="1838787"/>
                  </a:lnTo>
                  <a:lnTo>
                    <a:pt x="383908" y="1803046"/>
                  </a:lnTo>
                  <a:lnTo>
                    <a:pt x="306274" y="1766601"/>
                  </a:lnTo>
                  <a:lnTo>
                    <a:pt x="228640" y="1729437"/>
                  </a:lnTo>
                  <a:lnTo>
                    <a:pt x="151006" y="1691541"/>
                  </a:lnTo>
                  <a:lnTo>
                    <a:pt x="73372" y="1652898"/>
                  </a:lnTo>
                  <a:lnTo>
                    <a:pt x="0" y="16156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88974" y="1896563"/>
              <a:ext cx="5199515" cy="3333208"/>
            </a:xfrm>
            <a:custGeom>
              <a:avLst/>
              <a:pathLst>
                <a:path w="5199515" h="3333208">
                  <a:moveTo>
                    <a:pt x="0" y="0"/>
                  </a:moveTo>
                  <a:lnTo>
                    <a:pt x="75669" y="312683"/>
                  </a:lnTo>
                  <a:lnTo>
                    <a:pt x="153303" y="605374"/>
                  </a:lnTo>
                  <a:lnTo>
                    <a:pt x="230937" y="872415"/>
                  </a:lnTo>
                  <a:lnTo>
                    <a:pt x="308571" y="1116055"/>
                  </a:lnTo>
                  <a:lnTo>
                    <a:pt x="386205" y="1338344"/>
                  </a:lnTo>
                  <a:lnTo>
                    <a:pt x="463839" y="1541153"/>
                  </a:lnTo>
                  <a:lnTo>
                    <a:pt x="541473" y="1726189"/>
                  </a:lnTo>
                  <a:lnTo>
                    <a:pt x="619107" y="1895010"/>
                  </a:lnTo>
                  <a:lnTo>
                    <a:pt x="696741" y="2049037"/>
                  </a:lnTo>
                  <a:lnTo>
                    <a:pt x="774375" y="2189565"/>
                  </a:lnTo>
                  <a:lnTo>
                    <a:pt x="852009" y="2317779"/>
                  </a:lnTo>
                  <a:lnTo>
                    <a:pt x="929643" y="2434757"/>
                  </a:lnTo>
                  <a:lnTo>
                    <a:pt x="1007277" y="2541484"/>
                  </a:lnTo>
                  <a:lnTo>
                    <a:pt x="1084911" y="2638859"/>
                  </a:lnTo>
                  <a:lnTo>
                    <a:pt x="1162545" y="2727700"/>
                  </a:lnTo>
                  <a:lnTo>
                    <a:pt x="1240179" y="2788518"/>
                  </a:lnTo>
                  <a:lnTo>
                    <a:pt x="1317813" y="2805217"/>
                  </a:lnTo>
                  <a:lnTo>
                    <a:pt x="1395447" y="2821592"/>
                  </a:lnTo>
                  <a:lnTo>
                    <a:pt x="1473081" y="2837651"/>
                  </a:lnTo>
                  <a:lnTo>
                    <a:pt x="1550715" y="2853400"/>
                  </a:lnTo>
                  <a:lnTo>
                    <a:pt x="1628349" y="2868844"/>
                  </a:lnTo>
                  <a:lnTo>
                    <a:pt x="1705983" y="2883990"/>
                  </a:lnTo>
                  <a:lnTo>
                    <a:pt x="1783618" y="2898844"/>
                  </a:lnTo>
                  <a:lnTo>
                    <a:pt x="1861252" y="2913410"/>
                  </a:lnTo>
                  <a:lnTo>
                    <a:pt x="1938886" y="2927695"/>
                  </a:lnTo>
                  <a:lnTo>
                    <a:pt x="2016520" y="2941704"/>
                  </a:lnTo>
                  <a:lnTo>
                    <a:pt x="2094154" y="2955442"/>
                  </a:lnTo>
                  <a:lnTo>
                    <a:pt x="2171788" y="2968914"/>
                  </a:lnTo>
                  <a:lnTo>
                    <a:pt x="2249422" y="2982126"/>
                  </a:lnTo>
                  <a:lnTo>
                    <a:pt x="2327056" y="2995083"/>
                  </a:lnTo>
                  <a:lnTo>
                    <a:pt x="2404690" y="3007790"/>
                  </a:lnTo>
                  <a:lnTo>
                    <a:pt x="2482324" y="3020251"/>
                  </a:lnTo>
                  <a:lnTo>
                    <a:pt x="2559958" y="3032471"/>
                  </a:lnTo>
                  <a:lnTo>
                    <a:pt x="2637592" y="3044455"/>
                  </a:lnTo>
                  <a:lnTo>
                    <a:pt x="2715226" y="3056208"/>
                  </a:lnTo>
                  <a:lnTo>
                    <a:pt x="2792860" y="3067733"/>
                  </a:lnTo>
                  <a:lnTo>
                    <a:pt x="2870494" y="3079036"/>
                  </a:lnTo>
                  <a:lnTo>
                    <a:pt x="2948128" y="3090120"/>
                  </a:lnTo>
                  <a:lnTo>
                    <a:pt x="3025762" y="3100990"/>
                  </a:lnTo>
                  <a:lnTo>
                    <a:pt x="3103396" y="3111650"/>
                  </a:lnTo>
                  <a:lnTo>
                    <a:pt x="3181030" y="3122104"/>
                  </a:lnTo>
                  <a:lnTo>
                    <a:pt x="3258664" y="3132356"/>
                  </a:lnTo>
                  <a:lnTo>
                    <a:pt x="3336298" y="3142410"/>
                  </a:lnTo>
                  <a:lnTo>
                    <a:pt x="3413932" y="3152270"/>
                  </a:lnTo>
                  <a:lnTo>
                    <a:pt x="3491567" y="3161939"/>
                  </a:lnTo>
                  <a:lnTo>
                    <a:pt x="3569201" y="3171421"/>
                  </a:lnTo>
                  <a:lnTo>
                    <a:pt x="3646835" y="3180720"/>
                  </a:lnTo>
                  <a:lnTo>
                    <a:pt x="3724469" y="3189840"/>
                  </a:lnTo>
                  <a:lnTo>
                    <a:pt x="3802103" y="3198783"/>
                  </a:lnTo>
                  <a:lnTo>
                    <a:pt x="3879737" y="3207553"/>
                  </a:lnTo>
                  <a:lnTo>
                    <a:pt x="3957371" y="3216154"/>
                  </a:lnTo>
                  <a:lnTo>
                    <a:pt x="4035005" y="3224589"/>
                  </a:lnTo>
                  <a:lnTo>
                    <a:pt x="4112639" y="3232860"/>
                  </a:lnTo>
                  <a:lnTo>
                    <a:pt x="4190273" y="3240972"/>
                  </a:lnTo>
                  <a:lnTo>
                    <a:pt x="4267907" y="3248927"/>
                  </a:lnTo>
                  <a:lnTo>
                    <a:pt x="4345541" y="3256729"/>
                  </a:lnTo>
                  <a:lnTo>
                    <a:pt x="4423175" y="3264379"/>
                  </a:lnTo>
                  <a:lnTo>
                    <a:pt x="4500809" y="3271882"/>
                  </a:lnTo>
                  <a:lnTo>
                    <a:pt x="4578443" y="3279240"/>
                  </a:lnTo>
                  <a:lnTo>
                    <a:pt x="4656077" y="3286455"/>
                  </a:lnTo>
                  <a:lnTo>
                    <a:pt x="4733711" y="3293531"/>
                  </a:lnTo>
                  <a:lnTo>
                    <a:pt x="4811345" y="3300471"/>
                  </a:lnTo>
                  <a:lnTo>
                    <a:pt x="4888979" y="3307276"/>
                  </a:lnTo>
                  <a:lnTo>
                    <a:pt x="4966613" y="3313950"/>
                  </a:lnTo>
                  <a:lnTo>
                    <a:pt x="5044247" y="3320495"/>
                  </a:lnTo>
                  <a:lnTo>
                    <a:pt x="5121881" y="3326913"/>
                  </a:lnTo>
                  <a:lnTo>
                    <a:pt x="5199515" y="33332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512220"/>
              <a:ext cx="7370972" cy="2029135"/>
            </a:xfrm>
            <a:custGeom>
              <a:avLst/>
              <a:pathLst>
                <a:path w="7370972" h="2029135">
                  <a:moveTo>
                    <a:pt x="7370972" y="2029135"/>
                  </a:moveTo>
                  <a:lnTo>
                    <a:pt x="7293338" y="2028381"/>
                  </a:lnTo>
                  <a:lnTo>
                    <a:pt x="7215704" y="2027554"/>
                  </a:lnTo>
                  <a:lnTo>
                    <a:pt x="7138070" y="2026648"/>
                  </a:lnTo>
                  <a:lnTo>
                    <a:pt x="7060436" y="2025655"/>
                  </a:lnTo>
                  <a:lnTo>
                    <a:pt x="6982802" y="2024567"/>
                  </a:lnTo>
                  <a:lnTo>
                    <a:pt x="6905168" y="2023374"/>
                  </a:lnTo>
                  <a:lnTo>
                    <a:pt x="6827534" y="2022067"/>
                  </a:lnTo>
                  <a:lnTo>
                    <a:pt x="6749900" y="2020634"/>
                  </a:lnTo>
                  <a:lnTo>
                    <a:pt x="6672266" y="2019063"/>
                  </a:lnTo>
                  <a:lnTo>
                    <a:pt x="6594632" y="2017341"/>
                  </a:lnTo>
                  <a:lnTo>
                    <a:pt x="6516998" y="2015455"/>
                  </a:lnTo>
                  <a:lnTo>
                    <a:pt x="6439364" y="2013387"/>
                  </a:lnTo>
                  <a:lnTo>
                    <a:pt x="6361730" y="2011120"/>
                  </a:lnTo>
                  <a:lnTo>
                    <a:pt x="6284096" y="2008635"/>
                  </a:lnTo>
                  <a:lnTo>
                    <a:pt x="6206462" y="2005912"/>
                  </a:lnTo>
                  <a:lnTo>
                    <a:pt x="6128827" y="2002928"/>
                  </a:lnTo>
                  <a:lnTo>
                    <a:pt x="6051193" y="1999656"/>
                  </a:lnTo>
                  <a:lnTo>
                    <a:pt x="5973559" y="1996071"/>
                  </a:lnTo>
                  <a:lnTo>
                    <a:pt x="5895925" y="1992141"/>
                  </a:lnTo>
                  <a:lnTo>
                    <a:pt x="5818291" y="1987834"/>
                  </a:lnTo>
                  <a:lnTo>
                    <a:pt x="5740657" y="1983113"/>
                  </a:lnTo>
                  <a:lnTo>
                    <a:pt x="5663023" y="1977938"/>
                  </a:lnTo>
                  <a:lnTo>
                    <a:pt x="5585389" y="1972267"/>
                  </a:lnTo>
                  <a:lnTo>
                    <a:pt x="5507755" y="1966050"/>
                  </a:lnTo>
                  <a:lnTo>
                    <a:pt x="5430121" y="1959237"/>
                  </a:lnTo>
                  <a:lnTo>
                    <a:pt x="5352487" y="1951769"/>
                  </a:lnTo>
                  <a:lnTo>
                    <a:pt x="5274853" y="1943584"/>
                  </a:lnTo>
                  <a:lnTo>
                    <a:pt x="5197219" y="1934613"/>
                  </a:lnTo>
                  <a:lnTo>
                    <a:pt x="5119585" y="1924780"/>
                  </a:lnTo>
                  <a:lnTo>
                    <a:pt x="5041951" y="1914003"/>
                  </a:lnTo>
                  <a:lnTo>
                    <a:pt x="4964317" y="1902190"/>
                  </a:lnTo>
                  <a:lnTo>
                    <a:pt x="4886683" y="1889243"/>
                  </a:lnTo>
                  <a:lnTo>
                    <a:pt x="4809049" y="1875052"/>
                  </a:lnTo>
                  <a:lnTo>
                    <a:pt x="4731415" y="1859498"/>
                  </a:lnTo>
                  <a:lnTo>
                    <a:pt x="4653781" y="1842451"/>
                  </a:lnTo>
                  <a:lnTo>
                    <a:pt x="4576147" y="1823766"/>
                  </a:lnTo>
                  <a:lnTo>
                    <a:pt x="4498513" y="1803286"/>
                  </a:lnTo>
                  <a:lnTo>
                    <a:pt x="4420879" y="1780839"/>
                  </a:lnTo>
                  <a:lnTo>
                    <a:pt x="4343244" y="1756236"/>
                  </a:lnTo>
                  <a:lnTo>
                    <a:pt x="4265610" y="1729270"/>
                  </a:lnTo>
                  <a:lnTo>
                    <a:pt x="4187976" y="1699714"/>
                  </a:lnTo>
                  <a:lnTo>
                    <a:pt x="4110342" y="1667318"/>
                  </a:lnTo>
                  <a:lnTo>
                    <a:pt x="4032708" y="1631812"/>
                  </a:lnTo>
                  <a:lnTo>
                    <a:pt x="3955074" y="1592895"/>
                  </a:lnTo>
                  <a:lnTo>
                    <a:pt x="3877440" y="1550240"/>
                  </a:lnTo>
                  <a:lnTo>
                    <a:pt x="3799806" y="1503488"/>
                  </a:lnTo>
                  <a:lnTo>
                    <a:pt x="3722172" y="1452245"/>
                  </a:lnTo>
                  <a:lnTo>
                    <a:pt x="3644538" y="1396081"/>
                  </a:lnTo>
                  <a:lnTo>
                    <a:pt x="3566904" y="1334522"/>
                  </a:lnTo>
                  <a:lnTo>
                    <a:pt x="3489270" y="1267050"/>
                  </a:lnTo>
                  <a:lnTo>
                    <a:pt x="3411636" y="1193098"/>
                  </a:lnTo>
                  <a:lnTo>
                    <a:pt x="3334002" y="1155834"/>
                  </a:lnTo>
                  <a:lnTo>
                    <a:pt x="3256368" y="1138471"/>
                  </a:lnTo>
                  <a:lnTo>
                    <a:pt x="3178734" y="1120766"/>
                  </a:lnTo>
                  <a:lnTo>
                    <a:pt x="3101100" y="1102712"/>
                  </a:lnTo>
                  <a:lnTo>
                    <a:pt x="3023466" y="1084303"/>
                  </a:lnTo>
                  <a:lnTo>
                    <a:pt x="2945832" y="1065530"/>
                  </a:lnTo>
                  <a:lnTo>
                    <a:pt x="2868198" y="1046388"/>
                  </a:lnTo>
                  <a:lnTo>
                    <a:pt x="2790564" y="1026869"/>
                  </a:lnTo>
                  <a:lnTo>
                    <a:pt x="2712930" y="1006965"/>
                  </a:lnTo>
                  <a:lnTo>
                    <a:pt x="2635295" y="986669"/>
                  </a:lnTo>
                  <a:lnTo>
                    <a:pt x="2557661" y="965973"/>
                  </a:lnTo>
                  <a:lnTo>
                    <a:pt x="2480027" y="944869"/>
                  </a:lnTo>
                  <a:lnTo>
                    <a:pt x="2402393" y="923349"/>
                  </a:lnTo>
                  <a:lnTo>
                    <a:pt x="2324759" y="901406"/>
                  </a:lnTo>
                  <a:lnTo>
                    <a:pt x="2247125" y="879029"/>
                  </a:lnTo>
                  <a:lnTo>
                    <a:pt x="2169491" y="856212"/>
                  </a:lnTo>
                  <a:lnTo>
                    <a:pt x="2091857" y="832946"/>
                  </a:lnTo>
                  <a:lnTo>
                    <a:pt x="2014223" y="809221"/>
                  </a:lnTo>
                  <a:lnTo>
                    <a:pt x="1936589" y="785028"/>
                  </a:lnTo>
                  <a:lnTo>
                    <a:pt x="1858955" y="760359"/>
                  </a:lnTo>
                  <a:lnTo>
                    <a:pt x="1781321" y="735203"/>
                  </a:lnTo>
                  <a:lnTo>
                    <a:pt x="1703687" y="709552"/>
                  </a:lnTo>
                  <a:lnTo>
                    <a:pt x="1626053" y="683396"/>
                  </a:lnTo>
                  <a:lnTo>
                    <a:pt x="1548419" y="656724"/>
                  </a:lnTo>
                  <a:lnTo>
                    <a:pt x="1470785" y="629526"/>
                  </a:lnTo>
                  <a:lnTo>
                    <a:pt x="1393151" y="601793"/>
                  </a:lnTo>
                  <a:lnTo>
                    <a:pt x="1315517" y="573513"/>
                  </a:lnTo>
                  <a:lnTo>
                    <a:pt x="1237883" y="544676"/>
                  </a:lnTo>
                  <a:lnTo>
                    <a:pt x="1160249" y="515270"/>
                  </a:lnTo>
                  <a:lnTo>
                    <a:pt x="1082615" y="485286"/>
                  </a:lnTo>
                  <a:lnTo>
                    <a:pt x="1004981" y="454710"/>
                  </a:lnTo>
                  <a:lnTo>
                    <a:pt x="927346" y="423532"/>
                  </a:lnTo>
                  <a:lnTo>
                    <a:pt x="849712" y="391740"/>
                  </a:lnTo>
                  <a:lnTo>
                    <a:pt x="772078" y="359321"/>
                  </a:lnTo>
                  <a:lnTo>
                    <a:pt x="694444" y="326263"/>
                  </a:lnTo>
                  <a:lnTo>
                    <a:pt x="616810" y="292554"/>
                  </a:lnTo>
                  <a:lnTo>
                    <a:pt x="539176" y="258181"/>
                  </a:lnTo>
                  <a:lnTo>
                    <a:pt x="461542" y="223130"/>
                  </a:lnTo>
                  <a:lnTo>
                    <a:pt x="383908" y="187389"/>
                  </a:lnTo>
                  <a:lnTo>
                    <a:pt x="306274" y="150943"/>
                  </a:lnTo>
                  <a:lnTo>
                    <a:pt x="228640" y="113779"/>
                  </a:lnTo>
                  <a:lnTo>
                    <a:pt x="151006" y="75883"/>
                  </a:lnTo>
                  <a:lnTo>
                    <a:pt x="73372" y="372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00584" y="1896563"/>
              <a:ext cx="5987905" cy="3602564"/>
            </a:xfrm>
            <a:custGeom>
              <a:avLst/>
              <a:pathLst>
                <a:path w="5987905" h="3602564">
                  <a:moveTo>
                    <a:pt x="0" y="0"/>
                  </a:moveTo>
                  <a:lnTo>
                    <a:pt x="10084" y="26933"/>
                  </a:lnTo>
                  <a:lnTo>
                    <a:pt x="87718" y="223065"/>
                  </a:lnTo>
                  <a:lnTo>
                    <a:pt x="165352" y="408587"/>
                  </a:lnTo>
                  <a:lnTo>
                    <a:pt x="242986" y="584074"/>
                  </a:lnTo>
                  <a:lnTo>
                    <a:pt x="320620" y="750068"/>
                  </a:lnTo>
                  <a:lnTo>
                    <a:pt x="398254" y="907082"/>
                  </a:lnTo>
                  <a:lnTo>
                    <a:pt x="475888" y="1055603"/>
                  </a:lnTo>
                  <a:lnTo>
                    <a:pt x="553522" y="1196089"/>
                  </a:lnTo>
                  <a:lnTo>
                    <a:pt x="631156" y="1328976"/>
                  </a:lnTo>
                  <a:lnTo>
                    <a:pt x="708790" y="1454674"/>
                  </a:lnTo>
                  <a:lnTo>
                    <a:pt x="786424" y="1573573"/>
                  </a:lnTo>
                  <a:lnTo>
                    <a:pt x="864058" y="1686040"/>
                  </a:lnTo>
                  <a:lnTo>
                    <a:pt x="941692" y="1792423"/>
                  </a:lnTo>
                  <a:lnTo>
                    <a:pt x="1019326" y="1893052"/>
                  </a:lnTo>
                  <a:lnTo>
                    <a:pt x="1096960" y="1988236"/>
                  </a:lnTo>
                  <a:lnTo>
                    <a:pt x="1174594" y="2078272"/>
                  </a:lnTo>
                  <a:lnTo>
                    <a:pt x="1252228" y="2163437"/>
                  </a:lnTo>
                  <a:lnTo>
                    <a:pt x="1329862" y="2243996"/>
                  </a:lnTo>
                  <a:lnTo>
                    <a:pt x="1407496" y="2320196"/>
                  </a:lnTo>
                  <a:lnTo>
                    <a:pt x="1485130" y="2392275"/>
                  </a:lnTo>
                  <a:lnTo>
                    <a:pt x="1562765" y="2460454"/>
                  </a:lnTo>
                  <a:lnTo>
                    <a:pt x="1640399" y="2524946"/>
                  </a:lnTo>
                  <a:lnTo>
                    <a:pt x="1718033" y="2585948"/>
                  </a:lnTo>
                  <a:lnTo>
                    <a:pt x="1795667" y="2643651"/>
                  </a:lnTo>
                  <a:lnTo>
                    <a:pt x="1873301" y="2698232"/>
                  </a:lnTo>
                  <a:lnTo>
                    <a:pt x="1950935" y="2749861"/>
                  </a:lnTo>
                  <a:lnTo>
                    <a:pt x="2028569" y="2798697"/>
                  </a:lnTo>
                  <a:lnTo>
                    <a:pt x="2106203" y="2844891"/>
                  </a:lnTo>
                  <a:lnTo>
                    <a:pt x="2183837" y="2888586"/>
                  </a:lnTo>
                  <a:lnTo>
                    <a:pt x="2261471" y="2929918"/>
                  </a:lnTo>
                  <a:lnTo>
                    <a:pt x="2339105" y="2969013"/>
                  </a:lnTo>
                  <a:lnTo>
                    <a:pt x="2416739" y="3005994"/>
                  </a:lnTo>
                  <a:lnTo>
                    <a:pt x="2494373" y="3040975"/>
                  </a:lnTo>
                  <a:lnTo>
                    <a:pt x="2572007" y="3074063"/>
                  </a:lnTo>
                  <a:lnTo>
                    <a:pt x="2649641" y="3105361"/>
                  </a:lnTo>
                  <a:lnTo>
                    <a:pt x="2727275" y="3134966"/>
                  </a:lnTo>
                  <a:lnTo>
                    <a:pt x="2804909" y="3162970"/>
                  </a:lnTo>
                  <a:lnTo>
                    <a:pt x="2882543" y="3189458"/>
                  </a:lnTo>
                  <a:lnTo>
                    <a:pt x="2960177" y="3214514"/>
                  </a:lnTo>
                  <a:lnTo>
                    <a:pt x="3037811" y="3238215"/>
                  </a:lnTo>
                  <a:lnTo>
                    <a:pt x="3115445" y="3260633"/>
                  </a:lnTo>
                  <a:lnTo>
                    <a:pt x="3193079" y="3281839"/>
                  </a:lnTo>
                  <a:lnTo>
                    <a:pt x="3270714" y="3301898"/>
                  </a:lnTo>
                  <a:lnTo>
                    <a:pt x="3348348" y="3320871"/>
                  </a:lnTo>
                  <a:lnTo>
                    <a:pt x="3425982" y="3338818"/>
                  </a:lnTo>
                  <a:lnTo>
                    <a:pt x="3503616" y="3355795"/>
                  </a:lnTo>
                  <a:lnTo>
                    <a:pt x="3581250" y="3371853"/>
                  </a:lnTo>
                  <a:lnTo>
                    <a:pt x="3658884" y="3387042"/>
                  </a:lnTo>
                  <a:lnTo>
                    <a:pt x="3736518" y="3401410"/>
                  </a:lnTo>
                  <a:lnTo>
                    <a:pt x="3814152" y="3415000"/>
                  </a:lnTo>
                  <a:lnTo>
                    <a:pt x="3891786" y="3427855"/>
                  </a:lnTo>
                  <a:lnTo>
                    <a:pt x="3969420" y="3440015"/>
                  </a:lnTo>
                  <a:lnTo>
                    <a:pt x="4047054" y="3451517"/>
                  </a:lnTo>
                  <a:lnTo>
                    <a:pt x="4124688" y="3462397"/>
                  </a:lnTo>
                  <a:lnTo>
                    <a:pt x="4202322" y="3472688"/>
                  </a:lnTo>
                  <a:lnTo>
                    <a:pt x="4279956" y="3482423"/>
                  </a:lnTo>
                  <a:lnTo>
                    <a:pt x="4357590" y="3491631"/>
                  </a:lnTo>
                  <a:lnTo>
                    <a:pt x="4435224" y="3500341"/>
                  </a:lnTo>
                  <a:lnTo>
                    <a:pt x="4512858" y="3508580"/>
                  </a:lnTo>
                  <a:lnTo>
                    <a:pt x="4590492" y="3516373"/>
                  </a:lnTo>
                  <a:lnTo>
                    <a:pt x="4668126" y="3523744"/>
                  </a:lnTo>
                  <a:lnTo>
                    <a:pt x="4745760" y="3530717"/>
                  </a:lnTo>
                  <a:lnTo>
                    <a:pt x="4823394" y="3537313"/>
                  </a:lnTo>
                  <a:lnTo>
                    <a:pt x="4901028" y="3543552"/>
                  </a:lnTo>
                  <a:lnTo>
                    <a:pt x="4978663" y="3549453"/>
                  </a:lnTo>
                  <a:lnTo>
                    <a:pt x="5056297" y="3555035"/>
                  </a:lnTo>
                  <a:lnTo>
                    <a:pt x="5133931" y="3560315"/>
                  </a:lnTo>
                  <a:lnTo>
                    <a:pt x="5211565" y="3565310"/>
                  </a:lnTo>
                  <a:lnTo>
                    <a:pt x="5289199" y="3570034"/>
                  </a:lnTo>
                  <a:lnTo>
                    <a:pt x="5366833" y="3574503"/>
                  </a:lnTo>
                  <a:lnTo>
                    <a:pt x="5444467" y="3578730"/>
                  </a:lnTo>
                  <a:lnTo>
                    <a:pt x="5522101" y="3582728"/>
                  </a:lnTo>
                  <a:lnTo>
                    <a:pt x="5599735" y="3586510"/>
                  </a:lnTo>
                  <a:lnTo>
                    <a:pt x="5677369" y="3590087"/>
                  </a:lnTo>
                  <a:lnTo>
                    <a:pt x="5755003" y="3593471"/>
                  </a:lnTo>
                  <a:lnTo>
                    <a:pt x="5832637" y="3596672"/>
                  </a:lnTo>
                  <a:lnTo>
                    <a:pt x="5910271" y="3599700"/>
                  </a:lnTo>
                  <a:lnTo>
                    <a:pt x="5987905" y="36025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2026-05-22T09:54:29Z</dcterms:modified>
  <cp:category/>
</cp:coreProperties>
</file>