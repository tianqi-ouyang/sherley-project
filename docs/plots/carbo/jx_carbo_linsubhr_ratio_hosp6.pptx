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155"/>
            </a:xfrm>
            <a:custGeom>
              <a:avLst/>
              <a:pathLst>
                <a:path w="7370972" h="3651155">
                  <a:moveTo>
                    <a:pt x="2488999" y="0"/>
                  </a:moveTo>
                  <a:lnTo>
                    <a:pt x="2557661" y="382235"/>
                  </a:lnTo>
                  <a:lnTo>
                    <a:pt x="2635295" y="763969"/>
                  </a:lnTo>
                  <a:lnTo>
                    <a:pt x="2712930" y="1101145"/>
                  </a:lnTo>
                  <a:lnTo>
                    <a:pt x="2790564" y="1398964"/>
                  </a:lnTo>
                  <a:lnTo>
                    <a:pt x="2868198" y="1662021"/>
                  </a:lnTo>
                  <a:lnTo>
                    <a:pt x="2945832" y="1894373"/>
                  </a:lnTo>
                  <a:lnTo>
                    <a:pt x="3023466" y="2099605"/>
                  </a:lnTo>
                  <a:lnTo>
                    <a:pt x="3101100" y="2280881"/>
                  </a:lnTo>
                  <a:lnTo>
                    <a:pt x="3178734" y="2440997"/>
                  </a:lnTo>
                  <a:lnTo>
                    <a:pt x="3256368" y="2582425"/>
                  </a:lnTo>
                  <a:lnTo>
                    <a:pt x="3334002" y="2707344"/>
                  </a:lnTo>
                  <a:lnTo>
                    <a:pt x="3411636" y="2774566"/>
                  </a:lnTo>
                  <a:lnTo>
                    <a:pt x="3489270" y="2748471"/>
                  </a:lnTo>
                  <a:lnTo>
                    <a:pt x="3566904" y="2721600"/>
                  </a:lnTo>
                  <a:lnTo>
                    <a:pt x="3644538" y="2693930"/>
                  </a:lnTo>
                  <a:lnTo>
                    <a:pt x="3722172" y="2665438"/>
                  </a:lnTo>
                  <a:lnTo>
                    <a:pt x="3799806" y="2636099"/>
                  </a:lnTo>
                  <a:lnTo>
                    <a:pt x="3877440" y="2605888"/>
                  </a:lnTo>
                  <a:lnTo>
                    <a:pt x="3955074" y="2574780"/>
                  </a:lnTo>
                  <a:lnTo>
                    <a:pt x="4032708" y="2542747"/>
                  </a:lnTo>
                  <a:lnTo>
                    <a:pt x="4110342" y="2509762"/>
                  </a:lnTo>
                  <a:lnTo>
                    <a:pt x="4187976" y="2475796"/>
                  </a:lnTo>
                  <a:lnTo>
                    <a:pt x="4265610" y="2440821"/>
                  </a:lnTo>
                  <a:lnTo>
                    <a:pt x="4343244" y="2404807"/>
                  </a:lnTo>
                  <a:lnTo>
                    <a:pt x="4420879" y="2367723"/>
                  </a:lnTo>
                  <a:lnTo>
                    <a:pt x="4498513" y="2329536"/>
                  </a:lnTo>
                  <a:lnTo>
                    <a:pt x="4576147" y="2290215"/>
                  </a:lnTo>
                  <a:lnTo>
                    <a:pt x="4653781" y="2249724"/>
                  </a:lnTo>
                  <a:lnTo>
                    <a:pt x="4731415" y="2208031"/>
                  </a:lnTo>
                  <a:lnTo>
                    <a:pt x="4809049" y="2165099"/>
                  </a:lnTo>
                  <a:lnTo>
                    <a:pt x="4886683" y="2120890"/>
                  </a:lnTo>
                  <a:lnTo>
                    <a:pt x="4964317" y="2075368"/>
                  </a:lnTo>
                  <a:lnTo>
                    <a:pt x="5041951" y="2028493"/>
                  </a:lnTo>
                  <a:lnTo>
                    <a:pt x="5119585" y="1980225"/>
                  </a:lnTo>
                  <a:lnTo>
                    <a:pt x="5197219" y="1930522"/>
                  </a:lnTo>
                  <a:lnTo>
                    <a:pt x="5274853" y="1879342"/>
                  </a:lnTo>
                  <a:lnTo>
                    <a:pt x="5352487" y="1826641"/>
                  </a:lnTo>
                  <a:lnTo>
                    <a:pt x="5430121" y="1772374"/>
                  </a:lnTo>
                  <a:lnTo>
                    <a:pt x="5507755" y="1716494"/>
                  </a:lnTo>
                  <a:lnTo>
                    <a:pt x="5585389" y="1658954"/>
                  </a:lnTo>
                  <a:lnTo>
                    <a:pt x="5663023" y="1599703"/>
                  </a:lnTo>
                  <a:lnTo>
                    <a:pt x="5740657" y="1538692"/>
                  </a:lnTo>
                  <a:lnTo>
                    <a:pt x="5818291" y="1475867"/>
                  </a:lnTo>
                  <a:lnTo>
                    <a:pt x="5895925" y="1411176"/>
                  </a:lnTo>
                  <a:lnTo>
                    <a:pt x="5973559" y="1344561"/>
                  </a:lnTo>
                  <a:lnTo>
                    <a:pt x="6051193" y="1275967"/>
                  </a:lnTo>
                  <a:lnTo>
                    <a:pt x="6128827" y="1205335"/>
                  </a:lnTo>
                  <a:lnTo>
                    <a:pt x="6206462" y="1132603"/>
                  </a:lnTo>
                  <a:lnTo>
                    <a:pt x="6284096" y="1057710"/>
                  </a:lnTo>
                  <a:lnTo>
                    <a:pt x="6361730" y="980591"/>
                  </a:lnTo>
                  <a:lnTo>
                    <a:pt x="6439364" y="901180"/>
                  </a:lnTo>
                  <a:lnTo>
                    <a:pt x="6516998" y="819409"/>
                  </a:lnTo>
                  <a:lnTo>
                    <a:pt x="6594632" y="735208"/>
                  </a:lnTo>
                  <a:lnTo>
                    <a:pt x="6672266" y="648505"/>
                  </a:lnTo>
                  <a:lnTo>
                    <a:pt x="6749900" y="559224"/>
                  </a:lnTo>
                  <a:lnTo>
                    <a:pt x="6827534" y="467291"/>
                  </a:lnTo>
                  <a:lnTo>
                    <a:pt x="6905168" y="372625"/>
                  </a:lnTo>
                  <a:lnTo>
                    <a:pt x="6982802" y="275146"/>
                  </a:lnTo>
                  <a:lnTo>
                    <a:pt x="7060436" y="174770"/>
                  </a:lnTo>
                  <a:lnTo>
                    <a:pt x="7138070" y="71411"/>
                  </a:lnTo>
                  <a:lnTo>
                    <a:pt x="7190160" y="0"/>
                  </a:lnTo>
                  <a:lnTo>
                    <a:pt x="7370972" y="0"/>
                  </a:lnTo>
                  <a:lnTo>
                    <a:pt x="7370972" y="3651155"/>
                  </a:lnTo>
                  <a:lnTo>
                    <a:pt x="7293338" y="3650959"/>
                  </a:lnTo>
                  <a:lnTo>
                    <a:pt x="7215704" y="3650736"/>
                  </a:lnTo>
                  <a:lnTo>
                    <a:pt x="7138070" y="3650484"/>
                  </a:lnTo>
                  <a:lnTo>
                    <a:pt x="7060436" y="3650199"/>
                  </a:lnTo>
                  <a:lnTo>
                    <a:pt x="6982802" y="3649876"/>
                  </a:lnTo>
                  <a:lnTo>
                    <a:pt x="6905168" y="3649510"/>
                  </a:lnTo>
                  <a:lnTo>
                    <a:pt x="6827534" y="3649096"/>
                  </a:lnTo>
                  <a:lnTo>
                    <a:pt x="6749900" y="3648627"/>
                  </a:lnTo>
                  <a:lnTo>
                    <a:pt x="6672266" y="3648096"/>
                  </a:lnTo>
                  <a:lnTo>
                    <a:pt x="6594632" y="3647495"/>
                  </a:lnTo>
                  <a:lnTo>
                    <a:pt x="6516998" y="3646815"/>
                  </a:lnTo>
                  <a:lnTo>
                    <a:pt x="6439364" y="3646045"/>
                  </a:lnTo>
                  <a:lnTo>
                    <a:pt x="6361730" y="3645173"/>
                  </a:lnTo>
                  <a:lnTo>
                    <a:pt x="6284096" y="3644186"/>
                  </a:lnTo>
                  <a:lnTo>
                    <a:pt x="6206462" y="3643068"/>
                  </a:lnTo>
                  <a:lnTo>
                    <a:pt x="6128827" y="3641803"/>
                  </a:lnTo>
                  <a:lnTo>
                    <a:pt x="6051193" y="3640370"/>
                  </a:lnTo>
                  <a:lnTo>
                    <a:pt x="5973559" y="3638748"/>
                  </a:lnTo>
                  <a:lnTo>
                    <a:pt x="5895925" y="3636912"/>
                  </a:lnTo>
                  <a:lnTo>
                    <a:pt x="5818291" y="3634833"/>
                  </a:lnTo>
                  <a:lnTo>
                    <a:pt x="5740657" y="3632480"/>
                  </a:lnTo>
                  <a:lnTo>
                    <a:pt x="5663023" y="3629815"/>
                  </a:lnTo>
                  <a:lnTo>
                    <a:pt x="5585389" y="3626798"/>
                  </a:lnTo>
                  <a:lnTo>
                    <a:pt x="5507755" y="3623383"/>
                  </a:lnTo>
                  <a:lnTo>
                    <a:pt x="5430121" y="3619516"/>
                  </a:lnTo>
                  <a:lnTo>
                    <a:pt x="5352487" y="3615139"/>
                  </a:lnTo>
                  <a:lnTo>
                    <a:pt x="5274853" y="3610183"/>
                  </a:lnTo>
                  <a:lnTo>
                    <a:pt x="5197219" y="3604571"/>
                  </a:lnTo>
                  <a:lnTo>
                    <a:pt x="5119585" y="3598219"/>
                  </a:lnTo>
                  <a:lnTo>
                    <a:pt x="5041951" y="3591027"/>
                  </a:lnTo>
                  <a:lnTo>
                    <a:pt x="4964317" y="3582884"/>
                  </a:lnTo>
                  <a:lnTo>
                    <a:pt x="4886683" y="3573666"/>
                  </a:lnTo>
                  <a:lnTo>
                    <a:pt x="4809049" y="3563229"/>
                  </a:lnTo>
                  <a:lnTo>
                    <a:pt x="4731415" y="3551413"/>
                  </a:lnTo>
                  <a:lnTo>
                    <a:pt x="4653781" y="3538036"/>
                  </a:lnTo>
                  <a:lnTo>
                    <a:pt x="4576147" y="3522891"/>
                  </a:lnTo>
                  <a:lnTo>
                    <a:pt x="4498513" y="3505744"/>
                  </a:lnTo>
                  <a:lnTo>
                    <a:pt x="4420879" y="3486331"/>
                  </a:lnTo>
                  <a:lnTo>
                    <a:pt x="4343244" y="3464354"/>
                  </a:lnTo>
                  <a:lnTo>
                    <a:pt x="4265610" y="3439471"/>
                  </a:lnTo>
                  <a:lnTo>
                    <a:pt x="4187976" y="3411301"/>
                  </a:lnTo>
                  <a:lnTo>
                    <a:pt x="4110342" y="3379408"/>
                  </a:lnTo>
                  <a:lnTo>
                    <a:pt x="4032708" y="3343301"/>
                  </a:lnTo>
                  <a:lnTo>
                    <a:pt x="3955074" y="3302422"/>
                  </a:lnTo>
                  <a:lnTo>
                    <a:pt x="3877440" y="3256141"/>
                  </a:lnTo>
                  <a:lnTo>
                    <a:pt x="3799806" y="3203743"/>
                  </a:lnTo>
                  <a:lnTo>
                    <a:pt x="3722172" y="3144422"/>
                  </a:lnTo>
                  <a:lnTo>
                    <a:pt x="3644538" y="3077262"/>
                  </a:lnTo>
                  <a:lnTo>
                    <a:pt x="3566904" y="3001226"/>
                  </a:lnTo>
                  <a:lnTo>
                    <a:pt x="3489270" y="2915142"/>
                  </a:lnTo>
                  <a:lnTo>
                    <a:pt x="3411636" y="2817683"/>
                  </a:lnTo>
                  <a:lnTo>
                    <a:pt x="3334002" y="2799909"/>
                  </a:lnTo>
                  <a:lnTo>
                    <a:pt x="3256368" y="2824520"/>
                  </a:lnTo>
                  <a:lnTo>
                    <a:pt x="3178734" y="2848421"/>
                  </a:lnTo>
                  <a:lnTo>
                    <a:pt x="3101100" y="2871631"/>
                  </a:lnTo>
                  <a:lnTo>
                    <a:pt x="3023466" y="2894173"/>
                  </a:lnTo>
                  <a:lnTo>
                    <a:pt x="2945832" y="2916063"/>
                  </a:lnTo>
                  <a:lnTo>
                    <a:pt x="2868198" y="2937322"/>
                  </a:lnTo>
                  <a:lnTo>
                    <a:pt x="2790564" y="2957967"/>
                  </a:lnTo>
                  <a:lnTo>
                    <a:pt x="2712930" y="2978016"/>
                  </a:lnTo>
                  <a:lnTo>
                    <a:pt x="2635295" y="2997487"/>
                  </a:lnTo>
                  <a:lnTo>
                    <a:pt x="2557661" y="3016395"/>
                  </a:lnTo>
                  <a:lnTo>
                    <a:pt x="2480027" y="3034758"/>
                  </a:lnTo>
                  <a:lnTo>
                    <a:pt x="2402393" y="3052591"/>
                  </a:lnTo>
                  <a:lnTo>
                    <a:pt x="2324759" y="3069910"/>
                  </a:lnTo>
                  <a:lnTo>
                    <a:pt x="2247125" y="3086728"/>
                  </a:lnTo>
                  <a:lnTo>
                    <a:pt x="2169491" y="3103061"/>
                  </a:lnTo>
                  <a:lnTo>
                    <a:pt x="2091857" y="3118923"/>
                  </a:lnTo>
                  <a:lnTo>
                    <a:pt x="2014223" y="3134327"/>
                  </a:lnTo>
                  <a:lnTo>
                    <a:pt x="1936589" y="3149286"/>
                  </a:lnTo>
                  <a:lnTo>
                    <a:pt x="1858955" y="3163814"/>
                  </a:lnTo>
                  <a:lnTo>
                    <a:pt x="1781321" y="3177922"/>
                  </a:lnTo>
                  <a:lnTo>
                    <a:pt x="1703687" y="3191623"/>
                  </a:lnTo>
                  <a:lnTo>
                    <a:pt x="1626053" y="3204929"/>
                  </a:lnTo>
                  <a:lnTo>
                    <a:pt x="1548419" y="3217850"/>
                  </a:lnTo>
                  <a:lnTo>
                    <a:pt x="1470785" y="3230399"/>
                  </a:lnTo>
                  <a:lnTo>
                    <a:pt x="1393151" y="3242585"/>
                  </a:lnTo>
                  <a:lnTo>
                    <a:pt x="1315517" y="3254420"/>
                  </a:lnTo>
                  <a:lnTo>
                    <a:pt x="1237883" y="3265913"/>
                  </a:lnTo>
                  <a:lnTo>
                    <a:pt x="1160249" y="3277075"/>
                  </a:lnTo>
                  <a:lnTo>
                    <a:pt x="1082615" y="3287914"/>
                  </a:lnTo>
                  <a:lnTo>
                    <a:pt x="1004981" y="3298441"/>
                  </a:lnTo>
                  <a:lnTo>
                    <a:pt x="927346" y="3308664"/>
                  </a:lnTo>
                  <a:lnTo>
                    <a:pt x="849712" y="3318591"/>
                  </a:lnTo>
                  <a:lnTo>
                    <a:pt x="772078" y="3328233"/>
                  </a:lnTo>
                  <a:lnTo>
                    <a:pt x="694444" y="3337596"/>
                  </a:lnTo>
                  <a:lnTo>
                    <a:pt x="616810" y="3346688"/>
                  </a:lnTo>
                  <a:lnTo>
                    <a:pt x="539176" y="3355518"/>
                  </a:lnTo>
                  <a:lnTo>
                    <a:pt x="461542" y="3364094"/>
                  </a:lnTo>
                  <a:lnTo>
                    <a:pt x="383908" y="3372422"/>
                  </a:lnTo>
                  <a:lnTo>
                    <a:pt x="306274" y="3380509"/>
                  </a:lnTo>
                  <a:lnTo>
                    <a:pt x="228640" y="3388364"/>
                  </a:lnTo>
                  <a:lnTo>
                    <a:pt x="151006" y="3395991"/>
                  </a:lnTo>
                  <a:lnTo>
                    <a:pt x="73372" y="3403398"/>
                  </a:lnTo>
                  <a:lnTo>
                    <a:pt x="0" y="3410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06517" y="1896563"/>
              <a:ext cx="4701161" cy="2774566"/>
            </a:xfrm>
            <a:custGeom>
              <a:avLst/>
              <a:pathLst>
                <a:path w="4701161" h="2774566">
                  <a:moveTo>
                    <a:pt x="0" y="0"/>
                  </a:moveTo>
                  <a:lnTo>
                    <a:pt x="68662" y="382235"/>
                  </a:lnTo>
                  <a:lnTo>
                    <a:pt x="146296" y="763969"/>
                  </a:lnTo>
                  <a:lnTo>
                    <a:pt x="223930" y="1101145"/>
                  </a:lnTo>
                  <a:lnTo>
                    <a:pt x="301564" y="1398964"/>
                  </a:lnTo>
                  <a:lnTo>
                    <a:pt x="379198" y="1662021"/>
                  </a:lnTo>
                  <a:lnTo>
                    <a:pt x="456832" y="1894373"/>
                  </a:lnTo>
                  <a:lnTo>
                    <a:pt x="534466" y="2099605"/>
                  </a:lnTo>
                  <a:lnTo>
                    <a:pt x="612100" y="2280881"/>
                  </a:lnTo>
                  <a:lnTo>
                    <a:pt x="689734" y="2440997"/>
                  </a:lnTo>
                  <a:lnTo>
                    <a:pt x="767369" y="2582425"/>
                  </a:lnTo>
                  <a:lnTo>
                    <a:pt x="845003" y="2707344"/>
                  </a:lnTo>
                  <a:lnTo>
                    <a:pt x="922637" y="2774566"/>
                  </a:lnTo>
                  <a:lnTo>
                    <a:pt x="1000271" y="2748471"/>
                  </a:lnTo>
                  <a:lnTo>
                    <a:pt x="1077905" y="2721600"/>
                  </a:lnTo>
                  <a:lnTo>
                    <a:pt x="1155539" y="2693930"/>
                  </a:lnTo>
                  <a:lnTo>
                    <a:pt x="1233173" y="2665438"/>
                  </a:lnTo>
                  <a:lnTo>
                    <a:pt x="1310807" y="2636099"/>
                  </a:lnTo>
                  <a:lnTo>
                    <a:pt x="1388441" y="2605888"/>
                  </a:lnTo>
                  <a:lnTo>
                    <a:pt x="1466075" y="2574780"/>
                  </a:lnTo>
                  <a:lnTo>
                    <a:pt x="1543709" y="2542747"/>
                  </a:lnTo>
                  <a:lnTo>
                    <a:pt x="1621343" y="2509762"/>
                  </a:lnTo>
                  <a:lnTo>
                    <a:pt x="1698977" y="2475796"/>
                  </a:lnTo>
                  <a:lnTo>
                    <a:pt x="1776611" y="2440821"/>
                  </a:lnTo>
                  <a:lnTo>
                    <a:pt x="1854245" y="2404807"/>
                  </a:lnTo>
                  <a:lnTo>
                    <a:pt x="1931879" y="2367723"/>
                  </a:lnTo>
                  <a:lnTo>
                    <a:pt x="2009513" y="2329536"/>
                  </a:lnTo>
                  <a:lnTo>
                    <a:pt x="2087147" y="2290215"/>
                  </a:lnTo>
                  <a:lnTo>
                    <a:pt x="2164781" y="2249724"/>
                  </a:lnTo>
                  <a:lnTo>
                    <a:pt x="2242415" y="2208031"/>
                  </a:lnTo>
                  <a:lnTo>
                    <a:pt x="2320049" y="2165099"/>
                  </a:lnTo>
                  <a:lnTo>
                    <a:pt x="2397683" y="2120890"/>
                  </a:lnTo>
                  <a:lnTo>
                    <a:pt x="2475318" y="2075368"/>
                  </a:lnTo>
                  <a:lnTo>
                    <a:pt x="2552952" y="2028493"/>
                  </a:lnTo>
                  <a:lnTo>
                    <a:pt x="2630586" y="1980225"/>
                  </a:lnTo>
                  <a:lnTo>
                    <a:pt x="2708220" y="1930522"/>
                  </a:lnTo>
                  <a:lnTo>
                    <a:pt x="2785854" y="1879342"/>
                  </a:lnTo>
                  <a:lnTo>
                    <a:pt x="2863488" y="1826641"/>
                  </a:lnTo>
                  <a:lnTo>
                    <a:pt x="2941122" y="1772374"/>
                  </a:lnTo>
                  <a:lnTo>
                    <a:pt x="3018756" y="1716494"/>
                  </a:lnTo>
                  <a:lnTo>
                    <a:pt x="3096390" y="1658954"/>
                  </a:lnTo>
                  <a:lnTo>
                    <a:pt x="3174024" y="1599703"/>
                  </a:lnTo>
                  <a:lnTo>
                    <a:pt x="3251658" y="1538692"/>
                  </a:lnTo>
                  <a:lnTo>
                    <a:pt x="3329292" y="1475867"/>
                  </a:lnTo>
                  <a:lnTo>
                    <a:pt x="3406926" y="1411176"/>
                  </a:lnTo>
                  <a:lnTo>
                    <a:pt x="3484560" y="1344561"/>
                  </a:lnTo>
                  <a:lnTo>
                    <a:pt x="3562194" y="1275967"/>
                  </a:lnTo>
                  <a:lnTo>
                    <a:pt x="3639828" y="1205335"/>
                  </a:lnTo>
                  <a:lnTo>
                    <a:pt x="3717462" y="1132603"/>
                  </a:lnTo>
                  <a:lnTo>
                    <a:pt x="3795096" y="1057710"/>
                  </a:lnTo>
                  <a:lnTo>
                    <a:pt x="3872730" y="980591"/>
                  </a:lnTo>
                  <a:lnTo>
                    <a:pt x="3950364" y="901180"/>
                  </a:lnTo>
                  <a:lnTo>
                    <a:pt x="4027998" y="819409"/>
                  </a:lnTo>
                  <a:lnTo>
                    <a:pt x="4105632" y="735208"/>
                  </a:lnTo>
                  <a:lnTo>
                    <a:pt x="4183267" y="648505"/>
                  </a:lnTo>
                  <a:lnTo>
                    <a:pt x="4260901" y="559224"/>
                  </a:lnTo>
                  <a:lnTo>
                    <a:pt x="4338535" y="467291"/>
                  </a:lnTo>
                  <a:lnTo>
                    <a:pt x="4416169" y="372625"/>
                  </a:lnTo>
                  <a:lnTo>
                    <a:pt x="4493803" y="275146"/>
                  </a:lnTo>
                  <a:lnTo>
                    <a:pt x="4571437" y="174770"/>
                  </a:lnTo>
                  <a:lnTo>
                    <a:pt x="4649071" y="71411"/>
                  </a:lnTo>
                  <a:lnTo>
                    <a:pt x="4701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472"/>
              <a:ext cx="7370972" cy="851246"/>
            </a:xfrm>
            <a:custGeom>
              <a:avLst/>
              <a:pathLst>
                <a:path w="7370972" h="851246">
                  <a:moveTo>
                    <a:pt x="7370972" y="851246"/>
                  </a:moveTo>
                  <a:lnTo>
                    <a:pt x="7293338" y="851049"/>
                  </a:lnTo>
                  <a:lnTo>
                    <a:pt x="7215704" y="850827"/>
                  </a:lnTo>
                  <a:lnTo>
                    <a:pt x="7138070" y="850575"/>
                  </a:lnTo>
                  <a:lnTo>
                    <a:pt x="7060436" y="850289"/>
                  </a:lnTo>
                  <a:lnTo>
                    <a:pt x="6982802" y="849966"/>
                  </a:lnTo>
                  <a:lnTo>
                    <a:pt x="6905168" y="849601"/>
                  </a:lnTo>
                  <a:lnTo>
                    <a:pt x="6827534" y="849187"/>
                  </a:lnTo>
                  <a:lnTo>
                    <a:pt x="6749900" y="848718"/>
                  </a:lnTo>
                  <a:lnTo>
                    <a:pt x="6672266" y="848187"/>
                  </a:lnTo>
                  <a:lnTo>
                    <a:pt x="6594632" y="847586"/>
                  </a:lnTo>
                  <a:lnTo>
                    <a:pt x="6516998" y="846906"/>
                  </a:lnTo>
                  <a:lnTo>
                    <a:pt x="6439364" y="846136"/>
                  </a:lnTo>
                  <a:lnTo>
                    <a:pt x="6361730" y="845264"/>
                  </a:lnTo>
                  <a:lnTo>
                    <a:pt x="6284096" y="844276"/>
                  </a:lnTo>
                  <a:lnTo>
                    <a:pt x="6206462" y="843159"/>
                  </a:lnTo>
                  <a:lnTo>
                    <a:pt x="6128827" y="841893"/>
                  </a:lnTo>
                  <a:lnTo>
                    <a:pt x="6051193" y="840461"/>
                  </a:lnTo>
                  <a:lnTo>
                    <a:pt x="5973559" y="838839"/>
                  </a:lnTo>
                  <a:lnTo>
                    <a:pt x="5895925" y="837003"/>
                  </a:lnTo>
                  <a:lnTo>
                    <a:pt x="5818291" y="834924"/>
                  </a:lnTo>
                  <a:lnTo>
                    <a:pt x="5740657" y="832570"/>
                  </a:lnTo>
                  <a:lnTo>
                    <a:pt x="5663023" y="829906"/>
                  </a:lnTo>
                  <a:lnTo>
                    <a:pt x="5585389" y="826889"/>
                  </a:lnTo>
                  <a:lnTo>
                    <a:pt x="5507755" y="823474"/>
                  </a:lnTo>
                  <a:lnTo>
                    <a:pt x="5430121" y="819607"/>
                  </a:lnTo>
                  <a:lnTo>
                    <a:pt x="5352487" y="815229"/>
                  </a:lnTo>
                  <a:lnTo>
                    <a:pt x="5274853" y="810273"/>
                  </a:lnTo>
                  <a:lnTo>
                    <a:pt x="5197219" y="804662"/>
                  </a:lnTo>
                  <a:lnTo>
                    <a:pt x="5119585" y="798310"/>
                  </a:lnTo>
                  <a:lnTo>
                    <a:pt x="5041951" y="791118"/>
                  </a:lnTo>
                  <a:lnTo>
                    <a:pt x="4964317" y="782975"/>
                  </a:lnTo>
                  <a:lnTo>
                    <a:pt x="4886683" y="773756"/>
                  </a:lnTo>
                  <a:lnTo>
                    <a:pt x="4809049" y="763320"/>
                  </a:lnTo>
                  <a:lnTo>
                    <a:pt x="4731415" y="751504"/>
                  </a:lnTo>
                  <a:lnTo>
                    <a:pt x="4653781" y="738126"/>
                  </a:lnTo>
                  <a:lnTo>
                    <a:pt x="4576147" y="722981"/>
                  </a:lnTo>
                  <a:lnTo>
                    <a:pt x="4498513" y="705835"/>
                  </a:lnTo>
                  <a:lnTo>
                    <a:pt x="4420879" y="686422"/>
                  </a:lnTo>
                  <a:lnTo>
                    <a:pt x="4343244" y="664444"/>
                  </a:lnTo>
                  <a:lnTo>
                    <a:pt x="4265610" y="639562"/>
                  </a:lnTo>
                  <a:lnTo>
                    <a:pt x="4187976" y="611392"/>
                  </a:lnTo>
                  <a:lnTo>
                    <a:pt x="4110342" y="579499"/>
                  </a:lnTo>
                  <a:lnTo>
                    <a:pt x="4032708" y="543392"/>
                  </a:lnTo>
                  <a:lnTo>
                    <a:pt x="3955074" y="502512"/>
                  </a:lnTo>
                  <a:lnTo>
                    <a:pt x="3877440" y="456231"/>
                  </a:lnTo>
                  <a:lnTo>
                    <a:pt x="3799806" y="403834"/>
                  </a:lnTo>
                  <a:lnTo>
                    <a:pt x="3722172" y="344513"/>
                  </a:lnTo>
                  <a:lnTo>
                    <a:pt x="3644538" y="277352"/>
                  </a:lnTo>
                  <a:lnTo>
                    <a:pt x="3566904" y="201317"/>
                  </a:lnTo>
                  <a:lnTo>
                    <a:pt x="3489270" y="115233"/>
                  </a:lnTo>
                  <a:lnTo>
                    <a:pt x="3411636" y="17774"/>
                  </a:lnTo>
                  <a:lnTo>
                    <a:pt x="3334002" y="0"/>
                  </a:lnTo>
                  <a:lnTo>
                    <a:pt x="3256368" y="24611"/>
                  </a:lnTo>
                  <a:lnTo>
                    <a:pt x="3178734" y="48511"/>
                  </a:lnTo>
                  <a:lnTo>
                    <a:pt x="3101100" y="71722"/>
                  </a:lnTo>
                  <a:lnTo>
                    <a:pt x="3023466" y="94263"/>
                  </a:lnTo>
                  <a:lnTo>
                    <a:pt x="2945832" y="116154"/>
                  </a:lnTo>
                  <a:lnTo>
                    <a:pt x="2868198" y="137412"/>
                  </a:lnTo>
                  <a:lnTo>
                    <a:pt x="2790564" y="158058"/>
                  </a:lnTo>
                  <a:lnTo>
                    <a:pt x="2712930" y="178107"/>
                  </a:lnTo>
                  <a:lnTo>
                    <a:pt x="2635295" y="197577"/>
                  </a:lnTo>
                  <a:lnTo>
                    <a:pt x="2557661" y="216486"/>
                  </a:lnTo>
                  <a:lnTo>
                    <a:pt x="2480027" y="234849"/>
                  </a:lnTo>
                  <a:lnTo>
                    <a:pt x="2402393" y="252682"/>
                  </a:lnTo>
                  <a:lnTo>
                    <a:pt x="2324759" y="270000"/>
                  </a:lnTo>
                  <a:lnTo>
                    <a:pt x="2247125" y="286819"/>
                  </a:lnTo>
                  <a:lnTo>
                    <a:pt x="2169491" y="303152"/>
                  </a:lnTo>
                  <a:lnTo>
                    <a:pt x="2091857" y="319014"/>
                  </a:lnTo>
                  <a:lnTo>
                    <a:pt x="2014223" y="334417"/>
                  </a:lnTo>
                  <a:lnTo>
                    <a:pt x="1936589" y="349377"/>
                  </a:lnTo>
                  <a:lnTo>
                    <a:pt x="1858955" y="363904"/>
                  </a:lnTo>
                  <a:lnTo>
                    <a:pt x="1781321" y="378013"/>
                  </a:lnTo>
                  <a:lnTo>
                    <a:pt x="1703687" y="391714"/>
                  </a:lnTo>
                  <a:lnTo>
                    <a:pt x="1626053" y="405019"/>
                  </a:lnTo>
                  <a:lnTo>
                    <a:pt x="1548419" y="417941"/>
                  </a:lnTo>
                  <a:lnTo>
                    <a:pt x="1470785" y="430490"/>
                  </a:lnTo>
                  <a:lnTo>
                    <a:pt x="1393151" y="442676"/>
                  </a:lnTo>
                  <a:lnTo>
                    <a:pt x="1315517" y="454511"/>
                  </a:lnTo>
                  <a:lnTo>
                    <a:pt x="1237883" y="466004"/>
                  </a:lnTo>
                  <a:lnTo>
                    <a:pt x="1160249" y="477166"/>
                  </a:lnTo>
                  <a:lnTo>
                    <a:pt x="1082615" y="488005"/>
                  </a:lnTo>
                  <a:lnTo>
                    <a:pt x="1004981" y="498532"/>
                  </a:lnTo>
                  <a:lnTo>
                    <a:pt x="927346" y="508754"/>
                  </a:lnTo>
                  <a:lnTo>
                    <a:pt x="849712" y="518682"/>
                  </a:lnTo>
                  <a:lnTo>
                    <a:pt x="772078" y="528323"/>
                  </a:lnTo>
                  <a:lnTo>
                    <a:pt x="694444" y="537686"/>
                  </a:lnTo>
                  <a:lnTo>
                    <a:pt x="616810" y="546779"/>
                  </a:lnTo>
                  <a:lnTo>
                    <a:pt x="539176" y="555609"/>
                  </a:lnTo>
                  <a:lnTo>
                    <a:pt x="461542" y="564185"/>
                  </a:lnTo>
                  <a:lnTo>
                    <a:pt x="383908" y="572513"/>
                  </a:lnTo>
                  <a:lnTo>
                    <a:pt x="306274" y="580600"/>
                  </a:lnTo>
                  <a:lnTo>
                    <a:pt x="228640" y="588454"/>
                  </a:lnTo>
                  <a:lnTo>
                    <a:pt x="151006" y="596082"/>
                  </a:lnTo>
                  <a:lnTo>
                    <a:pt x="73372" y="603489"/>
                  </a:lnTo>
                  <a:lnTo>
                    <a:pt x="0" y="6102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4431" y="1896563"/>
              <a:ext cx="6334059" cy="3576366"/>
            </a:xfrm>
            <a:custGeom>
              <a:avLst/>
              <a:pathLst>
                <a:path w="6334059" h="3576366">
                  <a:moveTo>
                    <a:pt x="0" y="0"/>
                  </a:moveTo>
                  <a:lnTo>
                    <a:pt x="45701" y="101508"/>
                  </a:lnTo>
                  <a:lnTo>
                    <a:pt x="123335" y="265957"/>
                  </a:lnTo>
                  <a:lnTo>
                    <a:pt x="200969" y="422791"/>
                  </a:lnTo>
                  <a:lnTo>
                    <a:pt x="278603" y="572362"/>
                  </a:lnTo>
                  <a:lnTo>
                    <a:pt x="356237" y="715006"/>
                  </a:lnTo>
                  <a:lnTo>
                    <a:pt x="433871" y="851045"/>
                  </a:lnTo>
                  <a:lnTo>
                    <a:pt x="511505" y="980784"/>
                  </a:lnTo>
                  <a:lnTo>
                    <a:pt x="589139" y="1104515"/>
                  </a:lnTo>
                  <a:lnTo>
                    <a:pt x="666773" y="1222516"/>
                  </a:lnTo>
                  <a:lnTo>
                    <a:pt x="744407" y="1335052"/>
                  </a:lnTo>
                  <a:lnTo>
                    <a:pt x="822042" y="1442377"/>
                  </a:lnTo>
                  <a:lnTo>
                    <a:pt x="899676" y="1544732"/>
                  </a:lnTo>
                  <a:lnTo>
                    <a:pt x="977310" y="1642347"/>
                  </a:lnTo>
                  <a:lnTo>
                    <a:pt x="1054944" y="1735442"/>
                  </a:lnTo>
                  <a:lnTo>
                    <a:pt x="1132578" y="1824225"/>
                  </a:lnTo>
                  <a:lnTo>
                    <a:pt x="1210212" y="1908897"/>
                  </a:lnTo>
                  <a:lnTo>
                    <a:pt x="1287846" y="1989648"/>
                  </a:lnTo>
                  <a:lnTo>
                    <a:pt x="1365480" y="2066660"/>
                  </a:lnTo>
                  <a:lnTo>
                    <a:pt x="1443114" y="2140105"/>
                  </a:lnTo>
                  <a:lnTo>
                    <a:pt x="1520748" y="2210149"/>
                  </a:lnTo>
                  <a:lnTo>
                    <a:pt x="1598382" y="2276949"/>
                  </a:lnTo>
                  <a:lnTo>
                    <a:pt x="1676016" y="2340656"/>
                  </a:lnTo>
                  <a:lnTo>
                    <a:pt x="1753650" y="2401413"/>
                  </a:lnTo>
                  <a:lnTo>
                    <a:pt x="1831284" y="2459356"/>
                  </a:lnTo>
                  <a:lnTo>
                    <a:pt x="1908918" y="2514616"/>
                  </a:lnTo>
                  <a:lnTo>
                    <a:pt x="1986552" y="2567316"/>
                  </a:lnTo>
                  <a:lnTo>
                    <a:pt x="2064186" y="2617577"/>
                  </a:lnTo>
                  <a:lnTo>
                    <a:pt x="2141820" y="2665510"/>
                  </a:lnTo>
                  <a:lnTo>
                    <a:pt x="2219454" y="2711223"/>
                  </a:lnTo>
                  <a:lnTo>
                    <a:pt x="2297088" y="2754819"/>
                  </a:lnTo>
                  <a:lnTo>
                    <a:pt x="2374722" y="2796396"/>
                  </a:lnTo>
                  <a:lnTo>
                    <a:pt x="2452356" y="2836048"/>
                  </a:lnTo>
                  <a:lnTo>
                    <a:pt x="2529991" y="2873863"/>
                  </a:lnTo>
                  <a:lnTo>
                    <a:pt x="2607625" y="2909928"/>
                  </a:lnTo>
                  <a:lnTo>
                    <a:pt x="2685259" y="2944322"/>
                  </a:lnTo>
                  <a:lnTo>
                    <a:pt x="2762893" y="2977124"/>
                  </a:lnTo>
                  <a:lnTo>
                    <a:pt x="2840527" y="3008406"/>
                  </a:lnTo>
                  <a:lnTo>
                    <a:pt x="2918161" y="3038240"/>
                  </a:lnTo>
                  <a:lnTo>
                    <a:pt x="2995795" y="3066693"/>
                  </a:lnTo>
                  <a:lnTo>
                    <a:pt x="3073429" y="3093827"/>
                  </a:lnTo>
                  <a:lnTo>
                    <a:pt x="3151063" y="3119705"/>
                  </a:lnTo>
                  <a:lnTo>
                    <a:pt x="3228697" y="3144385"/>
                  </a:lnTo>
                  <a:lnTo>
                    <a:pt x="3306331" y="3167922"/>
                  </a:lnTo>
                  <a:lnTo>
                    <a:pt x="3383965" y="3190369"/>
                  </a:lnTo>
                  <a:lnTo>
                    <a:pt x="3461599" y="3211776"/>
                  </a:lnTo>
                  <a:lnTo>
                    <a:pt x="3539233" y="3232192"/>
                  </a:lnTo>
                  <a:lnTo>
                    <a:pt x="3616867" y="3251663"/>
                  </a:lnTo>
                  <a:lnTo>
                    <a:pt x="3694501" y="3270232"/>
                  </a:lnTo>
                  <a:lnTo>
                    <a:pt x="3772135" y="3287941"/>
                  </a:lnTo>
                  <a:lnTo>
                    <a:pt x="3849769" y="3304830"/>
                  </a:lnTo>
                  <a:lnTo>
                    <a:pt x="3927403" y="3320937"/>
                  </a:lnTo>
                  <a:lnTo>
                    <a:pt x="4005037" y="3336298"/>
                  </a:lnTo>
                  <a:lnTo>
                    <a:pt x="4082671" y="3350947"/>
                  </a:lnTo>
                  <a:lnTo>
                    <a:pt x="4160305" y="3364919"/>
                  </a:lnTo>
                  <a:lnTo>
                    <a:pt x="4237940" y="3378243"/>
                  </a:lnTo>
                  <a:lnTo>
                    <a:pt x="4315574" y="3390950"/>
                  </a:lnTo>
                  <a:lnTo>
                    <a:pt x="4393208" y="3403069"/>
                  </a:lnTo>
                  <a:lnTo>
                    <a:pt x="4470842" y="3414626"/>
                  </a:lnTo>
                  <a:lnTo>
                    <a:pt x="4548476" y="3425649"/>
                  </a:lnTo>
                  <a:lnTo>
                    <a:pt x="4626110" y="3436160"/>
                  </a:lnTo>
                  <a:lnTo>
                    <a:pt x="4703744" y="3446186"/>
                  </a:lnTo>
                  <a:lnTo>
                    <a:pt x="4781378" y="3455746"/>
                  </a:lnTo>
                  <a:lnTo>
                    <a:pt x="4859012" y="3464864"/>
                  </a:lnTo>
                  <a:lnTo>
                    <a:pt x="4936646" y="3473560"/>
                  </a:lnTo>
                  <a:lnTo>
                    <a:pt x="5014280" y="3481853"/>
                  </a:lnTo>
                  <a:lnTo>
                    <a:pt x="5091914" y="3489762"/>
                  </a:lnTo>
                  <a:lnTo>
                    <a:pt x="5169548" y="3497305"/>
                  </a:lnTo>
                  <a:lnTo>
                    <a:pt x="5247182" y="3504499"/>
                  </a:lnTo>
                  <a:lnTo>
                    <a:pt x="5324816" y="3511359"/>
                  </a:lnTo>
                  <a:lnTo>
                    <a:pt x="5402450" y="3517902"/>
                  </a:lnTo>
                  <a:lnTo>
                    <a:pt x="5480084" y="3524142"/>
                  </a:lnTo>
                  <a:lnTo>
                    <a:pt x="5557718" y="3530092"/>
                  </a:lnTo>
                  <a:lnTo>
                    <a:pt x="5635352" y="3535768"/>
                  </a:lnTo>
                  <a:lnTo>
                    <a:pt x="5712986" y="3541180"/>
                  </a:lnTo>
                  <a:lnTo>
                    <a:pt x="5790620" y="3546342"/>
                  </a:lnTo>
                  <a:lnTo>
                    <a:pt x="5868254" y="3551264"/>
                  </a:lnTo>
                  <a:lnTo>
                    <a:pt x="5945888" y="3555959"/>
                  </a:lnTo>
                  <a:lnTo>
                    <a:pt x="6023523" y="3560437"/>
                  </a:lnTo>
                  <a:lnTo>
                    <a:pt x="6101157" y="3564707"/>
                  </a:lnTo>
                  <a:lnTo>
                    <a:pt x="6178791" y="3568779"/>
                  </a:lnTo>
                  <a:lnTo>
                    <a:pt x="6256425" y="3572662"/>
                  </a:lnTo>
                  <a:lnTo>
                    <a:pt x="6334059" y="3576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2026-05-22T13:30:00Z</dcterms:modified>
  <cp:category/>
</cp:coreProperties>
</file>