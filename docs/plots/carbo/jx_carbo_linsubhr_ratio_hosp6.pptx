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48190"/>
            </a:xfrm>
            <a:custGeom>
              <a:avLst/>
              <a:pathLst>
                <a:path w="7370972" h="3648190">
                  <a:moveTo>
                    <a:pt x="2302791" y="0"/>
                  </a:moveTo>
                  <a:lnTo>
                    <a:pt x="2324759" y="108538"/>
                  </a:lnTo>
                  <a:lnTo>
                    <a:pt x="2402393" y="454645"/>
                  </a:lnTo>
                  <a:lnTo>
                    <a:pt x="2480027" y="766951"/>
                  </a:lnTo>
                  <a:lnTo>
                    <a:pt x="2557661" y="1048759"/>
                  </a:lnTo>
                  <a:lnTo>
                    <a:pt x="2635295" y="1303047"/>
                  </a:lnTo>
                  <a:lnTo>
                    <a:pt x="2712930" y="1532501"/>
                  </a:lnTo>
                  <a:lnTo>
                    <a:pt x="2790564" y="1739548"/>
                  </a:lnTo>
                  <a:lnTo>
                    <a:pt x="2868198" y="1926375"/>
                  </a:lnTo>
                  <a:lnTo>
                    <a:pt x="2945832" y="2094957"/>
                  </a:lnTo>
                  <a:lnTo>
                    <a:pt x="3023466" y="2247076"/>
                  </a:lnTo>
                  <a:lnTo>
                    <a:pt x="3101100" y="2384339"/>
                  </a:lnTo>
                  <a:lnTo>
                    <a:pt x="3178734" y="2508198"/>
                  </a:lnTo>
                  <a:lnTo>
                    <a:pt x="3256368" y="2619961"/>
                  </a:lnTo>
                  <a:lnTo>
                    <a:pt x="3334002" y="2720810"/>
                  </a:lnTo>
                  <a:lnTo>
                    <a:pt x="3411636" y="2770894"/>
                  </a:lnTo>
                  <a:lnTo>
                    <a:pt x="3489270" y="2733071"/>
                  </a:lnTo>
                  <a:lnTo>
                    <a:pt x="3566904" y="2693625"/>
                  </a:lnTo>
                  <a:lnTo>
                    <a:pt x="3644538" y="2652487"/>
                  </a:lnTo>
                  <a:lnTo>
                    <a:pt x="3722172" y="2609584"/>
                  </a:lnTo>
                  <a:lnTo>
                    <a:pt x="3799806" y="2564841"/>
                  </a:lnTo>
                  <a:lnTo>
                    <a:pt x="3877440" y="2518179"/>
                  </a:lnTo>
                  <a:lnTo>
                    <a:pt x="3955074" y="2469515"/>
                  </a:lnTo>
                  <a:lnTo>
                    <a:pt x="4032708" y="2418764"/>
                  </a:lnTo>
                  <a:lnTo>
                    <a:pt x="4110342" y="2365836"/>
                  </a:lnTo>
                  <a:lnTo>
                    <a:pt x="4187976" y="2310637"/>
                  </a:lnTo>
                  <a:lnTo>
                    <a:pt x="4265610" y="2253070"/>
                  </a:lnTo>
                  <a:lnTo>
                    <a:pt x="4343244" y="2193035"/>
                  </a:lnTo>
                  <a:lnTo>
                    <a:pt x="4420879" y="2130423"/>
                  </a:lnTo>
                  <a:lnTo>
                    <a:pt x="4498513" y="2065126"/>
                  </a:lnTo>
                  <a:lnTo>
                    <a:pt x="4576147" y="1997029"/>
                  </a:lnTo>
                  <a:lnTo>
                    <a:pt x="4653781" y="1926010"/>
                  </a:lnTo>
                  <a:lnTo>
                    <a:pt x="4731415" y="1851944"/>
                  </a:lnTo>
                  <a:lnTo>
                    <a:pt x="4809049" y="1774702"/>
                  </a:lnTo>
                  <a:lnTo>
                    <a:pt x="4886683" y="1694146"/>
                  </a:lnTo>
                  <a:lnTo>
                    <a:pt x="4964317" y="1610134"/>
                  </a:lnTo>
                  <a:lnTo>
                    <a:pt x="5041951" y="1522519"/>
                  </a:lnTo>
                  <a:lnTo>
                    <a:pt x="5119585" y="1431145"/>
                  </a:lnTo>
                  <a:lnTo>
                    <a:pt x="5197219" y="1335852"/>
                  </a:lnTo>
                  <a:lnTo>
                    <a:pt x="5274853" y="1236472"/>
                  </a:lnTo>
                  <a:lnTo>
                    <a:pt x="5352487" y="1132828"/>
                  </a:lnTo>
                  <a:lnTo>
                    <a:pt x="5430121" y="1024738"/>
                  </a:lnTo>
                  <a:lnTo>
                    <a:pt x="5507755" y="912012"/>
                  </a:lnTo>
                  <a:lnTo>
                    <a:pt x="5585389" y="794450"/>
                  </a:lnTo>
                  <a:lnTo>
                    <a:pt x="5663023" y="671845"/>
                  </a:lnTo>
                  <a:lnTo>
                    <a:pt x="5740657" y="543981"/>
                  </a:lnTo>
                  <a:lnTo>
                    <a:pt x="5818291" y="410633"/>
                  </a:lnTo>
                  <a:lnTo>
                    <a:pt x="5895925" y="271564"/>
                  </a:lnTo>
                  <a:lnTo>
                    <a:pt x="5973559" y="126529"/>
                  </a:lnTo>
                  <a:lnTo>
                    <a:pt x="6038503" y="0"/>
                  </a:lnTo>
                  <a:lnTo>
                    <a:pt x="7370972" y="0"/>
                  </a:lnTo>
                  <a:lnTo>
                    <a:pt x="7370972" y="3648190"/>
                  </a:lnTo>
                  <a:lnTo>
                    <a:pt x="7293338" y="3647708"/>
                  </a:lnTo>
                  <a:lnTo>
                    <a:pt x="7215704" y="3647174"/>
                  </a:lnTo>
                  <a:lnTo>
                    <a:pt x="7138070" y="3646582"/>
                  </a:lnTo>
                  <a:lnTo>
                    <a:pt x="7060436" y="3645926"/>
                  </a:lnTo>
                  <a:lnTo>
                    <a:pt x="6982802" y="3645199"/>
                  </a:lnTo>
                  <a:lnTo>
                    <a:pt x="6905168" y="3644394"/>
                  </a:lnTo>
                  <a:lnTo>
                    <a:pt x="6827534" y="3643501"/>
                  </a:lnTo>
                  <a:lnTo>
                    <a:pt x="6749900" y="3642511"/>
                  </a:lnTo>
                  <a:lnTo>
                    <a:pt x="6672266" y="3641415"/>
                  </a:lnTo>
                  <a:lnTo>
                    <a:pt x="6594632" y="3640200"/>
                  </a:lnTo>
                  <a:lnTo>
                    <a:pt x="6516998" y="3638853"/>
                  </a:lnTo>
                  <a:lnTo>
                    <a:pt x="6439364" y="3637360"/>
                  </a:lnTo>
                  <a:lnTo>
                    <a:pt x="6361730" y="3635706"/>
                  </a:lnTo>
                  <a:lnTo>
                    <a:pt x="6284096" y="3633873"/>
                  </a:lnTo>
                  <a:lnTo>
                    <a:pt x="6206462" y="3631842"/>
                  </a:lnTo>
                  <a:lnTo>
                    <a:pt x="6128827" y="3629591"/>
                  </a:lnTo>
                  <a:lnTo>
                    <a:pt x="6051193" y="3627096"/>
                  </a:lnTo>
                  <a:lnTo>
                    <a:pt x="5973559" y="3624331"/>
                  </a:lnTo>
                  <a:lnTo>
                    <a:pt x="5895925" y="3621267"/>
                  </a:lnTo>
                  <a:lnTo>
                    <a:pt x="5818291" y="3617871"/>
                  </a:lnTo>
                  <a:lnTo>
                    <a:pt x="5740657" y="3614108"/>
                  </a:lnTo>
                  <a:lnTo>
                    <a:pt x="5663023" y="3609937"/>
                  </a:lnTo>
                  <a:lnTo>
                    <a:pt x="5585389" y="3605315"/>
                  </a:lnTo>
                  <a:lnTo>
                    <a:pt x="5507755" y="3600193"/>
                  </a:lnTo>
                  <a:lnTo>
                    <a:pt x="5430121" y="3594517"/>
                  </a:lnTo>
                  <a:lnTo>
                    <a:pt x="5352487" y="3588226"/>
                  </a:lnTo>
                  <a:lnTo>
                    <a:pt x="5274853" y="3581254"/>
                  </a:lnTo>
                  <a:lnTo>
                    <a:pt x="5197219" y="3573528"/>
                  </a:lnTo>
                  <a:lnTo>
                    <a:pt x="5119585" y="3564966"/>
                  </a:lnTo>
                  <a:lnTo>
                    <a:pt x="5041951" y="3555477"/>
                  </a:lnTo>
                  <a:lnTo>
                    <a:pt x="4964317" y="3544961"/>
                  </a:lnTo>
                  <a:lnTo>
                    <a:pt x="4886683" y="3533307"/>
                  </a:lnTo>
                  <a:lnTo>
                    <a:pt x="4809049" y="3520392"/>
                  </a:lnTo>
                  <a:lnTo>
                    <a:pt x="4731415" y="3506079"/>
                  </a:lnTo>
                  <a:lnTo>
                    <a:pt x="4653781" y="3490217"/>
                  </a:lnTo>
                  <a:lnTo>
                    <a:pt x="4576147" y="3472638"/>
                  </a:lnTo>
                  <a:lnTo>
                    <a:pt x="4498513" y="3453157"/>
                  </a:lnTo>
                  <a:lnTo>
                    <a:pt x="4420879" y="3431567"/>
                  </a:lnTo>
                  <a:lnTo>
                    <a:pt x="4343244" y="3407641"/>
                  </a:lnTo>
                  <a:lnTo>
                    <a:pt x="4265610" y="3381125"/>
                  </a:lnTo>
                  <a:lnTo>
                    <a:pt x="4187976" y="3351740"/>
                  </a:lnTo>
                  <a:lnTo>
                    <a:pt x="4110342" y="3319175"/>
                  </a:lnTo>
                  <a:lnTo>
                    <a:pt x="4032708" y="3283085"/>
                  </a:lnTo>
                  <a:lnTo>
                    <a:pt x="3955074" y="3243089"/>
                  </a:lnTo>
                  <a:lnTo>
                    <a:pt x="3877440" y="3198764"/>
                  </a:lnTo>
                  <a:lnTo>
                    <a:pt x="3799806" y="3149643"/>
                  </a:lnTo>
                  <a:lnTo>
                    <a:pt x="3722172" y="3095205"/>
                  </a:lnTo>
                  <a:lnTo>
                    <a:pt x="3644538" y="3034876"/>
                  </a:lnTo>
                  <a:lnTo>
                    <a:pt x="3566904" y="2968017"/>
                  </a:lnTo>
                  <a:lnTo>
                    <a:pt x="3489270" y="2893923"/>
                  </a:lnTo>
                  <a:lnTo>
                    <a:pt x="3411636" y="2811810"/>
                  </a:lnTo>
                  <a:lnTo>
                    <a:pt x="3334002" y="2807162"/>
                  </a:lnTo>
                  <a:lnTo>
                    <a:pt x="3256368" y="2841938"/>
                  </a:lnTo>
                  <a:lnTo>
                    <a:pt x="3178734" y="2875283"/>
                  </a:lnTo>
                  <a:lnTo>
                    <a:pt x="3101100" y="2907257"/>
                  </a:lnTo>
                  <a:lnTo>
                    <a:pt x="3023466" y="2937916"/>
                  </a:lnTo>
                  <a:lnTo>
                    <a:pt x="2945832" y="2967314"/>
                  </a:lnTo>
                  <a:lnTo>
                    <a:pt x="2868198" y="2995502"/>
                  </a:lnTo>
                  <a:lnTo>
                    <a:pt x="2790564" y="3022532"/>
                  </a:lnTo>
                  <a:lnTo>
                    <a:pt x="2712930" y="3048449"/>
                  </a:lnTo>
                  <a:lnTo>
                    <a:pt x="2635295" y="3073300"/>
                  </a:lnTo>
                  <a:lnTo>
                    <a:pt x="2557661" y="3097130"/>
                  </a:lnTo>
                  <a:lnTo>
                    <a:pt x="2480027" y="3119979"/>
                  </a:lnTo>
                  <a:lnTo>
                    <a:pt x="2402393" y="3141888"/>
                  </a:lnTo>
                  <a:lnTo>
                    <a:pt x="2324759" y="3162896"/>
                  </a:lnTo>
                  <a:lnTo>
                    <a:pt x="2247125" y="3183040"/>
                  </a:lnTo>
                  <a:lnTo>
                    <a:pt x="2169491" y="3202356"/>
                  </a:lnTo>
                  <a:lnTo>
                    <a:pt x="2091857" y="3220877"/>
                  </a:lnTo>
                  <a:lnTo>
                    <a:pt x="2014223" y="3238636"/>
                  </a:lnTo>
                  <a:lnTo>
                    <a:pt x="1936589" y="3255665"/>
                  </a:lnTo>
                  <a:lnTo>
                    <a:pt x="1858955" y="3271993"/>
                  </a:lnTo>
                  <a:lnTo>
                    <a:pt x="1781321" y="3287650"/>
                  </a:lnTo>
                  <a:lnTo>
                    <a:pt x="1703687" y="3302662"/>
                  </a:lnTo>
                  <a:lnTo>
                    <a:pt x="1626053" y="3317058"/>
                  </a:lnTo>
                  <a:lnTo>
                    <a:pt x="1548419" y="3330861"/>
                  </a:lnTo>
                  <a:lnTo>
                    <a:pt x="1470785" y="3344096"/>
                  </a:lnTo>
                  <a:lnTo>
                    <a:pt x="1393151" y="3356787"/>
                  </a:lnTo>
                  <a:lnTo>
                    <a:pt x="1315517" y="3368956"/>
                  </a:lnTo>
                  <a:lnTo>
                    <a:pt x="1237883" y="3380625"/>
                  </a:lnTo>
                  <a:lnTo>
                    <a:pt x="1160249" y="3391813"/>
                  </a:lnTo>
                  <a:lnTo>
                    <a:pt x="1082615" y="3402542"/>
                  </a:lnTo>
                  <a:lnTo>
                    <a:pt x="1004981" y="3412829"/>
                  </a:lnTo>
                  <a:lnTo>
                    <a:pt x="927346" y="3422693"/>
                  </a:lnTo>
                  <a:lnTo>
                    <a:pt x="849712" y="3432151"/>
                  </a:lnTo>
                  <a:lnTo>
                    <a:pt x="772078" y="3441220"/>
                  </a:lnTo>
                  <a:lnTo>
                    <a:pt x="694444" y="3449916"/>
                  </a:lnTo>
                  <a:lnTo>
                    <a:pt x="616810" y="3458255"/>
                  </a:lnTo>
                  <a:lnTo>
                    <a:pt x="539176" y="3466250"/>
                  </a:lnTo>
                  <a:lnTo>
                    <a:pt x="461542" y="3473917"/>
                  </a:lnTo>
                  <a:lnTo>
                    <a:pt x="383908" y="3481268"/>
                  </a:lnTo>
                  <a:lnTo>
                    <a:pt x="306274" y="3488317"/>
                  </a:lnTo>
                  <a:lnTo>
                    <a:pt x="228640" y="3495076"/>
                  </a:lnTo>
                  <a:lnTo>
                    <a:pt x="151006" y="3501557"/>
                  </a:lnTo>
                  <a:lnTo>
                    <a:pt x="73372" y="3507771"/>
                  </a:lnTo>
                  <a:lnTo>
                    <a:pt x="0" y="35134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20309" y="1896563"/>
              <a:ext cx="3735711" cy="2770894"/>
            </a:xfrm>
            <a:custGeom>
              <a:avLst/>
              <a:pathLst>
                <a:path w="3735711" h="2770894">
                  <a:moveTo>
                    <a:pt x="0" y="0"/>
                  </a:moveTo>
                  <a:lnTo>
                    <a:pt x="21968" y="108538"/>
                  </a:lnTo>
                  <a:lnTo>
                    <a:pt x="99602" y="454645"/>
                  </a:lnTo>
                  <a:lnTo>
                    <a:pt x="177236" y="766951"/>
                  </a:lnTo>
                  <a:lnTo>
                    <a:pt x="254870" y="1048759"/>
                  </a:lnTo>
                  <a:lnTo>
                    <a:pt x="332504" y="1303047"/>
                  </a:lnTo>
                  <a:lnTo>
                    <a:pt x="410138" y="1532501"/>
                  </a:lnTo>
                  <a:lnTo>
                    <a:pt x="487772" y="1739548"/>
                  </a:lnTo>
                  <a:lnTo>
                    <a:pt x="565406" y="1926375"/>
                  </a:lnTo>
                  <a:lnTo>
                    <a:pt x="643040" y="2094957"/>
                  </a:lnTo>
                  <a:lnTo>
                    <a:pt x="720674" y="2247076"/>
                  </a:lnTo>
                  <a:lnTo>
                    <a:pt x="798308" y="2384339"/>
                  </a:lnTo>
                  <a:lnTo>
                    <a:pt x="875942" y="2508198"/>
                  </a:lnTo>
                  <a:lnTo>
                    <a:pt x="953576" y="2619961"/>
                  </a:lnTo>
                  <a:lnTo>
                    <a:pt x="1031210" y="2720810"/>
                  </a:lnTo>
                  <a:lnTo>
                    <a:pt x="1108845" y="2770894"/>
                  </a:lnTo>
                  <a:lnTo>
                    <a:pt x="1186479" y="2733071"/>
                  </a:lnTo>
                  <a:lnTo>
                    <a:pt x="1264113" y="2693625"/>
                  </a:lnTo>
                  <a:lnTo>
                    <a:pt x="1341747" y="2652487"/>
                  </a:lnTo>
                  <a:lnTo>
                    <a:pt x="1419381" y="2609584"/>
                  </a:lnTo>
                  <a:lnTo>
                    <a:pt x="1497015" y="2564841"/>
                  </a:lnTo>
                  <a:lnTo>
                    <a:pt x="1574649" y="2518179"/>
                  </a:lnTo>
                  <a:lnTo>
                    <a:pt x="1652283" y="2469515"/>
                  </a:lnTo>
                  <a:lnTo>
                    <a:pt x="1729917" y="2418764"/>
                  </a:lnTo>
                  <a:lnTo>
                    <a:pt x="1807551" y="2365836"/>
                  </a:lnTo>
                  <a:lnTo>
                    <a:pt x="1885185" y="2310637"/>
                  </a:lnTo>
                  <a:lnTo>
                    <a:pt x="1962819" y="2253070"/>
                  </a:lnTo>
                  <a:lnTo>
                    <a:pt x="2040453" y="2193035"/>
                  </a:lnTo>
                  <a:lnTo>
                    <a:pt x="2118087" y="2130423"/>
                  </a:lnTo>
                  <a:lnTo>
                    <a:pt x="2195721" y="2065126"/>
                  </a:lnTo>
                  <a:lnTo>
                    <a:pt x="2273355" y="1997029"/>
                  </a:lnTo>
                  <a:lnTo>
                    <a:pt x="2350989" y="1926010"/>
                  </a:lnTo>
                  <a:lnTo>
                    <a:pt x="2428623" y="1851944"/>
                  </a:lnTo>
                  <a:lnTo>
                    <a:pt x="2506257" y="1774702"/>
                  </a:lnTo>
                  <a:lnTo>
                    <a:pt x="2583891" y="1694146"/>
                  </a:lnTo>
                  <a:lnTo>
                    <a:pt x="2661525" y="1610134"/>
                  </a:lnTo>
                  <a:lnTo>
                    <a:pt x="2739159" y="1522519"/>
                  </a:lnTo>
                  <a:lnTo>
                    <a:pt x="2816793" y="1431145"/>
                  </a:lnTo>
                  <a:lnTo>
                    <a:pt x="2894428" y="1335852"/>
                  </a:lnTo>
                  <a:lnTo>
                    <a:pt x="2972062" y="1236472"/>
                  </a:lnTo>
                  <a:lnTo>
                    <a:pt x="3049696" y="1132828"/>
                  </a:lnTo>
                  <a:lnTo>
                    <a:pt x="3127330" y="1024738"/>
                  </a:lnTo>
                  <a:lnTo>
                    <a:pt x="3204964" y="912012"/>
                  </a:lnTo>
                  <a:lnTo>
                    <a:pt x="3282598" y="794450"/>
                  </a:lnTo>
                  <a:lnTo>
                    <a:pt x="3360232" y="671845"/>
                  </a:lnTo>
                  <a:lnTo>
                    <a:pt x="3437866" y="543981"/>
                  </a:lnTo>
                  <a:lnTo>
                    <a:pt x="3515500" y="410633"/>
                  </a:lnTo>
                  <a:lnTo>
                    <a:pt x="3593134" y="271564"/>
                  </a:lnTo>
                  <a:lnTo>
                    <a:pt x="3670768" y="126529"/>
                  </a:lnTo>
                  <a:lnTo>
                    <a:pt x="37357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03725"/>
              <a:ext cx="7370972" cy="841028"/>
            </a:xfrm>
            <a:custGeom>
              <a:avLst/>
              <a:pathLst>
                <a:path w="7370972" h="841028">
                  <a:moveTo>
                    <a:pt x="7370972" y="841028"/>
                  </a:moveTo>
                  <a:lnTo>
                    <a:pt x="7293338" y="840546"/>
                  </a:lnTo>
                  <a:lnTo>
                    <a:pt x="7215704" y="840012"/>
                  </a:lnTo>
                  <a:lnTo>
                    <a:pt x="7138070" y="839420"/>
                  </a:lnTo>
                  <a:lnTo>
                    <a:pt x="7060436" y="838764"/>
                  </a:lnTo>
                  <a:lnTo>
                    <a:pt x="6982802" y="838037"/>
                  </a:lnTo>
                  <a:lnTo>
                    <a:pt x="6905168" y="837231"/>
                  </a:lnTo>
                  <a:lnTo>
                    <a:pt x="6827534" y="836339"/>
                  </a:lnTo>
                  <a:lnTo>
                    <a:pt x="6749900" y="835349"/>
                  </a:lnTo>
                  <a:lnTo>
                    <a:pt x="6672266" y="834253"/>
                  </a:lnTo>
                  <a:lnTo>
                    <a:pt x="6594632" y="833037"/>
                  </a:lnTo>
                  <a:lnTo>
                    <a:pt x="6516998" y="831691"/>
                  </a:lnTo>
                  <a:lnTo>
                    <a:pt x="6439364" y="830198"/>
                  </a:lnTo>
                  <a:lnTo>
                    <a:pt x="6361730" y="828544"/>
                  </a:lnTo>
                  <a:lnTo>
                    <a:pt x="6284096" y="826711"/>
                  </a:lnTo>
                  <a:lnTo>
                    <a:pt x="6206462" y="824680"/>
                  </a:lnTo>
                  <a:lnTo>
                    <a:pt x="6128827" y="822429"/>
                  </a:lnTo>
                  <a:lnTo>
                    <a:pt x="6051193" y="819934"/>
                  </a:lnTo>
                  <a:lnTo>
                    <a:pt x="5973559" y="817169"/>
                  </a:lnTo>
                  <a:lnTo>
                    <a:pt x="5895925" y="814105"/>
                  </a:lnTo>
                  <a:lnTo>
                    <a:pt x="5818291" y="810709"/>
                  </a:lnTo>
                  <a:lnTo>
                    <a:pt x="5740657" y="806946"/>
                  </a:lnTo>
                  <a:lnTo>
                    <a:pt x="5663023" y="802775"/>
                  </a:lnTo>
                  <a:lnTo>
                    <a:pt x="5585389" y="798153"/>
                  </a:lnTo>
                  <a:lnTo>
                    <a:pt x="5507755" y="793031"/>
                  </a:lnTo>
                  <a:lnTo>
                    <a:pt x="5430121" y="787355"/>
                  </a:lnTo>
                  <a:lnTo>
                    <a:pt x="5352487" y="781064"/>
                  </a:lnTo>
                  <a:lnTo>
                    <a:pt x="5274853" y="774092"/>
                  </a:lnTo>
                  <a:lnTo>
                    <a:pt x="5197219" y="766366"/>
                  </a:lnTo>
                  <a:lnTo>
                    <a:pt x="5119585" y="757804"/>
                  </a:lnTo>
                  <a:lnTo>
                    <a:pt x="5041951" y="748315"/>
                  </a:lnTo>
                  <a:lnTo>
                    <a:pt x="4964317" y="737799"/>
                  </a:lnTo>
                  <a:lnTo>
                    <a:pt x="4886683" y="726145"/>
                  </a:lnTo>
                  <a:lnTo>
                    <a:pt x="4809049" y="713230"/>
                  </a:lnTo>
                  <a:lnTo>
                    <a:pt x="4731415" y="698917"/>
                  </a:lnTo>
                  <a:lnTo>
                    <a:pt x="4653781" y="683055"/>
                  </a:lnTo>
                  <a:lnTo>
                    <a:pt x="4576147" y="665476"/>
                  </a:lnTo>
                  <a:lnTo>
                    <a:pt x="4498513" y="645995"/>
                  </a:lnTo>
                  <a:lnTo>
                    <a:pt x="4420879" y="624405"/>
                  </a:lnTo>
                  <a:lnTo>
                    <a:pt x="4343244" y="600479"/>
                  </a:lnTo>
                  <a:lnTo>
                    <a:pt x="4265610" y="573963"/>
                  </a:lnTo>
                  <a:lnTo>
                    <a:pt x="4187976" y="544578"/>
                  </a:lnTo>
                  <a:lnTo>
                    <a:pt x="4110342" y="512012"/>
                  </a:lnTo>
                  <a:lnTo>
                    <a:pt x="4032708" y="475922"/>
                  </a:lnTo>
                  <a:lnTo>
                    <a:pt x="3955074" y="435926"/>
                  </a:lnTo>
                  <a:lnTo>
                    <a:pt x="3877440" y="391602"/>
                  </a:lnTo>
                  <a:lnTo>
                    <a:pt x="3799806" y="342481"/>
                  </a:lnTo>
                  <a:lnTo>
                    <a:pt x="3722172" y="288043"/>
                  </a:lnTo>
                  <a:lnTo>
                    <a:pt x="3644538" y="227713"/>
                  </a:lnTo>
                  <a:lnTo>
                    <a:pt x="3566904" y="160855"/>
                  </a:lnTo>
                  <a:lnTo>
                    <a:pt x="3489270" y="86761"/>
                  </a:lnTo>
                  <a:lnTo>
                    <a:pt x="3411636" y="4647"/>
                  </a:lnTo>
                  <a:lnTo>
                    <a:pt x="3334002" y="0"/>
                  </a:lnTo>
                  <a:lnTo>
                    <a:pt x="3256368" y="34775"/>
                  </a:lnTo>
                  <a:lnTo>
                    <a:pt x="3178734" y="68121"/>
                  </a:lnTo>
                  <a:lnTo>
                    <a:pt x="3101100" y="100095"/>
                  </a:lnTo>
                  <a:lnTo>
                    <a:pt x="3023466" y="130754"/>
                  </a:lnTo>
                  <a:lnTo>
                    <a:pt x="2945832" y="160152"/>
                  </a:lnTo>
                  <a:lnTo>
                    <a:pt x="2868198" y="188340"/>
                  </a:lnTo>
                  <a:lnTo>
                    <a:pt x="2790564" y="215369"/>
                  </a:lnTo>
                  <a:lnTo>
                    <a:pt x="2712930" y="241287"/>
                  </a:lnTo>
                  <a:lnTo>
                    <a:pt x="2635295" y="266138"/>
                  </a:lnTo>
                  <a:lnTo>
                    <a:pt x="2557661" y="289967"/>
                  </a:lnTo>
                  <a:lnTo>
                    <a:pt x="2480027" y="312817"/>
                  </a:lnTo>
                  <a:lnTo>
                    <a:pt x="2402393" y="334726"/>
                  </a:lnTo>
                  <a:lnTo>
                    <a:pt x="2324759" y="355734"/>
                  </a:lnTo>
                  <a:lnTo>
                    <a:pt x="2247125" y="375878"/>
                  </a:lnTo>
                  <a:lnTo>
                    <a:pt x="2169491" y="395194"/>
                  </a:lnTo>
                  <a:lnTo>
                    <a:pt x="2091857" y="413715"/>
                  </a:lnTo>
                  <a:lnTo>
                    <a:pt x="2014223" y="431474"/>
                  </a:lnTo>
                  <a:lnTo>
                    <a:pt x="1936589" y="448502"/>
                  </a:lnTo>
                  <a:lnTo>
                    <a:pt x="1858955" y="464831"/>
                  </a:lnTo>
                  <a:lnTo>
                    <a:pt x="1781321" y="480487"/>
                  </a:lnTo>
                  <a:lnTo>
                    <a:pt x="1703687" y="495500"/>
                  </a:lnTo>
                  <a:lnTo>
                    <a:pt x="1626053" y="509895"/>
                  </a:lnTo>
                  <a:lnTo>
                    <a:pt x="1548419" y="523699"/>
                  </a:lnTo>
                  <a:lnTo>
                    <a:pt x="1470785" y="536934"/>
                  </a:lnTo>
                  <a:lnTo>
                    <a:pt x="1393151" y="549625"/>
                  </a:lnTo>
                  <a:lnTo>
                    <a:pt x="1315517" y="561794"/>
                  </a:lnTo>
                  <a:lnTo>
                    <a:pt x="1237883" y="573462"/>
                  </a:lnTo>
                  <a:lnTo>
                    <a:pt x="1160249" y="584651"/>
                  </a:lnTo>
                  <a:lnTo>
                    <a:pt x="1082615" y="595379"/>
                  </a:lnTo>
                  <a:lnTo>
                    <a:pt x="1004981" y="605666"/>
                  </a:lnTo>
                  <a:lnTo>
                    <a:pt x="927346" y="615530"/>
                  </a:lnTo>
                  <a:lnTo>
                    <a:pt x="849712" y="624989"/>
                  </a:lnTo>
                  <a:lnTo>
                    <a:pt x="772078" y="634058"/>
                  </a:lnTo>
                  <a:lnTo>
                    <a:pt x="694444" y="642754"/>
                  </a:lnTo>
                  <a:lnTo>
                    <a:pt x="616810" y="651092"/>
                  </a:lnTo>
                  <a:lnTo>
                    <a:pt x="539176" y="659088"/>
                  </a:lnTo>
                  <a:lnTo>
                    <a:pt x="461542" y="666754"/>
                  </a:lnTo>
                  <a:lnTo>
                    <a:pt x="383908" y="674106"/>
                  </a:lnTo>
                  <a:lnTo>
                    <a:pt x="306274" y="681155"/>
                  </a:lnTo>
                  <a:lnTo>
                    <a:pt x="228640" y="687914"/>
                  </a:lnTo>
                  <a:lnTo>
                    <a:pt x="151006" y="694395"/>
                  </a:lnTo>
                  <a:lnTo>
                    <a:pt x="73372" y="700609"/>
                  </a:lnTo>
                  <a:lnTo>
                    <a:pt x="0" y="7062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277036"/>
              <a:ext cx="7370972" cy="3089297"/>
            </a:xfrm>
            <a:custGeom>
              <a:avLst/>
              <a:pathLst>
                <a:path w="7370972" h="3089297">
                  <a:moveTo>
                    <a:pt x="0" y="0"/>
                  </a:moveTo>
                  <a:lnTo>
                    <a:pt x="73372" y="92689"/>
                  </a:lnTo>
                  <a:lnTo>
                    <a:pt x="151006" y="187828"/>
                  </a:lnTo>
                  <a:lnTo>
                    <a:pt x="228640" y="280120"/>
                  </a:lnTo>
                  <a:lnTo>
                    <a:pt x="306274" y="369651"/>
                  </a:lnTo>
                  <a:lnTo>
                    <a:pt x="383908" y="456502"/>
                  </a:lnTo>
                  <a:lnTo>
                    <a:pt x="461542" y="540755"/>
                  </a:lnTo>
                  <a:lnTo>
                    <a:pt x="539176" y="622486"/>
                  </a:lnTo>
                  <a:lnTo>
                    <a:pt x="616810" y="701772"/>
                  </a:lnTo>
                  <a:lnTo>
                    <a:pt x="694444" y="778686"/>
                  </a:lnTo>
                  <a:lnTo>
                    <a:pt x="772078" y="853298"/>
                  </a:lnTo>
                  <a:lnTo>
                    <a:pt x="849712" y="925677"/>
                  </a:lnTo>
                  <a:lnTo>
                    <a:pt x="927346" y="995891"/>
                  </a:lnTo>
                  <a:lnTo>
                    <a:pt x="1004981" y="1064003"/>
                  </a:lnTo>
                  <a:lnTo>
                    <a:pt x="1082615" y="1130078"/>
                  </a:lnTo>
                  <a:lnTo>
                    <a:pt x="1160249" y="1194175"/>
                  </a:lnTo>
                  <a:lnTo>
                    <a:pt x="1237883" y="1256354"/>
                  </a:lnTo>
                  <a:lnTo>
                    <a:pt x="1315517" y="1316673"/>
                  </a:lnTo>
                  <a:lnTo>
                    <a:pt x="1393151" y="1375187"/>
                  </a:lnTo>
                  <a:lnTo>
                    <a:pt x="1470785" y="1431950"/>
                  </a:lnTo>
                  <a:lnTo>
                    <a:pt x="1548419" y="1487014"/>
                  </a:lnTo>
                  <a:lnTo>
                    <a:pt x="1626053" y="1540431"/>
                  </a:lnTo>
                  <a:lnTo>
                    <a:pt x="1703687" y="1592250"/>
                  </a:lnTo>
                  <a:lnTo>
                    <a:pt x="1781321" y="1642518"/>
                  </a:lnTo>
                  <a:lnTo>
                    <a:pt x="1858955" y="1691281"/>
                  </a:lnTo>
                  <a:lnTo>
                    <a:pt x="1936589" y="1738586"/>
                  </a:lnTo>
                  <a:lnTo>
                    <a:pt x="2014223" y="1784475"/>
                  </a:lnTo>
                  <a:lnTo>
                    <a:pt x="2091857" y="1828991"/>
                  </a:lnTo>
                  <a:lnTo>
                    <a:pt x="2169491" y="1872175"/>
                  </a:lnTo>
                  <a:lnTo>
                    <a:pt x="2247125" y="1914067"/>
                  </a:lnTo>
                  <a:lnTo>
                    <a:pt x="2324759" y="1954705"/>
                  </a:lnTo>
                  <a:lnTo>
                    <a:pt x="2402393" y="1994127"/>
                  </a:lnTo>
                  <a:lnTo>
                    <a:pt x="2480027" y="2032370"/>
                  </a:lnTo>
                  <a:lnTo>
                    <a:pt x="2557661" y="2069468"/>
                  </a:lnTo>
                  <a:lnTo>
                    <a:pt x="2635295" y="2105456"/>
                  </a:lnTo>
                  <a:lnTo>
                    <a:pt x="2712930" y="2140367"/>
                  </a:lnTo>
                  <a:lnTo>
                    <a:pt x="2790564" y="2174234"/>
                  </a:lnTo>
                  <a:lnTo>
                    <a:pt x="2868198" y="2207087"/>
                  </a:lnTo>
                  <a:lnTo>
                    <a:pt x="2945832" y="2238958"/>
                  </a:lnTo>
                  <a:lnTo>
                    <a:pt x="3023466" y="2269874"/>
                  </a:lnTo>
                  <a:lnTo>
                    <a:pt x="3101100" y="2299866"/>
                  </a:lnTo>
                  <a:lnTo>
                    <a:pt x="3178734" y="2328960"/>
                  </a:lnTo>
                  <a:lnTo>
                    <a:pt x="3256368" y="2357183"/>
                  </a:lnTo>
                  <a:lnTo>
                    <a:pt x="3334002" y="2384562"/>
                  </a:lnTo>
                  <a:lnTo>
                    <a:pt x="3411636" y="2411122"/>
                  </a:lnTo>
                  <a:lnTo>
                    <a:pt x="3489270" y="2436887"/>
                  </a:lnTo>
                  <a:lnTo>
                    <a:pt x="3566904" y="2461881"/>
                  </a:lnTo>
                  <a:lnTo>
                    <a:pt x="3644538" y="2486127"/>
                  </a:lnTo>
                  <a:lnTo>
                    <a:pt x="3722172" y="2509647"/>
                  </a:lnTo>
                  <a:lnTo>
                    <a:pt x="3799806" y="2532464"/>
                  </a:lnTo>
                  <a:lnTo>
                    <a:pt x="3877440" y="2554598"/>
                  </a:lnTo>
                  <a:lnTo>
                    <a:pt x="3955074" y="2576070"/>
                  </a:lnTo>
                  <a:lnTo>
                    <a:pt x="4032708" y="2596899"/>
                  </a:lnTo>
                  <a:lnTo>
                    <a:pt x="4110342" y="2617105"/>
                  </a:lnTo>
                  <a:lnTo>
                    <a:pt x="4187976" y="2636707"/>
                  </a:lnTo>
                  <a:lnTo>
                    <a:pt x="4265610" y="2655721"/>
                  </a:lnTo>
                  <a:lnTo>
                    <a:pt x="4343244" y="2674167"/>
                  </a:lnTo>
                  <a:lnTo>
                    <a:pt x="4420879" y="2692061"/>
                  </a:lnTo>
                  <a:lnTo>
                    <a:pt x="4498513" y="2709420"/>
                  </a:lnTo>
                  <a:lnTo>
                    <a:pt x="4576147" y="2726259"/>
                  </a:lnTo>
                  <a:lnTo>
                    <a:pt x="4653781" y="2742594"/>
                  </a:lnTo>
                  <a:lnTo>
                    <a:pt x="4731415" y="2758440"/>
                  </a:lnTo>
                  <a:lnTo>
                    <a:pt x="4809049" y="2773812"/>
                  </a:lnTo>
                  <a:lnTo>
                    <a:pt x="4886683" y="2788725"/>
                  </a:lnTo>
                  <a:lnTo>
                    <a:pt x="4964317" y="2803191"/>
                  </a:lnTo>
                  <a:lnTo>
                    <a:pt x="5041951" y="2817224"/>
                  </a:lnTo>
                  <a:lnTo>
                    <a:pt x="5119585" y="2830837"/>
                  </a:lnTo>
                  <a:lnTo>
                    <a:pt x="5197219" y="2844043"/>
                  </a:lnTo>
                  <a:lnTo>
                    <a:pt x="5274853" y="2856854"/>
                  </a:lnTo>
                  <a:lnTo>
                    <a:pt x="5352487" y="2869281"/>
                  </a:lnTo>
                  <a:lnTo>
                    <a:pt x="5430121" y="2881337"/>
                  </a:lnTo>
                  <a:lnTo>
                    <a:pt x="5507755" y="2893032"/>
                  </a:lnTo>
                  <a:lnTo>
                    <a:pt x="5585389" y="2904376"/>
                  </a:lnTo>
                  <a:lnTo>
                    <a:pt x="5663023" y="2915382"/>
                  </a:lnTo>
                  <a:lnTo>
                    <a:pt x="5740657" y="2926058"/>
                  </a:lnTo>
                  <a:lnTo>
                    <a:pt x="5818291" y="2936415"/>
                  </a:lnTo>
                  <a:lnTo>
                    <a:pt x="5895925" y="2946461"/>
                  </a:lnTo>
                  <a:lnTo>
                    <a:pt x="5973559" y="2956207"/>
                  </a:lnTo>
                  <a:lnTo>
                    <a:pt x="6051193" y="2965662"/>
                  </a:lnTo>
                  <a:lnTo>
                    <a:pt x="6128827" y="2974833"/>
                  </a:lnTo>
                  <a:lnTo>
                    <a:pt x="6206462" y="2983731"/>
                  </a:lnTo>
                  <a:lnTo>
                    <a:pt x="6284096" y="2992362"/>
                  </a:lnTo>
                  <a:lnTo>
                    <a:pt x="6361730" y="3000734"/>
                  </a:lnTo>
                  <a:lnTo>
                    <a:pt x="6439364" y="3008856"/>
                  </a:lnTo>
                  <a:lnTo>
                    <a:pt x="6516998" y="3016735"/>
                  </a:lnTo>
                  <a:lnTo>
                    <a:pt x="6594632" y="3024379"/>
                  </a:lnTo>
                  <a:lnTo>
                    <a:pt x="6672266" y="3031793"/>
                  </a:lnTo>
                  <a:lnTo>
                    <a:pt x="6749900" y="3038986"/>
                  </a:lnTo>
                  <a:lnTo>
                    <a:pt x="6827534" y="3045964"/>
                  </a:lnTo>
                  <a:lnTo>
                    <a:pt x="6905168" y="3052732"/>
                  </a:lnTo>
                  <a:lnTo>
                    <a:pt x="6982802" y="3059298"/>
                  </a:lnTo>
                  <a:lnTo>
                    <a:pt x="7060436" y="3065668"/>
                  </a:lnTo>
                  <a:lnTo>
                    <a:pt x="7138070" y="3071847"/>
                  </a:lnTo>
                  <a:lnTo>
                    <a:pt x="7215704" y="3077842"/>
                  </a:lnTo>
                  <a:lnTo>
                    <a:pt x="7293338" y="3083656"/>
                  </a:lnTo>
                  <a:lnTo>
                    <a:pt x="7370972" y="30892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2026-05-22T10:32:46Z</dcterms:modified>
  <cp:category/>
</cp:coreProperties>
</file>