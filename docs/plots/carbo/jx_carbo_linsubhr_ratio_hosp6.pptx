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8844"/>
            </a:xfrm>
            <a:custGeom>
              <a:avLst/>
              <a:pathLst>
                <a:path w="7370972" h="3648844">
                  <a:moveTo>
                    <a:pt x="2334078" y="0"/>
                  </a:moveTo>
                  <a:lnTo>
                    <a:pt x="2402393" y="326786"/>
                  </a:lnTo>
                  <a:lnTo>
                    <a:pt x="2480027" y="660849"/>
                  </a:lnTo>
                  <a:lnTo>
                    <a:pt x="2557661" y="961357"/>
                  </a:lnTo>
                  <a:lnTo>
                    <a:pt x="2635295" y="1231681"/>
                  </a:lnTo>
                  <a:lnTo>
                    <a:pt x="2712930" y="1474853"/>
                  </a:lnTo>
                  <a:lnTo>
                    <a:pt x="2790564" y="1693599"/>
                  </a:lnTo>
                  <a:lnTo>
                    <a:pt x="2868198" y="1890374"/>
                  </a:lnTo>
                  <a:lnTo>
                    <a:pt x="2945832" y="2067384"/>
                  </a:lnTo>
                  <a:lnTo>
                    <a:pt x="3023466" y="2226614"/>
                  </a:lnTo>
                  <a:lnTo>
                    <a:pt x="3101100" y="2369850"/>
                  </a:lnTo>
                  <a:lnTo>
                    <a:pt x="3178734" y="2498699"/>
                  </a:lnTo>
                  <a:lnTo>
                    <a:pt x="3256368" y="2614606"/>
                  </a:lnTo>
                  <a:lnTo>
                    <a:pt x="3334002" y="2718871"/>
                  </a:lnTo>
                  <a:lnTo>
                    <a:pt x="3411636" y="2773032"/>
                  </a:lnTo>
                  <a:lnTo>
                    <a:pt x="3489270" y="2742062"/>
                  </a:lnTo>
                  <a:lnTo>
                    <a:pt x="3566904" y="2710000"/>
                  </a:lnTo>
                  <a:lnTo>
                    <a:pt x="3644538" y="2676810"/>
                  </a:lnTo>
                  <a:lnTo>
                    <a:pt x="3722172" y="2642452"/>
                  </a:lnTo>
                  <a:lnTo>
                    <a:pt x="3799806" y="2606883"/>
                  </a:lnTo>
                  <a:lnTo>
                    <a:pt x="3877440" y="2570062"/>
                  </a:lnTo>
                  <a:lnTo>
                    <a:pt x="3955074" y="2531945"/>
                  </a:lnTo>
                  <a:lnTo>
                    <a:pt x="4032708" y="2492486"/>
                  </a:lnTo>
                  <a:lnTo>
                    <a:pt x="4110342" y="2451637"/>
                  </a:lnTo>
                  <a:lnTo>
                    <a:pt x="4187976" y="2409350"/>
                  </a:lnTo>
                  <a:lnTo>
                    <a:pt x="4265610" y="2365574"/>
                  </a:lnTo>
                  <a:lnTo>
                    <a:pt x="4343244" y="2320257"/>
                  </a:lnTo>
                  <a:lnTo>
                    <a:pt x="4420879" y="2273344"/>
                  </a:lnTo>
                  <a:lnTo>
                    <a:pt x="4498513" y="2224780"/>
                  </a:lnTo>
                  <a:lnTo>
                    <a:pt x="4576147" y="2174505"/>
                  </a:lnTo>
                  <a:lnTo>
                    <a:pt x="4653781" y="2122461"/>
                  </a:lnTo>
                  <a:lnTo>
                    <a:pt x="4731415" y="2068584"/>
                  </a:lnTo>
                  <a:lnTo>
                    <a:pt x="4809049" y="2012810"/>
                  </a:lnTo>
                  <a:lnTo>
                    <a:pt x="4886683" y="1955072"/>
                  </a:lnTo>
                  <a:lnTo>
                    <a:pt x="4964317" y="1895301"/>
                  </a:lnTo>
                  <a:lnTo>
                    <a:pt x="5041951" y="1833426"/>
                  </a:lnTo>
                  <a:lnTo>
                    <a:pt x="5119585" y="1769372"/>
                  </a:lnTo>
                  <a:lnTo>
                    <a:pt x="5197219" y="1703062"/>
                  </a:lnTo>
                  <a:lnTo>
                    <a:pt x="5274853" y="1634419"/>
                  </a:lnTo>
                  <a:lnTo>
                    <a:pt x="5352487" y="1563358"/>
                  </a:lnTo>
                  <a:lnTo>
                    <a:pt x="5430121" y="1489795"/>
                  </a:lnTo>
                  <a:lnTo>
                    <a:pt x="5507755" y="1413642"/>
                  </a:lnTo>
                  <a:lnTo>
                    <a:pt x="5585389" y="1334807"/>
                  </a:lnTo>
                  <a:lnTo>
                    <a:pt x="5663023" y="1253197"/>
                  </a:lnTo>
                  <a:lnTo>
                    <a:pt x="5740657" y="1168714"/>
                  </a:lnTo>
                  <a:lnTo>
                    <a:pt x="5818291" y="1081256"/>
                  </a:lnTo>
                  <a:lnTo>
                    <a:pt x="5895925" y="990718"/>
                  </a:lnTo>
                  <a:lnTo>
                    <a:pt x="5973559" y="896993"/>
                  </a:lnTo>
                  <a:lnTo>
                    <a:pt x="6051193" y="799968"/>
                  </a:lnTo>
                  <a:lnTo>
                    <a:pt x="6128827" y="699526"/>
                  </a:lnTo>
                  <a:lnTo>
                    <a:pt x="6206462" y="595548"/>
                  </a:lnTo>
                  <a:lnTo>
                    <a:pt x="6284096" y="487909"/>
                  </a:lnTo>
                  <a:lnTo>
                    <a:pt x="6361730" y="376480"/>
                  </a:lnTo>
                  <a:lnTo>
                    <a:pt x="6439364" y="261127"/>
                  </a:lnTo>
                  <a:lnTo>
                    <a:pt x="6516998" y="141714"/>
                  </a:lnTo>
                  <a:lnTo>
                    <a:pt x="6594632" y="18095"/>
                  </a:lnTo>
                  <a:lnTo>
                    <a:pt x="6605610" y="0"/>
                  </a:lnTo>
                  <a:lnTo>
                    <a:pt x="7370972" y="0"/>
                  </a:lnTo>
                  <a:lnTo>
                    <a:pt x="7370972" y="3648844"/>
                  </a:lnTo>
                  <a:lnTo>
                    <a:pt x="7293338" y="3648420"/>
                  </a:lnTo>
                  <a:lnTo>
                    <a:pt x="7215704" y="3647948"/>
                  </a:lnTo>
                  <a:lnTo>
                    <a:pt x="7138070" y="3647424"/>
                  </a:lnTo>
                  <a:lnTo>
                    <a:pt x="7060436" y="3646841"/>
                  </a:lnTo>
                  <a:lnTo>
                    <a:pt x="6982802" y="3646193"/>
                  </a:lnTo>
                  <a:lnTo>
                    <a:pt x="6905168" y="3645473"/>
                  </a:lnTo>
                  <a:lnTo>
                    <a:pt x="6827534" y="3644672"/>
                  </a:lnTo>
                  <a:lnTo>
                    <a:pt x="6749900" y="3643782"/>
                  </a:lnTo>
                  <a:lnTo>
                    <a:pt x="6672266" y="3642793"/>
                  </a:lnTo>
                  <a:lnTo>
                    <a:pt x="6594632" y="3641693"/>
                  </a:lnTo>
                  <a:lnTo>
                    <a:pt x="6516998" y="3640470"/>
                  </a:lnTo>
                  <a:lnTo>
                    <a:pt x="6439364" y="3639111"/>
                  </a:lnTo>
                  <a:lnTo>
                    <a:pt x="6361730" y="3637600"/>
                  </a:lnTo>
                  <a:lnTo>
                    <a:pt x="6284096" y="3635920"/>
                  </a:lnTo>
                  <a:lnTo>
                    <a:pt x="6206462" y="3634053"/>
                  </a:lnTo>
                  <a:lnTo>
                    <a:pt x="6128827" y="3631977"/>
                  </a:lnTo>
                  <a:lnTo>
                    <a:pt x="6051193" y="3629670"/>
                  </a:lnTo>
                  <a:lnTo>
                    <a:pt x="5973559" y="3627105"/>
                  </a:lnTo>
                  <a:lnTo>
                    <a:pt x="5895925" y="3624253"/>
                  </a:lnTo>
                  <a:lnTo>
                    <a:pt x="5818291" y="3621083"/>
                  </a:lnTo>
                  <a:lnTo>
                    <a:pt x="5740657" y="3617559"/>
                  </a:lnTo>
                  <a:lnTo>
                    <a:pt x="5663023" y="3613642"/>
                  </a:lnTo>
                  <a:lnTo>
                    <a:pt x="5585389" y="3609287"/>
                  </a:lnTo>
                  <a:lnTo>
                    <a:pt x="5507755" y="3604445"/>
                  </a:lnTo>
                  <a:lnTo>
                    <a:pt x="5430121" y="3599064"/>
                  </a:lnTo>
                  <a:lnTo>
                    <a:pt x="5352487" y="3593081"/>
                  </a:lnTo>
                  <a:lnTo>
                    <a:pt x="5274853" y="3586430"/>
                  </a:lnTo>
                  <a:lnTo>
                    <a:pt x="5197219" y="3579037"/>
                  </a:lnTo>
                  <a:lnTo>
                    <a:pt x="5119585" y="3570818"/>
                  </a:lnTo>
                  <a:lnTo>
                    <a:pt x="5041951" y="3561681"/>
                  </a:lnTo>
                  <a:lnTo>
                    <a:pt x="4964317" y="3551525"/>
                  </a:lnTo>
                  <a:lnTo>
                    <a:pt x="4886683" y="3540234"/>
                  </a:lnTo>
                  <a:lnTo>
                    <a:pt x="4809049" y="3527682"/>
                  </a:lnTo>
                  <a:lnTo>
                    <a:pt x="4731415" y="3513729"/>
                  </a:lnTo>
                  <a:lnTo>
                    <a:pt x="4653781" y="3498218"/>
                  </a:lnTo>
                  <a:lnTo>
                    <a:pt x="4576147" y="3480975"/>
                  </a:lnTo>
                  <a:lnTo>
                    <a:pt x="4498513" y="3461806"/>
                  </a:lnTo>
                  <a:lnTo>
                    <a:pt x="4420879" y="3440497"/>
                  </a:lnTo>
                  <a:lnTo>
                    <a:pt x="4343244" y="3416809"/>
                  </a:lnTo>
                  <a:lnTo>
                    <a:pt x="4265610" y="3390476"/>
                  </a:lnTo>
                  <a:lnTo>
                    <a:pt x="4187976" y="3361203"/>
                  </a:lnTo>
                  <a:lnTo>
                    <a:pt x="4110342" y="3328660"/>
                  </a:lnTo>
                  <a:lnTo>
                    <a:pt x="4032708" y="3292485"/>
                  </a:lnTo>
                  <a:lnTo>
                    <a:pt x="3955074" y="3252269"/>
                  </a:lnTo>
                  <a:lnTo>
                    <a:pt x="3877440" y="3207564"/>
                  </a:lnTo>
                  <a:lnTo>
                    <a:pt x="3799806" y="3157866"/>
                  </a:lnTo>
                  <a:lnTo>
                    <a:pt x="3722172" y="3102619"/>
                  </a:lnTo>
                  <a:lnTo>
                    <a:pt x="3644538" y="3041204"/>
                  </a:lnTo>
                  <a:lnTo>
                    <a:pt x="3566904" y="2972931"/>
                  </a:lnTo>
                  <a:lnTo>
                    <a:pt x="3489270" y="2897034"/>
                  </a:lnTo>
                  <a:lnTo>
                    <a:pt x="3411636" y="2812663"/>
                  </a:lnTo>
                  <a:lnTo>
                    <a:pt x="3334002" y="2802950"/>
                  </a:lnTo>
                  <a:lnTo>
                    <a:pt x="3256368" y="2831850"/>
                  </a:lnTo>
                  <a:lnTo>
                    <a:pt x="3178734" y="2859766"/>
                  </a:lnTo>
                  <a:lnTo>
                    <a:pt x="3101100" y="2886734"/>
                  </a:lnTo>
                  <a:lnTo>
                    <a:pt x="3023466" y="2912784"/>
                  </a:lnTo>
                  <a:lnTo>
                    <a:pt x="2945832" y="2937948"/>
                  </a:lnTo>
                  <a:lnTo>
                    <a:pt x="2868198" y="2962256"/>
                  </a:lnTo>
                  <a:lnTo>
                    <a:pt x="2790564" y="2985738"/>
                  </a:lnTo>
                  <a:lnTo>
                    <a:pt x="2712930" y="3008421"/>
                  </a:lnTo>
                  <a:lnTo>
                    <a:pt x="2635295" y="3030332"/>
                  </a:lnTo>
                  <a:lnTo>
                    <a:pt x="2557661" y="3051498"/>
                  </a:lnTo>
                  <a:lnTo>
                    <a:pt x="2480027" y="3071944"/>
                  </a:lnTo>
                  <a:lnTo>
                    <a:pt x="2402393" y="3091695"/>
                  </a:lnTo>
                  <a:lnTo>
                    <a:pt x="2324759" y="3110774"/>
                  </a:lnTo>
                  <a:lnTo>
                    <a:pt x="2247125" y="3129204"/>
                  </a:lnTo>
                  <a:lnTo>
                    <a:pt x="2169491" y="3147007"/>
                  </a:lnTo>
                  <a:lnTo>
                    <a:pt x="2091857" y="3164205"/>
                  </a:lnTo>
                  <a:lnTo>
                    <a:pt x="2014223" y="3180818"/>
                  </a:lnTo>
                  <a:lnTo>
                    <a:pt x="1936589" y="3196866"/>
                  </a:lnTo>
                  <a:lnTo>
                    <a:pt x="1858955" y="3212367"/>
                  </a:lnTo>
                  <a:lnTo>
                    <a:pt x="1781321" y="3227342"/>
                  </a:lnTo>
                  <a:lnTo>
                    <a:pt x="1703687" y="3241807"/>
                  </a:lnTo>
                  <a:lnTo>
                    <a:pt x="1626053" y="3255781"/>
                  </a:lnTo>
                  <a:lnTo>
                    <a:pt x="1548419" y="3269279"/>
                  </a:lnTo>
                  <a:lnTo>
                    <a:pt x="1470785" y="3282318"/>
                  </a:lnTo>
                  <a:lnTo>
                    <a:pt x="1393151" y="3294913"/>
                  </a:lnTo>
                  <a:lnTo>
                    <a:pt x="1315517" y="3307081"/>
                  </a:lnTo>
                  <a:lnTo>
                    <a:pt x="1237883" y="3318834"/>
                  </a:lnTo>
                  <a:lnTo>
                    <a:pt x="1160249" y="3330187"/>
                  </a:lnTo>
                  <a:lnTo>
                    <a:pt x="1082615" y="3341155"/>
                  </a:lnTo>
                  <a:lnTo>
                    <a:pt x="1004981" y="3351749"/>
                  </a:lnTo>
                  <a:lnTo>
                    <a:pt x="927346" y="3361983"/>
                  </a:lnTo>
                  <a:lnTo>
                    <a:pt x="849712" y="3371869"/>
                  </a:lnTo>
                  <a:lnTo>
                    <a:pt x="772078" y="3381419"/>
                  </a:lnTo>
                  <a:lnTo>
                    <a:pt x="694444" y="3390644"/>
                  </a:lnTo>
                  <a:lnTo>
                    <a:pt x="616810" y="3399555"/>
                  </a:lnTo>
                  <a:lnTo>
                    <a:pt x="539176" y="3408163"/>
                  </a:lnTo>
                  <a:lnTo>
                    <a:pt x="461542" y="3416478"/>
                  </a:lnTo>
                  <a:lnTo>
                    <a:pt x="383908" y="3424511"/>
                  </a:lnTo>
                  <a:lnTo>
                    <a:pt x="306274" y="3432270"/>
                  </a:lnTo>
                  <a:lnTo>
                    <a:pt x="228640" y="3439765"/>
                  </a:lnTo>
                  <a:lnTo>
                    <a:pt x="151006" y="3447006"/>
                  </a:lnTo>
                  <a:lnTo>
                    <a:pt x="73372" y="3454000"/>
                  </a:lnTo>
                  <a:lnTo>
                    <a:pt x="0" y="3460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1596" y="1896563"/>
              <a:ext cx="4271531" cy="2773032"/>
            </a:xfrm>
            <a:custGeom>
              <a:avLst/>
              <a:pathLst>
                <a:path w="4271531" h="2773032">
                  <a:moveTo>
                    <a:pt x="0" y="0"/>
                  </a:moveTo>
                  <a:lnTo>
                    <a:pt x="68314" y="326786"/>
                  </a:lnTo>
                  <a:lnTo>
                    <a:pt x="145948" y="660849"/>
                  </a:lnTo>
                  <a:lnTo>
                    <a:pt x="223582" y="961357"/>
                  </a:lnTo>
                  <a:lnTo>
                    <a:pt x="301217" y="1231681"/>
                  </a:lnTo>
                  <a:lnTo>
                    <a:pt x="378851" y="1474853"/>
                  </a:lnTo>
                  <a:lnTo>
                    <a:pt x="456485" y="1693599"/>
                  </a:lnTo>
                  <a:lnTo>
                    <a:pt x="534119" y="1890374"/>
                  </a:lnTo>
                  <a:lnTo>
                    <a:pt x="611753" y="2067384"/>
                  </a:lnTo>
                  <a:lnTo>
                    <a:pt x="689387" y="2226614"/>
                  </a:lnTo>
                  <a:lnTo>
                    <a:pt x="767021" y="2369850"/>
                  </a:lnTo>
                  <a:lnTo>
                    <a:pt x="844655" y="2498699"/>
                  </a:lnTo>
                  <a:lnTo>
                    <a:pt x="922289" y="2614606"/>
                  </a:lnTo>
                  <a:lnTo>
                    <a:pt x="999923" y="2718871"/>
                  </a:lnTo>
                  <a:lnTo>
                    <a:pt x="1077557" y="2773032"/>
                  </a:lnTo>
                  <a:lnTo>
                    <a:pt x="1155191" y="2742062"/>
                  </a:lnTo>
                  <a:lnTo>
                    <a:pt x="1232825" y="2710000"/>
                  </a:lnTo>
                  <a:lnTo>
                    <a:pt x="1310459" y="2676810"/>
                  </a:lnTo>
                  <a:lnTo>
                    <a:pt x="1388093" y="2642452"/>
                  </a:lnTo>
                  <a:lnTo>
                    <a:pt x="1465727" y="2606883"/>
                  </a:lnTo>
                  <a:lnTo>
                    <a:pt x="1543361" y="2570062"/>
                  </a:lnTo>
                  <a:lnTo>
                    <a:pt x="1620995" y="2531945"/>
                  </a:lnTo>
                  <a:lnTo>
                    <a:pt x="1698629" y="2492486"/>
                  </a:lnTo>
                  <a:lnTo>
                    <a:pt x="1776263" y="2451637"/>
                  </a:lnTo>
                  <a:lnTo>
                    <a:pt x="1853897" y="2409350"/>
                  </a:lnTo>
                  <a:lnTo>
                    <a:pt x="1931531" y="2365574"/>
                  </a:lnTo>
                  <a:lnTo>
                    <a:pt x="2009166" y="2320257"/>
                  </a:lnTo>
                  <a:lnTo>
                    <a:pt x="2086800" y="2273344"/>
                  </a:lnTo>
                  <a:lnTo>
                    <a:pt x="2164434" y="2224780"/>
                  </a:lnTo>
                  <a:lnTo>
                    <a:pt x="2242068" y="2174505"/>
                  </a:lnTo>
                  <a:lnTo>
                    <a:pt x="2319702" y="2122461"/>
                  </a:lnTo>
                  <a:lnTo>
                    <a:pt x="2397336" y="2068584"/>
                  </a:lnTo>
                  <a:lnTo>
                    <a:pt x="2474970" y="2012810"/>
                  </a:lnTo>
                  <a:lnTo>
                    <a:pt x="2552604" y="1955072"/>
                  </a:lnTo>
                  <a:lnTo>
                    <a:pt x="2630238" y="1895301"/>
                  </a:lnTo>
                  <a:lnTo>
                    <a:pt x="2707872" y="1833426"/>
                  </a:lnTo>
                  <a:lnTo>
                    <a:pt x="2785506" y="1769372"/>
                  </a:lnTo>
                  <a:lnTo>
                    <a:pt x="2863140" y="1703062"/>
                  </a:lnTo>
                  <a:lnTo>
                    <a:pt x="2940774" y="1634419"/>
                  </a:lnTo>
                  <a:lnTo>
                    <a:pt x="3018408" y="1563358"/>
                  </a:lnTo>
                  <a:lnTo>
                    <a:pt x="3096042" y="1489795"/>
                  </a:lnTo>
                  <a:lnTo>
                    <a:pt x="3173676" y="1413642"/>
                  </a:lnTo>
                  <a:lnTo>
                    <a:pt x="3251310" y="1334807"/>
                  </a:lnTo>
                  <a:lnTo>
                    <a:pt x="3328944" y="1253197"/>
                  </a:lnTo>
                  <a:lnTo>
                    <a:pt x="3406578" y="1168714"/>
                  </a:lnTo>
                  <a:lnTo>
                    <a:pt x="3484212" y="1081256"/>
                  </a:lnTo>
                  <a:lnTo>
                    <a:pt x="3561846" y="990718"/>
                  </a:lnTo>
                  <a:lnTo>
                    <a:pt x="3639480" y="896993"/>
                  </a:lnTo>
                  <a:lnTo>
                    <a:pt x="3717115" y="799968"/>
                  </a:lnTo>
                  <a:lnTo>
                    <a:pt x="3794749" y="699526"/>
                  </a:lnTo>
                  <a:lnTo>
                    <a:pt x="3872383" y="595548"/>
                  </a:lnTo>
                  <a:lnTo>
                    <a:pt x="3950017" y="487909"/>
                  </a:lnTo>
                  <a:lnTo>
                    <a:pt x="4027651" y="376480"/>
                  </a:lnTo>
                  <a:lnTo>
                    <a:pt x="4105285" y="261127"/>
                  </a:lnTo>
                  <a:lnTo>
                    <a:pt x="4182919" y="141714"/>
                  </a:lnTo>
                  <a:lnTo>
                    <a:pt x="4260553" y="18095"/>
                  </a:lnTo>
                  <a:lnTo>
                    <a:pt x="42715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9513"/>
              <a:ext cx="7370972" cy="845894"/>
            </a:xfrm>
            <a:custGeom>
              <a:avLst/>
              <a:pathLst>
                <a:path w="7370972" h="845894">
                  <a:moveTo>
                    <a:pt x="7370972" y="845894"/>
                  </a:moveTo>
                  <a:lnTo>
                    <a:pt x="7293338" y="845470"/>
                  </a:lnTo>
                  <a:lnTo>
                    <a:pt x="7215704" y="844998"/>
                  </a:lnTo>
                  <a:lnTo>
                    <a:pt x="7138070" y="844474"/>
                  </a:lnTo>
                  <a:lnTo>
                    <a:pt x="7060436" y="843891"/>
                  </a:lnTo>
                  <a:lnTo>
                    <a:pt x="6982802" y="843243"/>
                  </a:lnTo>
                  <a:lnTo>
                    <a:pt x="6905168" y="842523"/>
                  </a:lnTo>
                  <a:lnTo>
                    <a:pt x="6827534" y="841722"/>
                  </a:lnTo>
                  <a:lnTo>
                    <a:pt x="6749900" y="840832"/>
                  </a:lnTo>
                  <a:lnTo>
                    <a:pt x="6672266" y="839843"/>
                  </a:lnTo>
                  <a:lnTo>
                    <a:pt x="6594632" y="838743"/>
                  </a:lnTo>
                  <a:lnTo>
                    <a:pt x="6516998" y="837520"/>
                  </a:lnTo>
                  <a:lnTo>
                    <a:pt x="6439364" y="836161"/>
                  </a:lnTo>
                  <a:lnTo>
                    <a:pt x="6361730" y="834650"/>
                  </a:lnTo>
                  <a:lnTo>
                    <a:pt x="6284096" y="832970"/>
                  </a:lnTo>
                  <a:lnTo>
                    <a:pt x="6206462" y="831103"/>
                  </a:lnTo>
                  <a:lnTo>
                    <a:pt x="6128827" y="829027"/>
                  </a:lnTo>
                  <a:lnTo>
                    <a:pt x="6051193" y="826720"/>
                  </a:lnTo>
                  <a:lnTo>
                    <a:pt x="5973559" y="824155"/>
                  </a:lnTo>
                  <a:lnTo>
                    <a:pt x="5895925" y="821303"/>
                  </a:lnTo>
                  <a:lnTo>
                    <a:pt x="5818291" y="818133"/>
                  </a:lnTo>
                  <a:lnTo>
                    <a:pt x="5740657" y="814609"/>
                  </a:lnTo>
                  <a:lnTo>
                    <a:pt x="5663023" y="810691"/>
                  </a:lnTo>
                  <a:lnTo>
                    <a:pt x="5585389" y="806336"/>
                  </a:lnTo>
                  <a:lnTo>
                    <a:pt x="5507755" y="801495"/>
                  </a:lnTo>
                  <a:lnTo>
                    <a:pt x="5430121" y="796113"/>
                  </a:lnTo>
                  <a:lnTo>
                    <a:pt x="5352487" y="790131"/>
                  </a:lnTo>
                  <a:lnTo>
                    <a:pt x="5274853" y="783480"/>
                  </a:lnTo>
                  <a:lnTo>
                    <a:pt x="5197219" y="776087"/>
                  </a:lnTo>
                  <a:lnTo>
                    <a:pt x="5119585" y="767868"/>
                  </a:lnTo>
                  <a:lnTo>
                    <a:pt x="5041951" y="758731"/>
                  </a:lnTo>
                  <a:lnTo>
                    <a:pt x="4964317" y="748574"/>
                  </a:lnTo>
                  <a:lnTo>
                    <a:pt x="4886683" y="737284"/>
                  </a:lnTo>
                  <a:lnTo>
                    <a:pt x="4809049" y="724732"/>
                  </a:lnTo>
                  <a:lnTo>
                    <a:pt x="4731415" y="710779"/>
                  </a:lnTo>
                  <a:lnTo>
                    <a:pt x="4653781" y="695268"/>
                  </a:lnTo>
                  <a:lnTo>
                    <a:pt x="4576147" y="678025"/>
                  </a:lnTo>
                  <a:lnTo>
                    <a:pt x="4498513" y="658856"/>
                  </a:lnTo>
                  <a:lnTo>
                    <a:pt x="4420879" y="637547"/>
                  </a:lnTo>
                  <a:lnTo>
                    <a:pt x="4343244" y="613859"/>
                  </a:lnTo>
                  <a:lnTo>
                    <a:pt x="4265610" y="587526"/>
                  </a:lnTo>
                  <a:lnTo>
                    <a:pt x="4187976" y="558252"/>
                  </a:lnTo>
                  <a:lnTo>
                    <a:pt x="4110342" y="525710"/>
                  </a:lnTo>
                  <a:lnTo>
                    <a:pt x="4032708" y="489534"/>
                  </a:lnTo>
                  <a:lnTo>
                    <a:pt x="3955074" y="449319"/>
                  </a:lnTo>
                  <a:lnTo>
                    <a:pt x="3877440" y="404613"/>
                  </a:lnTo>
                  <a:lnTo>
                    <a:pt x="3799806" y="354916"/>
                  </a:lnTo>
                  <a:lnTo>
                    <a:pt x="3722172" y="299669"/>
                  </a:lnTo>
                  <a:lnTo>
                    <a:pt x="3644538" y="238254"/>
                  </a:lnTo>
                  <a:lnTo>
                    <a:pt x="3566904" y="169980"/>
                  </a:lnTo>
                  <a:lnTo>
                    <a:pt x="3489270" y="94084"/>
                  </a:lnTo>
                  <a:lnTo>
                    <a:pt x="3411636" y="9713"/>
                  </a:lnTo>
                  <a:lnTo>
                    <a:pt x="3334002" y="0"/>
                  </a:lnTo>
                  <a:lnTo>
                    <a:pt x="3256368" y="28899"/>
                  </a:lnTo>
                  <a:lnTo>
                    <a:pt x="3178734" y="56816"/>
                  </a:lnTo>
                  <a:lnTo>
                    <a:pt x="3101100" y="83784"/>
                  </a:lnTo>
                  <a:lnTo>
                    <a:pt x="3023466" y="109834"/>
                  </a:lnTo>
                  <a:lnTo>
                    <a:pt x="2945832" y="134998"/>
                  </a:lnTo>
                  <a:lnTo>
                    <a:pt x="2868198" y="159306"/>
                  </a:lnTo>
                  <a:lnTo>
                    <a:pt x="2790564" y="182788"/>
                  </a:lnTo>
                  <a:lnTo>
                    <a:pt x="2712930" y="205470"/>
                  </a:lnTo>
                  <a:lnTo>
                    <a:pt x="2635295" y="227382"/>
                  </a:lnTo>
                  <a:lnTo>
                    <a:pt x="2557661" y="248548"/>
                  </a:lnTo>
                  <a:lnTo>
                    <a:pt x="2480027" y="268994"/>
                  </a:lnTo>
                  <a:lnTo>
                    <a:pt x="2402393" y="288745"/>
                  </a:lnTo>
                  <a:lnTo>
                    <a:pt x="2324759" y="307824"/>
                  </a:lnTo>
                  <a:lnTo>
                    <a:pt x="2247125" y="326254"/>
                  </a:lnTo>
                  <a:lnTo>
                    <a:pt x="2169491" y="344057"/>
                  </a:lnTo>
                  <a:lnTo>
                    <a:pt x="2091857" y="361255"/>
                  </a:lnTo>
                  <a:lnTo>
                    <a:pt x="2014223" y="377868"/>
                  </a:lnTo>
                  <a:lnTo>
                    <a:pt x="1936589" y="393915"/>
                  </a:lnTo>
                  <a:lnTo>
                    <a:pt x="1858955" y="409417"/>
                  </a:lnTo>
                  <a:lnTo>
                    <a:pt x="1781321" y="424392"/>
                  </a:lnTo>
                  <a:lnTo>
                    <a:pt x="1703687" y="438857"/>
                  </a:lnTo>
                  <a:lnTo>
                    <a:pt x="1626053" y="452831"/>
                  </a:lnTo>
                  <a:lnTo>
                    <a:pt x="1548419" y="466329"/>
                  </a:lnTo>
                  <a:lnTo>
                    <a:pt x="1470785" y="479368"/>
                  </a:lnTo>
                  <a:lnTo>
                    <a:pt x="1393151" y="491963"/>
                  </a:lnTo>
                  <a:lnTo>
                    <a:pt x="1315517" y="504130"/>
                  </a:lnTo>
                  <a:lnTo>
                    <a:pt x="1237883" y="515884"/>
                  </a:lnTo>
                  <a:lnTo>
                    <a:pt x="1160249" y="527237"/>
                  </a:lnTo>
                  <a:lnTo>
                    <a:pt x="1082615" y="538205"/>
                  </a:lnTo>
                  <a:lnTo>
                    <a:pt x="1004981" y="548799"/>
                  </a:lnTo>
                  <a:lnTo>
                    <a:pt x="927346" y="559033"/>
                  </a:lnTo>
                  <a:lnTo>
                    <a:pt x="849712" y="568919"/>
                  </a:lnTo>
                  <a:lnTo>
                    <a:pt x="772078" y="578469"/>
                  </a:lnTo>
                  <a:lnTo>
                    <a:pt x="694444" y="587694"/>
                  </a:lnTo>
                  <a:lnTo>
                    <a:pt x="616810" y="596605"/>
                  </a:lnTo>
                  <a:lnTo>
                    <a:pt x="539176" y="605213"/>
                  </a:lnTo>
                  <a:lnTo>
                    <a:pt x="461542" y="613528"/>
                  </a:lnTo>
                  <a:lnTo>
                    <a:pt x="383908" y="621560"/>
                  </a:lnTo>
                  <a:lnTo>
                    <a:pt x="306274" y="629320"/>
                  </a:lnTo>
                  <a:lnTo>
                    <a:pt x="228640" y="636815"/>
                  </a:lnTo>
                  <a:lnTo>
                    <a:pt x="151006" y="644055"/>
                  </a:lnTo>
                  <a:lnTo>
                    <a:pt x="73372" y="651050"/>
                  </a:lnTo>
                  <a:lnTo>
                    <a:pt x="0" y="657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76676" y="1896563"/>
              <a:ext cx="7111814" cy="3512936"/>
            </a:xfrm>
            <a:custGeom>
              <a:avLst/>
              <a:pathLst>
                <a:path w="7111814" h="3512936">
                  <a:moveTo>
                    <a:pt x="0" y="0"/>
                  </a:moveTo>
                  <a:lnTo>
                    <a:pt x="47116" y="78665"/>
                  </a:lnTo>
                  <a:lnTo>
                    <a:pt x="124750" y="203747"/>
                  </a:lnTo>
                  <a:lnTo>
                    <a:pt x="202384" y="324452"/>
                  </a:lnTo>
                  <a:lnTo>
                    <a:pt x="280018" y="440932"/>
                  </a:lnTo>
                  <a:lnTo>
                    <a:pt x="357652" y="553336"/>
                  </a:lnTo>
                  <a:lnTo>
                    <a:pt x="435286" y="661805"/>
                  </a:lnTo>
                  <a:lnTo>
                    <a:pt x="512920" y="766479"/>
                  </a:lnTo>
                  <a:lnTo>
                    <a:pt x="590554" y="867489"/>
                  </a:lnTo>
                  <a:lnTo>
                    <a:pt x="668188" y="964964"/>
                  </a:lnTo>
                  <a:lnTo>
                    <a:pt x="745822" y="1059027"/>
                  </a:lnTo>
                  <a:lnTo>
                    <a:pt x="823456" y="1149799"/>
                  </a:lnTo>
                  <a:lnTo>
                    <a:pt x="901090" y="1237393"/>
                  </a:lnTo>
                  <a:lnTo>
                    <a:pt x="978724" y="1321922"/>
                  </a:lnTo>
                  <a:lnTo>
                    <a:pt x="1056358" y="1403493"/>
                  </a:lnTo>
                  <a:lnTo>
                    <a:pt x="1133992" y="1482209"/>
                  </a:lnTo>
                  <a:lnTo>
                    <a:pt x="1211626" y="1558170"/>
                  </a:lnTo>
                  <a:lnTo>
                    <a:pt x="1289260" y="1631472"/>
                  </a:lnTo>
                  <a:lnTo>
                    <a:pt x="1366894" y="1702209"/>
                  </a:lnTo>
                  <a:lnTo>
                    <a:pt x="1444528" y="1770471"/>
                  </a:lnTo>
                  <a:lnTo>
                    <a:pt x="1522163" y="1836343"/>
                  </a:lnTo>
                  <a:lnTo>
                    <a:pt x="1599797" y="1899910"/>
                  </a:lnTo>
                  <a:lnTo>
                    <a:pt x="1677431" y="1961252"/>
                  </a:lnTo>
                  <a:lnTo>
                    <a:pt x="1755065" y="2020447"/>
                  </a:lnTo>
                  <a:lnTo>
                    <a:pt x="1832699" y="2077571"/>
                  </a:lnTo>
                  <a:lnTo>
                    <a:pt x="1910333" y="2132695"/>
                  </a:lnTo>
                  <a:lnTo>
                    <a:pt x="1987967" y="2185891"/>
                  </a:lnTo>
                  <a:lnTo>
                    <a:pt x="2065601" y="2237224"/>
                  </a:lnTo>
                  <a:lnTo>
                    <a:pt x="2143235" y="2286761"/>
                  </a:lnTo>
                  <a:lnTo>
                    <a:pt x="2220869" y="2334564"/>
                  </a:lnTo>
                  <a:lnTo>
                    <a:pt x="2298503" y="2380694"/>
                  </a:lnTo>
                  <a:lnTo>
                    <a:pt x="2376137" y="2425210"/>
                  </a:lnTo>
                  <a:lnTo>
                    <a:pt x="2453771" y="2468168"/>
                  </a:lnTo>
                  <a:lnTo>
                    <a:pt x="2531405" y="2509622"/>
                  </a:lnTo>
                  <a:lnTo>
                    <a:pt x="2609039" y="2549626"/>
                  </a:lnTo>
                  <a:lnTo>
                    <a:pt x="2686673" y="2588229"/>
                  </a:lnTo>
                  <a:lnTo>
                    <a:pt x="2764307" y="2625481"/>
                  </a:lnTo>
                  <a:lnTo>
                    <a:pt x="2841941" y="2661430"/>
                  </a:lnTo>
                  <a:lnTo>
                    <a:pt x="2919575" y="2696121"/>
                  </a:lnTo>
                  <a:lnTo>
                    <a:pt x="2997209" y="2729597"/>
                  </a:lnTo>
                  <a:lnTo>
                    <a:pt x="3074843" y="2761902"/>
                  </a:lnTo>
                  <a:lnTo>
                    <a:pt x="3152477" y="2793076"/>
                  </a:lnTo>
                  <a:lnTo>
                    <a:pt x="3230112" y="2823159"/>
                  </a:lnTo>
                  <a:lnTo>
                    <a:pt x="3307746" y="2852190"/>
                  </a:lnTo>
                  <a:lnTo>
                    <a:pt x="3385380" y="2880204"/>
                  </a:lnTo>
                  <a:lnTo>
                    <a:pt x="3463014" y="2907238"/>
                  </a:lnTo>
                  <a:lnTo>
                    <a:pt x="3540648" y="2933325"/>
                  </a:lnTo>
                  <a:lnTo>
                    <a:pt x="3618282" y="2958500"/>
                  </a:lnTo>
                  <a:lnTo>
                    <a:pt x="3695916" y="2982794"/>
                  </a:lnTo>
                  <a:lnTo>
                    <a:pt x="3773550" y="3006237"/>
                  </a:lnTo>
                  <a:lnTo>
                    <a:pt x="3851184" y="3028860"/>
                  </a:lnTo>
                  <a:lnTo>
                    <a:pt x="3928818" y="3050691"/>
                  </a:lnTo>
                  <a:lnTo>
                    <a:pt x="4006452" y="3071758"/>
                  </a:lnTo>
                  <a:lnTo>
                    <a:pt x="4084086" y="3092088"/>
                  </a:lnTo>
                  <a:lnTo>
                    <a:pt x="4161720" y="3111707"/>
                  </a:lnTo>
                  <a:lnTo>
                    <a:pt x="4239354" y="3130638"/>
                  </a:lnTo>
                  <a:lnTo>
                    <a:pt x="4316988" y="3148907"/>
                  </a:lnTo>
                  <a:lnTo>
                    <a:pt x="4394622" y="3166537"/>
                  </a:lnTo>
                  <a:lnTo>
                    <a:pt x="4472256" y="3183550"/>
                  </a:lnTo>
                  <a:lnTo>
                    <a:pt x="4549890" y="3199967"/>
                  </a:lnTo>
                  <a:lnTo>
                    <a:pt x="4627524" y="3215810"/>
                  </a:lnTo>
                  <a:lnTo>
                    <a:pt x="4705158" y="3231098"/>
                  </a:lnTo>
                  <a:lnTo>
                    <a:pt x="4782792" y="3245852"/>
                  </a:lnTo>
                  <a:lnTo>
                    <a:pt x="4860426" y="3260089"/>
                  </a:lnTo>
                  <a:lnTo>
                    <a:pt x="4938061" y="3273827"/>
                  </a:lnTo>
                  <a:lnTo>
                    <a:pt x="5015695" y="3287085"/>
                  </a:lnTo>
                  <a:lnTo>
                    <a:pt x="5093329" y="3299879"/>
                  </a:lnTo>
                  <a:lnTo>
                    <a:pt x="5170963" y="3312225"/>
                  </a:lnTo>
                  <a:lnTo>
                    <a:pt x="5248597" y="3324139"/>
                  </a:lnTo>
                  <a:lnTo>
                    <a:pt x="5326231" y="3335636"/>
                  </a:lnTo>
                  <a:lnTo>
                    <a:pt x="5403865" y="3346731"/>
                  </a:lnTo>
                  <a:lnTo>
                    <a:pt x="5481499" y="3357437"/>
                  </a:lnTo>
                  <a:lnTo>
                    <a:pt x="5559133" y="3367768"/>
                  </a:lnTo>
                  <a:lnTo>
                    <a:pt x="5636767" y="3377739"/>
                  </a:lnTo>
                  <a:lnTo>
                    <a:pt x="5714401" y="3387360"/>
                  </a:lnTo>
                  <a:lnTo>
                    <a:pt x="5792035" y="3396644"/>
                  </a:lnTo>
                  <a:lnTo>
                    <a:pt x="5869669" y="3405604"/>
                  </a:lnTo>
                  <a:lnTo>
                    <a:pt x="5947303" y="3414249"/>
                  </a:lnTo>
                  <a:lnTo>
                    <a:pt x="6024937" y="3422593"/>
                  </a:lnTo>
                  <a:lnTo>
                    <a:pt x="6102571" y="3430644"/>
                  </a:lnTo>
                  <a:lnTo>
                    <a:pt x="6180205" y="3438414"/>
                  </a:lnTo>
                  <a:lnTo>
                    <a:pt x="6257839" y="3445911"/>
                  </a:lnTo>
                  <a:lnTo>
                    <a:pt x="6335473" y="3453146"/>
                  </a:lnTo>
                  <a:lnTo>
                    <a:pt x="6413107" y="3460128"/>
                  </a:lnTo>
                  <a:lnTo>
                    <a:pt x="6490741" y="3466866"/>
                  </a:lnTo>
                  <a:lnTo>
                    <a:pt x="6568375" y="3473368"/>
                  </a:lnTo>
                  <a:lnTo>
                    <a:pt x="6646010" y="3479642"/>
                  </a:lnTo>
                  <a:lnTo>
                    <a:pt x="6723644" y="3485697"/>
                  </a:lnTo>
                  <a:lnTo>
                    <a:pt x="6801278" y="3491540"/>
                  </a:lnTo>
                  <a:lnTo>
                    <a:pt x="6878912" y="3497178"/>
                  </a:lnTo>
                  <a:lnTo>
                    <a:pt x="6956546" y="3502619"/>
                  </a:lnTo>
                  <a:lnTo>
                    <a:pt x="7034180" y="3507870"/>
                  </a:lnTo>
                  <a:lnTo>
                    <a:pt x="7111814" y="35129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2026-05-22T09:54:36Z</dcterms:modified>
  <cp:category/>
</cp:coreProperties>
</file>