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82327"/>
            </a:xfrm>
            <a:custGeom>
              <a:avLst/>
              <a:pathLst>
                <a:path w="7370972" h="3482327">
                  <a:moveTo>
                    <a:pt x="2488999" y="0"/>
                  </a:moveTo>
                  <a:lnTo>
                    <a:pt x="2557661" y="364561"/>
                  </a:lnTo>
                  <a:lnTo>
                    <a:pt x="2635295" y="728643"/>
                  </a:lnTo>
                  <a:lnTo>
                    <a:pt x="2712930" y="1050228"/>
                  </a:lnTo>
                  <a:lnTo>
                    <a:pt x="2790564" y="1334277"/>
                  </a:lnTo>
                  <a:lnTo>
                    <a:pt x="2868198" y="1585170"/>
                  </a:lnTo>
                  <a:lnTo>
                    <a:pt x="2945832" y="1806778"/>
                  </a:lnTo>
                  <a:lnTo>
                    <a:pt x="3023466" y="2002520"/>
                  </a:lnTo>
                  <a:lnTo>
                    <a:pt x="3101100" y="2175414"/>
                  </a:lnTo>
                  <a:lnTo>
                    <a:pt x="3178734" y="2328127"/>
                  </a:lnTo>
                  <a:lnTo>
                    <a:pt x="3256368" y="2463015"/>
                  </a:lnTo>
                  <a:lnTo>
                    <a:pt x="3334002" y="2582158"/>
                  </a:lnTo>
                  <a:lnTo>
                    <a:pt x="3411636" y="2646271"/>
                  </a:lnTo>
                  <a:lnTo>
                    <a:pt x="3489270" y="2621382"/>
                  </a:lnTo>
                  <a:lnTo>
                    <a:pt x="3566904" y="2595754"/>
                  </a:lnTo>
                  <a:lnTo>
                    <a:pt x="3644538" y="2569363"/>
                  </a:lnTo>
                  <a:lnTo>
                    <a:pt x="3722172" y="2542189"/>
                  </a:lnTo>
                  <a:lnTo>
                    <a:pt x="3799806" y="2514207"/>
                  </a:lnTo>
                  <a:lnTo>
                    <a:pt x="3877440" y="2485393"/>
                  </a:lnTo>
                  <a:lnTo>
                    <a:pt x="3955074" y="2455723"/>
                  </a:lnTo>
                  <a:lnTo>
                    <a:pt x="4032708" y="2425171"/>
                  </a:lnTo>
                  <a:lnTo>
                    <a:pt x="4110342" y="2393711"/>
                  </a:lnTo>
                  <a:lnTo>
                    <a:pt x="4187976" y="2361316"/>
                  </a:lnTo>
                  <a:lnTo>
                    <a:pt x="4265610" y="2327959"/>
                  </a:lnTo>
                  <a:lnTo>
                    <a:pt x="4343244" y="2293610"/>
                  </a:lnTo>
                  <a:lnTo>
                    <a:pt x="4420879" y="2258240"/>
                  </a:lnTo>
                  <a:lnTo>
                    <a:pt x="4498513" y="2221819"/>
                  </a:lnTo>
                  <a:lnTo>
                    <a:pt x="4576147" y="2184316"/>
                  </a:lnTo>
                  <a:lnTo>
                    <a:pt x="4653781" y="2145698"/>
                  </a:lnTo>
                  <a:lnTo>
                    <a:pt x="4731415" y="2105933"/>
                  </a:lnTo>
                  <a:lnTo>
                    <a:pt x="4809049" y="2064985"/>
                  </a:lnTo>
                  <a:lnTo>
                    <a:pt x="4886683" y="2022821"/>
                  </a:lnTo>
                  <a:lnTo>
                    <a:pt x="4964317" y="1979404"/>
                  </a:lnTo>
                  <a:lnTo>
                    <a:pt x="5041951" y="1934696"/>
                  </a:lnTo>
                  <a:lnTo>
                    <a:pt x="5119585" y="1888660"/>
                  </a:lnTo>
                  <a:lnTo>
                    <a:pt x="5197219" y="1841255"/>
                  </a:lnTo>
                  <a:lnTo>
                    <a:pt x="5274853" y="1792442"/>
                  </a:lnTo>
                  <a:lnTo>
                    <a:pt x="5352487" y="1742178"/>
                  </a:lnTo>
                  <a:lnTo>
                    <a:pt x="5430121" y="1690420"/>
                  </a:lnTo>
                  <a:lnTo>
                    <a:pt x="5507755" y="1637124"/>
                  </a:lnTo>
                  <a:lnTo>
                    <a:pt x="5585389" y="1582245"/>
                  </a:lnTo>
                  <a:lnTo>
                    <a:pt x="5663023" y="1525734"/>
                  </a:lnTo>
                  <a:lnTo>
                    <a:pt x="5740657" y="1467543"/>
                  </a:lnTo>
                  <a:lnTo>
                    <a:pt x="5818291" y="1407624"/>
                  </a:lnTo>
                  <a:lnTo>
                    <a:pt x="5895925" y="1345923"/>
                  </a:lnTo>
                  <a:lnTo>
                    <a:pt x="5973559" y="1282389"/>
                  </a:lnTo>
                  <a:lnTo>
                    <a:pt x="6051193" y="1216967"/>
                  </a:lnTo>
                  <a:lnTo>
                    <a:pt x="6128827" y="1149601"/>
                  </a:lnTo>
                  <a:lnTo>
                    <a:pt x="6206462" y="1080232"/>
                  </a:lnTo>
                  <a:lnTo>
                    <a:pt x="6284096" y="1008802"/>
                  </a:lnTo>
                  <a:lnTo>
                    <a:pt x="6361730" y="935249"/>
                  </a:lnTo>
                  <a:lnTo>
                    <a:pt x="6439364" y="859510"/>
                  </a:lnTo>
                  <a:lnTo>
                    <a:pt x="6516998" y="781520"/>
                  </a:lnTo>
                  <a:lnTo>
                    <a:pt x="6594632" y="701212"/>
                  </a:lnTo>
                  <a:lnTo>
                    <a:pt x="6672266" y="618518"/>
                  </a:lnTo>
                  <a:lnTo>
                    <a:pt x="6749900" y="533366"/>
                  </a:lnTo>
                  <a:lnTo>
                    <a:pt x="6827534" y="445684"/>
                  </a:lnTo>
                  <a:lnTo>
                    <a:pt x="6905168" y="355396"/>
                  </a:lnTo>
                  <a:lnTo>
                    <a:pt x="6982802" y="262424"/>
                  </a:lnTo>
                  <a:lnTo>
                    <a:pt x="7060436" y="166689"/>
                  </a:lnTo>
                  <a:lnTo>
                    <a:pt x="7138070" y="68110"/>
                  </a:lnTo>
                  <a:lnTo>
                    <a:pt x="7190160" y="0"/>
                  </a:lnTo>
                  <a:lnTo>
                    <a:pt x="7370972" y="0"/>
                  </a:lnTo>
                  <a:lnTo>
                    <a:pt x="7370972" y="3482327"/>
                  </a:lnTo>
                  <a:lnTo>
                    <a:pt x="7293338" y="3482140"/>
                  </a:lnTo>
                  <a:lnTo>
                    <a:pt x="7215704" y="3481927"/>
                  </a:lnTo>
                  <a:lnTo>
                    <a:pt x="7138070" y="3481687"/>
                  </a:lnTo>
                  <a:lnTo>
                    <a:pt x="7060436" y="3481415"/>
                  </a:lnTo>
                  <a:lnTo>
                    <a:pt x="6982802" y="3481107"/>
                  </a:lnTo>
                  <a:lnTo>
                    <a:pt x="6905168" y="3480758"/>
                  </a:lnTo>
                  <a:lnTo>
                    <a:pt x="6827534" y="3480363"/>
                  </a:lnTo>
                  <a:lnTo>
                    <a:pt x="6749900" y="3479916"/>
                  </a:lnTo>
                  <a:lnTo>
                    <a:pt x="6672266" y="3479410"/>
                  </a:lnTo>
                  <a:lnTo>
                    <a:pt x="6594632" y="3478837"/>
                  </a:lnTo>
                  <a:lnTo>
                    <a:pt x="6516998" y="3478188"/>
                  </a:lnTo>
                  <a:lnTo>
                    <a:pt x="6439364" y="3477453"/>
                  </a:lnTo>
                  <a:lnTo>
                    <a:pt x="6361730" y="3476621"/>
                  </a:lnTo>
                  <a:lnTo>
                    <a:pt x="6284096" y="3475680"/>
                  </a:lnTo>
                  <a:lnTo>
                    <a:pt x="6206462" y="3474614"/>
                  </a:lnTo>
                  <a:lnTo>
                    <a:pt x="6128827" y="3473407"/>
                  </a:lnTo>
                  <a:lnTo>
                    <a:pt x="6051193" y="3472041"/>
                  </a:lnTo>
                  <a:lnTo>
                    <a:pt x="5973559" y="3470494"/>
                  </a:lnTo>
                  <a:lnTo>
                    <a:pt x="5895925" y="3468743"/>
                  </a:lnTo>
                  <a:lnTo>
                    <a:pt x="5818291" y="3466760"/>
                  </a:lnTo>
                  <a:lnTo>
                    <a:pt x="5740657" y="3464515"/>
                  </a:lnTo>
                  <a:lnTo>
                    <a:pt x="5663023" y="3461974"/>
                  </a:lnTo>
                  <a:lnTo>
                    <a:pt x="5585389" y="3459097"/>
                  </a:lnTo>
                  <a:lnTo>
                    <a:pt x="5507755" y="3455839"/>
                  </a:lnTo>
                  <a:lnTo>
                    <a:pt x="5430121" y="3452151"/>
                  </a:lnTo>
                  <a:lnTo>
                    <a:pt x="5352487" y="3447976"/>
                  </a:lnTo>
                  <a:lnTo>
                    <a:pt x="5274853" y="3443249"/>
                  </a:lnTo>
                  <a:lnTo>
                    <a:pt x="5197219" y="3437897"/>
                  </a:lnTo>
                  <a:lnTo>
                    <a:pt x="5119585" y="3431839"/>
                  </a:lnTo>
                  <a:lnTo>
                    <a:pt x="5041951" y="3424979"/>
                  </a:lnTo>
                  <a:lnTo>
                    <a:pt x="4964317" y="3417213"/>
                  </a:lnTo>
                  <a:lnTo>
                    <a:pt x="4886683" y="3408421"/>
                  </a:lnTo>
                  <a:lnTo>
                    <a:pt x="4809049" y="3398467"/>
                  </a:lnTo>
                  <a:lnTo>
                    <a:pt x="4731415" y="3387197"/>
                  </a:lnTo>
                  <a:lnTo>
                    <a:pt x="4653781" y="3374438"/>
                  </a:lnTo>
                  <a:lnTo>
                    <a:pt x="4576147" y="3359993"/>
                  </a:lnTo>
                  <a:lnTo>
                    <a:pt x="4498513" y="3343640"/>
                  </a:lnTo>
                  <a:lnTo>
                    <a:pt x="4420879" y="3325125"/>
                  </a:lnTo>
                  <a:lnTo>
                    <a:pt x="4343244" y="3304163"/>
                  </a:lnTo>
                  <a:lnTo>
                    <a:pt x="4265610" y="3280432"/>
                  </a:lnTo>
                  <a:lnTo>
                    <a:pt x="4187976" y="3253564"/>
                  </a:lnTo>
                  <a:lnTo>
                    <a:pt x="4110342" y="3223146"/>
                  </a:lnTo>
                  <a:lnTo>
                    <a:pt x="4032708" y="3188708"/>
                  </a:lnTo>
                  <a:lnTo>
                    <a:pt x="3955074" y="3149719"/>
                  </a:lnTo>
                  <a:lnTo>
                    <a:pt x="3877440" y="3105578"/>
                  </a:lnTo>
                  <a:lnTo>
                    <a:pt x="3799806" y="3055604"/>
                  </a:lnTo>
                  <a:lnTo>
                    <a:pt x="3722172" y="2999025"/>
                  </a:lnTo>
                  <a:lnTo>
                    <a:pt x="3644538" y="2934970"/>
                  </a:lnTo>
                  <a:lnTo>
                    <a:pt x="3566904" y="2862450"/>
                  </a:lnTo>
                  <a:lnTo>
                    <a:pt x="3489270" y="2780347"/>
                  </a:lnTo>
                  <a:lnTo>
                    <a:pt x="3411636" y="2687394"/>
                  </a:lnTo>
                  <a:lnTo>
                    <a:pt x="3334002" y="2670442"/>
                  </a:lnTo>
                  <a:lnTo>
                    <a:pt x="3256368" y="2693915"/>
                  </a:lnTo>
                  <a:lnTo>
                    <a:pt x="3178734" y="2716711"/>
                  </a:lnTo>
                  <a:lnTo>
                    <a:pt x="3101100" y="2738848"/>
                  </a:lnTo>
                  <a:lnTo>
                    <a:pt x="3023466" y="2760347"/>
                  </a:lnTo>
                  <a:lnTo>
                    <a:pt x="2945832" y="2781225"/>
                  </a:lnTo>
                  <a:lnTo>
                    <a:pt x="2868198" y="2801501"/>
                  </a:lnTo>
                  <a:lnTo>
                    <a:pt x="2790564" y="2821191"/>
                  </a:lnTo>
                  <a:lnTo>
                    <a:pt x="2712930" y="2840314"/>
                  </a:lnTo>
                  <a:lnTo>
                    <a:pt x="2635295" y="2858884"/>
                  </a:lnTo>
                  <a:lnTo>
                    <a:pt x="2557661" y="2876918"/>
                  </a:lnTo>
                  <a:lnTo>
                    <a:pt x="2480027" y="2894432"/>
                  </a:lnTo>
                  <a:lnTo>
                    <a:pt x="2402393" y="2911441"/>
                  </a:lnTo>
                  <a:lnTo>
                    <a:pt x="2324759" y="2927958"/>
                  </a:lnTo>
                  <a:lnTo>
                    <a:pt x="2247125" y="2943999"/>
                  </a:lnTo>
                  <a:lnTo>
                    <a:pt x="2169491" y="2959577"/>
                  </a:lnTo>
                  <a:lnTo>
                    <a:pt x="2091857" y="2974705"/>
                  </a:lnTo>
                  <a:lnTo>
                    <a:pt x="2014223" y="2989397"/>
                  </a:lnTo>
                  <a:lnTo>
                    <a:pt x="1936589" y="3003664"/>
                  </a:lnTo>
                  <a:lnTo>
                    <a:pt x="1858955" y="3017520"/>
                  </a:lnTo>
                  <a:lnTo>
                    <a:pt x="1781321" y="3030976"/>
                  </a:lnTo>
                  <a:lnTo>
                    <a:pt x="1703687" y="3044043"/>
                  </a:lnTo>
                  <a:lnTo>
                    <a:pt x="1626053" y="3056734"/>
                  </a:lnTo>
                  <a:lnTo>
                    <a:pt x="1548419" y="3069058"/>
                  </a:lnTo>
                  <a:lnTo>
                    <a:pt x="1470785" y="3081026"/>
                  </a:lnTo>
                  <a:lnTo>
                    <a:pt x="1393151" y="3092649"/>
                  </a:lnTo>
                  <a:lnTo>
                    <a:pt x="1315517" y="3103937"/>
                  </a:lnTo>
                  <a:lnTo>
                    <a:pt x="1237883" y="3114899"/>
                  </a:lnTo>
                  <a:lnTo>
                    <a:pt x="1160249" y="3125544"/>
                  </a:lnTo>
                  <a:lnTo>
                    <a:pt x="1082615" y="3135882"/>
                  </a:lnTo>
                  <a:lnTo>
                    <a:pt x="1004981" y="3145922"/>
                  </a:lnTo>
                  <a:lnTo>
                    <a:pt x="927346" y="3155672"/>
                  </a:lnTo>
                  <a:lnTo>
                    <a:pt x="849712" y="3165141"/>
                  </a:lnTo>
                  <a:lnTo>
                    <a:pt x="772078" y="3174336"/>
                  </a:lnTo>
                  <a:lnTo>
                    <a:pt x="694444" y="3183266"/>
                  </a:lnTo>
                  <a:lnTo>
                    <a:pt x="616810" y="3191939"/>
                  </a:lnTo>
                  <a:lnTo>
                    <a:pt x="539176" y="3200361"/>
                  </a:lnTo>
                  <a:lnTo>
                    <a:pt x="461542" y="3208539"/>
                  </a:lnTo>
                  <a:lnTo>
                    <a:pt x="383908" y="3216482"/>
                  </a:lnTo>
                  <a:lnTo>
                    <a:pt x="306274" y="3224196"/>
                  </a:lnTo>
                  <a:lnTo>
                    <a:pt x="228640" y="3231687"/>
                  </a:lnTo>
                  <a:lnTo>
                    <a:pt x="151006" y="3238962"/>
                  </a:lnTo>
                  <a:lnTo>
                    <a:pt x="73372" y="3246026"/>
                  </a:lnTo>
                  <a:lnTo>
                    <a:pt x="0" y="32525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06517" y="2073503"/>
              <a:ext cx="4701161" cy="2646271"/>
            </a:xfrm>
            <a:custGeom>
              <a:avLst/>
              <a:pathLst>
                <a:path w="4701161" h="2646271">
                  <a:moveTo>
                    <a:pt x="0" y="0"/>
                  </a:moveTo>
                  <a:lnTo>
                    <a:pt x="68662" y="364561"/>
                  </a:lnTo>
                  <a:lnTo>
                    <a:pt x="146296" y="728643"/>
                  </a:lnTo>
                  <a:lnTo>
                    <a:pt x="223930" y="1050228"/>
                  </a:lnTo>
                  <a:lnTo>
                    <a:pt x="301564" y="1334277"/>
                  </a:lnTo>
                  <a:lnTo>
                    <a:pt x="379198" y="1585170"/>
                  </a:lnTo>
                  <a:lnTo>
                    <a:pt x="456832" y="1806778"/>
                  </a:lnTo>
                  <a:lnTo>
                    <a:pt x="534466" y="2002520"/>
                  </a:lnTo>
                  <a:lnTo>
                    <a:pt x="612100" y="2175414"/>
                  </a:lnTo>
                  <a:lnTo>
                    <a:pt x="689734" y="2328127"/>
                  </a:lnTo>
                  <a:lnTo>
                    <a:pt x="767369" y="2463015"/>
                  </a:lnTo>
                  <a:lnTo>
                    <a:pt x="845003" y="2582158"/>
                  </a:lnTo>
                  <a:lnTo>
                    <a:pt x="922637" y="2646271"/>
                  </a:lnTo>
                  <a:lnTo>
                    <a:pt x="1000271" y="2621382"/>
                  </a:lnTo>
                  <a:lnTo>
                    <a:pt x="1077905" y="2595754"/>
                  </a:lnTo>
                  <a:lnTo>
                    <a:pt x="1155539" y="2569363"/>
                  </a:lnTo>
                  <a:lnTo>
                    <a:pt x="1233173" y="2542189"/>
                  </a:lnTo>
                  <a:lnTo>
                    <a:pt x="1310807" y="2514207"/>
                  </a:lnTo>
                  <a:lnTo>
                    <a:pt x="1388441" y="2485393"/>
                  </a:lnTo>
                  <a:lnTo>
                    <a:pt x="1466075" y="2455723"/>
                  </a:lnTo>
                  <a:lnTo>
                    <a:pt x="1543709" y="2425171"/>
                  </a:lnTo>
                  <a:lnTo>
                    <a:pt x="1621343" y="2393711"/>
                  </a:lnTo>
                  <a:lnTo>
                    <a:pt x="1698977" y="2361316"/>
                  </a:lnTo>
                  <a:lnTo>
                    <a:pt x="1776611" y="2327959"/>
                  </a:lnTo>
                  <a:lnTo>
                    <a:pt x="1854245" y="2293610"/>
                  </a:lnTo>
                  <a:lnTo>
                    <a:pt x="1931879" y="2258240"/>
                  </a:lnTo>
                  <a:lnTo>
                    <a:pt x="2009513" y="2221819"/>
                  </a:lnTo>
                  <a:lnTo>
                    <a:pt x="2087147" y="2184316"/>
                  </a:lnTo>
                  <a:lnTo>
                    <a:pt x="2164781" y="2145698"/>
                  </a:lnTo>
                  <a:lnTo>
                    <a:pt x="2242415" y="2105933"/>
                  </a:lnTo>
                  <a:lnTo>
                    <a:pt x="2320049" y="2064985"/>
                  </a:lnTo>
                  <a:lnTo>
                    <a:pt x="2397683" y="2022821"/>
                  </a:lnTo>
                  <a:lnTo>
                    <a:pt x="2475318" y="1979404"/>
                  </a:lnTo>
                  <a:lnTo>
                    <a:pt x="2552952" y="1934696"/>
                  </a:lnTo>
                  <a:lnTo>
                    <a:pt x="2630586" y="1888660"/>
                  </a:lnTo>
                  <a:lnTo>
                    <a:pt x="2708220" y="1841255"/>
                  </a:lnTo>
                  <a:lnTo>
                    <a:pt x="2785854" y="1792442"/>
                  </a:lnTo>
                  <a:lnTo>
                    <a:pt x="2863488" y="1742178"/>
                  </a:lnTo>
                  <a:lnTo>
                    <a:pt x="2941122" y="1690420"/>
                  </a:lnTo>
                  <a:lnTo>
                    <a:pt x="3018756" y="1637124"/>
                  </a:lnTo>
                  <a:lnTo>
                    <a:pt x="3096390" y="1582245"/>
                  </a:lnTo>
                  <a:lnTo>
                    <a:pt x="3174024" y="1525734"/>
                  </a:lnTo>
                  <a:lnTo>
                    <a:pt x="3251658" y="1467543"/>
                  </a:lnTo>
                  <a:lnTo>
                    <a:pt x="3329292" y="1407624"/>
                  </a:lnTo>
                  <a:lnTo>
                    <a:pt x="3406926" y="1345923"/>
                  </a:lnTo>
                  <a:lnTo>
                    <a:pt x="3484560" y="1282389"/>
                  </a:lnTo>
                  <a:lnTo>
                    <a:pt x="3562194" y="1216967"/>
                  </a:lnTo>
                  <a:lnTo>
                    <a:pt x="3639828" y="1149601"/>
                  </a:lnTo>
                  <a:lnTo>
                    <a:pt x="3717462" y="1080232"/>
                  </a:lnTo>
                  <a:lnTo>
                    <a:pt x="3795096" y="1008802"/>
                  </a:lnTo>
                  <a:lnTo>
                    <a:pt x="3872730" y="935249"/>
                  </a:lnTo>
                  <a:lnTo>
                    <a:pt x="3950364" y="859510"/>
                  </a:lnTo>
                  <a:lnTo>
                    <a:pt x="4027998" y="781520"/>
                  </a:lnTo>
                  <a:lnTo>
                    <a:pt x="4105632" y="701212"/>
                  </a:lnTo>
                  <a:lnTo>
                    <a:pt x="4183267" y="618518"/>
                  </a:lnTo>
                  <a:lnTo>
                    <a:pt x="4260901" y="533366"/>
                  </a:lnTo>
                  <a:lnTo>
                    <a:pt x="4338535" y="445684"/>
                  </a:lnTo>
                  <a:lnTo>
                    <a:pt x="4416169" y="355396"/>
                  </a:lnTo>
                  <a:lnTo>
                    <a:pt x="4493803" y="262424"/>
                  </a:lnTo>
                  <a:lnTo>
                    <a:pt x="4571437" y="166689"/>
                  </a:lnTo>
                  <a:lnTo>
                    <a:pt x="4649071" y="68110"/>
                  </a:lnTo>
                  <a:lnTo>
                    <a:pt x="47011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43945"/>
              <a:ext cx="7370972" cy="811885"/>
            </a:xfrm>
            <a:custGeom>
              <a:avLst/>
              <a:pathLst>
                <a:path w="7370972" h="811885">
                  <a:moveTo>
                    <a:pt x="7370972" y="811885"/>
                  </a:moveTo>
                  <a:lnTo>
                    <a:pt x="7293338" y="811697"/>
                  </a:lnTo>
                  <a:lnTo>
                    <a:pt x="7215704" y="811485"/>
                  </a:lnTo>
                  <a:lnTo>
                    <a:pt x="7138070" y="811244"/>
                  </a:lnTo>
                  <a:lnTo>
                    <a:pt x="7060436" y="810972"/>
                  </a:lnTo>
                  <a:lnTo>
                    <a:pt x="6982802" y="810664"/>
                  </a:lnTo>
                  <a:lnTo>
                    <a:pt x="6905168" y="810315"/>
                  </a:lnTo>
                  <a:lnTo>
                    <a:pt x="6827534" y="809920"/>
                  </a:lnTo>
                  <a:lnTo>
                    <a:pt x="6749900" y="809473"/>
                  </a:lnTo>
                  <a:lnTo>
                    <a:pt x="6672266" y="808967"/>
                  </a:lnTo>
                  <a:lnTo>
                    <a:pt x="6594632" y="808394"/>
                  </a:lnTo>
                  <a:lnTo>
                    <a:pt x="6516998" y="807745"/>
                  </a:lnTo>
                  <a:lnTo>
                    <a:pt x="6439364" y="807011"/>
                  </a:lnTo>
                  <a:lnTo>
                    <a:pt x="6361730" y="806179"/>
                  </a:lnTo>
                  <a:lnTo>
                    <a:pt x="6284096" y="805237"/>
                  </a:lnTo>
                  <a:lnTo>
                    <a:pt x="6206462" y="804171"/>
                  </a:lnTo>
                  <a:lnTo>
                    <a:pt x="6128827" y="802965"/>
                  </a:lnTo>
                  <a:lnTo>
                    <a:pt x="6051193" y="801598"/>
                  </a:lnTo>
                  <a:lnTo>
                    <a:pt x="5973559" y="800051"/>
                  </a:lnTo>
                  <a:lnTo>
                    <a:pt x="5895925" y="798300"/>
                  </a:lnTo>
                  <a:lnTo>
                    <a:pt x="5818291" y="796317"/>
                  </a:lnTo>
                  <a:lnTo>
                    <a:pt x="5740657" y="794073"/>
                  </a:lnTo>
                  <a:lnTo>
                    <a:pt x="5663023" y="791531"/>
                  </a:lnTo>
                  <a:lnTo>
                    <a:pt x="5585389" y="788654"/>
                  </a:lnTo>
                  <a:lnTo>
                    <a:pt x="5507755" y="785397"/>
                  </a:lnTo>
                  <a:lnTo>
                    <a:pt x="5430121" y="781709"/>
                  </a:lnTo>
                  <a:lnTo>
                    <a:pt x="5352487" y="777534"/>
                  </a:lnTo>
                  <a:lnTo>
                    <a:pt x="5274853" y="772807"/>
                  </a:lnTo>
                  <a:lnTo>
                    <a:pt x="5197219" y="767455"/>
                  </a:lnTo>
                  <a:lnTo>
                    <a:pt x="5119585" y="761396"/>
                  </a:lnTo>
                  <a:lnTo>
                    <a:pt x="5041951" y="754537"/>
                  </a:lnTo>
                  <a:lnTo>
                    <a:pt x="4964317" y="746771"/>
                  </a:lnTo>
                  <a:lnTo>
                    <a:pt x="4886683" y="737978"/>
                  </a:lnTo>
                  <a:lnTo>
                    <a:pt x="4809049" y="728024"/>
                  </a:lnTo>
                  <a:lnTo>
                    <a:pt x="4731415" y="716755"/>
                  </a:lnTo>
                  <a:lnTo>
                    <a:pt x="4653781" y="703996"/>
                  </a:lnTo>
                  <a:lnTo>
                    <a:pt x="4576147" y="689551"/>
                  </a:lnTo>
                  <a:lnTo>
                    <a:pt x="4498513" y="673197"/>
                  </a:lnTo>
                  <a:lnTo>
                    <a:pt x="4420879" y="654682"/>
                  </a:lnTo>
                  <a:lnTo>
                    <a:pt x="4343244" y="633721"/>
                  </a:lnTo>
                  <a:lnTo>
                    <a:pt x="4265610" y="609989"/>
                  </a:lnTo>
                  <a:lnTo>
                    <a:pt x="4187976" y="583121"/>
                  </a:lnTo>
                  <a:lnTo>
                    <a:pt x="4110342" y="552703"/>
                  </a:lnTo>
                  <a:lnTo>
                    <a:pt x="4032708" y="518265"/>
                  </a:lnTo>
                  <a:lnTo>
                    <a:pt x="3955074" y="479276"/>
                  </a:lnTo>
                  <a:lnTo>
                    <a:pt x="3877440" y="435135"/>
                  </a:lnTo>
                  <a:lnTo>
                    <a:pt x="3799806" y="385161"/>
                  </a:lnTo>
                  <a:lnTo>
                    <a:pt x="3722172" y="328583"/>
                  </a:lnTo>
                  <a:lnTo>
                    <a:pt x="3644538" y="264528"/>
                  </a:lnTo>
                  <a:lnTo>
                    <a:pt x="3566904" y="192008"/>
                  </a:lnTo>
                  <a:lnTo>
                    <a:pt x="3489270" y="109905"/>
                  </a:lnTo>
                  <a:lnTo>
                    <a:pt x="3411636" y="16952"/>
                  </a:lnTo>
                  <a:lnTo>
                    <a:pt x="3334002" y="0"/>
                  </a:lnTo>
                  <a:lnTo>
                    <a:pt x="3256368" y="23473"/>
                  </a:lnTo>
                  <a:lnTo>
                    <a:pt x="3178734" y="46268"/>
                  </a:lnTo>
                  <a:lnTo>
                    <a:pt x="3101100" y="68406"/>
                  </a:lnTo>
                  <a:lnTo>
                    <a:pt x="3023466" y="89905"/>
                  </a:lnTo>
                  <a:lnTo>
                    <a:pt x="2945832" y="110783"/>
                  </a:lnTo>
                  <a:lnTo>
                    <a:pt x="2868198" y="131058"/>
                  </a:lnTo>
                  <a:lnTo>
                    <a:pt x="2790564" y="150749"/>
                  </a:lnTo>
                  <a:lnTo>
                    <a:pt x="2712930" y="169871"/>
                  </a:lnTo>
                  <a:lnTo>
                    <a:pt x="2635295" y="188441"/>
                  </a:lnTo>
                  <a:lnTo>
                    <a:pt x="2557661" y="206476"/>
                  </a:lnTo>
                  <a:lnTo>
                    <a:pt x="2480027" y="223990"/>
                  </a:lnTo>
                  <a:lnTo>
                    <a:pt x="2402393" y="240998"/>
                  </a:lnTo>
                  <a:lnTo>
                    <a:pt x="2324759" y="257516"/>
                  </a:lnTo>
                  <a:lnTo>
                    <a:pt x="2247125" y="273556"/>
                  </a:lnTo>
                  <a:lnTo>
                    <a:pt x="2169491" y="289134"/>
                  </a:lnTo>
                  <a:lnTo>
                    <a:pt x="2091857" y="304262"/>
                  </a:lnTo>
                  <a:lnTo>
                    <a:pt x="2014223" y="318954"/>
                  </a:lnTo>
                  <a:lnTo>
                    <a:pt x="1936589" y="333222"/>
                  </a:lnTo>
                  <a:lnTo>
                    <a:pt x="1858955" y="347077"/>
                  </a:lnTo>
                  <a:lnTo>
                    <a:pt x="1781321" y="360533"/>
                  </a:lnTo>
                  <a:lnTo>
                    <a:pt x="1703687" y="373601"/>
                  </a:lnTo>
                  <a:lnTo>
                    <a:pt x="1626053" y="386291"/>
                  </a:lnTo>
                  <a:lnTo>
                    <a:pt x="1548419" y="398615"/>
                  </a:lnTo>
                  <a:lnTo>
                    <a:pt x="1470785" y="410584"/>
                  </a:lnTo>
                  <a:lnTo>
                    <a:pt x="1393151" y="422207"/>
                  </a:lnTo>
                  <a:lnTo>
                    <a:pt x="1315517" y="433494"/>
                  </a:lnTo>
                  <a:lnTo>
                    <a:pt x="1237883" y="444456"/>
                  </a:lnTo>
                  <a:lnTo>
                    <a:pt x="1160249" y="455102"/>
                  </a:lnTo>
                  <a:lnTo>
                    <a:pt x="1082615" y="465440"/>
                  </a:lnTo>
                  <a:lnTo>
                    <a:pt x="1004981" y="475480"/>
                  </a:lnTo>
                  <a:lnTo>
                    <a:pt x="927346" y="485230"/>
                  </a:lnTo>
                  <a:lnTo>
                    <a:pt x="849712" y="494698"/>
                  </a:lnTo>
                  <a:lnTo>
                    <a:pt x="772078" y="503894"/>
                  </a:lnTo>
                  <a:lnTo>
                    <a:pt x="694444" y="512824"/>
                  </a:lnTo>
                  <a:lnTo>
                    <a:pt x="616810" y="521496"/>
                  </a:lnTo>
                  <a:lnTo>
                    <a:pt x="539176" y="529918"/>
                  </a:lnTo>
                  <a:lnTo>
                    <a:pt x="461542" y="538097"/>
                  </a:lnTo>
                  <a:lnTo>
                    <a:pt x="383908" y="546040"/>
                  </a:lnTo>
                  <a:lnTo>
                    <a:pt x="306274" y="553753"/>
                  </a:lnTo>
                  <a:lnTo>
                    <a:pt x="228640" y="561244"/>
                  </a:lnTo>
                  <a:lnTo>
                    <a:pt x="151006" y="568519"/>
                  </a:lnTo>
                  <a:lnTo>
                    <a:pt x="73372" y="575584"/>
                  </a:lnTo>
                  <a:lnTo>
                    <a:pt x="0" y="582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4431" y="2073503"/>
              <a:ext cx="6334059" cy="3410996"/>
            </a:xfrm>
            <a:custGeom>
              <a:avLst/>
              <a:pathLst>
                <a:path w="6334059" h="3410996">
                  <a:moveTo>
                    <a:pt x="0" y="0"/>
                  </a:moveTo>
                  <a:lnTo>
                    <a:pt x="45701" y="96814"/>
                  </a:lnTo>
                  <a:lnTo>
                    <a:pt x="123335" y="253659"/>
                  </a:lnTo>
                  <a:lnTo>
                    <a:pt x="200969" y="403241"/>
                  </a:lnTo>
                  <a:lnTo>
                    <a:pt x="278603" y="545896"/>
                  </a:lnTo>
                  <a:lnTo>
                    <a:pt x="356237" y="681945"/>
                  </a:lnTo>
                  <a:lnTo>
                    <a:pt x="433871" y="811693"/>
                  </a:lnTo>
                  <a:lnTo>
                    <a:pt x="511505" y="935433"/>
                  </a:lnTo>
                  <a:lnTo>
                    <a:pt x="589139" y="1053442"/>
                  </a:lnTo>
                  <a:lnTo>
                    <a:pt x="666773" y="1165987"/>
                  </a:lnTo>
                  <a:lnTo>
                    <a:pt x="744407" y="1273320"/>
                  </a:lnTo>
                  <a:lnTo>
                    <a:pt x="822041" y="1375682"/>
                  </a:lnTo>
                  <a:lnTo>
                    <a:pt x="899676" y="1473304"/>
                  </a:lnTo>
                  <a:lnTo>
                    <a:pt x="977310" y="1566406"/>
                  </a:lnTo>
                  <a:lnTo>
                    <a:pt x="1054944" y="1655196"/>
                  </a:lnTo>
                  <a:lnTo>
                    <a:pt x="1132578" y="1739874"/>
                  </a:lnTo>
                  <a:lnTo>
                    <a:pt x="1210212" y="1820631"/>
                  </a:lnTo>
                  <a:lnTo>
                    <a:pt x="1287846" y="1897648"/>
                  </a:lnTo>
                  <a:lnTo>
                    <a:pt x="1365480" y="1971098"/>
                  </a:lnTo>
                  <a:lnTo>
                    <a:pt x="1443114" y="2041147"/>
                  </a:lnTo>
                  <a:lnTo>
                    <a:pt x="1520748" y="2107952"/>
                  </a:lnTo>
                  <a:lnTo>
                    <a:pt x="1598382" y="2171664"/>
                  </a:lnTo>
                  <a:lnTo>
                    <a:pt x="1676016" y="2232425"/>
                  </a:lnTo>
                  <a:lnTo>
                    <a:pt x="1753650" y="2290372"/>
                  </a:lnTo>
                  <a:lnTo>
                    <a:pt x="1831284" y="2345636"/>
                  </a:lnTo>
                  <a:lnTo>
                    <a:pt x="1908918" y="2398341"/>
                  </a:lnTo>
                  <a:lnTo>
                    <a:pt x="1986552" y="2448605"/>
                  </a:lnTo>
                  <a:lnTo>
                    <a:pt x="2064186" y="2496541"/>
                  </a:lnTo>
                  <a:lnTo>
                    <a:pt x="2141820" y="2542257"/>
                  </a:lnTo>
                  <a:lnTo>
                    <a:pt x="2219454" y="2585857"/>
                  </a:lnTo>
                  <a:lnTo>
                    <a:pt x="2297088" y="2627437"/>
                  </a:lnTo>
                  <a:lnTo>
                    <a:pt x="2374722" y="2667092"/>
                  </a:lnTo>
                  <a:lnTo>
                    <a:pt x="2452356" y="2704910"/>
                  </a:lnTo>
                  <a:lnTo>
                    <a:pt x="2529990" y="2740977"/>
                  </a:lnTo>
                  <a:lnTo>
                    <a:pt x="2607625" y="2775374"/>
                  </a:lnTo>
                  <a:lnTo>
                    <a:pt x="2685259" y="2808178"/>
                  </a:lnTo>
                  <a:lnTo>
                    <a:pt x="2762893" y="2839463"/>
                  </a:lnTo>
                  <a:lnTo>
                    <a:pt x="2840527" y="2869299"/>
                  </a:lnTo>
                  <a:lnTo>
                    <a:pt x="2918161" y="2897753"/>
                  </a:lnTo>
                  <a:lnTo>
                    <a:pt x="2995795" y="2924890"/>
                  </a:lnTo>
                  <a:lnTo>
                    <a:pt x="3073429" y="2950770"/>
                  </a:lnTo>
                  <a:lnTo>
                    <a:pt x="3151063" y="2975451"/>
                  </a:lnTo>
                  <a:lnTo>
                    <a:pt x="3228697" y="2998990"/>
                  </a:lnTo>
                  <a:lnTo>
                    <a:pt x="3306331" y="3021439"/>
                  </a:lnTo>
                  <a:lnTo>
                    <a:pt x="3383965" y="3042847"/>
                  </a:lnTo>
                  <a:lnTo>
                    <a:pt x="3461599" y="3063265"/>
                  </a:lnTo>
                  <a:lnTo>
                    <a:pt x="3539233" y="3082737"/>
                  </a:lnTo>
                  <a:lnTo>
                    <a:pt x="3616867" y="3101307"/>
                  </a:lnTo>
                  <a:lnTo>
                    <a:pt x="3694501" y="3119018"/>
                  </a:lnTo>
                  <a:lnTo>
                    <a:pt x="3772135" y="3135908"/>
                  </a:lnTo>
                  <a:lnTo>
                    <a:pt x="3849769" y="3152016"/>
                  </a:lnTo>
                  <a:lnTo>
                    <a:pt x="3927403" y="3167378"/>
                  </a:lnTo>
                  <a:lnTo>
                    <a:pt x="4005037" y="3182029"/>
                  </a:lnTo>
                  <a:lnTo>
                    <a:pt x="4082671" y="3196001"/>
                  </a:lnTo>
                  <a:lnTo>
                    <a:pt x="4160305" y="3209326"/>
                  </a:lnTo>
                  <a:lnTo>
                    <a:pt x="4237939" y="3222034"/>
                  </a:lnTo>
                  <a:lnTo>
                    <a:pt x="4315574" y="3234154"/>
                  </a:lnTo>
                  <a:lnTo>
                    <a:pt x="4393208" y="3245712"/>
                  </a:lnTo>
                  <a:lnTo>
                    <a:pt x="4470842" y="3256735"/>
                  </a:lnTo>
                  <a:lnTo>
                    <a:pt x="4548476" y="3267248"/>
                  </a:lnTo>
                  <a:lnTo>
                    <a:pt x="4626110" y="3277274"/>
                  </a:lnTo>
                  <a:lnTo>
                    <a:pt x="4703744" y="3286835"/>
                  </a:lnTo>
                  <a:lnTo>
                    <a:pt x="4781378" y="3295954"/>
                  </a:lnTo>
                  <a:lnTo>
                    <a:pt x="4859012" y="3304650"/>
                  </a:lnTo>
                  <a:lnTo>
                    <a:pt x="4936646" y="3312944"/>
                  </a:lnTo>
                  <a:lnTo>
                    <a:pt x="5014280" y="3320854"/>
                  </a:lnTo>
                  <a:lnTo>
                    <a:pt x="5091914" y="3328397"/>
                  </a:lnTo>
                  <a:lnTo>
                    <a:pt x="5169548" y="3335591"/>
                  </a:lnTo>
                  <a:lnTo>
                    <a:pt x="5247182" y="3342452"/>
                  </a:lnTo>
                  <a:lnTo>
                    <a:pt x="5324816" y="3348995"/>
                  </a:lnTo>
                  <a:lnTo>
                    <a:pt x="5402450" y="3355235"/>
                  </a:lnTo>
                  <a:lnTo>
                    <a:pt x="5480084" y="3361187"/>
                  </a:lnTo>
                  <a:lnTo>
                    <a:pt x="5557718" y="3366862"/>
                  </a:lnTo>
                  <a:lnTo>
                    <a:pt x="5635352" y="3372275"/>
                  </a:lnTo>
                  <a:lnTo>
                    <a:pt x="5712986" y="3377437"/>
                  </a:lnTo>
                  <a:lnTo>
                    <a:pt x="5790620" y="3382360"/>
                  </a:lnTo>
                  <a:lnTo>
                    <a:pt x="5868254" y="3387055"/>
                  </a:lnTo>
                  <a:lnTo>
                    <a:pt x="5945888" y="3391533"/>
                  </a:lnTo>
                  <a:lnTo>
                    <a:pt x="6023522" y="3395803"/>
                  </a:lnTo>
                  <a:lnTo>
                    <a:pt x="6101157" y="3399876"/>
                  </a:lnTo>
                  <a:lnTo>
                    <a:pt x="6178791" y="3403760"/>
                  </a:lnTo>
                  <a:lnTo>
                    <a:pt x="6256425" y="3407464"/>
                  </a:lnTo>
                  <a:lnTo>
                    <a:pt x="6334059" y="34109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0.58 (95% CI 0.24-1.40), p = 0.226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2026-06-02T08:49:35Z</dcterms:modified>
  <cp:category/>
</cp:coreProperties>
</file>