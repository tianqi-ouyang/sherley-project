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959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270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5814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03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58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91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769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115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42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67368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131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2841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560651"/>
              <a:ext cx="6949396" cy="1888149"/>
            </a:xfrm>
            <a:custGeom>
              <a:avLst/>
              <a:pathLst>
                <a:path w="6949396" h="1888149">
                  <a:moveTo>
                    <a:pt x="0" y="1888149"/>
                  </a:moveTo>
                  <a:lnTo>
                    <a:pt x="99277" y="1888149"/>
                  </a:lnTo>
                  <a:lnTo>
                    <a:pt x="99277" y="1505228"/>
                  </a:lnTo>
                  <a:lnTo>
                    <a:pt x="397108" y="1505228"/>
                  </a:lnTo>
                  <a:lnTo>
                    <a:pt x="397108" y="1202817"/>
                  </a:lnTo>
                  <a:lnTo>
                    <a:pt x="1489156" y="1202817"/>
                  </a:lnTo>
                  <a:lnTo>
                    <a:pt x="1489156" y="1051824"/>
                  </a:lnTo>
                  <a:lnTo>
                    <a:pt x="1985541" y="1051824"/>
                  </a:lnTo>
                  <a:lnTo>
                    <a:pt x="1985541" y="899702"/>
                  </a:lnTo>
                  <a:lnTo>
                    <a:pt x="2283373" y="899702"/>
                  </a:lnTo>
                  <a:lnTo>
                    <a:pt x="2283373" y="748861"/>
                  </a:lnTo>
                  <a:lnTo>
                    <a:pt x="3176867" y="748861"/>
                  </a:lnTo>
                  <a:lnTo>
                    <a:pt x="3176867" y="431741"/>
                  </a:lnTo>
                  <a:lnTo>
                    <a:pt x="3474698" y="431741"/>
                  </a:lnTo>
                  <a:lnTo>
                    <a:pt x="3474698" y="281675"/>
                  </a:lnTo>
                  <a:lnTo>
                    <a:pt x="6651565" y="281675"/>
                  </a:lnTo>
                  <a:lnTo>
                    <a:pt x="6651565" y="138068"/>
                  </a:lnTo>
                  <a:lnTo>
                    <a:pt x="6949396" y="13806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20655"/>
            </a:xfrm>
            <a:custGeom>
              <a:avLst/>
              <a:pathLst>
                <a:path w="6949396" h="2520655">
                  <a:moveTo>
                    <a:pt x="0" y="2520655"/>
                  </a:moveTo>
                  <a:lnTo>
                    <a:pt x="99277" y="2520655"/>
                  </a:lnTo>
                  <a:lnTo>
                    <a:pt x="99277" y="1969329"/>
                  </a:lnTo>
                  <a:lnTo>
                    <a:pt x="397108" y="1969329"/>
                  </a:lnTo>
                  <a:lnTo>
                    <a:pt x="397108" y="1553949"/>
                  </a:lnTo>
                  <a:lnTo>
                    <a:pt x="1489156" y="1553949"/>
                  </a:lnTo>
                  <a:lnTo>
                    <a:pt x="1489156" y="1351571"/>
                  </a:lnTo>
                  <a:lnTo>
                    <a:pt x="1985541" y="1351571"/>
                  </a:lnTo>
                  <a:lnTo>
                    <a:pt x="1985541" y="1150428"/>
                  </a:lnTo>
                  <a:lnTo>
                    <a:pt x="2283373" y="1150428"/>
                  </a:lnTo>
                  <a:lnTo>
                    <a:pt x="2283373" y="953314"/>
                  </a:lnTo>
                  <a:lnTo>
                    <a:pt x="3176867" y="953314"/>
                  </a:lnTo>
                  <a:lnTo>
                    <a:pt x="3176867" y="545138"/>
                  </a:lnTo>
                  <a:lnTo>
                    <a:pt x="3474698" y="545138"/>
                  </a:lnTo>
                  <a:lnTo>
                    <a:pt x="3474698" y="354435"/>
                  </a:lnTo>
                  <a:lnTo>
                    <a:pt x="6651565" y="354435"/>
                  </a:lnTo>
                  <a:lnTo>
                    <a:pt x="6651565" y="173196"/>
                  </a:lnTo>
                  <a:lnTo>
                    <a:pt x="6949396" y="17319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714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0254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336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2509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22201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1.52 (95% CI 0.56-4.14), p = 0.411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2026-05-22T10:32:47Z</dcterms:modified>
  <cp:category/>
</cp:coreProperties>
</file>