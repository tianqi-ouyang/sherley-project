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815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0838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0861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0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58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91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769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58273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5850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587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131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2841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542789"/>
              <a:ext cx="6949396" cy="1900664"/>
            </a:xfrm>
            <a:custGeom>
              <a:avLst/>
              <a:pathLst>
                <a:path w="6949396" h="1900664">
                  <a:moveTo>
                    <a:pt x="0" y="1900664"/>
                  </a:moveTo>
                  <a:lnTo>
                    <a:pt x="99277" y="1900664"/>
                  </a:lnTo>
                  <a:lnTo>
                    <a:pt x="99277" y="1496535"/>
                  </a:lnTo>
                  <a:lnTo>
                    <a:pt x="397108" y="1496535"/>
                  </a:lnTo>
                  <a:lnTo>
                    <a:pt x="397108" y="1194238"/>
                  </a:lnTo>
                  <a:lnTo>
                    <a:pt x="1489156" y="1194238"/>
                  </a:lnTo>
                  <a:lnTo>
                    <a:pt x="1489156" y="1044428"/>
                  </a:lnTo>
                  <a:lnTo>
                    <a:pt x="1985541" y="1044428"/>
                  </a:lnTo>
                  <a:lnTo>
                    <a:pt x="1985541" y="894267"/>
                  </a:lnTo>
                  <a:lnTo>
                    <a:pt x="2283373" y="894267"/>
                  </a:lnTo>
                  <a:lnTo>
                    <a:pt x="2283373" y="745913"/>
                  </a:lnTo>
                  <a:lnTo>
                    <a:pt x="3176867" y="745913"/>
                  </a:lnTo>
                  <a:lnTo>
                    <a:pt x="3176867" y="435819"/>
                  </a:lnTo>
                  <a:lnTo>
                    <a:pt x="3474698" y="435819"/>
                  </a:lnTo>
                  <a:lnTo>
                    <a:pt x="3474698" y="286206"/>
                  </a:lnTo>
                  <a:lnTo>
                    <a:pt x="6651565" y="286206"/>
                  </a:lnTo>
                  <a:lnTo>
                    <a:pt x="6651565" y="140936"/>
                  </a:lnTo>
                  <a:lnTo>
                    <a:pt x="6949396" y="14093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20350"/>
            </a:xfrm>
            <a:custGeom>
              <a:avLst/>
              <a:pathLst>
                <a:path w="6949396" h="2520350">
                  <a:moveTo>
                    <a:pt x="0" y="2520350"/>
                  </a:moveTo>
                  <a:lnTo>
                    <a:pt x="99277" y="2520350"/>
                  </a:lnTo>
                  <a:lnTo>
                    <a:pt x="99277" y="1952371"/>
                  </a:lnTo>
                  <a:lnTo>
                    <a:pt x="397108" y="1952371"/>
                  </a:lnTo>
                  <a:lnTo>
                    <a:pt x="397108" y="1541531"/>
                  </a:lnTo>
                  <a:lnTo>
                    <a:pt x="1489156" y="1541531"/>
                  </a:lnTo>
                  <a:lnTo>
                    <a:pt x="1489156" y="1341705"/>
                  </a:lnTo>
                  <a:lnTo>
                    <a:pt x="1985541" y="1341705"/>
                  </a:lnTo>
                  <a:lnTo>
                    <a:pt x="1985541" y="1143629"/>
                  </a:lnTo>
                  <a:lnTo>
                    <a:pt x="2283373" y="1143629"/>
                  </a:lnTo>
                  <a:lnTo>
                    <a:pt x="2283373" y="949925"/>
                  </a:lnTo>
                  <a:lnTo>
                    <a:pt x="3176867" y="949925"/>
                  </a:lnTo>
                  <a:lnTo>
                    <a:pt x="3176867" y="550631"/>
                  </a:lnTo>
                  <a:lnTo>
                    <a:pt x="3474698" y="550631"/>
                  </a:lnTo>
                  <a:lnTo>
                    <a:pt x="3474698" y="360350"/>
                  </a:lnTo>
                  <a:lnTo>
                    <a:pt x="6651565" y="360350"/>
                  </a:lnTo>
                  <a:lnTo>
                    <a:pt x="6651565" y="176885"/>
                  </a:lnTo>
                  <a:lnTo>
                    <a:pt x="6949396" y="1768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426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449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54730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2509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22201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0.48-4.41), p = 0.505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2026-05-22T09:54:38Z</dcterms:modified>
  <cp:category/>
</cp:coreProperties>
</file>