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06129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02304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29847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32034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058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29142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27697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54217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50392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3131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2841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26974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320344" y="3256117"/>
              <a:ext cx="6949396" cy="2171564"/>
            </a:xfrm>
            <a:custGeom>
              <a:avLst/>
              <a:pathLst>
                <a:path w="6949396" h="2171564">
                  <a:moveTo>
                    <a:pt x="0" y="2171564"/>
                  </a:moveTo>
                  <a:lnTo>
                    <a:pt x="99277" y="2171564"/>
                  </a:lnTo>
                  <a:lnTo>
                    <a:pt x="99277" y="1723778"/>
                  </a:lnTo>
                  <a:lnTo>
                    <a:pt x="397108" y="1723778"/>
                  </a:lnTo>
                  <a:lnTo>
                    <a:pt x="397108" y="1366190"/>
                  </a:lnTo>
                  <a:lnTo>
                    <a:pt x="1489156" y="1366190"/>
                  </a:lnTo>
                  <a:lnTo>
                    <a:pt x="1489156" y="1189604"/>
                  </a:lnTo>
                  <a:lnTo>
                    <a:pt x="1985541" y="1189604"/>
                  </a:lnTo>
                  <a:lnTo>
                    <a:pt x="1985541" y="1013944"/>
                  </a:lnTo>
                  <a:lnTo>
                    <a:pt x="2283373" y="1013944"/>
                  </a:lnTo>
                  <a:lnTo>
                    <a:pt x="2283373" y="842742"/>
                  </a:lnTo>
                  <a:lnTo>
                    <a:pt x="3176867" y="842742"/>
                  </a:lnTo>
                  <a:lnTo>
                    <a:pt x="3176867" y="488564"/>
                  </a:lnTo>
                  <a:lnTo>
                    <a:pt x="3474698" y="488564"/>
                  </a:lnTo>
                  <a:lnTo>
                    <a:pt x="3474698" y="318992"/>
                  </a:lnTo>
                  <a:lnTo>
                    <a:pt x="6651565" y="318992"/>
                  </a:lnTo>
                  <a:lnTo>
                    <a:pt x="6651565" y="156327"/>
                  </a:lnTo>
                  <a:lnTo>
                    <a:pt x="6949396" y="15632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2861938"/>
              <a:ext cx="6949396" cy="2529898"/>
            </a:xfrm>
            <a:custGeom>
              <a:avLst/>
              <a:pathLst>
                <a:path w="6949396" h="2529898">
                  <a:moveTo>
                    <a:pt x="0" y="2529898"/>
                  </a:moveTo>
                  <a:lnTo>
                    <a:pt x="99277" y="2529898"/>
                  </a:lnTo>
                  <a:lnTo>
                    <a:pt x="99277" y="1987412"/>
                  </a:lnTo>
                  <a:lnTo>
                    <a:pt x="397108" y="1987412"/>
                  </a:lnTo>
                  <a:lnTo>
                    <a:pt x="397108" y="1563824"/>
                  </a:lnTo>
                  <a:lnTo>
                    <a:pt x="1489156" y="1563824"/>
                  </a:lnTo>
                  <a:lnTo>
                    <a:pt x="1489156" y="1357315"/>
                  </a:lnTo>
                  <a:lnTo>
                    <a:pt x="1985541" y="1357315"/>
                  </a:lnTo>
                  <a:lnTo>
                    <a:pt x="1985541" y="1153427"/>
                  </a:lnTo>
                  <a:lnTo>
                    <a:pt x="2283373" y="1153427"/>
                  </a:lnTo>
                  <a:lnTo>
                    <a:pt x="2283373" y="956053"/>
                  </a:lnTo>
                  <a:lnTo>
                    <a:pt x="3176867" y="956053"/>
                  </a:lnTo>
                  <a:lnTo>
                    <a:pt x="3176867" y="551413"/>
                  </a:lnTo>
                  <a:lnTo>
                    <a:pt x="3474698" y="551413"/>
                  </a:lnTo>
                  <a:lnTo>
                    <a:pt x="3474698" y="359223"/>
                  </a:lnTo>
                  <a:lnTo>
                    <a:pt x="6651565" y="359223"/>
                  </a:lnTo>
                  <a:lnTo>
                    <a:pt x="6651565" y="175687"/>
                  </a:lnTo>
                  <a:lnTo>
                    <a:pt x="6949396" y="17568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50212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46387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22509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22201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82075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1.24 (95% CI 0.43-3.54), p = 0.687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2026-05-26T13:56:44Z</dcterms:modified>
  <cp:category/>
</cp:coreProperties>
</file>