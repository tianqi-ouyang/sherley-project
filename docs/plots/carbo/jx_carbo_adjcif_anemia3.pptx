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1669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08076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14483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5338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75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4173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8591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54872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61279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2547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31382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580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53386" y="3389412"/>
              <a:ext cx="6804615" cy="1957555"/>
            </a:xfrm>
            <a:custGeom>
              <a:avLst/>
              <a:pathLst>
                <a:path w="6804615" h="1957555">
                  <a:moveTo>
                    <a:pt x="0" y="1957555"/>
                  </a:moveTo>
                  <a:lnTo>
                    <a:pt x="97208" y="1957555"/>
                  </a:lnTo>
                  <a:lnTo>
                    <a:pt x="97208" y="1553899"/>
                  </a:lnTo>
                  <a:lnTo>
                    <a:pt x="388835" y="1553899"/>
                  </a:lnTo>
                  <a:lnTo>
                    <a:pt x="388835" y="1231551"/>
                  </a:lnTo>
                  <a:lnTo>
                    <a:pt x="1458131" y="1231551"/>
                  </a:lnTo>
                  <a:lnTo>
                    <a:pt x="1458131" y="1072368"/>
                  </a:lnTo>
                  <a:lnTo>
                    <a:pt x="1944175" y="1072368"/>
                  </a:lnTo>
                  <a:lnTo>
                    <a:pt x="1944175" y="914019"/>
                  </a:lnTo>
                  <a:lnTo>
                    <a:pt x="2235802" y="914019"/>
                  </a:lnTo>
                  <a:lnTo>
                    <a:pt x="2235802" y="759689"/>
                  </a:lnTo>
                  <a:lnTo>
                    <a:pt x="3110681" y="759689"/>
                  </a:lnTo>
                  <a:lnTo>
                    <a:pt x="3110681" y="440416"/>
                  </a:lnTo>
                  <a:lnTo>
                    <a:pt x="3402307" y="440416"/>
                  </a:lnTo>
                  <a:lnTo>
                    <a:pt x="3402307" y="287555"/>
                  </a:lnTo>
                  <a:lnTo>
                    <a:pt x="6512988" y="287555"/>
                  </a:lnTo>
                  <a:lnTo>
                    <a:pt x="6512988" y="140921"/>
                  </a:lnTo>
                  <a:lnTo>
                    <a:pt x="6804615" y="140921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034080"/>
              <a:ext cx="6804615" cy="2280575"/>
            </a:xfrm>
            <a:custGeom>
              <a:avLst/>
              <a:pathLst>
                <a:path w="6804615" h="2280575">
                  <a:moveTo>
                    <a:pt x="0" y="2280575"/>
                  </a:moveTo>
                  <a:lnTo>
                    <a:pt x="97208" y="2280575"/>
                  </a:lnTo>
                  <a:lnTo>
                    <a:pt x="97208" y="1791551"/>
                  </a:lnTo>
                  <a:lnTo>
                    <a:pt x="388835" y="1791551"/>
                  </a:lnTo>
                  <a:lnTo>
                    <a:pt x="388835" y="1409708"/>
                  </a:lnTo>
                  <a:lnTo>
                    <a:pt x="1458131" y="1409708"/>
                  </a:lnTo>
                  <a:lnTo>
                    <a:pt x="1458131" y="1223550"/>
                  </a:lnTo>
                  <a:lnTo>
                    <a:pt x="1944175" y="1223550"/>
                  </a:lnTo>
                  <a:lnTo>
                    <a:pt x="1944175" y="1039756"/>
                  </a:lnTo>
                  <a:lnTo>
                    <a:pt x="2235802" y="1039756"/>
                  </a:lnTo>
                  <a:lnTo>
                    <a:pt x="2235802" y="861833"/>
                  </a:lnTo>
                  <a:lnTo>
                    <a:pt x="3110681" y="861833"/>
                  </a:lnTo>
                  <a:lnTo>
                    <a:pt x="3110681" y="497071"/>
                  </a:lnTo>
                  <a:lnTo>
                    <a:pt x="3402307" y="497071"/>
                  </a:lnTo>
                  <a:lnTo>
                    <a:pt x="3402307" y="323821"/>
                  </a:lnTo>
                  <a:lnTo>
                    <a:pt x="6512988" y="323821"/>
                  </a:lnTo>
                  <a:lnTo>
                    <a:pt x="6512988" y="158373"/>
                  </a:lnTo>
                  <a:lnTo>
                    <a:pt x="6804615" y="1583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6929" y="449774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356182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34646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3482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7899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13155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2026-07-14T09:11:31Z</dcterms:modified>
  <cp:category/>
</cp:coreProperties>
</file>