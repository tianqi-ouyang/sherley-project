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1907"/>
            </a:xfrm>
            <a:custGeom>
              <a:avLst/>
              <a:pathLst>
                <a:path w="7370972" h="3611907">
                  <a:moveTo>
                    <a:pt x="1518511" y="0"/>
                  </a:moveTo>
                  <a:lnTo>
                    <a:pt x="1548419" y="84468"/>
                  </a:lnTo>
                  <a:lnTo>
                    <a:pt x="1626053" y="291039"/>
                  </a:lnTo>
                  <a:lnTo>
                    <a:pt x="1703687" y="485651"/>
                  </a:lnTo>
                  <a:lnTo>
                    <a:pt x="1781321" y="668996"/>
                  </a:lnTo>
                  <a:lnTo>
                    <a:pt x="1858955" y="841726"/>
                  </a:lnTo>
                  <a:lnTo>
                    <a:pt x="1936589" y="1004457"/>
                  </a:lnTo>
                  <a:lnTo>
                    <a:pt x="2014223" y="1157768"/>
                  </a:lnTo>
                  <a:lnTo>
                    <a:pt x="2091857" y="1302202"/>
                  </a:lnTo>
                  <a:lnTo>
                    <a:pt x="2169491" y="1438275"/>
                  </a:lnTo>
                  <a:lnTo>
                    <a:pt x="2247125" y="1566470"/>
                  </a:lnTo>
                  <a:lnTo>
                    <a:pt x="2324759" y="1687244"/>
                  </a:lnTo>
                  <a:lnTo>
                    <a:pt x="2402393" y="1801026"/>
                  </a:lnTo>
                  <a:lnTo>
                    <a:pt x="2480027" y="1908221"/>
                  </a:lnTo>
                  <a:lnTo>
                    <a:pt x="2557661" y="2009210"/>
                  </a:lnTo>
                  <a:lnTo>
                    <a:pt x="2635295" y="2104352"/>
                  </a:lnTo>
                  <a:lnTo>
                    <a:pt x="2712930" y="2193987"/>
                  </a:lnTo>
                  <a:lnTo>
                    <a:pt x="2790564" y="2278432"/>
                  </a:lnTo>
                  <a:lnTo>
                    <a:pt x="2868198" y="2357988"/>
                  </a:lnTo>
                  <a:lnTo>
                    <a:pt x="2945832" y="2432939"/>
                  </a:lnTo>
                  <a:lnTo>
                    <a:pt x="3023466" y="2503551"/>
                  </a:lnTo>
                  <a:lnTo>
                    <a:pt x="3101100" y="2570075"/>
                  </a:lnTo>
                  <a:lnTo>
                    <a:pt x="3178734" y="2632747"/>
                  </a:lnTo>
                  <a:lnTo>
                    <a:pt x="3256368" y="2691792"/>
                  </a:lnTo>
                  <a:lnTo>
                    <a:pt x="3334002" y="2747418"/>
                  </a:lnTo>
                  <a:lnTo>
                    <a:pt x="3411636" y="2783481"/>
                  </a:lnTo>
                  <a:lnTo>
                    <a:pt x="3489270" y="2785049"/>
                  </a:lnTo>
                  <a:lnTo>
                    <a:pt x="3566904" y="2786614"/>
                  </a:lnTo>
                  <a:lnTo>
                    <a:pt x="3644538" y="2788176"/>
                  </a:lnTo>
                  <a:lnTo>
                    <a:pt x="3722172" y="2789736"/>
                  </a:lnTo>
                  <a:lnTo>
                    <a:pt x="3799806" y="2791292"/>
                  </a:lnTo>
                  <a:lnTo>
                    <a:pt x="3877440" y="2792846"/>
                  </a:lnTo>
                  <a:lnTo>
                    <a:pt x="3955074" y="2794397"/>
                  </a:lnTo>
                  <a:lnTo>
                    <a:pt x="4032708" y="2795945"/>
                  </a:lnTo>
                  <a:lnTo>
                    <a:pt x="4110342" y="2797491"/>
                  </a:lnTo>
                  <a:lnTo>
                    <a:pt x="4187976" y="2799033"/>
                  </a:lnTo>
                  <a:lnTo>
                    <a:pt x="4265610" y="2800573"/>
                  </a:lnTo>
                  <a:lnTo>
                    <a:pt x="4343244" y="2802110"/>
                  </a:lnTo>
                  <a:lnTo>
                    <a:pt x="4420879" y="2803644"/>
                  </a:lnTo>
                  <a:lnTo>
                    <a:pt x="4498513" y="2805176"/>
                  </a:lnTo>
                  <a:lnTo>
                    <a:pt x="4576147" y="2806704"/>
                  </a:lnTo>
                  <a:lnTo>
                    <a:pt x="4653781" y="2808230"/>
                  </a:lnTo>
                  <a:lnTo>
                    <a:pt x="4731415" y="2809753"/>
                  </a:lnTo>
                  <a:lnTo>
                    <a:pt x="4809049" y="2811274"/>
                  </a:lnTo>
                  <a:lnTo>
                    <a:pt x="4886683" y="2812792"/>
                  </a:lnTo>
                  <a:lnTo>
                    <a:pt x="4964317" y="2814306"/>
                  </a:lnTo>
                  <a:lnTo>
                    <a:pt x="5041951" y="2815819"/>
                  </a:lnTo>
                  <a:lnTo>
                    <a:pt x="5119585" y="2817328"/>
                  </a:lnTo>
                  <a:lnTo>
                    <a:pt x="5197219" y="2818835"/>
                  </a:lnTo>
                  <a:lnTo>
                    <a:pt x="5274853" y="2820339"/>
                  </a:lnTo>
                  <a:lnTo>
                    <a:pt x="5352487" y="2821840"/>
                  </a:lnTo>
                  <a:lnTo>
                    <a:pt x="5430121" y="2823339"/>
                  </a:lnTo>
                  <a:lnTo>
                    <a:pt x="5507755" y="2824835"/>
                  </a:lnTo>
                  <a:lnTo>
                    <a:pt x="5585389" y="2826328"/>
                  </a:lnTo>
                  <a:lnTo>
                    <a:pt x="5663023" y="2827819"/>
                  </a:lnTo>
                  <a:lnTo>
                    <a:pt x="5740657" y="2829307"/>
                  </a:lnTo>
                  <a:lnTo>
                    <a:pt x="5818291" y="2830792"/>
                  </a:lnTo>
                  <a:lnTo>
                    <a:pt x="5895925" y="2832274"/>
                  </a:lnTo>
                  <a:lnTo>
                    <a:pt x="5973559" y="2833754"/>
                  </a:lnTo>
                  <a:lnTo>
                    <a:pt x="6051193" y="2835231"/>
                  </a:lnTo>
                  <a:lnTo>
                    <a:pt x="6128827" y="2836706"/>
                  </a:lnTo>
                  <a:lnTo>
                    <a:pt x="6206462" y="2838178"/>
                  </a:lnTo>
                  <a:lnTo>
                    <a:pt x="6284096" y="2839647"/>
                  </a:lnTo>
                  <a:lnTo>
                    <a:pt x="6361730" y="2841113"/>
                  </a:lnTo>
                  <a:lnTo>
                    <a:pt x="6439364" y="2842577"/>
                  </a:lnTo>
                  <a:lnTo>
                    <a:pt x="6516998" y="2844038"/>
                  </a:lnTo>
                  <a:lnTo>
                    <a:pt x="6594632" y="2845497"/>
                  </a:lnTo>
                  <a:lnTo>
                    <a:pt x="6672266" y="2846953"/>
                  </a:lnTo>
                  <a:lnTo>
                    <a:pt x="6749900" y="2848406"/>
                  </a:lnTo>
                  <a:lnTo>
                    <a:pt x="6827534" y="2849857"/>
                  </a:lnTo>
                  <a:lnTo>
                    <a:pt x="6905168" y="2851305"/>
                  </a:lnTo>
                  <a:lnTo>
                    <a:pt x="6982802" y="2852750"/>
                  </a:lnTo>
                  <a:lnTo>
                    <a:pt x="7060436" y="2854193"/>
                  </a:lnTo>
                  <a:lnTo>
                    <a:pt x="7138070" y="2855634"/>
                  </a:lnTo>
                  <a:lnTo>
                    <a:pt x="7215704" y="2857071"/>
                  </a:lnTo>
                  <a:lnTo>
                    <a:pt x="7293338" y="2858506"/>
                  </a:lnTo>
                  <a:lnTo>
                    <a:pt x="7370972" y="2859939"/>
                  </a:lnTo>
                  <a:lnTo>
                    <a:pt x="7370972" y="3611907"/>
                  </a:lnTo>
                  <a:lnTo>
                    <a:pt x="7293338" y="3609404"/>
                  </a:lnTo>
                  <a:lnTo>
                    <a:pt x="7215704" y="3606747"/>
                  </a:lnTo>
                  <a:lnTo>
                    <a:pt x="7138070" y="3603926"/>
                  </a:lnTo>
                  <a:lnTo>
                    <a:pt x="7060436" y="3600933"/>
                  </a:lnTo>
                  <a:lnTo>
                    <a:pt x="6982802" y="3597755"/>
                  </a:lnTo>
                  <a:lnTo>
                    <a:pt x="6905168" y="3594382"/>
                  </a:lnTo>
                  <a:lnTo>
                    <a:pt x="6827534" y="3590802"/>
                  </a:lnTo>
                  <a:lnTo>
                    <a:pt x="6749900" y="3587002"/>
                  </a:lnTo>
                  <a:lnTo>
                    <a:pt x="6672266" y="3582968"/>
                  </a:lnTo>
                  <a:lnTo>
                    <a:pt x="6594632" y="3578687"/>
                  </a:lnTo>
                  <a:lnTo>
                    <a:pt x="6516998" y="3574142"/>
                  </a:lnTo>
                  <a:lnTo>
                    <a:pt x="6439364" y="3569318"/>
                  </a:lnTo>
                  <a:lnTo>
                    <a:pt x="6361730" y="3564198"/>
                  </a:lnTo>
                  <a:lnTo>
                    <a:pt x="6284096" y="3558763"/>
                  </a:lnTo>
                  <a:lnTo>
                    <a:pt x="6206462" y="3552994"/>
                  </a:lnTo>
                  <a:lnTo>
                    <a:pt x="6128827" y="3546871"/>
                  </a:lnTo>
                  <a:lnTo>
                    <a:pt x="6051193" y="3540371"/>
                  </a:lnTo>
                  <a:lnTo>
                    <a:pt x="5973559" y="3533472"/>
                  </a:lnTo>
                  <a:lnTo>
                    <a:pt x="5895925" y="3526149"/>
                  </a:lnTo>
                  <a:lnTo>
                    <a:pt x="5818291" y="3518376"/>
                  </a:lnTo>
                  <a:lnTo>
                    <a:pt x="5740657" y="3510125"/>
                  </a:lnTo>
                  <a:lnTo>
                    <a:pt x="5663023" y="3501367"/>
                  </a:lnTo>
                  <a:lnTo>
                    <a:pt x="5585389" y="3492071"/>
                  </a:lnTo>
                  <a:lnTo>
                    <a:pt x="5507755" y="3482204"/>
                  </a:lnTo>
                  <a:lnTo>
                    <a:pt x="5430121" y="3471730"/>
                  </a:lnTo>
                  <a:lnTo>
                    <a:pt x="5352487" y="3460613"/>
                  </a:lnTo>
                  <a:lnTo>
                    <a:pt x="5274853" y="3448813"/>
                  </a:lnTo>
                  <a:lnTo>
                    <a:pt x="5197219" y="3436288"/>
                  </a:lnTo>
                  <a:lnTo>
                    <a:pt x="5119585" y="3422993"/>
                  </a:lnTo>
                  <a:lnTo>
                    <a:pt x="5041951" y="3408881"/>
                  </a:lnTo>
                  <a:lnTo>
                    <a:pt x="4964317" y="3393902"/>
                  </a:lnTo>
                  <a:lnTo>
                    <a:pt x="4886683" y="3378002"/>
                  </a:lnTo>
                  <a:lnTo>
                    <a:pt x="4809049" y="3361125"/>
                  </a:lnTo>
                  <a:lnTo>
                    <a:pt x="4731415" y="3343211"/>
                  </a:lnTo>
                  <a:lnTo>
                    <a:pt x="4653781" y="3324197"/>
                  </a:lnTo>
                  <a:lnTo>
                    <a:pt x="4576147" y="3304014"/>
                  </a:lnTo>
                  <a:lnTo>
                    <a:pt x="4498513" y="3282590"/>
                  </a:lnTo>
                  <a:lnTo>
                    <a:pt x="4420879" y="3259851"/>
                  </a:lnTo>
                  <a:lnTo>
                    <a:pt x="4343244" y="3235714"/>
                  </a:lnTo>
                  <a:lnTo>
                    <a:pt x="4265610" y="3210093"/>
                  </a:lnTo>
                  <a:lnTo>
                    <a:pt x="4187976" y="3182899"/>
                  </a:lnTo>
                  <a:lnTo>
                    <a:pt x="4110342" y="3154033"/>
                  </a:lnTo>
                  <a:lnTo>
                    <a:pt x="4032708" y="3123393"/>
                  </a:lnTo>
                  <a:lnTo>
                    <a:pt x="3955074" y="3090871"/>
                  </a:lnTo>
                  <a:lnTo>
                    <a:pt x="3877440" y="3056350"/>
                  </a:lnTo>
                  <a:lnTo>
                    <a:pt x="3799806" y="3019708"/>
                  </a:lnTo>
                  <a:lnTo>
                    <a:pt x="3722172" y="2980814"/>
                  </a:lnTo>
                  <a:lnTo>
                    <a:pt x="3644538" y="2939530"/>
                  </a:lnTo>
                  <a:lnTo>
                    <a:pt x="3566904" y="2895709"/>
                  </a:lnTo>
                  <a:lnTo>
                    <a:pt x="3489270" y="2849195"/>
                  </a:lnTo>
                  <a:lnTo>
                    <a:pt x="3411636" y="2799824"/>
                  </a:lnTo>
                  <a:lnTo>
                    <a:pt x="3334002" y="2781911"/>
                  </a:lnTo>
                  <a:lnTo>
                    <a:pt x="3256368" y="2780337"/>
                  </a:lnTo>
                  <a:lnTo>
                    <a:pt x="3178734" y="2778761"/>
                  </a:lnTo>
                  <a:lnTo>
                    <a:pt x="3101100" y="2777182"/>
                  </a:lnTo>
                  <a:lnTo>
                    <a:pt x="3023466" y="2775600"/>
                  </a:lnTo>
                  <a:lnTo>
                    <a:pt x="2945832" y="2774015"/>
                  </a:lnTo>
                  <a:lnTo>
                    <a:pt x="2868198" y="2772427"/>
                  </a:lnTo>
                  <a:lnTo>
                    <a:pt x="2790564" y="2770836"/>
                  </a:lnTo>
                  <a:lnTo>
                    <a:pt x="2712930" y="2769243"/>
                  </a:lnTo>
                  <a:lnTo>
                    <a:pt x="2635295" y="2767646"/>
                  </a:lnTo>
                  <a:lnTo>
                    <a:pt x="2557661" y="2766047"/>
                  </a:lnTo>
                  <a:lnTo>
                    <a:pt x="2480027" y="2764445"/>
                  </a:lnTo>
                  <a:lnTo>
                    <a:pt x="2402393" y="2762840"/>
                  </a:lnTo>
                  <a:lnTo>
                    <a:pt x="2324759" y="2761232"/>
                  </a:lnTo>
                  <a:lnTo>
                    <a:pt x="2247125" y="2759621"/>
                  </a:lnTo>
                  <a:lnTo>
                    <a:pt x="2169491" y="2758007"/>
                  </a:lnTo>
                  <a:lnTo>
                    <a:pt x="2091857" y="2756391"/>
                  </a:lnTo>
                  <a:lnTo>
                    <a:pt x="2014223" y="2754771"/>
                  </a:lnTo>
                  <a:lnTo>
                    <a:pt x="1936589" y="2753148"/>
                  </a:lnTo>
                  <a:lnTo>
                    <a:pt x="1858955" y="2751523"/>
                  </a:lnTo>
                  <a:lnTo>
                    <a:pt x="1781321" y="2749895"/>
                  </a:lnTo>
                  <a:lnTo>
                    <a:pt x="1703687" y="2748263"/>
                  </a:lnTo>
                  <a:lnTo>
                    <a:pt x="1626053" y="2746629"/>
                  </a:lnTo>
                  <a:lnTo>
                    <a:pt x="1548419" y="2744992"/>
                  </a:lnTo>
                  <a:lnTo>
                    <a:pt x="1470785" y="2743351"/>
                  </a:lnTo>
                  <a:lnTo>
                    <a:pt x="1393151" y="2741708"/>
                  </a:lnTo>
                  <a:lnTo>
                    <a:pt x="1315517" y="2740062"/>
                  </a:lnTo>
                  <a:lnTo>
                    <a:pt x="1237883" y="2738413"/>
                  </a:lnTo>
                  <a:lnTo>
                    <a:pt x="1160249" y="2736761"/>
                  </a:lnTo>
                  <a:lnTo>
                    <a:pt x="1082615" y="2735106"/>
                  </a:lnTo>
                  <a:lnTo>
                    <a:pt x="1004981" y="2733448"/>
                  </a:lnTo>
                  <a:lnTo>
                    <a:pt x="927346" y="2731787"/>
                  </a:lnTo>
                  <a:lnTo>
                    <a:pt x="849712" y="2730122"/>
                  </a:lnTo>
                  <a:lnTo>
                    <a:pt x="772078" y="2728455"/>
                  </a:lnTo>
                  <a:lnTo>
                    <a:pt x="694444" y="2726785"/>
                  </a:lnTo>
                  <a:lnTo>
                    <a:pt x="616810" y="2725112"/>
                  </a:lnTo>
                  <a:lnTo>
                    <a:pt x="539176" y="2723436"/>
                  </a:lnTo>
                  <a:lnTo>
                    <a:pt x="461542" y="2721757"/>
                  </a:lnTo>
                  <a:lnTo>
                    <a:pt x="383908" y="2720075"/>
                  </a:lnTo>
                  <a:lnTo>
                    <a:pt x="306274" y="2718389"/>
                  </a:lnTo>
                  <a:lnTo>
                    <a:pt x="228640" y="2716701"/>
                  </a:lnTo>
                  <a:lnTo>
                    <a:pt x="151006" y="2715010"/>
                  </a:lnTo>
                  <a:lnTo>
                    <a:pt x="73372" y="2713315"/>
                  </a:lnTo>
                  <a:lnTo>
                    <a:pt x="0" y="27117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6029" y="1896563"/>
              <a:ext cx="5852460" cy="2859939"/>
            </a:xfrm>
            <a:custGeom>
              <a:avLst/>
              <a:pathLst>
                <a:path w="5852460" h="2859939">
                  <a:moveTo>
                    <a:pt x="0" y="0"/>
                  </a:moveTo>
                  <a:lnTo>
                    <a:pt x="29907" y="84468"/>
                  </a:lnTo>
                  <a:lnTo>
                    <a:pt x="107541" y="291039"/>
                  </a:lnTo>
                  <a:lnTo>
                    <a:pt x="185175" y="485651"/>
                  </a:lnTo>
                  <a:lnTo>
                    <a:pt x="262809" y="668996"/>
                  </a:lnTo>
                  <a:lnTo>
                    <a:pt x="340443" y="841726"/>
                  </a:lnTo>
                  <a:lnTo>
                    <a:pt x="418077" y="1004457"/>
                  </a:lnTo>
                  <a:lnTo>
                    <a:pt x="495711" y="1157768"/>
                  </a:lnTo>
                  <a:lnTo>
                    <a:pt x="573345" y="1302202"/>
                  </a:lnTo>
                  <a:lnTo>
                    <a:pt x="650979" y="1438275"/>
                  </a:lnTo>
                  <a:lnTo>
                    <a:pt x="728613" y="1566470"/>
                  </a:lnTo>
                  <a:lnTo>
                    <a:pt x="806247" y="1687244"/>
                  </a:lnTo>
                  <a:lnTo>
                    <a:pt x="883882" y="1801026"/>
                  </a:lnTo>
                  <a:lnTo>
                    <a:pt x="961516" y="1908221"/>
                  </a:lnTo>
                  <a:lnTo>
                    <a:pt x="1039150" y="2009210"/>
                  </a:lnTo>
                  <a:lnTo>
                    <a:pt x="1116784" y="2104352"/>
                  </a:lnTo>
                  <a:lnTo>
                    <a:pt x="1194418" y="2193987"/>
                  </a:lnTo>
                  <a:lnTo>
                    <a:pt x="1272052" y="2278432"/>
                  </a:lnTo>
                  <a:lnTo>
                    <a:pt x="1349686" y="2357988"/>
                  </a:lnTo>
                  <a:lnTo>
                    <a:pt x="1427320" y="2432939"/>
                  </a:lnTo>
                  <a:lnTo>
                    <a:pt x="1504954" y="2503551"/>
                  </a:lnTo>
                  <a:lnTo>
                    <a:pt x="1582588" y="2570075"/>
                  </a:lnTo>
                  <a:lnTo>
                    <a:pt x="1660222" y="2632747"/>
                  </a:lnTo>
                  <a:lnTo>
                    <a:pt x="1737856" y="2691792"/>
                  </a:lnTo>
                  <a:lnTo>
                    <a:pt x="1815490" y="2747418"/>
                  </a:lnTo>
                  <a:lnTo>
                    <a:pt x="1893124" y="2783481"/>
                  </a:lnTo>
                  <a:lnTo>
                    <a:pt x="1970758" y="2785049"/>
                  </a:lnTo>
                  <a:lnTo>
                    <a:pt x="2048392" y="2786614"/>
                  </a:lnTo>
                  <a:lnTo>
                    <a:pt x="2126026" y="2788176"/>
                  </a:lnTo>
                  <a:lnTo>
                    <a:pt x="2203660" y="2789736"/>
                  </a:lnTo>
                  <a:lnTo>
                    <a:pt x="2281294" y="2791292"/>
                  </a:lnTo>
                  <a:lnTo>
                    <a:pt x="2358928" y="2792846"/>
                  </a:lnTo>
                  <a:lnTo>
                    <a:pt x="2436562" y="2794397"/>
                  </a:lnTo>
                  <a:lnTo>
                    <a:pt x="2514196" y="2795945"/>
                  </a:lnTo>
                  <a:lnTo>
                    <a:pt x="2591831" y="2797491"/>
                  </a:lnTo>
                  <a:lnTo>
                    <a:pt x="2669465" y="2799033"/>
                  </a:lnTo>
                  <a:lnTo>
                    <a:pt x="2747099" y="2800573"/>
                  </a:lnTo>
                  <a:lnTo>
                    <a:pt x="2824733" y="2802110"/>
                  </a:lnTo>
                  <a:lnTo>
                    <a:pt x="2902367" y="2803644"/>
                  </a:lnTo>
                  <a:lnTo>
                    <a:pt x="2980001" y="2805176"/>
                  </a:lnTo>
                  <a:lnTo>
                    <a:pt x="3057635" y="2806704"/>
                  </a:lnTo>
                  <a:lnTo>
                    <a:pt x="3135269" y="2808230"/>
                  </a:lnTo>
                  <a:lnTo>
                    <a:pt x="3212903" y="2809753"/>
                  </a:lnTo>
                  <a:lnTo>
                    <a:pt x="3290537" y="2811274"/>
                  </a:lnTo>
                  <a:lnTo>
                    <a:pt x="3368171" y="2812792"/>
                  </a:lnTo>
                  <a:lnTo>
                    <a:pt x="3445805" y="2814306"/>
                  </a:lnTo>
                  <a:lnTo>
                    <a:pt x="3523439" y="2815819"/>
                  </a:lnTo>
                  <a:lnTo>
                    <a:pt x="3601073" y="2817328"/>
                  </a:lnTo>
                  <a:lnTo>
                    <a:pt x="3678707" y="2818835"/>
                  </a:lnTo>
                  <a:lnTo>
                    <a:pt x="3756341" y="2820339"/>
                  </a:lnTo>
                  <a:lnTo>
                    <a:pt x="3833975" y="2821840"/>
                  </a:lnTo>
                  <a:lnTo>
                    <a:pt x="3911609" y="2823339"/>
                  </a:lnTo>
                  <a:lnTo>
                    <a:pt x="3989243" y="2824835"/>
                  </a:lnTo>
                  <a:lnTo>
                    <a:pt x="4066877" y="2826328"/>
                  </a:lnTo>
                  <a:lnTo>
                    <a:pt x="4144511" y="2827819"/>
                  </a:lnTo>
                  <a:lnTo>
                    <a:pt x="4222145" y="2829307"/>
                  </a:lnTo>
                  <a:lnTo>
                    <a:pt x="4299780" y="2830792"/>
                  </a:lnTo>
                  <a:lnTo>
                    <a:pt x="4377414" y="2832274"/>
                  </a:lnTo>
                  <a:lnTo>
                    <a:pt x="4455048" y="2833754"/>
                  </a:lnTo>
                  <a:lnTo>
                    <a:pt x="4532682" y="2835231"/>
                  </a:lnTo>
                  <a:lnTo>
                    <a:pt x="4610316" y="2836706"/>
                  </a:lnTo>
                  <a:lnTo>
                    <a:pt x="4687950" y="2838178"/>
                  </a:lnTo>
                  <a:lnTo>
                    <a:pt x="4765584" y="2839647"/>
                  </a:lnTo>
                  <a:lnTo>
                    <a:pt x="4843218" y="2841113"/>
                  </a:lnTo>
                  <a:lnTo>
                    <a:pt x="4920852" y="2842577"/>
                  </a:lnTo>
                  <a:lnTo>
                    <a:pt x="4998486" y="2844038"/>
                  </a:lnTo>
                  <a:lnTo>
                    <a:pt x="5076120" y="2845497"/>
                  </a:lnTo>
                  <a:lnTo>
                    <a:pt x="5153754" y="2846953"/>
                  </a:lnTo>
                  <a:lnTo>
                    <a:pt x="5231388" y="2848406"/>
                  </a:lnTo>
                  <a:lnTo>
                    <a:pt x="5309022" y="2849857"/>
                  </a:lnTo>
                  <a:lnTo>
                    <a:pt x="5386656" y="2851305"/>
                  </a:lnTo>
                  <a:lnTo>
                    <a:pt x="5464290" y="2852750"/>
                  </a:lnTo>
                  <a:lnTo>
                    <a:pt x="5541924" y="2854193"/>
                  </a:lnTo>
                  <a:lnTo>
                    <a:pt x="5619558" y="2855634"/>
                  </a:lnTo>
                  <a:lnTo>
                    <a:pt x="5697192" y="2857071"/>
                  </a:lnTo>
                  <a:lnTo>
                    <a:pt x="5774826" y="2858506"/>
                  </a:lnTo>
                  <a:lnTo>
                    <a:pt x="5852460" y="2859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08275"/>
              <a:ext cx="7370972" cy="900195"/>
            </a:xfrm>
            <a:custGeom>
              <a:avLst/>
              <a:pathLst>
                <a:path w="7370972" h="900195">
                  <a:moveTo>
                    <a:pt x="7370972" y="900195"/>
                  </a:moveTo>
                  <a:lnTo>
                    <a:pt x="7293338" y="897692"/>
                  </a:lnTo>
                  <a:lnTo>
                    <a:pt x="7215704" y="895035"/>
                  </a:lnTo>
                  <a:lnTo>
                    <a:pt x="7138070" y="892215"/>
                  </a:lnTo>
                  <a:lnTo>
                    <a:pt x="7060436" y="889221"/>
                  </a:lnTo>
                  <a:lnTo>
                    <a:pt x="6982802" y="886044"/>
                  </a:lnTo>
                  <a:lnTo>
                    <a:pt x="6905168" y="882671"/>
                  </a:lnTo>
                  <a:lnTo>
                    <a:pt x="6827534" y="879091"/>
                  </a:lnTo>
                  <a:lnTo>
                    <a:pt x="6749900" y="875290"/>
                  </a:lnTo>
                  <a:lnTo>
                    <a:pt x="6672266" y="871257"/>
                  </a:lnTo>
                  <a:lnTo>
                    <a:pt x="6594632" y="866975"/>
                  </a:lnTo>
                  <a:lnTo>
                    <a:pt x="6516998" y="862431"/>
                  </a:lnTo>
                  <a:lnTo>
                    <a:pt x="6439364" y="857607"/>
                  </a:lnTo>
                  <a:lnTo>
                    <a:pt x="6361730" y="852486"/>
                  </a:lnTo>
                  <a:lnTo>
                    <a:pt x="6284096" y="847051"/>
                  </a:lnTo>
                  <a:lnTo>
                    <a:pt x="6206462" y="841282"/>
                  </a:lnTo>
                  <a:lnTo>
                    <a:pt x="6128827" y="835159"/>
                  </a:lnTo>
                  <a:lnTo>
                    <a:pt x="6051193" y="828659"/>
                  </a:lnTo>
                  <a:lnTo>
                    <a:pt x="5973559" y="821760"/>
                  </a:lnTo>
                  <a:lnTo>
                    <a:pt x="5895925" y="814437"/>
                  </a:lnTo>
                  <a:lnTo>
                    <a:pt x="5818291" y="806664"/>
                  </a:lnTo>
                  <a:lnTo>
                    <a:pt x="5740657" y="798413"/>
                  </a:lnTo>
                  <a:lnTo>
                    <a:pt x="5663023" y="789655"/>
                  </a:lnTo>
                  <a:lnTo>
                    <a:pt x="5585389" y="780360"/>
                  </a:lnTo>
                  <a:lnTo>
                    <a:pt x="5507755" y="770492"/>
                  </a:lnTo>
                  <a:lnTo>
                    <a:pt x="5430121" y="760019"/>
                  </a:lnTo>
                  <a:lnTo>
                    <a:pt x="5352487" y="748902"/>
                  </a:lnTo>
                  <a:lnTo>
                    <a:pt x="5274853" y="737102"/>
                  </a:lnTo>
                  <a:lnTo>
                    <a:pt x="5197219" y="724576"/>
                  </a:lnTo>
                  <a:lnTo>
                    <a:pt x="5119585" y="711281"/>
                  </a:lnTo>
                  <a:lnTo>
                    <a:pt x="5041951" y="697169"/>
                  </a:lnTo>
                  <a:lnTo>
                    <a:pt x="4964317" y="682190"/>
                  </a:lnTo>
                  <a:lnTo>
                    <a:pt x="4886683" y="666290"/>
                  </a:lnTo>
                  <a:lnTo>
                    <a:pt x="4809049" y="649414"/>
                  </a:lnTo>
                  <a:lnTo>
                    <a:pt x="4731415" y="631500"/>
                  </a:lnTo>
                  <a:lnTo>
                    <a:pt x="4653781" y="612485"/>
                  </a:lnTo>
                  <a:lnTo>
                    <a:pt x="4576147" y="592302"/>
                  </a:lnTo>
                  <a:lnTo>
                    <a:pt x="4498513" y="570879"/>
                  </a:lnTo>
                  <a:lnTo>
                    <a:pt x="4420879" y="548139"/>
                  </a:lnTo>
                  <a:lnTo>
                    <a:pt x="4343244" y="524002"/>
                  </a:lnTo>
                  <a:lnTo>
                    <a:pt x="4265610" y="498382"/>
                  </a:lnTo>
                  <a:lnTo>
                    <a:pt x="4187976" y="471187"/>
                  </a:lnTo>
                  <a:lnTo>
                    <a:pt x="4110342" y="442321"/>
                  </a:lnTo>
                  <a:lnTo>
                    <a:pt x="4032708" y="411682"/>
                  </a:lnTo>
                  <a:lnTo>
                    <a:pt x="3955074" y="379159"/>
                  </a:lnTo>
                  <a:lnTo>
                    <a:pt x="3877440" y="344638"/>
                  </a:lnTo>
                  <a:lnTo>
                    <a:pt x="3799806" y="307996"/>
                  </a:lnTo>
                  <a:lnTo>
                    <a:pt x="3722172" y="269102"/>
                  </a:lnTo>
                  <a:lnTo>
                    <a:pt x="3644538" y="227818"/>
                  </a:lnTo>
                  <a:lnTo>
                    <a:pt x="3566904" y="183997"/>
                  </a:lnTo>
                  <a:lnTo>
                    <a:pt x="3489270" y="137484"/>
                  </a:lnTo>
                  <a:lnTo>
                    <a:pt x="3411636" y="88112"/>
                  </a:lnTo>
                  <a:lnTo>
                    <a:pt x="3334002" y="70199"/>
                  </a:lnTo>
                  <a:lnTo>
                    <a:pt x="3256368" y="68626"/>
                  </a:lnTo>
                  <a:lnTo>
                    <a:pt x="3178734" y="67049"/>
                  </a:lnTo>
                  <a:lnTo>
                    <a:pt x="3101100" y="65470"/>
                  </a:lnTo>
                  <a:lnTo>
                    <a:pt x="3023466" y="63888"/>
                  </a:lnTo>
                  <a:lnTo>
                    <a:pt x="2945832" y="62303"/>
                  </a:lnTo>
                  <a:lnTo>
                    <a:pt x="2868198" y="60715"/>
                  </a:lnTo>
                  <a:lnTo>
                    <a:pt x="2790564" y="59125"/>
                  </a:lnTo>
                  <a:lnTo>
                    <a:pt x="2712930" y="57531"/>
                  </a:lnTo>
                  <a:lnTo>
                    <a:pt x="2635295" y="55935"/>
                  </a:lnTo>
                  <a:lnTo>
                    <a:pt x="2557661" y="54336"/>
                  </a:lnTo>
                  <a:lnTo>
                    <a:pt x="2480027" y="52733"/>
                  </a:lnTo>
                  <a:lnTo>
                    <a:pt x="2402393" y="51128"/>
                  </a:lnTo>
                  <a:lnTo>
                    <a:pt x="2324759" y="49520"/>
                  </a:lnTo>
                  <a:lnTo>
                    <a:pt x="2247125" y="47909"/>
                  </a:lnTo>
                  <a:lnTo>
                    <a:pt x="2169491" y="46296"/>
                  </a:lnTo>
                  <a:lnTo>
                    <a:pt x="2091857" y="44679"/>
                  </a:lnTo>
                  <a:lnTo>
                    <a:pt x="2014223" y="43059"/>
                  </a:lnTo>
                  <a:lnTo>
                    <a:pt x="1936589" y="41437"/>
                  </a:lnTo>
                  <a:lnTo>
                    <a:pt x="1858955" y="39811"/>
                  </a:lnTo>
                  <a:lnTo>
                    <a:pt x="1781321" y="38183"/>
                  </a:lnTo>
                  <a:lnTo>
                    <a:pt x="1703687" y="36552"/>
                  </a:lnTo>
                  <a:lnTo>
                    <a:pt x="1626053" y="34917"/>
                  </a:lnTo>
                  <a:lnTo>
                    <a:pt x="1548419" y="33280"/>
                  </a:lnTo>
                  <a:lnTo>
                    <a:pt x="1470785" y="31640"/>
                  </a:lnTo>
                  <a:lnTo>
                    <a:pt x="1393151" y="29997"/>
                  </a:lnTo>
                  <a:lnTo>
                    <a:pt x="1315517" y="28350"/>
                  </a:lnTo>
                  <a:lnTo>
                    <a:pt x="1237883" y="26701"/>
                  </a:lnTo>
                  <a:lnTo>
                    <a:pt x="1160249" y="25049"/>
                  </a:lnTo>
                  <a:lnTo>
                    <a:pt x="1082615" y="23394"/>
                  </a:lnTo>
                  <a:lnTo>
                    <a:pt x="1004981" y="21736"/>
                  </a:lnTo>
                  <a:lnTo>
                    <a:pt x="927346" y="20075"/>
                  </a:lnTo>
                  <a:lnTo>
                    <a:pt x="849712" y="18411"/>
                  </a:lnTo>
                  <a:lnTo>
                    <a:pt x="772078" y="16744"/>
                  </a:lnTo>
                  <a:lnTo>
                    <a:pt x="694444" y="15074"/>
                  </a:lnTo>
                  <a:lnTo>
                    <a:pt x="616810" y="13401"/>
                  </a:lnTo>
                  <a:lnTo>
                    <a:pt x="539176" y="11724"/>
                  </a:lnTo>
                  <a:lnTo>
                    <a:pt x="461542" y="10045"/>
                  </a:lnTo>
                  <a:lnTo>
                    <a:pt x="383908" y="8363"/>
                  </a:lnTo>
                  <a:lnTo>
                    <a:pt x="306274" y="6678"/>
                  </a:lnTo>
                  <a:lnTo>
                    <a:pt x="228640" y="4990"/>
                  </a:lnTo>
                  <a:lnTo>
                    <a:pt x="151006" y="3298"/>
                  </a:lnTo>
                  <a:lnTo>
                    <a:pt x="73372" y="16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27990"/>
              <a:ext cx="7370972" cy="3141518"/>
            </a:xfrm>
            <a:custGeom>
              <a:avLst/>
              <a:pathLst>
                <a:path w="7370972" h="3141518">
                  <a:moveTo>
                    <a:pt x="0" y="0"/>
                  </a:moveTo>
                  <a:lnTo>
                    <a:pt x="73372" y="95121"/>
                  </a:lnTo>
                  <a:lnTo>
                    <a:pt x="151006" y="192722"/>
                  </a:lnTo>
                  <a:lnTo>
                    <a:pt x="228640" y="287370"/>
                  </a:lnTo>
                  <a:lnTo>
                    <a:pt x="306274" y="379155"/>
                  </a:lnTo>
                  <a:lnTo>
                    <a:pt x="383908" y="468163"/>
                  </a:lnTo>
                  <a:lnTo>
                    <a:pt x="461542" y="554478"/>
                  </a:lnTo>
                  <a:lnTo>
                    <a:pt x="539176" y="638182"/>
                  </a:lnTo>
                  <a:lnTo>
                    <a:pt x="616810" y="719353"/>
                  </a:lnTo>
                  <a:lnTo>
                    <a:pt x="694444" y="798069"/>
                  </a:lnTo>
                  <a:lnTo>
                    <a:pt x="772078" y="874403"/>
                  </a:lnTo>
                  <a:lnTo>
                    <a:pt x="849712" y="948428"/>
                  </a:lnTo>
                  <a:lnTo>
                    <a:pt x="927346" y="1020213"/>
                  </a:lnTo>
                  <a:lnTo>
                    <a:pt x="1004981" y="1089827"/>
                  </a:lnTo>
                  <a:lnTo>
                    <a:pt x="1082615" y="1157334"/>
                  </a:lnTo>
                  <a:lnTo>
                    <a:pt x="1160249" y="1222800"/>
                  </a:lnTo>
                  <a:lnTo>
                    <a:pt x="1237883" y="1286284"/>
                  </a:lnTo>
                  <a:lnTo>
                    <a:pt x="1315517" y="1347848"/>
                  </a:lnTo>
                  <a:lnTo>
                    <a:pt x="1393151" y="1407550"/>
                  </a:lnTo>
                  <a:lnTo>
                    <a:pt x="1470785" y="1465445"/>
                  </a:lnTo>
                  <a:lnTo>
                    <a:pt x="1548419" y="1521589"/>
                  </a:lnTo>
                  <a:lnTo>
                    <a:pt x="1626053" y="1576034"/>
                  </a:lnTo>
                  <a:lnTo>
                    <a:pt x="1703687" y="1628832"/>
                  </a:lnTo>
                  <a:lnTo>
                    <a:pt x="1781321" y="1680033"/>
                  </a:lnTo>
                  <a:lnTo>
                    <a:pt x="1858955" y="1729685"/>
                  </a:lnTo>
                  <a:lnTo>
                    <a:pt x="1936589" y="1777834"/>
                  </a:lnTo>
                  <a:lnTo>
                    <a:pt x="2014223" y="1824527"/>
                  </a:lnTo>
                  <a:lnTo>
                    <a:pt x="2091857" y="1869807"/>
                  </a:lnTo>
                  <a:lnTo>
                    <a:pt x="2169491" y="1913718"/>
                  </a:lnTo>
                  <a:lnTo>
                    <a:pt x="2247125" y="1956300"/>
                  </a:lnTo>
                  <a:lnTo>
                    <a:pt x="2324759" y="1997593"/>
                  </a:lnTo>
                  <a:lnTo>
                    <a:pt x="2402393" y="2037638"/>
                  </a:lnTo>
                  <a:lnTo>
                    <a:pt x="2480027" y="2076470"/>
                  </a:lnTo>
                  <a:lnTo>
                    <a:pt x="2557661" y="2114128"/>
                  </a:lnTo>
                  <a:lnTo>
                    <a:pt x="2635295" y="2150647"/>
                  </a:lnTo>
                  <a:lnTo>
                    <a:pt x="2712930" y="2186061"/>
                  </a:lnTo>
                  <a:lnTo>
                    <a:pt x="2790564" y="2220404"/>
                  </a:lnTo>
                  <a:lnTo>
                    <a:pt x="2868198" y="2253707"/>
                  </a:lnTo>
                  <a:lnTo>
                    <a:pt x="2945832" y="2286003"/>
                  </a:lnTo>
                  <a:lnTo>
                    <a:pt x="3023466" y="2317322"/>
                  </a:lnTo>
                  <a:lnTo>
                    <a:pt x="3101100" y="2347694"/>
                  </a:lnTo>
                  <a:lnTo>
                    <a:pt x="3178734" y="2377146"/>
                  </a:lnTo>
                  <a:lnTo>
                    <a:pt x="3256368" y="2405708"/>
                  </a:lnTo>
                  <a:lnTo>
                    <a:pt x="3334002" y="2433405"/>
                  </a:lnTo>
                  <a:lnTo>
                    <a:pt x="3411636" y="2460265"/>
                  </a:lnTo>
                  <a:lnTo>
                    <a:pt x="3489270" y="2486312"/>
                  </a:lnTo>
                  <a:lnTo>
                    <a:pt x="3566904" y="2511570"/>
                  </a:lnTo>
                  <a:lnTo>
                    <a:pt x="3644538" y="2536065"/>
                  </a:lnTo>
                  <a:lnTo>
                    <a:pt x="3722172" y="2559819"/>
                  </a:lnTo>
                  <a:lnTo>
                    <a:pt x="3799806" y="2582854"/>
                  </a:lnTo>
                  <a:lnTo>
                    <a:pt x="3877440" y="2605192"/>
                  </a:lnTo>
                  <a:lnTo>
                    <a:pt x="3955074" y="2626854"/>
                  </a:lnTo>
                  <a:lnTo>
                    <a:pt x="4032708" y="2647861"/>
                  </a:lnTo>
                  <a:lnTo>
                    <a:pt x="4110342" y="2668233"/>
                  </a:lnTo>
                  <a:lnTo>
                    <a:pt x="4187976" y="2687988"/>
                  </a:lnTo>
                  <a:lnTo>
                    <a:pt x="4265610" y="2707145"/>
                  </a:lnTo>
                  <a:lnTo>
                    <a:pt x="4343244" y="2725723"/>
                  </a:lnTo>
                  <a:lnTo>
                    <a:pt x="4420879" y="2743739"/>
                  </a:lnTo>
                  <a:lnTo>
                    <a:pt x="4498513" y="2761210"/>
                  </a:lnTo>
                  <a:lnTo>
                    <a:pt x="4576147" y="2778152"/>
                  </a:lnTo>
                  <a:lnTo>
                    <a:pt x="4653781" y="2794582"/>
                  </a:lnTo>
                  <a:lnTo>
                    <a:pt x="4731415" y="2810514"/>
                  </a:lnTo>
                  <a:lnTo>
                    <a:pt x="4809049" y="2825965"/>
                  </a:lnTo>
                  <a:lnTo>
                    <a:pt x="4886683" y="2840948"/>
                  </a:lnTo>
                  <a:lnTo>
                    <a:pt x="4964317" y="2855478"/>
                  </a:lnTo>
                  <a:lnTo>
                    <a:pt x="5041951" y="2869568"/>
                  </a:lnTo>
                  <a:lnTo>
                    <a:pt x="5119585" y="2883232"/>
                  </a:lnTo>
                  <a:lnTo>
                    <a:pt x="5197219" y="2896483"/>
                  </a:lnTo>
                  <a:lnTo>
                    <a:pt x="5274853" y="2909332"/>
                  </a:lnTo>
                  <a:lnTo>
                    <a:pt x="5352487" y="2921793"/>
                  </a:lnTo>
                  <a:lnTo>
                    <a:pt x="5430121" y="2933877"/>
                  </a:lnTo>
                  <a:lnTo>
                    <a:pt x="5507755" y="2945596"/>
                  </a:lnTo>
                  <a:lnTo>
                    <a:pt x="5585389" y="2956960"/>
                  </a:lnTo>
                  <a:lnTo>
                    <a:pt x="5663023" y="2967980"/>
                  </a:lnTo>
                  <a:lnTo>
                    <a:pt x="5740657" y="2978666"/>
                  </a:lnTo>
                  <a:lnTo>
                    <a:pt x="5818291" y="2989030"/>
                  </a:lnTo>
                  <a:lnTo>
                    <a:pt x="5895925" y="2999080"/>
                  </a:lnTo>
                  <a:lnTo>
                    <a:pt x="5973559" y="3008825"/>
                  </a:lnTo>
                  <a:lnTo>
                    <a:pt x="6051193" y="3018276"/>
                  </a:lnTo>
                  <a:lnTo>
                    <a:pt x="6128827" y="3027441"/>
                  </a:lnTo>
                  <a:lnTo>
                    <a:pt x="6206462" y="3036329"/>
                  </a:lnTo>
                  <a:lnTo>
                    <a:pt x="6284096" y="3044948"/>
                  </a:lnTo>
                  <a:lnTo>
                    <a:pt x="6361730" y="3053306"/>
                  </a:lnTo>
                  <a:lnTo>
                    <a:pt x="6439364" y="3061411"/>
                  </a:lnTo>
                  <a:lnTo>
                    <a:pt x="6516998" y="3069271"/>
                  </a:lnTo>
                  <a:lnTo>
                    <a:pt x="6594632" y="3076894"/>
                  </a:lnTo>
                  <a:lnTo>
                    <a:pt x="6672266" y="3084285"/>
                  </a:lnTo>
                  <a:lnTo>
                    <a:pt x="6749900" y="3091453"/>
                  </a:lnTo>
                  <a:lnTo>
                    <a:pt x="6827534" y="3098405"/>
                  </a:lnTo>
                  <a:lnTo>
                    <a:pt x="6905168" y="3105145"/>
                  </a:lnTo>
                  <a:lnTo>
                    <a:pt x="6982802" y="3111682"/>
                  </a:lnTo>
                  <a:lnTo>
                    <a:pt x="7060436" y="3118022"/>
                  </a:lnTo>
                  <a:lnTo>
                    <a:pt x="7138070" y="3124169"/>
                  </a:lnTo>
                  <a:lnTo>
                    <a:pt x="7215704" y="3130130"/>
                  </a:lnTo>
                  <a:lnTo>
                    <a:pt x="7293338" y="3135911"/>
                  </a:lnTo>
                  <a:lnTo>
                    <a:pt x="7370972" y="3141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2026-05-22T10:32:38Z</dcterms:modified>
  <cp:category/>
</cp:coreProperties>
</file>