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5243"/>
            </a:xfrm>
            <a:custGeom>
              <a:avLst/>
              <a:pathLst>
                <a:path w="7370972" h="3605243">
                  <a:moveTo>
                    <a:pt x="1421184" y="0"/>
                  </a:moveTo>
                  <a:lnTo>
                    <a:pt x="1470785" y="131214"/>
                  </a:lnTo>
                  <a:lnTo>
                    <a:pt x="1548419" y="325272"/>
                  </a:lnTo>
                  <a:lnTo>
                    <a:pt x="1626053" y="508635"/>
                  </a:lnTo>
                  <a:lnTo>
                    <a:pt x="1703687" y="681894"/>
                  </a:lnTo>
                  <a:lnTo>
                    <a:pt x="1781321" y="845605"/>
                  </a:lnTo>
                  <a:lnTo>
                    <a:pt x="1858955" y="1000294"/>
                  </a:lnTo>
                  <a:lnTo>
                    <a:pt x="1936589" y="1146458"/>
                  </a:lnTo>
                  <a:lnTo>
                    <a:pt x="2014223" y="1284568"/>
                  </a:lnTo>
                  <a:lnTo>
                    <a:pt x="2091857" y="1415067"/>
                  </a:lnTo>
                  <a:lnTo>
                    <a:pt x="2169491" y="1538375"/>
                  </a:lnTo>
                  <a:lnTo>
                    <a:pt x="2247125" y="1654887"/>
                  </a:lnTo>
                  <a:lnTo>
                    <a:pt x="2324759" y="1764978"/>
                  </a:lnTo>
                  <a:lnTo>
                    <a:pt x="2402393" y="1869003"/>
                  </a:lnTo>
                  <a:lnTo>
                    <a:pt x="2480027" y="1967295"/>
                  </a:lnTo>
                  <a:lnTo>
                    <a:pt x="2557661" y="2060171"/>
                  </a:lnTo>
                  <a:lnTo>
                    <a:pt x="2635295" y="2147928"/>
                  </a:lnTo>
                  <a:lnTo>
                    <a:pt x="2712930" y="2230849"/>
                  </a:lnTo>
                  <a:lnTo>
                    <a:pt x="2790564" y="2309201"/>
                  </a:lnTo>
                  <a:lnTo>
                    <a:pt x="2868198" y="2383235"/>
                  </a:lnTo>
                  <a:lnTo>
                    <a:pt x="2945832" y="2453189"/>
                  </a:lnTo>
                  <a:lnTo>
                    <a:pt x="3023466" y="2519288"/>
                  </a:lnTo>
                  <a:lnTo>
                    <a:pt x="3101100" y="2581744"/>
                  </a:lnTo>
                  <a:lnTo>
                    <a:pt x="3178734" y="2640759"/>
                  </a:lnTo>
                  <a:lnTo>
                    <a:pt x="3256368" y="2696521"/>
                  </a:lnTo>
                  <a:lnTo>
                    <a:pt x="3334002" y="2749211"/>
                  </a:lnTo>
                  <a:lnTo>
                    <a:pt x="3411636" y="2785098"/>
                  </a:lnTo>
                  <a:lnTo>
                    <a:pt x="3489270" y="2791559"/>
                  </a:lnTo>
                  <a:lnTo>
                    <a:pt x="3566904" y="2797972"/>
                  </a:lnTo>
                  <a:lnTo>
                    <a:pt x="3644538" y="2804338"/>
                  </a:lnTo>
                  <a:lnTo>
                    <a:pt x="3722172" y="2810656"/>
                  </a:lnTo>
                  <a:lnTo>
                    <a:pt x="3799806" y="2816927"/>
                  </a:lnTo>
                  <a:lnTo>
                    <a:pt x="3877440" y="2823152"/>
                  </a:lnTo>
                  <a:lnTo>
                    <a:pt x="3955074" y="2829330"/>
                  </a:lnTo>
                  <a:lnTo>
                    <a:pt x="4032708" y="2835462"/>
                  </a:lnTo>
                  <a:lnTo>
                    <a:pt x="4110342" y="2841548"/>
                  </a:lnTo>
                  <a:lnTo>
                    <a:pt x="4187976" y="2847589"/>
                  </a:lnTo>
                  <a:lnTo>
                    <a:pt x="4265610" y="2853585"/>
                  </a:lnTo>
                  <a:lnTo>
                    <a:pt x="4343244" y="2859537"/>
                  </a:lnTo>
                  <a:lnTo>
                    <a:pt x="4420879" y="2865444"/>
                  </a:lnTo>
                  <a:lnTo>
                    <a:pt x="4498513" y="2871307"/>
                  </a:lnTo>
                  <a:lnTo>
                    <a:pt x="4576147" y="2877126"/>
                  </a:lnTo>
                  <a:lnTo>
                    <a:pt x="4653781" y="2882902"/>
                  </a:lnTo>
                  <a:lnTo>
                    <a:pt x="4731415" y="2888635"/>
                  </a:lnTo>
                  <a:lnTo>
                    <a:pt x="4809049" y="2894326"/>
                  </a:lnTo>
                  <a:lnTo>
                    <a:pt x="4886683" y="2899974"/>
                  </a:lnTo>
                  <a:lnTo>
                    <a:pt x="4964317" y="2905579"/>
                  </a:lnTo>
                  <a:lnTo>
                    <a:pt x="5041951" y="2911144"/>
                  </a:lnTo>
                  <a:lnTo>
                    <a:pt x="5119585" y="2916666"/>
                  </a:lnTo>
                  <a:lnTo>
                    <a:pt x="5197219" y="2922148"/>
                  </a:lnTo>
                  <a:lnTo>
                    <a:pt x="5274853" y="2927589"/>
                  </a:lnTo>
                  <a:lnTo>
                    <a:pt x="5352487" y="2932989"/>
                  </a:lnTo>
                  <a:lnTo>
                    <a:pt x="5430121" y="2938349"/>
                  </a:lnTo>
                  <a:lnTo>
                    <a:pt x="5507755" y="2943669"/>
                  </a:lnTo>
                  <a:lnTo>
                    <a:pt x="5585389" y="2948949"/>
                  </a:lnTo>
                  <a:lnTo>
                    <a:pt x="5663023" y="2954190"/>
                  </a:lnTo>
                  <a:lnTo>
                    <a:pt x="5740657" y="2959392"/>
                  </a:lnTo>
                  <a:lnTo>
                    <a:pt x="5818291" y="2964556"/>
                  </a:lnTo>
                  <a:lnTo>
                    <a:pt x="5895925" y="2969681"/>
                  </a:lnTo>
                  <a:lnTo>
                    <a:pt x="5973559" y="2974767"/>
                  </a:lnTo>
                  <a:lnTo>
                    <a:pt x="6051193" y="2979816"/>
                  </a:lnTo>
                  <a:lnTo>
                    <a:pt x="6128827" y="2984827"/>
                  </a:lnTo>
                  <a:lnTo>
                    <a:pt x="6206462" y="2989801"/>
                  </a:lnTo>
                  <a:lnTo>
                    <a:pt x="6284096" y="2994738"/>
                  </a:lnTo>
                  <a:lnTo>
                    <a:pt x="6361730" y="2999638"/>
                  </a:lnTo>
                  <a:lnTo>
                    <a:pt x="6439364" y="3004502"/>
                  </a:lnTo>
                  <a:lnTo>
                    <a:pt x="6516998" y="3009329"/>
                  </a:lnTo>
                  <a:lnTo>
                    <a:pt x="6594632" y="3014121"/>
                  </a:lnTo>
                  <a:lnTo>
                    <a:pt x="6672266" y="3018876"/>
                  </a:lnTo>
                  <a:lnTo>
                    <a:pt x="6749900" y="3023597"/>
                  </a:lnTo>
                  <a:lnTo>
                    <a:pt x="6827534" y="3028282"/>
                  </a:lnTo>
                  <a:lnTo>
                    <a:pt x="6905168" y="3032932"/>
                  </a:lnTo>
                  <a:lnTo>
                    <a:pt x="6982802" y="3037548"/>
                  </a:lnTo>
                  <a:lnTo>
                    <a:pt x="7060436" y="3042129"/>
                  </a:lnTo>
                  <a:lnTo>
                    <a:pt x="7138070" y="3046676"/>
                  </a:lnTo>
                  <a:lnTo>
                    <a:pt x="7215704" y="3051189"/>
                  </a:lnTo>
                  <a:lnTo>
                    <a:pt x="7293338" y="3055669"/>
                  </a:lnTo>
                  <a:lnTo>
                    <a:pt x="7370972" y="3060115"/>
                  </a:lnTo>
                  <a:lnTo>
                    <a:pt x="7370972" y="3605243"/>
                  </a:lnTo>
                  <a:lnTo>
                    <a:pt x="7293338" y="3602479"/>
                  </a:lnTo>
                  <a:lnTo>
                    <a:pt x="7215704" y="3599553"/>
                  </a:lnTo>
                  <a:lnTo>
                    <a:pt x="7138070" y="3596457"/>
                  </a:lnTo>
                  <a:lnTo>
                    <a:pt x="7060436" y="3593180"/>
                  </a:lnTo>
                  <a:lnTo>
                    <a:pt x="6982802" y="3589712"/>
                  </a:lnTo>
                  <a:lnTo>
                    <a:pt x="6905168" y="3586042"/>
                  </a:lnTo>
                  <a:lnTo>
                    <a:pt x="6827534" y="3582157"/>
                  </a:lnTo>
                  <a:lnTo>
                    <a:pt x="6749900" y="3578047"/>
                  </a:lnTo>
                  <a:lnTo>
                    <a:pt x="6672266" y="3573696"/>
                  </a:lnTo>
                  <a:lnTo>
                    <a:pt x="6594632" y="3569092"/>
                  </a:lnTo>
                  <a:lnTo>
                    <a:pt x="6516998" y="3564219"/>
                  </a:lnTo>
                  <a:lnTo>
                    <a:pt x="6439364" y="3559062"/>
                  </a:lnTo>
                  <a:lnTo>
                    <a:pt x="6361730" y="3553604"/>
                  </a:lnTo>
                  <a:lnTo>
                    <a:pt x="6284096" y="3547828"/>
                  </a:lnTo>
                  <a:lnTo>
                    <a:pt x="6206462" y="3541715"/>
                  </a:lnTo>
                  <a:lnTo>
                    <a:pt x="6128827" y="3535245"/>
                  </a:lnTo>
                  <a:lnTo>
                    <a:pt x="6051193" y="3528398"/>
                  </a:lnTo>
                  <a:lnTo>
                    <a:pt x="5973559" y="3521152"/>
                  </a:lnTo>
                  <a:lnTo>
                    <a:pt x="5895925" y="3513484"/>
                  </a:lnTo>
                  <a:lnTo>
                    <a:pt x="5818291" y="3505368"/>
                  </a:lnTo>
                  <a:lnTo>
                    <a:pt x="5740657" y="3496778"/>
                  </a:lnTo>
                  <a:lnTo>
                    <a:pt x="5663023" y="3487688"/>
                  </a:lnTo>
                  <a:lnTo>
                    <a:pt x="5585389" y="3478067"/>
                  </a:lnTo>
                  <a:lnTo>
                    <a:pt x="5507755" y="3467886"/>
                  </a:lnTo>
                  <a:lnTo>
                    <a:pt x="5430121" y="3457111"/>
                  </a:lnTo>
                  <a:lnTo>
                    <a:pt x="5352487" y="3445707"/>
                  </a:lnTo>
                  <a:lnTo>
                    <a:pt x="5274853" y="3433638"/>
                  </a:lnTo>
                  <a:lnTo>
                    <a:pt x="5197219" y="3420865"/>
                  </a:lnTo>
                  <a:lnTo>
                    <a:pt x="5119585" y="3407348"/>
                  </a:lnTo>
                  <a:lnTo>
                    <a:pt x="5041951" y="3393042"/>
                  </a:lnTo>
                  <a:lnTo>
                    <a:pt x="4964317" y="3377901"/>
                  </a:lnTo>
                  <a:lnTo>
                    <a:pt x="4886683" y="3361878"/>
                  </a:lnTo>
                  <a:lnTo>
                    <a:pt x="4809049" y="3344920"/>
                  </a:lnTo>
                  <a:lnTo>
                    <a:pt x="4731415" y="3326973"/>
                  </a:lnTo>
                  <a:lnTo>
                    <a:pt x="4653781" y="3307979"/>
                  </a:lnTo>
                  <a:lnTo>
                    <a:pt x="4576147" y="3287878"/>
                  </a:lnTo>
                  <a:lnTo>
                    <a:pt x="4498513" y="3266604"/>
                  </a:lnTo>
                  <a:lnTo>
                    <a:pt x="4420879" y="3244090"/>
                  </a:lnTo>
                  <a:lnTo>
                    <a:pt x="4343244" y="3220263"/>
                  </a:lnTo>
                  <a:lnTo>
                    <a:pt x="4265610" y="3195045"/>
                  </a:lnTo>
                  <a:lnTo>
                    <a:pt x="4187976" y="3168358"/>
                  </a:lnTo>
                  <a:lnTo>
                    <a:pt x="4110342" y="3140113"/>
                  </a:lnTo>
                  <a:lnTo>
                    <a:pt x="4032708" y="3110222"/>
                  </a:lnTo>
                  <a:lnTo>
                    <a:pt x="3955074" y="3078587"/>
                  </a:lnTo>
                  <a:lnTo>
                    <a:pt x="3877440" y="3045107"/>
                  </a:lnTo>
                  <a:lnTo>
                    <a:pt x="3799806" y="3009675"/>
                  </a:lnTo>
                  <a:lnTo>
                    <a:pt x="3722172" y="2972176"/>
                  </a:lnTo>
                  <a:lnTo>
                    <a:pt x="3644538" y="2932490"/>
                  </a:lnTo>
                  <a:lnTo>
                    <a:pt x="3566904" y="2890489"/>
                  </a:lnTo>
                  <a:lnTo>
                    <a:pt x="3489270" y="2846039"/>
                  </a:lnTo>
                  <a:lnTo>
                    <a:pt x="3411636" y="2798997"/>
                  </a:lnTo>
                  <a:lnTo>
                    <a:pt x="3334002" y="2778588"/>
                  </a:lnTo>
                  <a:lnTo>
                    <a:pt x="3256368" y="2772029"/>
                  </a:lnTo>
                  <a:lnTo>
                    <a:pt x="3178734" y="2765421"/>
                  </a:lnTo>
                  <a:lnTo>
                    <a:pt x="3101100" y="2758763"/>
                  </a:lnTo>
                  <a:lnTo>
                    <a:pt x="3023466" y="2752056"/>
                  </a:lnTo>
                  <a:lnTo>
                    <a:pt x="2945832" y="2745298"/>
                  </a:lnTo>
                  <a:lnTo>
                    <a:pt x="2868198" y="2738489"/>
                  </a:lnTo>
                  <a:lnTo>
                    <a:pt x="2790564" y="2731629"/>
                  </a:lnTo>
                  <a:lnTo>
                    <a:pt x="2712930" y="2724718"/>
                  </a:lnTo>
                  <a:lnTo>
                    <a:pt x="2635295" y="2717755"/>
                  </a:lnTo>
                  <a:lnTo>
                    <a:pt x="2557661" y="2710740"/>
                  </a:lnTo>
                  <a:lnTo>
                    <a:pt x="2480027" y="2703672"/>
                  </a:lnTo>
                  <a:lnTo>
                    <a:pt x="2402393" y="2696551"/>
                  </a:lnTo>
                  <a:lnTo>
                    <a:pt x="2324759" y="2689376"/>
                  </a:lnTo>
                  <a:lnTo>
                    <a:pt x="2247125" y="2682148"/>
                  </a:lnTo>
                  <a:lnTo>
                    <a:pt x="2169491" y="2674866"/>
                  </a:lnTo>
                  <a:lnTo>
                    <a:pt x="2091857" y="2667529"/>
                  </a:lnTo>
                  <a:lnTo>
                    <a:pt x="2014223" y="2660136"/>
                  </a:lnTo>
                  <a:lnTo>
                    <a:pt x="1936589" y="2652689"/>
                  </a:lnTo>
                  <a:lnTo>
                    <a:pt x="1858955" y="2645185"/>
                  </a:lnTo>
                  <a:lnTo>
                    <a:pt x="1781321" y="2637625"/>
                  </a:lnTo>
                  <a:lnTo>
                    <a:pt x="1703687" y="2630009"/>
                  </a:lnTo>
                  <a:lnTo>
                    <a:pt x="1626053" y="2622335"/>
                  </a:lnTo>
                  <a:lnTo>
                    <a:pt x="1548419" y="2614604"/>
                  </a:lnTo>
                  <a:lnTo>
                    <a:pt x="1470785" y="2606814"/>
                  </a:lnTo>
                  <a:lnTo>
                    <a:pt x="1393151" y="2598966"/>
                  </a:lnTo>
                  <a:lnTo>
                    <a:pt x="1315517" y="2591060"/>
                  </a:lnTo>
                  <a:lnTo>
                    <a:pt x="1237883" y="2583094"/>
                  </a:lnTo>
                  <a:lnTo>
                    <a:pt x="1160249" y="2575068"/>
                  </a:lnTo>
                  <a:lnTo>
                    <a:pt x="1082615" y="2566982"/>
                  </a:lnTo>
                  <a:lnTo>
                    <a:pt x="1004981" y="2558835"/>
                  </a:lnTo>
                  <a:lnTo>
                    <a:pt x="927346" y="2550627"/>
                  </a:lnTo>
                  <a:lnTo>
                    <a:pt x="849712" y="2542358"/>
                  </a:lnTo>
                  <a:lnTo>
                    <a:pt x="772078" y="2534027"/>
                  </a:lnTo>
                  <a:lnTo>
                    <a:pt x="694444" y="2525633"/>
                  </a:lnTo>
                  <a:lnTo>
                    <a:pt x="616810" y="2517176"/>
                  </a:lnTo>
                  <a:lnTo>
                    <a:pt x="539176" y="2508655"/>
                  </a:lnTo>
                  <a:lnTo>
                    <a:pt x="461542" y="2500071"/>
                  </a:lnTo>
                  <a:lnTo>
                    <a:pt x="383908" y="2491422"/>
                  </a:lnTo>
                  <a:lnTo>
                    <a:pt x="306274" y="2482708"/>
                  </a:lnTo>
                  <a:lnTo>
                    <a:pt x="228640" y="2473929"/>
                  </a:lnTo>
                  <a:lnTo>
                    <a:pt x="151006" y="2465084"/>
                  </a:lnTo>
                  <a:lnTo>
                    <a:pt x="73372" y="2456173"/>
                  </a:lnTo>
                  <a:lnTo>
                    <a:pt x="0" y="24476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38702" y="1896563"/>
              <a:ext cx="5949788" cy="3060115"/>
            </a:xfrm>
            <a:custGeom>
              <a:avLst/>
              <a:pathLst>
                <a:path w="5949788" h="3060115">
                  <a:moveTo>
                    <a:pt x="0" y="0"/>
                  </a:moveTo>
                  <a:lnTo>
                    <a:pt x="49600" y="131214"/>
                  </a:lnTo>
                  <a:lnTo>
                    <a:pt x="127234" y="325272"/>
                  </a:lnTo>
                  <a:lnTo>
                    <a:pt x="204868" y="508635"/>
                  </a:lnTo>
                  <a:lnTo>
                    <a:pt x="282502" y="681894"/>
                  </a:lnTo>
                  <a:lnTo>
                    <a:pt x="360136" y="845605"/>
                  </a:lnTo>
                  <a:lnTo>
                    <a:pt x="437770" y="1000294"/>
                  </a:lnTo>
                  <a:lnTo>
                    <a:pt x="515404" y="1146458"/>
                  </a:lnTo>
                  <a:lnTo>
                    <a:pt x="593038" y="1284568"/>
                  </a:lnTo>
                  <a:lnTo>
                    <a:pt x="670673" y="1415067"/>
                  </a:lnTo>
                  <a:lnTo>
                    <a:pt x="748307" y="1538375"/>
                  </a:lnTo>
                  <a:lnTo>
                    <a:pt x="825941" y="1654887"/>
                  </a:lnTo>
                  <a:lnTo>
                    <a:pt x="903575" y="1764978"/>
                  </a:lnTo>
                  <a:lnTo>
                    <a:pt x="981209" y="1869003"/>
                  </a:lnTo>
                  <a:lnTo>
                    <a:pt x="1058843" y="1967295"/>
                  </a:lnTo>
                  <a:lnTo>
                    <a:pt x="1136477" y="2060171"/>
                  </a:lnTo>
                  <a:lnTo>
                    <a:pt x="1214111" y="2147928"/>
                  </a:lnTo>
                  <a:lnTo>
                    <a:pt x="1291745" y="2230849"/>
                  </a:lnTo>
                  <a:lnTo>
                    <a:pt x="1369379" y="2309201"/>
                  </a:lnTo>
                  <a:lnTo>
                    <a:pt x="1447013" y="2383235"/>
                  </a:lnTo>
                  <a:lnTo>
                    <a:pt x="1524647" y="2453189"/>
                  </a:lnTo>
                  <a:lnTo>
                    <a:pt x="1602281" y="2519288"/>
                  </a:lnTo>
                  <a:lnTo>
                    <a:pt x="1679915" y="2581744"/>
                  </a:lnTo>
                  <a:lnTo>
                    <a:pt x="1757549" y="2640759"/>
                  </a:lnTo>
                  <a:lnTo>
                    <a:pt x="1835183" y="2696521"/>
                  </a:lnTo>
                  <a:lnTo>
                    <a:pt x="1912817" y="2749211"/>
                  </a:lnTo>
                  <a:lnTo>
                    <a:pt x="1990451" y="2785098"/>
                  </a:lnTo>
                  <a:lnTo>
                    <a:pt x="2068085" y="2791559"/>
                  </a:lnTo>
                  <a:lnTo>
                    <a:pt x="2145719" y="2797972"/>
                  </a:lnTo>
                  <a:lnTo>
                    <a:pt x="2223353" y="2804338"/>
                  </a:lnTo>
                  <a:lnTo>
                    <a:pt x="2300987" y="2810656"/>
                  </a:lnTo>
                  <a:lnTo>
                    <a:pt x="2378621" y="2816927"/>
                  </a:lnTo>
                  <a:lnTo>
                    <a:pt x="2456256" y="2823152"/>
                  </a:lnTo>
                  <a:lnTo>
                    <a:pt x="2533890" y="2829330"/>
                  </a:lnTo>
                  <a:lnTo>
                    <a:pt x="2611524" y="2835462"/>
                  </a:lnTo>
                  <a:lnTo>
                    <a:pt x="2689158" y="2841548"/>
                  </a:lnTo>
                  <a:lnTo>
                    <a:pt x="2766792" y="2847589"/>
                  </a:lnTo>
                  <a:lnTo>
                    <a:pt x="2844426" y="2853585"/>
                  </a:lnTo>
                  <a:lnTo>
                    <a:pt x="2922060" y="2859537"/>
                  </a:lnTo>
                  <a:lnTo>
                    <a:pt x="2999694" y="2865444"/>
                  </a:lnTo>
                  <a:lnTo>
                    <a:pt x="3077328" y="2871307"/>
                  </a:lnTo>
                  <a:lnTo>
                    <a:pt x="3154962" y="2877126"/>
                  </a:lnTo>
                  <a:lnTo>
                    <a:pt x="3232596" y="2882902"/>
                  </a:lnTo>
                  <a:lnTo>
                    <a:pt x="3310230" y="2888635"/>
                  </a:lnTo>
                  <a:lnTo>
                    <a:pt x="3387864" y="2894326"/>
                  </a:lnTo>
                  <a:lnTo>
                    <a:pt x="3465498" y="2899974"/>
                  </a:lnTo>
                  <a:lnTo>
                    <a:pt x="3543132" y="2905579"/>
                  </a:lnTo>
                  <a:lnTo>
                    <a:pt x="3620766" y="2911144"/>
                  </a:lnTo>
                  <a:lnTo>
                    <a:pt x="3698400" y="2916666"/>
                  </a:lnTo>
                  <a:lnTo>
                    <a:pt x="3776034" y="2922148"/>
                  </a:lnTo>
                  <a:lnTo>
                    <a:pt x="3853668" y="2927589"/>
                  </a:lnTo>
                  <a:lnTo>
                    <a:pt x="3931302" y="2932989"/>
                  </a:lnTo>
                  <a:lnTo>
                    <a:pt x="4008936" y="2938349"/>
                  </a:lnTo>
                  <a:lnTo>
                    <a:pt x="4086570" y="2943669"/>
                  </a:lnTo>
                  <a:lnTo>
                    <a:pt x="4164205" y="2948949"/>
                  </a:lnTo>
                  <a:lnTo>
                    <a:pt x="4241839" y="2954190"/>
                  </a:lnTo>
                  <a:lnTo>
                    <a:pt x="4319473" y="2959392"/>
                  </a:lnTo>
                  <a:lnTo>
                    <a:pt x="4397107" y="2964556"/>
                  </a:lnTo>
                  <a:lnTo>
                    <a:pt x="4474741" y="2969681"/>
                  </a:lnTo>
                  <a:lnTo>
                    <a:pt x="4552375" y="2974767"/>
                  </a:lnTo>
                  <a:lnTo>
                    <a:pt x="4630009" y="2979816"/>
                  </a:lnTo>
                  <a:lnTo>
                    <a:pt x="4707643" y="2984827"/>
                  </a:lnTo>
                  <a:lnTo>
                    <a:pt x="4785277" y="2989801"/>
                  </a:lnTo>
                  <a:lnTo>
                    <a:pt x="4862911" y="2994738"/>
                  </a:lnTo>
                  <a:lnTo>
                    <a:pt x="4940545" y="2999638"/>
                  </a:lnTo>
                  <a:lnTo>
                    <a:pt x="5018179" y="3004502"/>
                  </a:lnTo>
                  <a:lnTo>
                    <a:pt x="5095813" y="3009329"/>
                  </a:lnTo>
                  <a:lnTo>
                    <a:pt x="5173447" y="3014121"/>
                  </a:lnTo>
                  <a:lnTo>
                    <a:pt x="5251081" y="3018876"/>
                  </a:lnTo>
                  <a:lnTo>
                    <a:pt x="5328715" y="3023597"/>
                  </a:lnTo>
                  <a:lnTo>
                    <a:pt x="5406349" y="3028282"/>
                  </a:lnTo>
                  <a:lnTo>
                    <a:pt x="5483983" y="3032932"/>
                  </a:lnTo>
                  <a:lnTo>
                    <a:pt x="5561617" y="3037548"/>
                  </a:lnTo>
                  <a:lnTo>
                    <a:pt x="5639251" y="3042129"/>
                  </a:lnTo>
                  <a:lnTo>
                    <a:pt x="5716885" y="3046676"/>
                  </a:lnTo>
                  <a:lnTo>
                    <a:pt x="5794519" y="3051189"/>
                  </a:lnTo>
                  <a:lnTo>
                    <a:pt x="5872154" y="3055669"/>
                  </a:lnTo>
                  <a:lnTo>
                    <a:pt x="5949788" y="30601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44251"/>
              <a:ext cx="7370972" cy="1157555"/>
            </a:xfrm>
            <a:custGeom>
              <a:avLst/>
              <a:pathLst>
                <a:path w="7370972" h="1157555">
                  <a:moveTo>
                    <a:pt x="7370972" y="1157555"/>
                  </a:moveTo>
                  <a:lnTo>
                    <a:pt x="7293338" y="1154791"/>
                  </a:lnTo>
                  <a:lnTo>
                    <a:pt x="7215704" y="1151865"/>
                  </a:lnTo>
                  <a:lnTo>
                    <a:pt x="7138070" y="1148769"/>
                  </a:lnTo>
                  <a:lnTo>
                    <a:pt x="7060436" y="1145492"/>
                  </a:lnTo>
                  <a:lnTo>
                    <a:pt x="6982802" y="1142024"/>
                  </a:lnTo>
                  <a:lnTo>
                    <a:pt x="6905168" y="1138353"/>
                  </a:lnTo>
                  <a:lnTo>
                    <a:pt x="6827534" y="1134469"/>
                  </a:lnTo>
                  <a:lnTo>
                    <a:pt x="6749900" y="1130358"/>
                  </a:lnTo>
                  <a:lnTo>
                    <a:pt x="6672266" y="1126008"/>
                  </a:lnTo>
                  <a:lnTo>
                    <a:pt x="6594632" y="1121403"/>
                  </a:lnTo>
                  <a:lnTo>
                    <a:pt x="6516998" y="1116531"/>
                  </a:lnTo>
                  <a:lnTo>
                    <a:pt x="6439364" y="1111373"/>
                  </a:lnTo>
                  <a:lnTo>
                    <a:pt x="6361730" y="1105916"/>
                  </a:lnTo>
                  <a:lnTo>
                    <a:pt x="6284096" y="1100140"/>
                  </a:lnTo>
                  <a:lnTo>
                    <a:pt x="6206462" y="1094027"/>
                  </a:lnTo>
                  <a:lnTo>
                    <a:pt x="6128827" y="1087557"/>
                  </a:lnTo>
                  <a:lnTo>
                    <a:pt x="6051193" y="1080710"/>
                  </a:lnTo>
                  <a:lnTo>
                    <a:pt x="5973559" y="1073464"/>
                  </a:lnTo>
                  <a:lnTo>
                    <a:pt x="5895925" y="1065795"/>
                  </a:lnTo>
                  <a:lnTo>
                    <a:pt x="5818291" y="1057679"/>
                  </a:lnTo>
                  <a:lnTo>
                    <a:pt x="5740657" y="1049090"/>
                  </a:lnTo>
                  <a:lnTo>
                    <a:pt x="5663023" y="1040000"/>
                  </a:lnTo>
                  <a:lnTo>
                    <a:pt x="5585389" y="1030379"/>
                  </a:lnTo>
                  <a:lnTo>
                    <a:pt x="5507755" y="1020198"/>
                  </a:lnTo>
                  <a:lnTo>
                    <a:pt x="5430121" y="1009422"/>
                  </a:lnTo>
                  <a:lnTo>
                    <a:pt x="5352487" y="998019"/>
                  </a:lnTo>
                  <a:lnTo>
                    <a:pt x="5274853" y="985950"/>
                  </a:lnTo>
                  <a:lnTo>
                    <a:pt x="5197219" y="973177"/>
                  </a:lnTo>
                  <a:lnTo>
                    <a:pt x="5119585" y="959659"/>
                  </a:lnTo>
                  <a:lnTo>
                    <a:pt x="5041951" y="945353"/>
                  </a:lnTo>
                  <a:lnTo>
                    <a:pt x="4964317" y="930213"/>
                  </a:lnTo>
                  <a:lnTo>
                    <a:pt x="4886683" y="914189"/>
                  </a:lnTo>
                  <a:lnTo>
                    <a:pt x="4809049" y="897232"/>
                  </a:lnTo>
                  <a:lnTo>
                    <a:pt x="4731415" y="879285"/>
                  </a:lnTo>
                  <a:lnTo>
                    <a:pt x="4653781" y="860291"/>
                  </a:lnTo>
                  <a:lnTo>
                    <a:pt x="4576147" y="840190"/>
                  </a:lnTo>
                  <a:lnTo>
                    <a:pt x="4498513" y="818916"/>
                  </a:lnTo>
                  <a:lnTo>
                    <a:pt x="4420879" y="796402"/>
                  </a:lnTo>
                  <a:lnTo>
                    <a:pt x="4343244" y="772574"/>
                  </a:lnTo>
                  <a:lnTo>
                    <a:pt x="4265610" y="747357"/>
                  </a:lnTo>
                  <a:lnTo>
                    <a:pt x="4187976" y="720669"/>
                  </a:lnTo>
                  <a:lnTo>
                    <a:pt x="4110342" y="692425"/>
                  </a:lnTo>
                  <a:lnTo>
                    <a:pt x="4032708" y="662533"/>
                  </a:lnTo>
                  <a:lnTo>
                    <a:pt x="3955074" y="630899"/>
                  </a:lnTo>
                  <a:lnTo>
                    <a:pt x="3877440" y="597419"/>
                  </a:lnTo>
                  <a:lnTo>
                    <a:pt x="3799806" y="561986"/>
                  </a:lnTo>
                  <a:lnTo>
                    <a:pt x="3722172" y="524487"/>
                  </a:lnTo>
                  <a:lnTo>
                    <a:pt x="3644538" y="484801"/>
                  </a:lnTo>
                  <a:lnTo>
                    <a:pt x="3566904" y="442801"/>
                  </a:lnTo>
                  <a:lnTo>
                    <a:pt x="3489270" y="398351"/>
                  </a:lnTo>
                  <a:lnTo>
                    <a:pt x="3411636" y="351309"/>
                  </a:lnTo>
                  <a:lnTo>
                    <a:pt x="3334002" y="330899"/>
                  </a:lnTo>
                  <a:lnTo>
                    <a:pt x="3256368" y="324340"/>
                  </a:lnTo>
                  <a:lnTo>
                    <a:pt x="3178734" y="317732"/>
                  </a:lnTo>
                  <a:lnTo>
                    <a:pt x="3101100" y="311075"/>
                  </a:lnTo>
                  <a:lnTo>
                    <a:pt x="3023466" y="304367"/>
                  </a:lnTo>
                  <a:lnTo>
                    <a:pt x="2945832" y="297609"/>
                  </a:lnTo>
                  <a:lnTo>
                    <a:pt x="2868198" y="290801"/>
                  </a:lnTo>
                  <a:lnTo>
                    <a:pt x="2790564" y="283941"/>
                  </a:lnTo>
                  <a:lnTo>
                    <a:pt x="2712930" y="277030"/>
                  </a:lnTo>
                  <a:lnTo>
                    <a:pt x="2635295" y="270067"/>
                  </a:lnTo>
                  <a:lnTo>
                    <a:pt x="2557661" y="263051"/>
                  </a:lnTo>
                  <a:lnTo>
                    <a:pt x="2480027" y="255984"/>
                  </a:lnTo>
                  <a:lnTo>
                    <a:pt x="2402393" y="248863"/>
                  </a:lnTo>
                  <a:lnTo>
                    <a:pt x="2324759" y="241688"/>
                  </a:lnTo>
                  <a:lnTo>
                    <a:pt x="2247125" y="234460"/>
                  </a:lnTo>
                  <a:lnTo>
                    <a:pt x="2169491" y="227177"/>
                  </a:lnTo>
                  <a:lnTo>
                    <a:pt x="2091857" y="219840"/>
                  </a:lnTo>
                  <a:lnTo>
                    <a:pt x="2014223" y="212448"/>
                  </a:lnTo>
                  <a:lnTo>
                    <a:pt x="1936589" y="205000"/>
                  </a:lnTo>
                  <a:lnTo>
                    <a:pt x="1858955" y="197497"/>
                  </a:lnTo>
                  <a:lnTo>
                    <a:pt x="1781321" y="189937"/>
                  </a:lnTo>
                  <a:lnTo>
                    <a:pt x="1703687" y="182320"/>
                  </a:lnTo>
                  <a:lnTo>
                    <a:pt x="1626053" y="174647"/>
                  </a:lnTo>
                  <a:lnTo>
                    <a:pt x="1548419" y="166915"/>
                  </a:lnTo>
                  <a:lnTo>
                    <a:pt x="1470785" y="159126"/>
                  </a:lnTo>
                  <a:lnTo>
                    <a:pt x="1393151" y="151278"/>
                  </a:lnTo>
                  <a:lnTo>
                    <a:pt x="1315517" y="143372"/>
                  </a:lnTo>
                  <a:lnTo>
                    <a:pt x="1237883" y="135406"/>
                  </a:lnTo>
                  <a:lnTo>
                    <a:pt x="1160249" y="127380"/>
                  </a:lnTo>
                  <a:lnTo>
                    <a:pt x="1082615" y="119294"/>
                  </a:lnTo>
                  <a:lnTo>
                    <a:pt x="1004981" y="111147"/>
                  </a:lnTo>
                  <a:lnTo>
                    <a:pt x="927346" y="102939"/>
                  </a:lnTo>
                  <a:lnTo>
                    <a:pt x="849712" y="94670"/>
                  </a:lnTo>
                  <a:lnTo>
                    <a:pt x="772078" y="86338"/>
                  </a:lnTo>
                  <a:lnTo>
                    <a:pt x="694444" y="77944"/>
                  </a:lnTo>
                  <a:lnTo>
                    <a:pt x="616810" y="69487"/>
                  </a:lnTo>
                  <a:lnTo>
                    <a:pt x="539176" y="60967"/>
                  </a:lnTo>
                  <a:lnTo>
                    <a:pt x="461542" y="52383"/>
                  </a:lnTo>
                  <a:lnTo>
                    <a:pt x="383908" y="43734"/>
                  </a:lnTo>
                  <a:lnTo>
                    <a:pt x="306274" y="35020"/>
                  </a:lnTo>
                  <a:lnTo>
                    <a:pt x="228640" y="26241"/>
                  </a:lnTo>
                  <a:lnTo>
                    <a:pt x="151006" y="17396"/>
                  </a:lnTo>
                  <a:lnTo>
                    <a:pt x="73372" y="8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25108"/>
              <a:ext cx="7370972" cy="3356510"/>
            </a:xfrm>
            <a:custGeom>
              <a:avLst/>
              <a:pathLst>
                <a:path w="7370972" h="3356510">
                  <a:moveTo>
                    <a:pt x="0" y="0"/>
                  </a:moveTo>
                  <a:lnTo>
                    <a:pt x="73372" y="105334"/>
                  </a:lnTo>
                  <a:lnTo>
                    <a:pt x="151006" y="213267"/>
                  </a:lnTo>
                  <a:lnTo>
                    <a:pt x="228640" y="317793"/>
                  </a:lnTo>
                  <a:lnTo>
                    <a:pt x="306274" y="419019"/>
                  </a:lnTo>
                  <a:lnTo>
                    <a:pt x="383908" y="517050"/>
                  </a:lnTo>
                  <a:lnTo>
                    <a:pt x="461542" y="611985"/>
                  </a:lnTo>
                  <a:lnTo>
                    <a:pt x="539176" y="703923"/>
                  </a:lnTo>
                  <a:lnTo>
                    <a:pt x="616810" y="792959"/>
                  </a:lnTo>
                  <a:lnTo>
                    <a:pt x="694444" y="879183"/>
                  </a:lnTo>
                  <a:lnTo>
                    <a:pt x="772078" y="962686"/>
                  </a:lnTo>
                  <a:lnTo>
                    <a:pt x="849712" y="1043552"/>
                  </a:lnTo>
                  <a:lnTo>
                    <a:pt x="927346" y="1121865"/>
                  </a:lnTo>
                  <a:lnTo>
                    <a:pt x="1004981" y="1197706"/>
                  </a:lnTo>
                  <a:lnTo>
                    <a:pt x="1082615" y="1271152"/>
                  </a:lnTo>
                  <a:lnTo>
                    <a:pt x="1160249" y="1342280"/>
                  </a:lnTo>
                  <a:lnTo>
                    <a:pt x="1237883" y="1411162"/>
                  </a:lnTo>
                  <a:lnTo>
                    <a:pt x="1315517" y="1477869"/>
                  </a:lnTo>
                  <a:lnTo>
                    <a:pt x="1393151" y="1542470"/>
                  </a:lnTo>
                  <a:lnTo>
                    <a:pt x="1470785" y="1605032"/>
                  </a:lnTo>
                  <a:lnTo>
                    <a:pt x="1548419" y="1665619"/>
                  </a:lnTo>
                  <a:lnTo>
                    <a:pt x="1626053" y="1724293"/>
                  </a:lnTo>
                  <a:lnTo>
                    <a:pt x="1703687" y="1781114"/>
                  </a:lnTo>
                  <a:lnTo>
                    <a:pt x="1781321" y="1836142"/>
                  </a:lnTo>
                  <a:lnTo>
                    <a:pt x="1858955" y="1889432"/>
                  </a:lnTo>
                  <a:lnTo>
                    <a:pt x="1936589" y="1941040"/>
                  </a:lnTo>
                  <a:lnTo>
                    <a:pt x="2014223" y="1991019"/>
                  </a:lnTo>
                  <a:lnTo>
                    <a:pt x="2091857" y="2039420"/>
                  </a:lnTo>
                  <a:lnTo>
                    <a:pt x="2169491" y="2086292"/>
                  </a:lnTo>
                  <a:lnTo>
                    <a:pt x="2247125" y="2131685"/>
                  </a:lnTo>
                  <a:lnTo>
                    <a:pt x="2324759" y="2175645"/>
                  </a:lnTo>
                  <a:lnTo>
                    <a:pt x="2402393" y="2218217"/>
                  </a:lnTo>
                  <a:lnTo>
                    <a:pt x="2480027" y="2259445"/>
                  </a:lnTo>
                  <a:lnTo>
                    <a:pt x="2557661" y="2299371"/>
                  </a:lnTo>
                  <a:lnTo>
                    <a:pt x="2635295" y="2338037"/>
                  </a:lnTo>
                  <a:lnTo>
                    <a:pt x="2712930" y="2375482"/>
                  </a:lnTo>
                  <a:lnTo>
                    <a:pt x="2790564" y="2411745"/>
                  </a:lnTo>
                  <a:lnTo>
                    <a:pt x="2868198" y="2446863"/>
                  </a:lnTo>
                  <a:lnTo>
                    <a:pt x="2945832" y="2480872"/>
                  </a:lnTo>
                  <a:lnTo>
                    <a:pt x="3023466" y="2513808"/>
                  </a:lnTo>
                  <a:lnTo>
                    <a:pt x="3101100" y="2545704"/>
                  </a:lnTo>
                  <a:lnTo>
                    <a:pt x="3178734" y="2576592"/>
                  </a:lnTo>
                  <a:lnTo>
                    <a:pt x="3256368" y="2606506"/>
                  </a:lnTo>
                  <a:lnTo>
                    <a:pt x="3334002" y="2635475"/>
                  </a:lnTo>
                  <a:lnTo>
                    <a:pt x="3411636" y="2663530"/>
                  </a:lnTo>
                  <a:lnTo>
                    <a:pt x="3489270" y="2690699"/>
                  </a:lnTo>
                  <a:lnTo>
                    <a:pt x="3566904" y="2717010"/>
                  </a:lnTo>
                  <a:lnTo>
                    <a:pt x="3644538" y="2742491"/>
                  </a:lnTo>
                  <a:lnTo>
                    <a:pt x="3722172" y="2767167"/>
                  </a:lnTo>
                  <a:lnTo>
                    <a:pt x="3799806" y="2791064"/>
                  </a:lnTo>
                  <a:lnTo>
                    <a:pt x="3877440" y="2814206"/>
                  </a:lnTo>
                  <a:lnTo>
                    <a:pt x="3955074" y="2836618"/>
                  </a:lnTo>
                  <a:lnTo>
                    <a:pt x="4032708" y="2858323"/>
                  </a:lnTo>
                  <a:lnTo>
                    <a:pt x="4110342" y="2879342"/>
                  </a:lnTo>
                  <a:lnTo>
                    <a:pt x="4187976" y="2899697"/>
                  </a:lnTo>
                  <a:lnTo>
                    <a:pt x="4265610" y="2919410"/>
                  </a:lnTo>
                  <a:lnTo>
                    <a:pt x="4343244" y="2938501"/>
                  </a:lnTo>
                  <a:lnTo>
                    <a:pt x="4420879" y="2956989"/>
                  </a:lnTo>
                  <a:lnTo>
                    <a:pt x="4498513" y="2974893"/>
                  </a:lnTo>
                  <a:lnTo>
                    <a:pt x="4576147" y="2992232"/>
                  </a:lnTo>
                  <a:lnTo>
                    <a:pt x="4653781" y="3009023"/>
                  </a:lnTo>
                  <a:lnTo>
                    <a:pt x="4731415" y="3025285"/>
                  </a:lnTo>
                  <a:lnTo>
                    <a:pt x="4809049" y="3041033"/>
                  </a:lnTo>
                  <a:lnTo>
                    <a:pt x="4886683" y="3056283"/>
                  </a:lnTo>
                  <a:lnTo>
                    <a:pt x="4964317" y="3071053"/>
                  </a:lnTo>
                  <a:lnTo>
                    <a:pt x="5041951" y="3085356"/>
                  </a:lnTo>
                  <a:lnTo>
                    <a:pt x="5119585" y="3099207"/>
                  </a:lnTo>
                  <a:lnTo>
                    <a:pt x="5197219" y="3112621"/>
                  </a:lnTo>
                  <a:lnTo>
                    <a:pt x="5274853" y="3125612"/>
                  </a:lnTo>
                  <a:lnTo>
                    <a:pt x="5352487" y="3138193"/>
                  </a:lnTo>
                  <a:lnTo>
                    <a:pt x="5430121" y="3150376"/>
                  </a:lnTo>
                  <a:lnTo>
                    <a:pt x="5507755" y="3162175"/>
                  </a:lnTo>
                  <a:lnTo>
                    <a:pt x="5585389" y="3173601"/>
                  </a:lnTo>
                  <a:lnTo>
                    <a:pt x="5663023" y="3184667"/>
                  </a:lnTo>
                  <a:lnTo>
                    <a:pt x="5740657" y="3195383"/>
                  </a:lnTo>
                  <a:lnTo>
                    <a:pt x="5818291" y="3205761"/>
                  </a:lnTo>
                  <a:lnTo>
                    <a:pt x="5895925" y="3215811"/>
                  </a:lnTo>
                  <a:lnTo>
                    <a:pt x="5973559" y="3225544"/>
                  </a:lnTo>
                  <a:lnTo>
                    <a:pt x="6051193" y="3234969"/>
                  </a:lnTo>
                  <a:lnTo>
                    <a:pt x="6128827" y="3244097"/>
                  </a:lnTo>
                  <a:lnTo>
                    <a:pt x="6206462" y="3252937"/>
                  </a:lnTo>
                  <a:lnTo>
                    <a:pt x="6284096" y="3261498"/>
                  </a:lnTo>
                  <a:lnTo>
                    <a:pt x="6361730" y="3269789"/>
                  </a:lnTo>
                  <a:lnTo>
                    <a:pt x="6439364" y="3277817"/>
                  </a:lnTo>
                  <a:lnTo>
                    <a:pt x="6516998" y="3285593"/>
                  </a:lnTo>
                  <a:lnTo>
                    <a:pt x="6594632" y="3293123"/>
                  </a:lnTo>
                  <a:lnTo>
                    <a:pt x="6672266" y="3300415"/>
                  </a:lnTo>
                  <a:lnTo>
                    <a:pt x="6749900" y="3307477"/>
                  </a:lnTo>
                  <a:lnTo>
                    <a:pt x="6827534" y="3314315"/>
                  </a:lnTo>
                  <a:lnTo>
                    <a:pt x="6905168" y="3320938"/>
                  </a:lnTo>
                  <a:lnTo>
                    <a:pt x="6982802" y="3327352"/>
                  </a:lnTo>
                  <a:lnTo>
                    <a:pt x="7060436" y="3333564"/>
                  </a:lnTo>
                  <a:lnTo>
                    <a:pt x="7138070" y="3339579"/>
                  </a:lnTo>
                  <a:lnTo>
                    <a:pt x="7215704" y="3345405"/>
                  </a:lnTo>
                  <a:lnTo>
                    <a:pt x="7293338" y="3351046"/>
                  </a:lnTo>
                  <a:lnTo>
                    <a:pt x="7370972" y="33565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2026-05-22T09:54:28Z</dcterms:modified>
  <cp:category/>
</cp:coreProperties>
</file>