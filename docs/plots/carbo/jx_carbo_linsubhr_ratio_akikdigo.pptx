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7349"/>
            </a:xfrm>
            <a:custGeom>
              <a:avLst/>
              <a:pathLst>
                <a:path w="7370972" h="3627349">
                  <a:moveTo>
                    <a:pt x="1769971" y="0"/>
                  </a:moveTo>
                  <a:lnTo>
                    <a:pt x="1781321" y="37708"/>
                  </a:lnTo>
                  <a:lnTo>
                    <a:pt x="1858955" y="278459"/>
                  </a:lnTo>
                  <a:lnTo>
                    <a:pt x="1936589" y="503177"/>
                  </a:lnTo>
                  <a:lnTo>
                    <a:pt x="2014223" y="712928"/>
                  </a:lnTo>
                  <a:lnTo>
                    <a:pt x="2091857" y="908710"/>
                  </a:lnTo>
                  <a:lnTo>
                    <a:pt x="2169491" y="1091453"/>
                  </a:lnTo>
                  <a:lnTo>
                    <a:pt x="2247125" y="1262026"/>
                  </a:lnTo>
                  <a:lnTo>
                    <a:pt x="2324759" y="1421239"/>
                  </a:lnTo>
                  <a:lnTo>
                    <a:pt x="2402393" y="1569848"/>
                  </a:lnTo>
                  <a:lnTo>
                    <a:pt x="2480027" y="1708560"/>
                  </a:lnTo>
                  <a:lnTo>
                    <a:pt x="2557661" y="1838034"/>
                  </a:lnTo>
                  <a:lnTo>
                    <a:pt x="2635295" y="1958886"/>
                  </a:lnTo>
                  <a:lnTo>
                    <a:pt x="2712930" y="2071688"/>
                  </a:lnTo>
                  <a:lnTo>
                    <a:pt x="2790564" y="2176978"/>
                  </a:lnTo>
                  <a:lnTo>
                    <a:pt x="2868198" y="2275256"/>
                  </a:lnTo>
                  <a:lnTo>
                    <a:pt x="2945832" y="2366989"/>
                  </a:lnTo>
                  <a:lnTo>
                    <a:pt x="3023466" y="2452612"/>
                  </a:lnTo>
                  <a:lnTo>
                    <a:pt x="3101100" y="2532533"/>
                  </a:lnTo>
                  <a:lnTo>
                    <a:pt x="3178734" y="2607131"/>
                  </a:lnTo>
                  <a:lnTo>
                    <a:pt x="3256368" y="2676761"/>
                  </a:lnTo>
                  <a:lnTo>
                    <a:pt x="3334002" y="2741754"/>
                  </a:lnTo>
                  <a:lnTo>
                    <a:pt x="3411636" y="2780750"/>
                  </a:lnTo>
                  <a:lnTo>
                    <a:pt x="3489270" y="2773963"/>
                  </a:lnTo>
                  <a:lnTo>
                    <a:pt x="3566904" y="2767123"/>
                  </a:lnTo>
                  <a:lnTo>
                    <a:pt x="3644538" y="2760230"/>
                  </a:lnTo>
                  <a:lnTo>
                    <a:pt x="3722172" y="2753283"/>
                  </a:lnTo>
                  <a:lnTo>
                    <a:pt x="3799806" y="2746282"/>
                  </a:lnTo>
                  <a:lnTo>
                    <a:pt x="3877440" y="2739227"/>
                  </a:lnTo>
                  <a:lnTo>
                    <a:pt x="3955074" y="2732116"/>
                  </a:lnTo>
                  <a:lnTo>
                    <a:pt x="4032708" y="2724951"/>
                  </a:lnTo>
                  <a:lnTo>
                    <a:pt x="4110342" y="2717729"/>
                  </a:lnTo>
                  <a:lnTo>
                    <a:pt x="4187976" y="2710452"/>
                  </a:lnTo>
                  <a:lnTo>
                    <a:pt x="4265610" y="2703117"/>
                  </a:lnTo>
                  <a:lnTo>
                    <a:pt x="4343244" y="2695726"/>
                  </a:lnTo>
                  <a:lnTo>
                    <a:pt x="4420879" y="2688277"/>
                  </a:lnTo>
                  <a:lnTo>
                    <a:pt x="4498513" y="2680770"/>
                  </a:lnTo>
                  <a:lnTo>
                    <a:pt x="4576147" y="2673205"/>
                  </a:lnTo>
                  <a:lnTo>
                    <a:pt x="4653781" y="2665580"/>
                  </a:lnTo>
                  <a:lnTo>
                    <a:pt x="4731415" y="2657897"/>
                  </a:lnTo>
                  <a:lnTo>
                    <a:pt x="4809049" y="2650153"/>
                  </a:lnTo>
                  <a:lnTo>
                    <a:pt x="4886683" y="2642350"/>
                  </a:lnTo>
                  <a:lnTo>
                    <a:pt x="4964317" y="2634485"/>
                  </a:lnTo>
                  <a:lnTo>
                    <a:pt x="5041951" y="2626560"/>
                  </a:lnTo>
                  <a:lnTo>
                    <a:pt x="5119585" y="2618572"/>
                  </a:lnTo>
                  <a:lnTo>
                    <a:pt x="5197219" y="2610523"/>
                  </a:lnTo>
                  <a:lnTo>
                    <a:pt x="5274853" y="2602410"/>
                  </a:lnTo>
                  <a:lnTo>
                    <a:pt x="5352487" y="2594235"/>
                  </a:lnTo>
                  <a:lnTo>
                    <a:pt x="5430121" y="2585996"/>
                  </a:lnTo>
                  <a:lnTo>
                    <a:pt x="5507755" y="2577693"/>
                  </a:lnTo>
                  <a:lnTo>
                    <a:pt x="5585389" y="2569325"/>
                  </a:lnTo>
                  <a:lnTo>
                    <a:pt x="5663023" y="2560892"/>
                  </a:lnTo>
                  <a:lnTo>
                    <a:pt x="5740657" y="2552394"/>
                  </a:lnTo>
                  <a:lnTo>
                    <a:pt x="5818291" y="2543829"/>
                  </a:lnTo>
                  <a:lnTo>
                    <a:pt x="5895925" y="2535198"/>
                  </a:lnTo>
                  <a:lnTo>
                    <a:pt x="5973559" y="2526499"/>
                  </a:lnTo>
                  <a:lnTo>
                    <a:pt x="6051193" y="2517733"/>
                  </a:lnTo>
                  <a:lnTo>
                    <a:pt x="6128827" y="2508899"/>
                  </a:lnTo>
                  <a:lnTo>
                    <a:pt x="6206462" y="2499995"/>
                  </a:lnTo>
                  <a:lnTo>
                    <a:pt x="6284096" y="2491023"/>
                  </a:lnTo>
                  <a:lnTo>
                    <a:pt x="6361730" y="2481980"/>
                  </a:lnTo>
                  <a:lnTo>
                    <a:pt x="6439364" y="2472868"/>
                  </a:lnTo>
                  <a:lnTo>
                    <a:pt x="6516998" y="2463684"/>
                  </a:lnTo>
                  <a:lnTo>
                    <a:pt x="6594632" y="2454429"/>
                  </a:lnTo>
                  <a:lnTo>
                    <a:pt x="6672266" y="2445101"/>
                  </a:lnTo>
                  <a:lnTo>
                    <a:pt x="6749900" y="2435701"/>
                  </a:lnTo>
                  <a:lnTo>
                    <a:pt x="6827534" y="2426228"/>
                  </a:lnTo>
                  <a:lnTo>
                    <a:pt x="6905168" y="2416682"/>
                  </a:lnTo>
                  <a:lnTo>
                    <a:pt x="6982802" y="2407060"/>
                  </a:lnTo>
                  <a:lnTo>
                    <a:pt x="7060436" y="2397364"/>
                  </a:lnTo>
                  <a:lnTo>
                    <a:pt x="7138070" y="2387593"/>
                  </a:lnTo>
                  <a:lnTo>
                    <a:pt x="7215704" y="2377745"/>
                  </a:lnTo>
                  <a:lnTo>
                    <a:pt x="7293338" y="2367821"/>
                  </a:lnTo>
                  <a:lnTo>
                    <a:pt x="7370972" y="2357820"/>
                  </a:lnTo>
                  <a:lnTo>
                    <a:pt x="7370972" y="3627349"/>
                  </a:lnTo>
                  <a:lnTo>
                    <a:pt x="7293338" y="3625545"/>
                  </a:lnTo>
                  <a:lnTo>
                    <a:pt x="7215704" y="3623611"/>
                  </a:lnTo>
                  <a:lnTo>
                    <a:pt x="7138070" y="3621540"/>
                  </a:lnTo>
                  <a:lnTo>
                    <a:pt x="7060436" y="3619320"/>
                  </a:lnTo>
                  <a:lnTo>
                    <a:pt x="6982802" y="3616943"/>
                  </a:lnTo>
                  <a:lnTo>
                    <a:pt x="6905168" y="3614396"/>
                  </a:lnTo>
                  <a:lnTo>
                    <a:pt x="6827534" y="3611667"/>
                  </a:lnTo>
                  <a:lnTo>
                    <a:pt x="6749900" y="3608743"/>
                  </a:lnTo>
                  <a:lnTo>
                    <a:pt x="6672266" y="3605611"/>
                  </a:lnTo>
                  <a:lnTo>
                    <a:pt x="6594632" y="3602255"/>
                  </a:lnTo>
                  <a:lnTo>
                    <a:pt x="6516998" y="3598659"/>
                  </a:lnTo>
                  <a:lnTo>
                    <a:pt x="6439364" y="3594808"/>
                  </a:lnTo>
                  <a:lnTo>
                    <a:pt x="6361730" y="3590681"/>
                  </a:lnTo>
                  <a:lnTo>
                    <a:pt x="6284096" y="3586260"/>
                  </a:lnTo>
                  <a:lnTo>
                    <a:pt x="6206462" y="3581523"/>
                  </a:lnTo>
                  <a:lnTo>
                    <a:pt x="6128827" y="3576449"/>
                  </a:lnTo>
                  <a:lnTo>
                    <a:pt x="6051193" y="3571012"/>
                  </a:lnTo>
                  <a:lnTo>
                    <a:pt x="5973559" y="3565188"/>
                  </a:lnTo>
                  <a:lnTo>
                    <a:pt x="5895925" y="3558948"/>
                  </a:lnTo>
                  <a:lnTo>
                    <a:pt x="5818291" y="3552263"/>
                  </a:lnTo>
                  <a:lnTo>
                    <a:pt x="5740657" y="3545100"/>
                  </a:lnTo>
                  <a:lnTo>
                    <a:pt x="5663023" y="3537427"/>
                  </a:lnTo>
                  <a:lnTo>
                    <a:pt x="5585389" y="3529206"/>
                  </a:lnTo>
                  <a:lnTo>
                    <a:pt x="5507755" y="3520399"/>
                  </a:lnTo>
                  <a:lnTo>
                    <a:pt x="5430121" y="3510963"/>
                  </a:lnTo>
                  <a:lnTo>
                    <a:pt x="5352487" y="3500854"/>
                  </a:lnTo>
                  <a:lnTo>
                    <a:pt x="5274853" y="3490024"/>
                  </a:lnTo>
                  <a:lnTo>
                    <a:pt x="5197219" y="3478421"/>
                  </a:lnTo>
                  <a:lnTo>
                    <a:pt x="5119585" y="3465990"/>
                  </a:lnTo>
                  <a:lnTo>
                    <a:pt x="5041951" y="3452672"/>
                  </a:lnTo>
                  <a:lnTo>
                    <a:pt x="4964317" y="3438404"/>
                  </a:lnTo>
                  <a:lnTo>
                    <a:pt x="4886683" y="3423118"/>
                  </a:lnTo>
                  <a:lnTo>
                    <a:pt x="4809049" y="3406741"/>
                  </a:lnTo>
                  <a:lnTo>
                    <a:pt x="4731415" y="3389196"/>
                  </a:lnTo>
                  <a:lnTo>
                    <a:pt x="4653781" y="3370399"/>
                  </a:lnTo>
                  <a:lnTo>
                    <a:pt x="4576147" y="3350260"/>
                  </a:lnTo>
                  <a:lnTo>
                    <a:pt x="4498513" y="3328685"/>
                  </a:lnTo>
                  <a:lnTo>
                    <a:pt x="4420879" y="3305570"/>
                  </a:lnTo>
                  <a:lnTo>
                    <a:pt x="4343244" y="3280806"/>
                  </a:lnTo>
                  <a:lnTo>
                    <a:pt x="4265610" y="3254275"/>
                  </a:lnTo>
                  <a:lnTo>
                    <a:pt x="4187976" y="3225851"/>
                  </a:lnTo>
                  <a:lnTo>
                    <a:pt x="4110342" y="3195399"/>
                  </a:lnTo>
                  <a:lnTo>
                    <a:pt x="4032708" y="3162774"/>
                  </a:lnTo>
                  <a:lnTo>
                    <a:pt x="3955074" y="3127822"/>
                  </a:lnTo>
                  <a:lnTo>
                    <a:pt x="3877440" y="3090375"/>
                  </a:lnTo>
                  <a:lnTo>
                    <a:pt x="3799806" y="3050257"/>
                  </a:lnTo>
                  <a:lnTo>
                    <a:pt x="3722172" y="3007276"/>
                  </a:lnTo>
                  <a:lnTo>
                    <a:pt x="3644538" y="2961229"/>
                  </a:lnTo>
                  <a:lnTo>
                    <a:pt x="3566904" y="2911896"/>
                  </a:lnTo>
                  <a:lnTo>
                    <a:pt x="3489270" y="2859043"/>
                  </a:lnTo>
                  <a:lnTo>
                    <a:pt x="3411636" y="2802418"/>
                  </a:lnTo>
                  <a:lnTo>
                    <a:pt x="3334002" y="2787485"/>
                  </a:lnTo>
                  <a:lnTo>
                    <a:pt x="3256368" y="2794167"/>
                  </a:lnTo>
                  <a:lnTo>
                    <a:pt x="3178734" y="2800798"/>
                  </a:lnTo>
                  <a:lnTo>
                    <a:pt x="3101100" y="2807378"/>
                  </a:lnTo>
                  <a:lnTo>
                    <a:pt x="3023466" y="2813907"/>
                  </a:lnTo>
                  <a:lnTo>
                    <a:pt x="2945832" y="2820386"/>
                  </a:lnTo>
                  <a:lnTo>
                    <a:pt x="2868198" y="2826814"/>
                  </a:lnTo>
                  <a:lnTo>
                    <a:pt x="2790564" y="2833193"/>
                  </a:lnTo>
                  <a:lnTo>
                    <a:pt x="2712930" y="2839523"/>
                  </a:lnTo>
                  <a:lnTo>
                    <a:pt x="2635295" y="2845803"/>
                  </a:lnTo>
                  <a:lnTo>
                    <a:pt x="2557661" y="2852035"/>
                  </a:lnTo>
                  <a:lnTo>
                    <a:pt x="2480027" y="2858220"/>
                  </a:lnTo>
                  <a:lnTo>
                    <a:pt x="2402393" y="2864356"/>
                  </a:lnTo>
                  <a:lnTo>
                    <a:pt x="2324759" y="2870445"/>
                  </a:lnTo>
                  <a:lnTo>
                    <a:pt x="2247125" y="2876487"/>
                  </a:lnTo>
                  <a:lnTo>
                    <a:pt x="2169491" y="2882482"/>
                  </a:lnTo>
                  <a:lnTo>
                    <a:pt x="2091857" y="2888431"/>
                  </a:lnTo>
                  <a:lnTo>
                    <a:pt x="2014223" y="2894333"/>
                  </a:lnTo>
                  <a:lnTo>
                    <a:pt x="1936589" y="2900191"/>
                  </a:lnTo>
                  <a:lnTo>
                    <a:pt x="1858955" y="2906003"/>
                  </a:lnTo>
                  <a:lnTo>
                    <a:pt x="1781321" y="2911770"/>
                  </a:lnTo>
                  <a:lnTo>
                    <a:pt x="1703687" y="2917493"/>
                  </a:lnTo>
                  <a:lnTo>
                    <a:pt x="1626053" y="2923171"/>
                  </a:lnTo>
                  <a:lnTo>
                    <a:pt x="1548419" y="2928806"/>
                  </a:lnTo>
                  <a:lnTo>
                    <a:pt x="1470785" y="2934397"/>
                  </a:lnTo>
                  <a:lnTo>
                    <a:pt x="1393151" y="2939945"/>
                  </a:lnTo>
                  <a:lnTo>
                    <a:pt x="1315517" y="2945450"/>
                  </a:lnTo>
                  <a:lnTo>
                    <a:pt x="1237883" y="2950912"/>
                  </a:lnTo>
                  <a:lnTo>
                    <a:pt x="1160249" y="2956332"/>
                  </a:lnTo>
                  <a:lnTo>
                    <a:pt x="1082615" y="2961711"/>
                  </a:lnTo>
                  <a:lnTo>
                    <a:pt x="1004981" y="2967048"/>
                  </a:lnTo>
                  <a:lnTo>
                    <a:pt x="927346" y="2972343"/>
                  </a:lnTo>
                  <a:lnTo>
                    <a:pt x="849712" y="2977598"/>
                  </a:lnTo>
                  <a:lnTo>
                    <a:pt x="772078" y="2982812"/>
                  </a:lnTo>
                  <a:lnTo>
                    <a:pt x="694444" y="2987986"/>
                  </a:lnTo>
                  <a:lnTo>
                    <a:pt x="616810" y="2993120"/>
                  </a:lnTo>
                  <a:lnTo>
                    <a:pt x="539176" y="2998215"/>
                  </a:lnTo>
                  <a:lnTo>
                    <a:pt x="461542" y="3003269"/>
                  </a:lnTo>
                  <a:lnTo>
                    <a:pt x="383908" y="3008285"/>
                  </a:lnTo>
                  <a:lnTo>
                    <a:pt x="306274" y="3013262"/>
                  </a:lnTo>
                  <a:lnTo>
                    <a:pt x="228640" y="3018201"/>
                  </a:lnTo>
                  <a:lnTo>
                    <a:pt x="151006" y="3023102"/>
                  </a:lnTo>
                  <a:lnTo>
                    <a:pt x="73372" y="3027964"/>
                  </a:lnTo>
                  <a:lnTo>
                    <a:pt x="0" y="30325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489" y="1896563"/>
              <a:ext cx="5601001" cy="2780750"/>
            </a:xfrm>
            <a:custGeom>
              <a:avLst/>
              <a:pathLst>
                <a:path w="5601001" h="2780750">
                  <a:moveTo>
                    <a:pt x="0" y="0"/>
                  </a:moveTo>
                  <a:lnTo>
                    <a:pt x="11349" y="37708"/>
                  </a:lnTo>
                  <a:lnTo>
                    <a:pt x="88983" y="278459"/>
                  </a:lnTo>
                  <a:lnTo>
                    <a:pt x="166618" y="503177"/>
                  </a:lnTo>
                  <a:lnTo>
                    <a:pt x="244252" y="712928"/>
                  </a:lnTo>
                  <a:lnTo>
                    <a:pt x="321886" y="908710"/>
                  </a:lnTo>
                  <a:lnTo>
                    <a:pt x="399520" y="1091453"/>
                  </a:lnTo>
                  <a:lnTo>
                    <a:pt x="477154" y="1262026"/>
                  </a:lnTo>
                  <a:lnTo>
                    <a:pt x="554788" y="1421239"/>
                  </a:lnTo>
                  <a:lnTo>
                    <a:pt x="632422" y="1569848"/>
                  </a:lnTo>
                  <a:lnTo>
                    <a:pt x="710056" y="1708560"/>
                  </a:lnTo>
                  <a:lnTo>
                    <a:pt x="787690" y="1838034"/>
                  </a:lnTo>
                  <a:lnTo>
                    <a:pt x="865324" y="1958886"/>
                  </a:lnTo>
                  <a:lnTo>
                    <a:pt x="942958" y="2071688"/>
                  </a:lnTo>
                  <a:lnTo>
                    <a:pt x="1020592" y="2176978"/>
                  </a:lnTo>
                  <a:lnTo>
                    <a:pt x="1098226" y="2275256"/>
                  </a:lnTo>
                  <a:lnTo>
                    <a:pt x="1175860" y="2366989"/>
                  </a:lnTo>
                  <a:lnTo>
                    <a:pt x="1253494" y="2452612"/>
                  </a:lnTo>
                  <a:lnTo>
                    <a:pt x="1331128" y="2532533"/>
                  </a:lnTo>
                  <a:lnTo>
                    <a:pt x="1408762" y="2607131"/>
                  </a:lnTo>
                  <a:lnTo>
                    <a:pt x="1486396" y="2676761"/>
                  </a:lnTo>
                  <a:lnTo>
                    <a:pt x="1564030" y="2741754"/>
                  </a:lnTo>
                  <a:lnTo>
                    <a:pt x="1641664" y="2780750"/>
                  </a:lnTo>
                  <a:lnTo>
                    <a:pt x="1719298" y="2773963"/>
                  </a:lnTo>
                  <a:lnTo>
                    <a:pt x="1796932" y="2767123"/>
                  </a:lnTo>
                  <a:lnTo>
                    <a:pt x="1874567" y="2760230"/>
                  </a:lnTo>
                  <a:lnTo>
                    <a:pt x="1952201" y="2753283"/>
                  </a:lnTo>
                  <a:lnTo>
                    <a:pt x="2029835" y="2746282"/>
                  </a:lnTo>
                  <a:lnTo>
                    <a:pt x="2107469" y="2739227"/>
                  </a:lnTo>
                  <a:lnTo>
                    <a:pt x="2185103" y="2732116"/>
                  </a:lnTo>
                  <a:lnTo>
                    <a:pt x="2262737" y="2724951"/>
                  </a:lnTo>
                  <a:lnTo>
                    <a:pt x="2340371" y="2717729"/>
                  </a:lnTo>
                  <a:lnTo>
                    <a:pt x="2418005" y="2710452"/>
                  </a:lnTo>
                  <a:lnTo>
                    <a:pt x="2495639" y="2703117"/>
                  </a:lnTo>
                  <a:lnTo>
                    <a:pt x="2573273" y="2695726"/>
                  </a:lnTo>
                  <a:lnTo>
                    <a:pt x="2650907" y="2688277"/>
                  </a:lnTo>
                  <a:lnTo>
                    <a:pt x="2728541" y="2680770"/>
                  </a:lnTo>
                  <a:lnTo>
                    <a:pt x="2806175" y="2673205"/>
                  </a:lnTo>
                  <a:lnTo>
                    <a:pt x="2883809" y="2665580"/>
                  </a:lnTo>
                  <a:lnTo>
                    <a:pt x="2961443" y="2657897"/>
                  </a:lnTo>
                  <a:lnTo>
                    <a:pt x="3039077" y="2650153"/>
                  </a:lnTo>
                  <a:lnTo>
                    <a:pt x="3116711" y="2642350"/>
                  </a:lnTo>
                  <a:lnTo>
                    <a:pt x="3194345" y="2634485"/>
                  </a:lnTo>
                  <a:lnTo>
                    <a:pt x="3271979" y="2626560"/>
                  </a:lnTo>
                  <a:lnTo>
                    <a:pt x="3349613" y="2618572"/>
                  </a:lnTo>
                  <a:lnTo>
                    <a:pt x="3427247" y="2610523"/>
                  </a:lnTo>
                  <a:lnTo>
                    <a:pt x="3504881" y="2602410"/>
                  </a:lnTo>
                  <a:lnTo>
                    <a:pt x="3582516" y="2594235"/>
                  </a:lnTo>
                  <a:lnTo>
                    <a:pt x="3660150" y="2585996"/>
                  </a:lnTo>
                  <a:lnTo>
                    <a:pt x="3737784" y="2577693"/>
                  </a:lnTo>
                  <a:lnTo>
                    <a:pt x="3815418" y="2569325"/>
                  </a:lnTo>
                  <a:lnTo>
                    <a:pt x="3893052" y="2560892"/>
                  </a:lnTo>
                  <a:lnTo>
                    <a:pt x="3970686" y="2552394"/>
                  </a:lnTo>
                  <a:lnTo>
                    <a:pt x="4048320" y="2543829"/>
                  </a:lnTo>
                  <a:lnTo>
                    <a:pt x="4125954" y="2535198"/>
                  </a:lnTo>
                  <a:lnTo>
                    <a:pt x="4203588" y="2526499"/>
                  </a:lnTo>
                  <a:lnTo>
                    <a:pt x="4281222" y="2517733"/>
                  </a:lnTo>
                  <a:lnTo>
                    <a:pt x="4358856" y="2508899"/>
                  </a:lnTo>
                  <a:lnTo>
                    <a:pt x="4436490" y="2499995"/>
                  </a:lnTo>
                  <a:lnTo>
                    <a:pt x="4514124" y="2491023"/>
                  </a:lnTo>
                  <a:lnTo>
                    <a:pt x="4591758" y="2481980"/>
                  </a:lnTo>
                  <a:lnTo>
                    <a:pt x="4669392" y="2472868"/>
                  </a:lnTo>
                  <a:lnTo>
                    <a:pt x="4747026" y="2463684"/>
                  </a:lnTo>
                  <a:lnTo>
                    <a:pt x="4824660" y="2454429"/>
                  </a:lnTo>
                  <a:lnTo>
                    <a:pt x="4902294" y="2445101"/>
                  </a:lnTo>
                  <a:lnTo>
                    <a:pt x="4979928" y="2435701"/>
                  </a:lnTo>
                  <a:lnTo>
                    <a:pt x="5057562" y="2426228"/>
                  </a:lnTo>
                  <a:lnTo>
                    <a:pt x="5135196" y="2416682"/>
                  </a:lnTo>
                  <a:lnTo>
                    <a:pt x="5212830" y="2407060"/>
                  </a:lnTo>
                  <a:lnTo>
                    <a:pt x="5290464" y="2397364"/>
                  </a:lnTo>
                  <a:lnTo>
                    <a:pt x="5368099" y="2387593"/>
                  </a:lnTo>
                  <a:lnTo>
                    <a:pt x="5445733" y="2377745"/>
                  </a:lnTo>
                  <a:lnTo>
                    <a:pt x="5523367" y="2367821"/>
                  </a:lnTo>
                  <a:lnTo>
                    <a:pt x="5601001" y="235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048"/>
              <a:ext cx="7370972" cy="839864"/>
            </a:xfrm>
            <a:custGeom>
              <a:avLst/>
              <a:pathLst>
                <a:path w="7370972" h="839864">
                  <a:moveTo>
                    <a:pt x="7370972" y="839864"/>
                  </a:moveTo>
                  <a:lnTo>
                    <a:pt x="7293338" y="838060"/>
                  </a:lnTo>
                  <a:lnTo>
                    <a:pt x="7215704" y="836126"/>
                  </a:lnTo>
                  <a:lnTo>
                    <a:pt x="7138070" y="834055"/>
                  </a:lnTo>
                  <a:lnTo>
                    <a:pt x="7060436" y="831835"/>
                  </a:lnTo>
                  <a:lnTo>
                    <a:pt x="6982802" y="829458"/>
                  </a:lnTo>
                  <a:lnTo>
                    <a:pt x="6905168" y="826910"/>
                  </a:lnTo>
                  <a:lnTo>
                    <a:pt x="6827534" y="824181"/>
                  </a:lnTo>
                  <a:lnTo>
                    <a:pt x="6749900" y="821258"/>
                  </a:lnTo>
                  <a:lnTo>
                    <a:pt x="6672266" y="818125"/>
                  </a:lnTo>
                  <a:lnTo>
                    <a:pt x="6594632" y="814770"/>
                  </a:lnTo>
                  <a:lnTo>
                    <a:pt x="6516998" y="811174"/>
                  </a:lnTo>
                  <a:lnTo>
                    <a:pt x="6439364" y="807322"/>
                  </a:lnTo>
                  <a:lnTo>
                    <a:pt x="6361730" y="803196"/>
                  </a:lnTo>
                  <a:lnTo>
                    <a:pt x="6284096" y="798775"/>
                  </a:lnTo>
                  <a:lnTo>
                    <a:pt x="6206462" y="794038"/>
                  </a:lnTo>
                  <a:lnTo>
                    <a:pt x="6128827" y="788964"/>
                  </a:lnTo>
                  <a:lnTo>
                    <a:pt x="6051193" y="783527"/>
                  </a:lnTo>
                  <a:lnTo>
                    <a:pt x="5973559" y="777703"/>
                  </a:lnTo>
                  <a:lnTo>
                    <a:pt x="5895925" y="771463"/>
                  </a:lnTo>
                  <a:lnTo>
                    <a:pt x="5818291" y="764778"/>
                  </a:lnTo>
                  <a:lnTo>
                    <a:pt x="5740657" y="757615"/>
                  </a:lnTo>
                  <a:lnTo>
                    <a:pt x="5663023" y="749942"/>
                  </a:lnTo>
                  <a:lnTo>
                    <a:pt x="5585389" y="741721"/>
                  </a:lnTo>
                  <a:lnTo>
                    <a:pt x="5507755" y="732914"/>
                  </a:lnTo>
                  <a:lnTo>
                    <a:pt x="5430121" y="723478"/>
                  </a:lnTo>
                  <a:lnTo>
                    <a:pt x="5352487" y="713369"/>
                  </a:lnTo>
                  <a:lnTo>
                    <a:pt x="5274853" y="702539"/>
                  </a:lnTo>
                  <a:lnTo>
                    <a:pt x="5197219" y="690936"/>
                  </a:lnTo>
                  <a:lnTo>
                    <a:pt x="5119585" y="678505"/>
                  </a:lnTo>
                  <a:lnTo>
                    <a:pt x="5041951" y="665187"/>
                  </a:lnTo>
                  <a:lnTo>
                    <a:pt x="4964317" y="650919"/>
                  </a:lnTo>
                  <a:lnTo>
                    <a:pt x="4886683" y="635633"/>
                  </a:lnTo>
                  <a:lnTo>
                    <a:pt x="4809049" y="619256"/>
                  </a:lnTo>
                  <a:lnTo>
                    <a:pt x="4731415" y="601711"/>
                  </a:lnTo>
                  <a:lnTo>
                    <a:pt x="4653781" y="582913"/>
                  </a:lnTo>
                  <a:lnTo>
                    <a:pt x="4576147" y="562775"/>
                  </a:lnTo>
                  <a:lnTo>
                    <a:pt x="4498513" y="541200"/>
                  </a:lnTo>
                  <a:lnTo>
                    <a:pt x="4420879" y="518085"/>
                  </a:lnTo>
                  <a:lnTo>
                    <a:pt x="4343244" y="493321"/>
                  </a:lnTo>
                  <a:lnTo>
                    <a:pt x="4265610" y="466790"/>
                  </a:lnTo>
                  <a:lnTo>
                    <a:pt x="4187976" y="438366"/>
                  </a:lnTo>
                  <a:lnTo>
                    <a:pt x="4110342" y="407914"/>
                  </a:lnTo>
                  <a:lnTo>
                    <a:pt x="4032708" y="375289"/>
                  </a:lnTo>
                  <a:lnTo>
                    <a:pt x="3955074" y="340337"/>
                  </a:lnTo>
                  <a:lnTo>
                    <a:pt x="3877440" y="302890"/>
                  </a:lnTo>
                  <a:lnTo>
                    <a:pt x="3799806" y="262772"/>
                  </a:lnTo>
                  <a:lnTo>
                    <a:pt x="3722172" y="219791"/>
                  </a:lnTo>
                  <a:lnTo>
                    <a:pt x="3644538" y="173744"/>
                  </a:lnTo>
                  <a:lnTo>
                    <a:pt x="3566904" y="124410"/>
                  </a:lnTo>
                  <a:lnTo>
                    <a:pt x="3489270" y="71557"/>
                  </a:lnTo>
                  <a:lnTo>
                    <a:pt x="3411636" y="14933"/>
                  </a:lnTo>
                  <a:lnTo>
                    <a:pt x="3334002" y="0"/>
                  </a:lnTo>
                  <a:lnTo>
                    <a:pt x="3256368" y="6682"/>
                  </a:lnTo>
                  <a:lnTo>
                    <a:pt x="3178734" y="13313"/>
                  </a:lnTo>
                  <a:lnTo>
                    <a:pt x="3101100" y="19893"/>
                  </a:lnTo>
                  <a:lnTo>
                    <a:pt x="3023466" y="26422"/>
                  </a:lnTo>
                  <a:lnTo>
                    <a:pt x="2945832" y="32901"/>
                  </a:lnTo>
                  <a:lnTo>
                    <a:pt x="2868198" y="39329"/>
                  </a:lnTo>
                  <a:lnTo>
                    <a:pt x="2790564" y="45708"/>
                  </a:lnTo>
                  <a:lnTo>
                    <a:pt x="2712930" y="52037"/>
                  </a:lnTo>
                  <a:lnTo>
                    <a:pt x="2635295" y="58318"/>
                  </a:lnTo>
                  <a:lnTo>
                    <a:pt x="2557661" y="64550"/>
                  </a:lnTo>
                  <a:lnTo>
                    <a:pt x="2480027" y="70734"/>
                  </a:lnTo>
                  <a:lnTo>
                    <a:pt x="2402393" y="76871"/>
                  </a:lnTo>
                  <a:lnTo>
                    <a:pt x="2324759" y="82960"/>
                  </a:lnTo>
                  <a:lnTo>
                    <a:pt x="2247125" y="89001"/>
                  </a:lnTo>
                  <a:lnTo>
                    <a:pt x="2169491" y="94997"/>
                  </a:lnTo>
                  <a:lnTo>
                    <a:pt x="2091857" y="100945"/>
                  </a:lnTo>
                  <a:lnTo>
                    <a:pt x="2014223" y="106848"/>
                  </a:lnTo>
                  <a:lnTo>
                    <a:pt x="1936589" y="112706"/>
                  </a:lnTo>
                  <a:lnTo>
                    <a:pt x="1858955" y="118518"/>
                  </a:lnTo>
                  <a:lnTo>
                    <a:pt x="1781321" y="124285"/>
                  </a:lnTo>
                  <a:lnTo>
                    <a:pt x="1703687" y="130008"/>
                  </a:lnTo>
                  <a:lnTo>
                    <a:pt x="1626053" y="135686"/>
                  </a:lnTo>
                  <a:lnTo>
                    <a:pt x="1548419" y="141321"/>
                  </a:lnTo>
                  <a:lnTo>
                    <a:pt x="1470785" y="146912"/>
                  </a:lnTo>
                  <a:lnTo>
                    <a:pt x="1393151" y="152460"/>
                  </a:lnTo>
                  <a:lnTo>
                    <a:pt x="1315517" y="157965"/>
                  </a:lnTo>
                  <a:lnTo>
                    <a:pt x="1237883" y="163427"/>
                  </a:lnTo>
                  <a:lnTo>
                    <a:pt x="1160249" y="168847"/>
                  </a:lnTo>
                  <a:lnTo>
                    <a:pt x="1082615" y="174226"/>
                  </a:lnTo>
                  <a:lnTo>
                    <a:pt x="1004981" y="179563"/>
                  </a:lnTo>
                  <a:lnTo>
                    <a:pt x="927346" y="184858"/>
                  </a:lnTo>
                  <a:lnTo>
                    <a:pt x="849712" y="190113"/>
                  </a:lnTo>
                  <a:lnTo>
                    <a:pt x="772078" y="195327"/>
                  </a:lnTo>
                  <a:lnTo>
                    <a:pt x="694444" y="200501"/>
                  </a:lnTo>
                  <a:lnTo>
                    <a:pt x="616810" y="205635"/>
                  </a:lnTo>
                  <a:lnTo>
                    <a:pt x="539176" y="210729"/>
                  </a:lnTo>
                  <a:lnTo>
                    <a:pt x="461542" y="215784"/>
                  </a:lnTo>
                  <a:lnTo>
                    <a:pt x="383908" y="220800"/>
                  </a:lnTo>
                  <a:lnTo>
                    <a:pt x="306274" y="225777"/>
                  </a:lnTo>
                  <a:lnTo>
                    <a:pt x="228640" y="230716"/>
                  </a:lnTo>
                  <a:lnTo>
                    <a:pt x="151006" y="235617"/>
                  </a:lnTo>
                  <a:lnTo>
                    <a:pt x="73372" y="240479"/>
                  </a:lnTo>
                  <a:lnTo>
                    <a:pt x="0" y="24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47859"/>
              <a:ext cx="7370972" cy="3120375"/>
            </a:xfrm>
            <a:custGeom>
              <a:avLst/>
              <a:pathLst>
                <a:path w="7370972" h="3120375">
                  <a:moveTo>
                    <a:pt x="0" y="0"/>
                  </a:moveTo>
                  <a:lnTo>
                    <a:pt x="73372" y="94134"/>
                  </a:lnTo>
                  <a:lnTo>
                    <a:pt x="151006" y="190736"/>
                  </a:lnTo>
                  <a:lnTo>
                    <a:pt x="228640" y="284428"/>
                  </a:lnTo>
                  <a:lnTo>
                    <a:pt x="306274" y="375298"/>
                  </a:lnTo>
                  <a:lnTo>
                    <a:pt x="383908" y="463431"/>
                  </a:lnTo>
                  <a:lnTo>
                    <a:pt x="461542" y="548910"/>
                  </a:lnTo>
                  <a:lnTo>
                    <a:pt x="539176" y="631814"/>
                  </a:lnTo>
                  <a:lnTo>
                    <a:pt x="616810" y="712221"/>
                  </a:lnTo>
                  <a:lnTo>
                    <a:pt x="694444" y="790206"/>
                  </a:lnTo>
                  <a:lnTo>
                    <a:pt x="772078" y="865842"/>
                  </a:lnTo>
                  <a:lnTo>
                    <a:pt x="849712" y="939200"/>
                  </a:lnTo>
                  <a:lnTo>
                    <a:pt x="927346" y="1010348"/>
                  </a:lnTo>
                  <a:lnTo>
                    <a:pt x="1004981" y="1079353"/>
                  </a:lnTo>
                  <a:lnTo>
                    <a:pt x="1082615" y="1146280"/>
                  </a:lnTo>
                  <a:lnTo>
                    <a:pt x="1160249" y="1211191"/>
                  </a:lnTo>
                  <a:lnTo>
                    <a:pt x="1237883" y="1274147"/>
                  </a:lnTo>
                  <a:lnTo>
                    <a:pt x="1315517" y="1335207"/>
                  </a:lnTo>
                  <a:lnTo>
                    <a:pt x="1393151" y="1394427"/>
                  </a:lnTo>
                  <a:lnTo>
                    <a:pt x="1470785" y="1451864"/>
                  </a:lnTo>
                  <a:lnTo>
                    <a:pt x="1548419" y="1507571"/>
                  </a:lnTo>
                  <a:lnTo>
                    <a:pt x="1626053" y="1561600"/>
                  </a:lnTo>
                  <a:lnTo>
                    <a:pt x="1703687" y="1614001"/>
                  </a:lnTo>
                  <a:lnTo>
                    <a:pt x="1781321" y="1664824"/>
                  </a:lnTo>
                  <a:lnTo>
                    <a:pt x="1858955" y="1714117"/>
                  </a:lnTo>
                  <a:lnTo>
                    <a:pt x="1936589" y="1761924"/>
                  </a:lnTo>
                  <a:lnTo>
                    <a:pt x="2014223" y="1808292"/>
                  </a:lnTo>
                  <a:lnTo>
                    <a:pt x="2091857" y="1853263"/>
                  </a:lnTo>
                  <a:lnTo>
                    <a:pt x="2169491" y="1896880"/>
                  </a:lnTo>
                  <a:lnTo>
                    <a:pt x="2247125" y="1939183"/>
                  </a:lnTo>
                  <a:lnTo>
                    <a:pt x="2324759" y="1980211"/>
                  </a:lnTo>
                  <a:lnTo>
                    <a:pt x="2402393" y="2020004"/>
                  </a:lnTo>
                  <a:lnTo>
                    <a:pt x="2480027" y="2058598"/>
                  </a:lnTo>
                  <a:lnTo>
                    <a:pt x="2557661" y="2096030"/>
                  </a:lnTo>
                  <a:lnTo>
                    <a:pt x="2635295" y="2132335"/>
                  </a:lnTo>
                  <a:lnTo>
                    <a:pt x="2712930" y="2167545"/>
                  </a:lnTo>
                  <a:lnTo>
                    <a:pt x="2790564" y="2201696"/>
                  </a:lnTo>
                  <a:lnTo>
                    <a:pt x="2868198" y="2234818"/>
                  </a:lnTo>
                  <a:lnTo>
                    <a:pt x="2945832" y="2266942"/>
                  </a:lnTo>
                  <a:lnTo>
                    <a:pt x="3023466" y="2298098"/>
                  </a:lnTo>
                  <a:lnTo>
                    <a:pt x="3101100" y="2328316"/>
                  </a:lnTo>
                  <a:lnTo>
                    <a:pt x="3178734" y="2357624"/>
                  </a:lnTo>
                  <a:lnTo>
                    <a:pt x="3256368" y="2386049"/>
                  </a:lnTo>
                  <a:lnTo>
                    <a:pt x="3334002" y="2413618"/>
                  </a:lnTo>
                  <a:lnTo>
                    <a:pt x="3411636" y="2440357"/>
                  </a:lnTo>
                  <a:lnTo>
                    <a:pt x="3489270" y="2466290"/>
                  </a:lnTo>
                  <a:lnTo>
                    <a:pt x="3566904" y="2491442"/>
                  </a:lnTo>
                  <a:lnTo>
                    <a:pt x="3644538" y="2515837"/>
                  </a:lnTo>
                  <a:lnTo>
                    <a:pt x="3722172" y="2539496"/>
                  </a:lnTo>
                  <a:lnTo>
                    <a:pt x="3799806" y="2562443"/>
                  </a:lnTo>
                  <a:lnTo>
                    <a:pt x="3877440" y="2584699"/>
                  </a:lnTo>
                  <a:lnTo>
                    <a:pt x="3955074" y="2606285"/>
                  </a:lnTo>
                  <a:lnTo>
                    <a:pt x="4032708" y="2627220"/>
                  </a:lnTo>
                  <a:lnTo>
                    <a:pt x="4110342" y="2647525"/>
                  </a:lnTo>
                  <a:lnTo>
                    <a:pt x="4187976" y="2667218"/>
                  </a:lnTo>
                  <a:lnTo>
                    <a:pt x="4265610" y="2686318"/>
                  </a:lnTo>
                  <a:lnTo>
                    <a:pt x="4343244" y="2704843"/>
                  </a:lnTo>
                  <a:lnTo>
                    <a:pt x="4420879" y="2722810"/>
                  </a:lnTo>
                  <a:lnTo>
                    <a:pt x="4498513" y="2740236"/>
                  </a:lnTo>
                  <a:lnTo>
                    <a:pt x="4576147" y="2757137"/>
                  </a:lnTo>
                  <a:lnTo>
                    <a:pt x="4653781" y="2773528"/>
                  </a:lnTo>
                  <a:lnTo>
                    <a:pt x="4731415" y="2789426"/>
                  </a:lnTo>
                  <a:lnTo>
                    <a:pt x="4809049" y="2804845"/>
                  </a:lnTo>
                  <a:lnTo>
                    <a:pt x="4886683" y="2819800"/>
                  </a:lnTo>
                  <a:lnTo>
                    <a:pt x="4964317" y="2834304"/>
                  </a:lnTo>
                  <a:lnTo>
                    <a:pt x="5041951" y="2848372"/>
                  </a:lnTo>
                  <a:lnTo>
                    <a:pt x="5119585" y="2862016"/>
                  </a:lnTo>
                  <a:lnTo>
                    <a:pt x="5197219" y="2875248"/>
                  </a:lnTo>
                  <a:lnTo>
                    <a:pt x="5274853" y="2888083"/>
                  </a:lnTo>
                  <a:lnTo>
                    <a:pt x="5352487" y="2900530"/>
                  </a:lnTo>
                  <a:lnTo>
                    <a:pt x="5430121" y="2912603"/>
                  </a:lnTo>
                  <a:lnTo>
                    <a:pt x="5507755" y="2924312"/>
                  </a:lnTo>
                  <a:lnTo>
                    <a:pt x="5585389" y="2935668"/>
                  </a:lnTo>
                  <a:lnTo>
                    <a:pt x="5663023" y="2946683"/>
                  </a:lnTo>
                  <a:lnTo>
                    <a:pt x="5740657" y="2957365"/>
                  </a:lnTo>
                  <a:lnTo>
                    <a:pt x="5818291" y="2967726"/>
                  </a:lnTo>
                  <a:lnTo>
                    <a:pt x="5895925" y="2977775"/>
                  </a:lnTo>
                  <a:lnTo>
                    <a:pt x="5973559" y="2987521"/>
                  </a:lnTo>
                  <a:lnTo>
                    <a:pt x="6051193" y="2996973"/>
                  </a:lnTo>
                  <a:lnTo>
                    <a:pt x="6128827" y="3006141"/>
                  </a:lnTo>
                  <a:lnTo>
                    <a:pt x="6206462" y="3015033"/>
                  </a:lnTo>
                  <a:lnTo>
                    <a:pt x="6284096" y="3023657"/>
                  </a:lnTo>
                  <a:lnTo>
                    <a:pt x="6361730" y="3032021"/>
                  </a:lnTo>
                  <a:lnTo>
                    <a:pt x="6439364" y="3040133"/>
                  </a:lnTo>
                  <a:lnTo>
                    <a:pt x="6516998" y="3048001"/>
                  </a:lnTo>
                  <a:lnTo>
                    <a:pt x="6594632" y="3055632"/>
                  </a:lnTo>
                  <a:lnTo>
                    <a:pt x="6672266" y="3063033"/>
                  </a:lnTo>
                  <a:lnTo>
                    <a:pt x="6749900" y="3070211"/>
                  </a:lnTo>
                  <a:lnTo>
                    <a:pt x="6827534" y="3077173"/>
                  </a:lnTo>
                  <a:lnTo>
                    <a:pt x="6905168" y="3083925"/>
                  </a:lnTo>
                  <a:lnTo>
                    <a:pt x="6982802" y="3090474"/>
                  </a:lnTo>
                  <a:lnTo>
                    <a:pt x="7060436" y="3096825"/>
                  </a:lnTo>
                  <a:lnTo>
                    <a:pt x="7138070" y="3102985"/>
                  </a:lnTo>
                  <a:lnTo>
                    <a:pt x="7215704" y="3108960"/>
                  </a:lnTo>
                  <a:lnTo>
                    <a:pt x="7293338" y="3114755"/>
                  </a:lnTo>
                  <a:lnTo>
                    <a:pt x="7370972" y="31203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2026-05-22T10:22:43Z</dcterms:modified>
  <cp:category/>
</cp:coreProperties>
</file>