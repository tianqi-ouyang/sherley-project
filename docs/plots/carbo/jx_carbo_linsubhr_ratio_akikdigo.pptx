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59622"/>
            </a:xfrm>
            <a:custGeom>
              <a:avLst/>
              <a:pathLst>
                <a:path w="7370972" h="3459622">
                  <a:moveTo>
                    <a:pt x="1769971" y="0"/>
                  </a:moveTo>
                  <a:lnTo>
                    <a:pt x="1781321" y="35964"/>
                  </a:lnTo>
                  <a:lnTo>
                    <a:pt x="1858955" y="265583"/>
                  </a:lnTo>
                  <a:lnTo>
                    <a:pt x="1936589" y="479910"/>
                  </a:lnTo>
                  <a:lnTo>
                    <a:pt x="2014223" y="679962"/>
                  </a:lnTo>
                  <a:lnTo>
                    <a:pt x="2091857" y="866692"/>
                  </a:lnTo>
                  <a:lnTo>
                    <a:pt x="2169491" y="1040985"/>
                  </a:lnTo>
                  <a:lnTo>
                    <a:pt x="2247125" y="1203671"/>
                  </a:lnTo>
                  <a:lnTo>
                    <a:pt x="2324759" y="1355521"/>
                  </a:lnTo>
                  <a:lnTo>
                    <a:pt x="2402393" y="1497259"/>
                  </a:lnTo>
                  <a:lnTo>
                    <a:pt x="2480027" y="1629557"/>
                  </a:lnTo>
                  <a:lnTo>
                    <a:pt x="2557661" y="1753044"/>
                  </a:lnTo>
                  <a:lnTo>
                    <a:pt x="2635295" y="1868307"/>
                  </a:lnTo>
                  <a:lnTo>
                    <a:pt x="2712930" y="1975894"/>
                  </a:lnTo>
                  <a:lnTo>
                    <a:pt x="2790564" y="2076316"/>
                  </a:lnTo>
                  <a:lnTo>
                    <a:pt x="2868198" y="2170049"/>
                  </a:lnTo>
                  <a:lnTo>
                    <a:pt x="2945832" y="2257540"/>
                  </a:lnTo>
                  <a:lnTo>
                    <a:pt x="3023466" y="2339204"/>
                  </a:lnTo>
                  <a:lnTo>
                    <a:pt x="3101100" y="2415430"/>
                  </a:lnTo>
                  <a:lnTo>
                    <a:pt x="3178734" y="2486578"/>
                  </a:lnTo>
                  <a:lnTo>
                    <a:pt x="3256368" y="2552989"/>
                  </a:lnTo>
                  <a:lnTo>
                    <a:pt x="3334002" y="2614976"/>
                  </a:lnTo>
                  <a:lnTo>
                    <a:pt x="3411636" y="2652169"/>
                  </a:lnTo>
                  <a:lnTo>
                    <a:pt x="3489270" y="2645696"/>
                  </a:lnTo>
                  <a:lnTo>
                    <a:pt x="3566904" y="2639172"/>
                  </a:lnTo>
                  <a:lnTo>
                    <a:pt x="3644538" y="2632598"/>
                  </a:lnTo>
                  <a:lnTo>
                    <a:pt x="3722172" y="2625972"/>
                  </a:lnTo>
                  <a:lnTo>
                    <a:pt x="3799806" y="2619295"/>
                  </a:lnTo>
                  <a:lnTo>
                    <a:pt x="3877440" y="2612566"/>
                  </a:lnTo>
                  <a:lnTo>
                    <a:pt x="3955074" y="2605784"/>
                  </a:lnTo>
                  <a:lnTo>
                    <a:pt x="4032708" y="2598950"/>
                  </a:lnTo>
                  <a:lnTo>
                    <a:pt x="4110342" y="2592062"/>
                  </a:lnTo>
                  <a:lnTo>
                    <a:pt x="4187976" y="2585121"/>
                  </a:lnTo>
                  <a:lnTo>
                    <a:pt x="4265610" y="2578126"/>
                  </a:lnTo>
                  <a:lnTo>
                    <a:pt x="4343244" y="2571076"/>
                  </a:lnTo>
                  <a:lnTo>
                    <a:pt x="4420879" y="2563972"/>
                  </a:lnTo>
                  <a:lnTo>
                    <a:pt x="4498513" y="2556812"/>
                  </a:lnTo>
                  <a:lnTo>
                    <a:pt x="4576147" y="2549597"/>
                  </a:lnTo>
                  <a:lnTo>
                    <a:pt x="4653781" y="2542325"/>
                  </a:lnTo>
                  <a:lnTo>
                    <a:pt x="4731415" y="2534997"/>
                  </a:lnTo>
                  <a:lnTo>
                    <a:pt x="4809049" y="2527611"/>
                  </a:lnTo>
                  <a:lnTo>
                    <a:pt x="4886683" y="2520168"/>
                  </a:lnTo>
                  <a:lnTo>
                    <a:pt x="4964317" y="2512668"/>
                  </a:lnTo>
                  <a:lnTo>
                    <a:pt x="5041951" y="2505108"/>
                  </a:lnTo>
                  <a:lnTo>
                    <a:pt x="5119585" y="2497490"/>
                  </a:lnTo>
                  <a:lnTo>
                    <a:pt x="5197219" y="2489813"/>
                  </a:lnTo>
                  <a:lnTo>
                    <a:pt x="5274853" y="2482076"/>
                  </a:lnTo>
                  <a:lnTo>
                    <a:pt x="5352487" y="2474279"/>
                  </a:lnTo>
                  <a:lnTo>
                    <a:pt x="5430121" y="2466421"/>
                  </a:lnTo>
                  <a:lnTo>
                    <a:pt x="5507755" y="2458501"/>
                  </a:lnTo>
                  <a:lnTo>
                    <a:pt x="5585389" y="2450521"/>
                  </a:lnTo>
                  <a:lnTo>
                    <a:pt x="5663023" y="2442478"/>
                  </a:lnTo>
                  <a:lnTo>
                    <a:pt x="5740657" y="2434372"/>
                  </a:lnTo>
                  <a:lnTo>
                    <a:pt x="5818291" y="2426203"/>
                  </a:lnTo>
                  <a:lnTo>
                    <a:pt x="5895925" y="2417971"/>
                  </a:lnTo>
                  <a:lnTo>
                    <a:pt x="5973559" y="2409675"/>
                  </a:lnTo>
                  <a:lnTo>
                    <a:pt x="6051193" y="2401314"/>
                  </a:lnTo>
                  <a:lnTo>
                    <a:pt x="6128827" y="2392888"/>
                  </a:lnTo>
                  <a:lnTo>
                    <a:pt x="6206462" y="2384396"/>
                  </a:lnTo>
                  <a:lnTo>
                    <a:pt x="6284096" y="2375839"/>
                  </a:lnTo>
                  <a:lnTo>
                    <a:pt x="6361730" y="2367214"/>
                  </a:lnTo>
                  <a:lnTo>
                    <a:pt x="6439364" y="2358523"/>
                  </a:lnTo>
                  <a:lnTo>
                    <a:pt x="6516998" y="2349764"/>
                  </a:lnTo>
                  <a:lnTo>
                    <a:pt x="6594632" y="2340937"/>
                  </a:lnTo>
                  <a:lnTo>
                    <a:pt x="6672266" y="2332041"/>
                  </a:lnTo>
                  <a:lnTo>
                    <a:pt x="6749900" y="2323075"/>
                  </a:lnTo>
                  <a:lnTo>
                    <a:pt x="6827534" y="2314040"/>
                  </a:lnTo>
                  <a:lnTo>
                    <a:pt x="6905168" y="2304935"/>
                  </a:lnTo>
                  <a:lnTo>
                    <a:pt x="6982802" y="2295759"/>
                  </a:lnTo>
                  <a:lnTo>
                    <a:pt x="7060436" y="2286511"/>
                  </a:lnTo>
                  <a:lnTo>
                    <a:pt x="7138070" y="2277191"/>
                  </a:lnTo>
                  <a:lnTo>
                    <a:pt x="7215704" y="2267799"/>
                  </a:lnTo>
                  <a:lnTo>
                    <a:pt x="7293338" y="2258334"/>
                  </a:lnTo>
                  <a:lnTo>
                    <a:pt x="7370972" y="2248795"/>
                  </a:lnTo>
                  <a:lnTo>
                    <a:pt x="7370972" y="3459622"/>
                  </a:lnTo>
                  <a:lnTo>
                    <a:pt x="7293338" y="3457901"/>
                  </a:lnTo>
                  <a:lnTo>
                    <a:pt x="7215704" y="3456057"/>
                  </a:lnTo>
                  <a:lnTo>
                    <a:pt x="7138070" y="3454081"/>
                  </a:lnTo>
                  <a:lnTo>
                    <a:pt x="7060436" y="3451964"/>
                  </a:lnTo>
                  <a:lnTo>
                    <a:pt x="6982802" y="3449697"/>
                  </a:lnTo>
                  <a:lnTo>
                    <a:pt x="6905168" y="3447267"/>
                  </a:lnTo>
                  <a:lnTo>
                    <a:pt x="6827534" y="3444664"/>
                  </a:lnTo>
                  <a:lnTo>
                    <a:pt x="6749900" y="3441876"/>
                  </a:lnTo>
                  <a:lnTo>
                    <a:pt x="6672266" y="3438888"/>
                  </a:lnTo>
                  <a:lnTo>
                    <a:pt x="6594632" y="3435688"/>
                  </a:lnTo>
                  <a:lnTo>
                    <a:pt x="6516998" y="3432259"/>
                  </a:lnTo>
                  <a:lnTo>
                    <a:pt x="6439364" y="3428585"/>
                  </a:lnTo>
                  <a:lnTo>
                    <a:pt x="6361730" y="3424649"/>
                  </a:lnTo>
                  <a:lnTo>
                    <a:pt x="6284096" y="3420433"/>
                  </a:lnTo>
                  <a:lnTo>
                    <a:pt x="6206462" y="3415915"/>
                  </a:lnTo>
                  <a:lnTo>
                    <a:pt x="6128827" y="3411075"/>
                  </a:lnTo>
                  <a:lnTo>
                    <a:pt x="6051193" y="3405890"/>
                  </a:lnTo>
                  <a:lnTo>
                    <a:pt x="5973559" y="3400335"/>
                  </a:lnTo>
                  <a:lnTo>
                    <a:pt x="5895925" y="3394384"/>
                  </a:lnTo>
                  <a:lnTo>
                    <a:pt x="5818291" y="3388007"/>
                  </a:lnTo>
                  <a:lnTo>
                    <a:pt x="5740657" y="3381176"/>
                  </a:lnTo>
                  <a:lnTo>
                    <a:pt x="5663023" y="3373858"/>
                  </a:lnTo>
                  <a:lnTo>
                    <a:pt x="5585389" y="3366017"/>
                  </a:lnTo>
                  <a:lnTo>
                    <a:pt x="5507755" y="3357617"/>
                  </a:lnTo>
                  <a:lnTo>
                    <a:pt x="5430121" y="3348618"/>
                  </a:lnTo>
                  <a:lnTo>
                    <a:pt x="5352487" y="3338976"/>
                  </a:lnTo>
                  <a:lnTo>
                    <a:pt x="5274853" y="3328647"/>
                  </a:lnTo>
                  <a:lnTo>
                    <a:pt x="5197219" y="3317580"/>
                  </a:lnTo>
                  <a:lnTo>
                    <a:pt x="5119585" y="3305724"/>
                  </a:lnTo>
                  <a:lnTo>
                    <a:pt x="5041951" y="3293022"/>
                  </a:lnTo>
                  <a:lnTo>
                    <a:pt x="4964317" y="3279414"/>
                  </a:lnTo>
                  <a:lnTo>
                    <a:pt x="4886683" y="3264834"/>
                  </a:lnTo>
                  <a:lnTo>
                    <a:pt x="4809049" y="3249215"/>
                  </a:lnTo>
                  <a:lnTo>
                    <a:pt x="4731415" y="3232481"/>
                  </a:lnTo>
                  <a:lnTo>
                    <a:pt x="4653781" y="3214553"/>
                  </a:lnTo>
                  <a:lnTo>
                    <a:pt x="4576147" y="3195345"/>
                  </a:lnTo>
                  <a:lnTo>
                    <a:pt x="4498513" y="3174768"/>
                  </a:lnTo>
                  <a:lnTo>
                    <a:pt x="4420879" y="3152722"/>
                  </a:lnTo>
                  <a:lnTo>
                    <a:pt x="4343244" y="3129103"/>
                  </a:lnTo>
                  <a:lnTo>
                    <a:pt x="4265610" y="3103799"/>
                  </a:lnTo>
                  <a:lnTo>
                    <a:pt x="4187976" y="3076689"/>
                  </a:lnTo>
                  <a:lnTo>
                    <a:pt x="4110342" y="3047645"/>
                  </a:lnTo>
                  <a:lnTo>
                    <a:pt x="4032708" y="3016529"/>
                  </a:lnTo>
                  <a:lnTo>
                    <a:pt x="3955074" y="2983193"/>
                  </a:lnTo>
                  <a:lnTo>
                    <a:pt x="3877440" y="2947478"/>
                  </a:lnTo>
                  <a:lnTo>
                    <a:pt x="3799806" y="2909214"/>
                  </a:lnTo>
                  <a:lnTo>
                    <a:pt x="3722172" y="2868221"/>
                  </a:lnTo>
                  <a:lnTo>
                    <a:pt x="3644538" y="2824303"/>
                  </a:lnTo>
                  <a:lnTo>
                    <a:pt x="3566904" y="2777251"/>
                  </a:lnTo>
                  <a:lnTo>
                    <a:pt x="3489270" y="2726841"/>
                  </a:lnTo>
                  <a:lnTo>
                    <a:pt x="3411636" y="2672836"/>
                  </a:lnTo>
                  <a:lnTo>
                    <a:pt x="3334002" y="2658592"/>
                  </a:lnTo>
                  <a:lnTo>
                    <a:pt x="3256368" y="2664966"/>
                  </a:lnTo>
                  <a:lnTo>
                    <a:pt x="3178734" y="2671290"/>
                  </a:lnTo>
                  <a:lnTo>
                    <a:pt x="3101100" y="2677566"/>
                  </a:lnTo>
                  <a:lnTo>
                    <a:pt x="3023466" y="2683793"/>
                  </a:lnTo>
                  <a:lnTo>
                    <a:pt x="2945832" y="2689972"/>
                  </a:lnTo>
                  <a:lnTo>
                    <a:pt x="2868198" y="2696103"/>
                  </a:lnTo>
                  <a:lnTo>
                    <a:pt x="2790564" y="2702187"/>
                  </a:lnTo>
                  <a:lnTo>
                    <a:pt x="2712930" y="2708224"/>
                  </a:lnTo>
                  <a:lnTo>
                    <a:pt x="2635295" y="2714214"/>
                  </a:lnTo>
                  <a:lnTo>
                    <a:pt x="2557661" y="2720158"/>
                  </a:lnTo>
                  <a:lnTo>
                    <a:pt x="2480027" y="2726057"/>
                  </a:lnTo>
                  <a:lnTo>
                    <a:pt x="2402393" y="2731909"/>
                  </a:lnTo>
                  <a:lnTo>
                    <a:pt x="2324759" y="2737716"/>
                  </a:lnTo>
                  <a:lnTo>
                    <a:pt x="2247125" y="2743479"/>
                  </a:lnTo>
                  <a:lnTo>
                    <a:pt x="2169491" y="2749197"/>
                  </a:lnTo>
                  <a:lnTo>
                    <a:pt x="2091857" y="2754871"/>
                  </a:lnTo>
                  <a:lnTo>
                    <a:pt x="2014223" y="2760501"/>
                  </a:lnTo>
                  <a:lnTo>
                    <a:pt x="1936589" y="2766087"/>
                  </a:lnTo>
                  <a:lnTo>
                    <a:pt x="1858955" y="2771630"/>
                  </a:lnTo>
                  <a:lnTo>
                    <a:pt x="1781321" y="2777131"/>
                  </a:lnTo>
                  <a:lnTo>
                    <a:pt x="1703687" y="2782589"/>
                  </a:lnTo>
                  <a:lnTo>
                    <a:pt x="1626053" y="2788005"/>
                  </a:lnTo>
                  <a:lnTo>
                    <a:pt x="1548419" y="2793379"/>
                  </a:lnTo>
                  <a:lnTo>
                    <a:pt x="1470785" y="2798711"/>
                  </a:lnTo>
                  <a:lnTo>
                    <a:pt x="1393151" y="2804003"/>
                  </a:lnTo>
                  <a:lnTo>
                    <a:pt x="1315517" y="2809253"/>
                  </a:lnTo>
                  <a:lnTo>
                    <a:pt x="1237883" y="2814463"/>
                  </a:lnTo>
                  <a:lnTo>
                    <a:pt x="1160249" y="2819633"/>
                  </a:lnTo>
                  <a:lnTo>
                    <a:pt x="1082615" y="2824763"/>
                  </a:lnTo>
                  <a:lnTo>
                    <a:pt x="1004981" y="2829853"/>
                  </a:lnTo>
                  <a:lnTo>
                    <a:pt x="927346" y="2834903"/>
                  </a:lnTo>
                  <a:lnTo>
                    <a:pt x="849712" y="2839915"/>
                  </a:lnTo>
                  <a:lnTo>
                    <a:pt x="772078" y="2844888"/>
                  </a:lnTo>
                  <a:lnTo>
                    <a:pt x="694444" y="2849823"/>
                  </a:lnTo>
                  <a:lnTo>
                    <a:pt x="616810" y="2854719"/>
                  </a:lnTo>
                  <a:lnTo>
                    <a:pt x="539176" y="2859578"/>
                  </a:lnTo>
                  <a:lnTo>
                    <a:pt x="461542" y="2864399"/>
                  </a:lnTo>
                  <a:lnTo>
                    <a:pt x="383908" y="2869183"/>
                  </a:lnTo>
                  <a:lnTo>
                    <a:pt x="306274" y="2873930"/>
                  </a:lnTo>
                  <a:lnTo>
                    <a:pt x="228640" y="2878641"/>
                  </a:lnTo>
                  <a:lnTo>
                    <a:pt x="151006" y="2883315"/>
                  </a:lnTo>
                  <a:lnTo>
                    <a:pt x="73372" y="2887952"/>
                  </a:lnTo>
                  <a:lnTo>
                    <a:pt x="0" y="2892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2073503"/>
              <a:ext cx="5601001" cy="2652169"/>
            </a:xfrm>
            <a:custGeom>
              <a:avLst/>
              <a:pathLst>
                <a:path w="5601001" h="2652169">
                  <a:moveTo>
                    <a:pt x="0" y="0"/>
                  </a:moveTo>
                  <a:lnTo>
                    <a:pt x="11349" y="35964"/>
                  </a:lnTo>
                  <a:lnTo>
                    <a:pt x="88983" y="265583"/>
                  </a:lnTo>
                  <a:lnTo>
                    <a:pt x="166617" y="479910"/>
                  </a:lnTo>
                  <a:lnTo>
                    <a:pt x="244252" y="679962"/>
                  </a:lnTo>
                  <a:lnTo>
                    <a:pt x="321886" y="866692"/>
                  </a:lnTo>
                  <a:lnTo>
                    <a:pt x="399520" y="1040985"/>
                  </a:lnTo>
                  <a:lnTo>
                    <a:pt x="477154" y="1203671"/>
                  </a:lnTo>
                  <a:lnTo>
                    <a:pt x="554788" y="1355521"/>
                  </a:lnTo>
                  <a:lnTo>
                    <a:pt x="632422" y="1497259"/>
                  </a:lnTo>
                  <a:lnTo>
                    <a:pt x="710056" y="1629557"/>
                  </a:lnTo>
                  <a:lnTo>
                    <a:pt x="787690" y="1753044"/>
                  </a:lnTo>
                  <a:lnTo>
                    <a:pt x="865324" y="1868307"/>
                  </a:lnTo>
                  <a:lnTo>
                    <a:pt x="942958" y="1975894"/>
                  </a:lnTo>
                  <a:lnTo>
                    <a:pt x="1020592" y="2076316"/>
                  </a:lnTo>
                  <a:lnTo>
                    <a:pt x="1098226" y="2170049"/>
                  </a:lnTo>
                  <a:lnTo>
                    <a:pt x="1175860" y="2257540"/>
                  </a:lnTo>
                  <a:lnTo>
                    <a:pt x="1253494" y="2339204"/>
                  </a:lnTo>
                  <a:lnTo>
                    <a:pt x="1331128" y="2415430"/>
                  </a:lnTo>
                  <a:lnTo>
                    <a:pt x="1408762" y="2486578"/>
                  </a:lnTo>
                  <a:lnTo>
                    <a:pt x="1486396" y="2552989"/>
                  </a:lnTo>
                  <a:lnTo>
                    <a:pt x="1564030" y="2614976"/>
                  </a:lnTo>
                  <a:lnTo>
                    <a:pt x="1641664" y="2652169"/>
                  </a:lnTo>
                  <a:lnTo>
                    <a:pt x="1719298" y="2645696"/>
                  </a:lnTo>
                  <a:lnTo>
                    <a:pt x="1796932" y="2639172"/>
                  </a:lnTo>
                  <a:lnTo>
                    <a:pt x="1874566" y="2632598"/>
                  </a:lnTo>
                  <a:lnTo>
                    <a:pt x="1952201" y="2625972"/>
                  </a:lnTo>
                  <a:lnTo>
                    <a:pt x="2029835" y="2619295"/>
                  </a:lnTo>
                  <a:lnTo>
                    <a:pt x="2107469" y="2612566"/>
                  </a:lnTo>
                  <a:lnTo>
                    <a:pt x="2185103" y="2605784"/>
                  </a:lnTo>
                  <a:lnTo>
                    <a:pt x="2262737" y="2598950"/>
                  </a:lnTo>
                  <a:lnTo>
                    <a:pt x="2340371" y="2592062"/>
                  </a:lnTo>
                  <a:lnTo>
                    <a:pt x="2418005" y="2585121"/>
                  </a:lnTo>
                  <a:lnTo>
                    <a:pt x="2495639" y="2578126"/>
                  </a:lnTo>
                  <a:lnTo>
                    <a:pt x="2573273" y="2571076"/>
                  </a:lnTo>
                  <a:lnTo>
                    <a:pt x="2650907" y="2563972"/>
                  </a:lnTo>
                  <a:lnTo>
                    <a:pt x="2728541" y="2556812"/>
                  </a:lnTo>
                  <a:lnTo>
                    <a:pt x="2806175" y="2549597"/>
                  </a:lnTo>
                  <a:lnTo>
                    <a:pt x="2883809" y="2542325"/>
                  </a:lnTo>
                  <a:lnTo>
                    <a:pt x="2961443" y="2534997"/>
                  </a:lnTo>
                  <a:lnTo>
                    <a:pt x="3039077" y="2527611"/>
                  </a:lnTo>
                  <a:lnTo>
                    <a:pt x="3116711" y="2520168"/>
                  </a:lnTo>
                  <a:lnTo>
                    <a:pt x="3194345" y="2512668"/>
                  </a:lnTo>
                  <a:lnTo>
                    <a:pt x="3271979" y="2505108"/>
                  </a:lnTo>
                  <a:lnTo>
                    <a:pt x="3349613" y="2497490"/>
                  </a:lnTo>
                  <a:lnTo>
                    <a:pt x="3427247" y="2489813"/>
                  </a:lnTo>
                  <a:lnTo>
                    <a:pt x="3504881" y="2482076"/>
                  </a:lnTo>
                  <a:lnTo>
                    <a:pt x="3582515" y="2474279"/>
                  </a:lnTo>
                  <a:lnTo>
                    <a:pt x="3660150" y="2466421"/>
                  </a:lnTo>
                  <a:lnTo>
                    <a:pt x="3737784" y="2458501"/>
                  </a:lnTo>
                  <a:lnTo>
                    <a:pt x="3815418" y="2450521"/>
                  </a:lnTo>
                  <a:lnTo>
                    <a:pt x="3893052" y="2442478"/>
                  </a:lnTo>
                  <a:lnTo>
                    <a:pt x="3970686" y="2434372"/>
                  </a:lnTo>
                  <a:lnTo>
                    <a:pt x="4048320" y="2426203"/>
                  </a:lnTo>
                  <a:lnTo>
                    <a:pt x="4125954" y="2417971"/>
                  </a:lnTo>
                  <a:lnTo>
                    <a:pt x="4203588" y="2409675"/>
                  </a:lnTo>
                  <a:lnTo>
                    <a:pt x="4281222" y="2401314"/>
                  </a:lnTo>
                  <a:lnTo>
                    <a:pt x="4358856" y="2392888"/>
                  </a:lnTo>
                  <a:lnTo>
                    <a:pt x="4436490" y="2384396"/>
                  </a:lnTo>
                  <a:lnTo>
                    <a:pt x="4514124" y="2375839"/>
                  </a:lnTo>
                  <a:lnTo>
                    <a:pt x="4591758" y="2367214"/>
                  </a:lnTo>
                  <a:lnTo>
                    <a:pt x="4669392" y="2358523"/>
                  </a:lnTo>
                  <a:lnTo>
                    <a:pt x="4747026" y="2349764"/>
                  </a:lnTo>
                  <a:lnTo>
                    <a:pt x="4824660" y="2340937"/>
                  </a:lnTo>
                  <a:lnTo>
                    <a:pt x="4902294" y="2332041"/>
                  </a:lnTo>
                  <a:lnTo>
                    <a:pt x="4979928" y="2323075"/>
                  </a:lnTo>
                  <a:lnTo>
                    <a:pt x="5057562" y="2314040"/>
                  </a:lnTo>
                  <a:lnTo>
                    <a:pt x="5135196" y="2304935"/>
                  </a:lnTo>
                  <a:lnTo>
                    <a:pt x="5212830" y="2295759"/>
                  </a:lnTo>
                  <a:lnTo>
                    <a:pt x="5290464" y="2286511"/>
                  </a:lnTo>
                  <a:lnTo>
                    <a:pt x="5368099" y="2277191"/>
                  </a:lnTo>
                  <a:lnTo>
                    <a:pt x="5445733" y="2267799"/>
                  </a:lnTo>
                  <a:lnTo>
                    <a:pt x="5523367" y="2258334"/>
                  </a:lnTo>
                  <a:lnTo>
                    <a:pt x="5601001" y="22487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2095"/>
              <a:ext cx="7370972" cy="801029"/>
            </a:xfrm>
            <a:custGeom>
              <a:avLst/>
              <a:pathLst>
                <a:path w="7370972" h="801029">
                  <a:moveTo>
                    <a:pt x="7370972" y="801029"/>
                  </a:moveTo>
                  <a:lnTo>
                    <a:pt x="7293338" y="799308"/>
                  </a:lnTo>
                  <a:lnTo>
                    <a:pt x="7215704" y="797464"/>
                  </a:lnTo>
                  <a:lnTo>
                    <a:pt x="7138070" y="795488"/>
                  </a:lnTo>
                  <a:lnTo>
                    <a:pt x="7060436" y="793372"/>
                  </a:lnTo>
                  <a:lnTo>
                    <a:pt x="6982802" y="791104"/>
                  </a:lnTo>
                  <a:lnTo>
                    <a:pt x="6905168" y="788674"/>
                  </a:lnTo>
                  <a:lnTo>
                    <a:pt x="6827534" y="786072"/>
                  </a:lnTo>
                  <a:lnTo>
                    <a:pt x="6749900" y="783283"/>
                  </a:lnTo>
                  <a:lnTo>
                    <a:pt x="6672266" y="780296"/>
                  </a:lnTo>
                  <a:lnTo>
                    <a:pt x="6594632" y="777095"/>
                  </a:lnTo>
                  <a:lnTo>
                    <a:pt x="6516998" y="773666"/>
                  </a:lnTo>
                  <a:lnTo>
                    <a:pt x="6439364" y="769992"/>
                  </a:lnTo>
                  <a:lnTo>
                    <a:pt x="6361730" y="766056"/>
                  </a:lnTo>
                  <a:lnTo>
                    <a:pt x="6284096" y="761840"/>
                  </a:lnTo>
                  <a:lnTo>
                    <a:pt x="6206462" y="757322"/>
                  </a:lnTo>
                  <a:lnTo>
                    <a:pt x="6128827" y="752482"/>
                  </a:lnTo>
                  <a:lnTo>
                    <a:pt x="6051193" y="747297"/>
                  </a:lnTo>
                  <a:lnTo>
                    <a:pt x="5973559" y="741742"/>
                  </a:lnTo>
                  <a:lnTo>
                    <a:pt x="5895925" y="735791"/>
                  </a:lnTo>
                  <a:lnTo>
                    <a:pt x="5818291" y="729415"/>
                  </a:lnTo>
                  <a:lnTo>
                    <a:pt x="5740657" y="722583"/>
                  </a:lnTo>
                  <a:lnTo>
                    <a:pt x="5663023" y="715265"/>
                  </a:lnTo>
                  <a:lnTo>
                    <a:pt x="5585389" y="707424"/>
                  </a:lnTo>
                  <a:lnTo>
                    <a:pt x="5507755" y="699024"/>
                  </a:lnTo>
                  <a:lnTo>
                    <a:pt x="5430121" y="690025"/>
                  </a:lnTo>
                  <a:lnTo>
                    <a:pt x="5352487" y="680383"/>
                  </a:lnTo>
                  <a:lnTo>
                    <a:pt x="5274853" y="670054"/>
                  </a:lnTo>
                  <a:lnTo>
                    <a:pt x="5197219" y="658987"/>
                  </a:lnTo>
                  <a:lnTo>
                    <a:pt x="5119585" y="647131"/>
                  </a:lnTo>
                  <a:lnTo>
                    <a:pt x="5041951" y="634429"/>
                  </a:lnTo>
                  <a:lnTo>
                    <a:pt x="4964317" y="620821"/>
                  </a:lnTo>
                  <a:lnTo>
                    <a:pt x="4886683" y="606241"/>
                  </a:lnTo>
                  <a:lnTo>
                    <a:pt x="4809049" y="590622"/>
                  </a:lnTo>
                  <a:lnTo>
                    <a:pt x="4731415" y="573888"/>
                  </a:lnTo>
                  <a:lnTo>
                    <a:pt x="4653781" y="555960"/>
                  </a:lnTo>
                  <a:lnTo>
                    <a:pt x="4576147" y="536752"/>
                  </a:lnTo>
                  <a:lnTo>
                    <a:pt x="4498513" y="516175"/>
                  </a:lnTo>
                  <a:lnTo>
                    <a:pt x="4420879" y="494129"/>
                  </a:lnTo>
                  <a:lnTo>
                    <a:pt x="4343244" y="470510"/>
                  </a:lnTo>
                  <a:lnTo>
                    <a:pt x="4265610" y="445206"/>
                  </a:lnTo>
                  <a:lnTo>
                    <a:pt x="4187976" y="418096"/>
                  </a:lnTo>
                  <a:lnTo>
                    <a:pt x="4110342" y="389052"/>
                  </a:lnTo>
                  <a:lnTo>
                    <a:pt x="4032708" y="357936"/>
                  </a:lnTo>
                  <a:lnTo>
                    <a:pt x="3955074" y="324600"/>
                  </a:lnTo>
                  <a:lnTo>
                    <a:pt x="3877440" y="288885"/>
                  </a:lnTo>
                  <a:lnTo>
                    <a:pt x="3799806" y="250621"/>
                  </a:lnTo>
                  <a:lnTo>
                    <a:pt x="3722172" y="209628"/>
                  </a:lnTo>
                  <a:lnTo>
                    <a:pt x="3644538" y="165710"/>
                  </a:lnTo>
                  <a:lnTo>
                    <a:pt x="3566904" y="118658"/>
                  </a:lnTo>
                  <a:lnTo>
                    <a:pt x="3489270" y="68249"/>
                  </a:lnTo>
                  <a:lnTo>
                    <a:pt x="3411636" y="14243"/>
                  </a:lnTo>
                  <a:lnTo>
                    <a:pt x="3334002" y="0"/>
                  </a:lnTo>
                  <a:lnTo>
                    <a:pt x="3256368" y="6373"/>
                  </a:lnTo>
                  <a:lnTo>
                    <a:pt x="3178734" y="12698"/>
                  </a:lnTo>
                  <a:lnTo>
                    <a:pt x="3101100" y="18973"/>
                  </a:lnTo>
                  <a:lnTo>
                    <a:pt x="3023466" y="25200"/>
                  </a:lnTo>
                  <a:lnTo>
                    <a:pt x="2945832" y="31379"/>
                  </a:lnTo>
                  <a:lnTo>
                    <a:pt x="2868198" y="37510"/>
                  </a:lnTo>
                  <a:lnTo>
                    <a:pt x="2790564" y="43594"/>
                  </a:lnTo>
                  <a:lnTo>
                    <a:pt x="2712930" y="49631"/>
                  </a:lnTo>
                  <a:lnTo>
                    <a:pt x="2635295" y="55622"/>
                  </a:lnTo>
                  <a:lnTo>
                    <a:pt x="2557661" y="61566"/>
                  </a:lnTo>
                  <a:lnTo>
                    <a:pt x="2480027" y="67464"/>
                  </a:lnTo>
                  <a:lnTo>
                    <a:pt x="2402393" y="73316"/>
                  </a:lnTo>
                  <a:lnTo>
                    <a:pt x="2324759" y="79124"/>
                  </a:lnTo>
                  <a:lnTo>
                    <a:pt x="2247125" y="84886"/>
                  </a:lnTo>
                  <a:lnTo>
                    <a:pt x="2169491" y="90604"/>
                  </a:lnTo>
                  <a:lnTo>
                    <a:pt x="2091857" y="96278"/>
                  </a:lnTo>
                  <a:lnTo>
                    <a:pt x="2014223" y="101908"/>
                  </a:lnTo>
                  <a:lnTo>
                    <a:pt x="1936589" y="107494"/>
                  </a:lnTo>
                  <a:lnTo>
                    <a:pt x="1858955" y="113038"/>
                  </a:lnTo>
                  <a:lnTo>
                    <a:pt x="1781321" y="118538"/>
                  </a:lnTo>
                  <a:lnTo>
                    <a:pt x="1703687" y="123996"/>
                  </a:lnTo>
                  <a:lnTo>
                    <a:pt x="1626053" y="129412"/>
                  </a:lnTo>
                  <a:lnTo>
                    <a:pt x="1548419" y="134786"/>
                  </a:lnTo>
                  <a:lnTo>
                    <a:pt x="1470785" y="140119"/>
                  </a:lnTo>
                  <a:lnTo>
                    <a:pt x="1393151" y="145410"/>
                  </a:lnTo>
                  <a:lnTo>
                    <a:pt x="1315517" y="150660"/>
                  </a:lnTo>
                  <a:lnTo>
                    <a:pt x="1237883" y="155870"/>
                  </a:lnTo>
                  <a:lnTo>
                    <a:pt x="1160249" y="161040"/>
                  </a:lnTo>
                  <a:lnTo>
                    <a:pt x="1082615" y="166170"/>
                  </a:lnTo>
                  <a:lnTo>
                    <a:pt x="1004981" y="171260"/>
                  </a:lnTo>
                  <a:lnTo>
                    <a:pt x="927346" y="176311"/>
                  </a:lnTo>
                  <a:lnTo>
                    <a:pt x="849712" y="181322"/>
                  </a:lnTo>
                  <a:lnTo>
                    <a:pt x="772078" y="186295"/>
                  </a:lnTo>
                  <a:lnTo>
                    <a:pt x="694444" y="191230"/>
                  </a:lnTo>
                  <a:lnTo>
                    <a:pt x="616810" y="196127"/>
                  </a:lnTo>
                  <a:lnTo>
                    <a:pt x="539176" y="200985"/>
                  </a:lnTo>
                  <a:lnTo>
                    <a:pt x="461542" y="205807"/>
                  </a:lnTo>
                  <a:lnTo>
                    <a:pt x="383908" y="210590"/>
                  </a:lnTo>
                  <a:lnTo>
                    <a:pt x="306274" y="215337"/>
                  </a:lnTo>
                  <a:lnTo>
                    <a:pt x="228640" y="220048"/>
                  </a:lnTo>
                  <a:lnTo>
                    <a:pt x="151006" y="224722"/>
                  </a:lnTo>
                  <a:lnTo>
                    <a:pt x="73372" y="229360"/>
                  </a:lnTo>
                  <a:lnTo>
                    <a:pt x="0" y="233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08554"/>
              <a:ext cx="7370972" cy="2976090"/>
            </a:xfrm>
            <a:custGeom>
              <a:avLst/>
              <a:pathLst>
                <a:path w="7370972" h="2976090">
                  <a:moveTo>
                    <a:pt x="0" y="0"/>
                  </a:moveTo>
                  <a:lnTo>
                    <a:pt x="73372" y="89781"/>
                  </a:lnTo>
                  <a:lnTo>
                    <a:pt x="151006" y="181916"/>
                  </a:lnTo>
                  <a:lnTo>
                    <a:pt x="228640" y="271276"/>
                  </a:lnTo>
                  <a:lnTo>
                    <a:pt x="306274" y="357944"/>
                  </a:lnTo>
                  <a:lnTo>
                    <a:pt x="383908" y="442002"/>
                  </a:lnTo>
                  <a:lnTo>
                    <a:pt x="461542" y="523528"/>
                  </a:lnTo>
                  <a:lnTo>
                    <a:pt x="539176" y="602599"/>
                  </a:lnTo>
                  <a:lnTo>
                    <a:pt x="616810" y="679288"/>
                  </a:lnTo>
                  <a:lnTo>
                    <a:pt x="694444" y="753667"/>
                  </a:lnTo>
                  <a:lnTo>
                    <a:pt x="772078" y="825805"/>
                  </a:lnTo>
                  <a:lnTo>
                    <a:pt x="849712" y="895771"/>
                  </a:lnTo>
                  <a:lnTo>
                    <a:pt x="927346" y="963630"/>
                  </a:lnTo>
                  <a:lnTo>
                    <a:pt x="1004981" y="1029444"/>
                  </a:lnTo>
                  <a:lnTo>
                    <a:pt x="1082615" y="1093276"/>
                  </a:lnTo>
                  <a:lnTo>
                    <a:pt x="1160249" y="1155186"/>
                  </a:lnTo>
                  <a:lnTo>
                    <a:pt x="1237883" y="1215231"/>
                  </a:lnTo>
                  <a:lnTo>
                    <a:pt x="1315517" y="1273467"/>
                  </a:lnTo>
                  <a:lnTo>
                    <a:pt x="1393151" y="1329949"/>
                  </a:lnTo>
                  <a:lnTo>
                    <a:pt x="1470785" y="1384730"/>
                  </a:lnTo>
                  <a:lnTo>
                    <a:pt x="1548419" y="1437861"/>
                  </a:lnTo>
                  <a:lnTo>
                    <a:pt x="1626053" y="1489392"/>
                  </a:lnTo>
                  <a:lnTo>
                    <a:pt x="1703687" y="1539370"/>
                  </a:lnTo>
                  <a:lnTo>
                    <a:pt x="1781321" y="1587843"/>
                  </a:lnTo>
                  <a:lnTo>
                    <a:pt x="1858955" y="1634857"/>
                  </a:lnTo>
                  <a:lnTo>
                    <a:pt x="1936589" y="1680454"/>
                  </a:lnTo>
                  <a:lnTo>
                    <a:pt x="2014223" y="1724677"/>
                  </a:lnTo>
                  <a:lnTo>
                    <a:pt x="2091857" y="1767569"/>
                  </a:lnTo>
                  <a:lnTo>
                    <a:pt x="2169491" y="1809169"/>
                  </a:lnTo>
                  <a:lnTo>
                    <a:pt x="2247125" y="1849515"/>
                  </a:lnTo>
                  <a:lnTo>
                    <a:pt x="2324759" y="1888647"/>
                  </a:lnTo>
                  <a:lnTo>
                    <a:pt x="2402393" y="1926600"/>
                  </a:lnTo>
                  <a:lnTo>
                    <a:pt x="2480027" y="1963410"/>
                  </a:lnTo>
                  <a:lnTo>
                    <a:pt x="2557661" y="1999111"/>
                  </a:lnTo>
                  <a:lnTo>
                    <a:pt x="2635295" y="2033736"/>
                  </a:lnTo>
                  <a:lnTo>
                    <a:pt x="2712930" y="2067319"/>
                  </a:lnTo>
                  <a:lnTo>
                    <a:pt x="2790564" y="2099890"/>
                  </a:lnTo>
                  <a:lnTo>
                    <a:pt x="2868198" y="2131480"/>
                  </a:lnTo>
                  <a:lnTo>
                    <a:pt x="2945832" y="2162119"/>
                  </a:lnTo>
                  <a:lnTo>
                    <a:pt x="3023466" y="2191835"/>
                  </a:lnTo>
                  <a:lnTo>
                    <a:pt x="3101100" y="2220656"/>
                  </a:lnTo>
                  <a:lnTo>
                    <a:pt x="3178734" y="2248608"/>
                  </a:lnTo>
                  <a:lnTo>
                    <a:pt x="3256368" y="2275719"/>
                  </a:lnTo>
                  <a:lnTo>
                    <a:pt x="3334002" y="2302013"/>
                  </a:lnTo>
                  <a:lnTo>
                    <a:pt x="3411636" y="2327515"/>
                  </a:lnTo>
                  <a:lnTo>
                    <a:pt x="3489270" y="2352250"/>
                  </a:lnTo>
                  <a:lnTo>
                    <a:pt x="3566904" y="2376239"/>
                  </a:lnTo>
                  <a:lnTo>
                    <a:pt x="3644538" y="2399505"/>
                  </a:lnTo>
                  <a:lnTo>
                    <a:pt x="3722172" y="2422071"/>
                  </a:lnTo>
                  <a:lnTo>
                    <a:pt x="3799806" y="2443957"/>
                  </a:lnTo>
                  <a:lnTo>
                    <a:pt x="3877440" y="2465184"/>
                  </a:lnTo>
                  <a:lnTo>
                    <a:pt x="3955074" y="2485771"/>
                  </a:lnTo>
                  <a:lnTo>
                    <a:pt x="4032708" y="2505739"/>
                  </a:lnTo>
                  <a:lnTo>
                    <a:pt x="4110342" y="2525105"/>
                  </a:lnTo>
                  <a:lnTo>
                    <a:pt x="4187976" y="2543887"/>
                  </a:lnTo>
                  <a:lnTo>
                    <a:pt x="4265610" y="2562104"/>
                  </a:lnTo>
                  <a:lnTo>
                    <a:pt x="4343244" y="2579772"/>
                  </a:lnTo>
                  <a:lnTo>
                    <a:pt x="4420879" y="2596908"/>
                  </a:lnTo>
                  <a:lnTo>
                    <a:pt x="4498513" y="2613528"/>
                  </a:lnTo>
                  <a:lnTo>
                    <a:pt x="4576147" y="2629648"/>
                  </a:lnTo>
                  <a:lnTo>
                    <a:pt x="4653781" y="2645281"/>
                  </a:lnTo>
                  <a:lnTo>
                    <a:pt x="4731415" y="2660444"/>
                  </a:lnTo>
                  <a:lnTo>
                    <a:pt x="4809049" y="2675150"/>
                  </a:lnTo>
                  <a:lnTo>
                    <a:pt x="4886683" y="2689414"/>
                  </a:lnTo>
                  <a:lnTo>
                    <a:pt x="4964317" y="2703247"/>
                  </a:lnTo>
                  <a:lnTo>
                    <a:pt x="5041951" y="2716664"/>
                  </a:lnTo>
                  <a:lnTo>
                    <a:pt x="5119585" y="2729677"/>
                  </a:lnTo>
                  <a:lnTo>
                    <a:pt x="5197219" y="2742298"/>
                  </a:lnTo>
                  <a:lnTo>
                    <a:pt x="5274853" y="2754539"/>
                  </a:lnTo>
                  <a:lnTo>
                    <a:pt x="5352487" y="2766411"/>
                  </a:lnTo>
                  <a:lnTo>
                    <a:pt x="5430121" y="2777925"/>
                  </a:lnTo>
                  <a:lnTo>
                    <a:pt x="5507755" y="2789093"/>
                  </a:lnTo>
                  <a:lnTo>
                    <a:pt x="5585389" y="2799924"/>
                  </a:lnTo>
                  <a:lnTo>
                    <a:pt x="5663023" y="2810429"/>
                  </a:lnTo>
                  <a:lnTo>
                    <a:pt x="5740657" y="2820618"/>
                  </a:lnTo>
                  <a:lnTo>
                    <a:pt x="5818291" y="2830499"/>
                  </a:lnTo>
                  <a:lnTo>
                    <a:pt x="5895925" y="2840084"/>
                  </a:lnTo>
                  <a:lnTo>
                    <a:pt x="5973559" y="2849379"/>
                  </a:lnTo>
                  <a:lnTo>
                    <a:pt x="6051193" y="2858394"/>
                  </a:lnTo>
                  <a:lnTo>
                    <a:pt x="6128827" y="2867138"/>
                  </a:lnTo>
                  <a:lnTo>
                    <a:pt x="6206462" y="2875619"/>
                  </a:lnTo>
                  <a:lnTo>
                    <a:pt x="6284096" y="2883844"/>
                  </a:lnTo>
                  <a:lnTo>
                    <a:pt x="6361730" y="2891821"/>
                  </a:lnTo>
                  <a:lnTo>
                    <a:pt x="6439364" y="2899558"/>
                  </a:lnTo>
                  <a:lnTo>
                    <a:pt x="6516998" y="2907062"/>
                  </a:lnTo>
                  <a:lnTo>
                    <a:pt x="6594632" y="2914340"/>
                  </a:lnTo>
                  <a:lnTo>
                    <a:pt x="6672266" y="2921399"/>
                  </a:lnTo>
                  <a:lnTo>
                    <a:pt x="6749900" y="2928245"/>
                  </a:lnTo>
                  <a:lnTo>
                    <a:pt x="6827534" y="2934885"/>
                  </a:lnTo>
                  <a:lnTo>
                    <a:pt x="6905168" y="2941325"/>
                  </a:lnTo>
                  <a:lnTo>
                    <a:pt x="6982802" y="2947571"/>
                  </a:lnTo>
                  <a:lnTo>
                    <a:pt x="7060436" y="2953629"/>
                  </a:lnTo>
                  <a:lnTo>
                    <a:pt x="7138070" y="2959505"/>
                  </a:lnTo>
                  <a:lnTo>
                    <a:pt x="7215704" y="2965203"/>
                  </a:lnTo>
                  <a:lnTo>
                    <a:pt x="7293338" y="2970730"/>
                  </a:lnTo>
                  <a:lnTo>
                    <a:pt x="7370972" y="29760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2026-06-02T08:49:27Z</dcterms:modified>
  <cp:category/>
</cp:coreProperties>
</file>