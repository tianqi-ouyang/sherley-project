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1696"/>
            </a:xfrm>
            <a:custGeom>
              <a:avLst/>
              <a:pathLst>
                <a:path w="7370972" h="3641696">
                  <a:moveTo>
                    <a:pt x="2079523" y="0"/>
                  </a:moveTo>
                  <a:lnTo>
                    <a:pt x="2091857" y="50913"/>
                  </a:lnTo>
                  <a:lnTo>
                    <a:pt x="2169491" y="345192"/>
                  </a:lnTo>
                  <a:lnTo>
                    <a:pt x="2247125" y="615428"/>
                  </a:lnTo>
                  <a:lnTo>
                    <a:pt x="2324759" y="863584"/>
                  </a:lnTo>
                  <a:lnTo>
                    <a:pt x="2402393" y="1091465"/>
                  </a:lnTo>
                  <a:lnTo>
                    <a:pt x="2480027" y="1300726"/>
                  </a:lnTo>
                  <a:lnTo>
                    <a:pt x="2557661" y="1492890"/>
                  </a:lnTo>
                  <a:lnTo>
                    <a:pt x="2635295" y="1669353"/>
                  </a:lnTo>
                  <a:lnTo>
                    <a:pt x="2712930" y="1831398"/>
                  </a:lnTo>
                  <a:lnTo>
                    <a:pt x="2790564" y="1980203"/>
                  </a:lnTo>
                  <a:lnTo>
                    <a:pt x="2868198" y="2116850"/>
                  </a:lnTo>
                  <a:lnTo>
                    <a:pt x="2945832" y="2242332"/>
                  </a:lnTo>
                  <a:lnTo>
                    <a:pt x="3023466" y="2357562"/>
                  </a:lnTo>
                  <a:lnTo>
                    <a:pt x="3101100" y="2463376"/>
                  </a:lnTo>
                  <a:lnTo>
                    <a:pt x="3178734" y="2560546"/>
                  </a:lnTo>
                  <a:lnTo>
                    <a:pt x="3256368" y="2649776"/>
                  </a:lnTo>
                  <a:lnTo>
                    <a:pt x="3334002" y="2731715"/>
                  </a:lnTo>
                  <a:lnTo>
                    <a:pt x="3411636" y="2788045"/>
                  </a:lnTo>
                  <a:lnTo>
                    <a:pt x="3489270" y="2803338"/>
                  </a:lnTo>
                  <a:lnTo>
                    <a:pt x="3566904" y="2818360"/>
                  </a:lnTo>
                  <a:lnTo>
                    <a:pt x="3644538" y="2833116"/>
                  </a:lnTo>
                  <a:lnTo>
                    <a:pt x="3722172" y="2847611"/>
                  </a:lnTo>
                  <a:lnTo>
                    <a:pt x="3799806" y="2861850"/>
                  </a:lnTo>
                  <a:lnTo>
                    <a:pt x="3877440" y="2875837"/>
                  </a:lnTo>
                  <a:lnTo>
                    <a:pt x="3955074" y="2889577"/>
                  </a:lnTo>
                  <a:lnTo>
                    <a:pt x="4032708" y="2903073"/>
                  </a:lnTo>
                  <a:lnTo>
                    <a:pt x="4110342" y="2916331"/>
                  </a:lnTo>
                  <a:lnTo>
                    <a:pt x="4187976" y="2929355"/>
                  </a:lnTo>
                  <a:lnTo>
                    <a:pt x="4265610" y="2942148"/>
                  </a:lnTo>
                  <a:lnTo>
                    <a:pt x="4343244" y="2954715"/>
                  </a:lnTo>
                  <a:lnTo>
                    <a:pt x="4420879" y="2967059"/>
                  </a:lnTo>
                  <a:lnTo>
                    <a:pt x="4498513" y="2979185"/>
                  </a:lnTo>
                  <a:lnTo>
                    <a:pt x="4576147" y="2991097"/>
                  </a:lnTo>
                  <a:lnTo>
                    <a:pt x="4653781" y="3002798"/>
                  </a:lnTo>
                  <a:lnTo>
                    <a:pt x="4731415" y="3014292"/>
                  </a:lnTo>
                  <a:lnTo>
                    <a:pt x="4809049" y="3025583"/>
                  </a:lnTo>
                  <a:lnTo>
                    <a:pt x="4886683" y="3036674"/>
                  </a:lnTo>
                  <a:lnTo>
                    <a:pt x="4964317" y="3047569"/>
                  </a:lnTo>
                  <a:lnTo>
                    <a:pt x="5041951" y="3058271"/>
                  </a:lnTo>
                  <a:lnTo>
                    <a:pt x="5119585" y="3068784"/>
                  </a:lnTo>
                  <a:lnTo>
                    <a:pt x="5197219" y="3079111"/>
                  </a:lnTo>
                  <a:lnTo>
                    <a:pt x="5274853" y="3089255"/>
                  </a:lnTo>
                  <a:lnTo>
                    <a:pt x="5352487" y="3099220"/>
                  </a:lnTo>
                  <a:lnTo>
                    <a:pt x="5430121" y="3109008"/>
                  </a:lnTo>
                  <a:lnTo>
                    <a:pt x="5507755" y="3118624"/>
                  </a:lnTo>
                  <a:lnTo>
                    <a:pt x="5585389" y="3128069"/>
                  </a:lnTo>
                  <a:lnTo>
                    <a:pt x="5663023" y="3137347"/>
                  </a:lnTo>
                  <a:lnTo>
                    <a:pt x="5740657" y="3146462"/>
                  </a:lnTo>
                  <a:lnTo>
                    <a:pt x="5818291" y="3155415"/>
                  </a:lnTo>
                  <a:lnTo>
                    <a:pt x="5895925" y="3164209"/>
                  </a:lnTo>
                  <a:lnTo>
                    <a:pt x="5973559" y="3172848"/>
                  </a:lnTo>
                  <a:lnTo>
                    <a:pt x="6051193" y="3181335"/>
                  </a:lnTo>
                  <a:lnTo>
                    <a:pt x="6128827" y="3189671"/>
                  </a:lnTo>
                  <a:lnTo>
                    <a:pt x="6206462" y="3197860"/>
                  </a:lnTo>
                  <a:lnTo>
                    <a:pt x="6284096" y="3205904"/>
                  </a:lnTo>
                  <a:lnTo>
                    <a:pt x="6361730" y="3213805"/>
                  </a:lnTo>
                  <a:lnTo>
                    <a:pt x="6439364" y="3221567"/>
                  </a:lnTo>
                  <a:lnTo>
                    <a:pt x="6516998" y="3229192"/>
                  </a:lnTo>
                  <a:lnTo>
                    <a:pt x="6594632" y="3236681"/>
                  </a:lnTo>
                  <a:lnTo>
                    <a:pt x="6672266" y="3244039"/>
                  </a:lnTo>
                  <a:lnTo>
                    <a:pt x="6749900" y="3251266"/>
                  </a:lnTo>
                  <a:lnTo>
                    <a:pt x="6827534" y="3258365"/>
                  </a:lnTo>
                  <a:lnTo>
                    <a:pt x="6905168" y="3265339"/>
                  </a:lnTo>
                  <a:lnTo>
                    <a:pt x="6982802" y="3272189"/>
                  </a:lnTo>
                  <a:lnTo>
                    <a:pt x="7060436" y="3278918"/>
                  </a:lnTo>
                  <a:lnTo>
                    <a:pt x="7138070" y="3285529"/>
                  </a:lnTo>
                  <a:lnTo>
                    <a:pt x="7215704" y="3292022"/>
                  </a:lnTo>
                  <a:lnTo>
                    <a:pt x="7293338" y="3298400"/>
                  </a:lnTo>
                  <a:lnTo>
                    <a:pt x="7370972" y="3304666"/>
                  </a:lnTo>
                  <a:lnTo>
                    <a:pt x="7370972" y="3641696"/>
                  </a:lnTo>
                  <a:lnTo>
                    <a:pt x="7293338" y="3640722"/>
                  </a:lnTo>
                  <a:lnTo>
                    <a:pt x="7215704" y="3639662"/>
                  </a:lnTo>
                  <a:lnTo>
                    <a:pt x="7138070" y="3638506"/>
                  </a:lnTo>
                  <a:lnTo>
                    <a:pt x="7060436" y="3637249"/>
                  </a:lnTo>
                  <a:lnTo>
                    <a:pt x="6982802" y="3635879"/>
                  </a:lnTo>
                  <a:lnTo>
                    <a:pt x="6905168" y="3634387"/>
                  </a:lnTo>
                  <a:lnTo>
                    <a:pt x="6827534" y="3632763"/>
                  </a:lnTo>
                  <a:lnTo>
                    <a:pt x="6749900" y="3630994"/>
                  </a:lnTo>
                  <a:lnTo>
                    <a:pt x="6672266" y="3629068"/>
                  </a:lnTo>
                  <a:lnTo>
                    <a:pt x="6594632" y="3626970"/>
                  </a:lnTo>
                  <a:lnTo>
                    <a:pt x="6516998" y="3624686"/>
                  </a:lnTo>
                  <a:lnTo>
                    <a:pt x="6439364" y="3622199"/>
                  </a:lnTo>
                  <a:lnTo>
                    <a:pt x="6361730" y="3619490"/>
                  </a:lnTo>
                  <a:lnTo>
                    <a:pt x="6284096" y="3616540"/>
                  </a:lnTo>
                  <a:lnTo>
                    <a:pt x="6206462" y="3613328"/>
                  </a:lnTo>
                  <a:lnTo>
                    <a:pt x="6128827" y="3609830"/>
                  </a:lnTo>
                  <a:lnTo>
                    <a:pt x="6051193" y="3606020"/>
                  </a:lnTo>
                  <a:lnTo>
                    <a:pt x="5973559" y="3601872"/>
                  </a:lnTo>
                  <a:lnTo>
                    <a:pt x="5895925" y="3597354"/>
                  </a:lnTo>
                  <a:lnTo>
                    <a:pt x="5818291" y="3592435"/>
                  </a:lnTo>
                  <a:lnTo>
                    <a:pt x="5740657" y="3587078"/>
                  </a:lnTo>
                  <a:lnTo>
                    <a:pt x="5663023" y="3581245"/>
                  </a:lnTo>
                  <a:lnTo>
                    <a:pt x="5585389" y="3574892"/>
                  </a:lnTo>
                  <a:lnTo>
                    <a:pt x="5507755" y="3567974"/>
                  </a:lnTo>
                  <a:lnTo>
                    <a:pt x="5430121" y="3560440"/>
                  </a:lnTo>
                  <a:lnTo>
                    <a:pt x="5352487" y="3552237"/>
                  </a:lnTo>
                  <a:lnTo>
                    <a:pt x="5274853" y="3543303"/>
                  </a:lnTo>
                  <a:lnTo>
                    <a:pt x="5197219" y="3533575"/>
                  </a:lnTo>
                  <a:lnTo>
                    <a:pt x="5119585" y="3522980"/>
                  </a:lnTo>
                  <a:lnTo>
                    <a:pt x="5041951" y="3511444"/>
                  </a:lnTo>
                  <a:lnTo>
                    <a:pt x="4964317" y="3498881"/>
                  </a:lnTo>
                  <a:lnTo>
                    <a:pt x="4886683" y="3485199"/>
                  </a:lnTo>
                  <a:lnTo>
                    <a:pt x="4809049" y="3470301"/>
                  </a:lnTo>
                  <a:lnTo>
                    <a:pt x="4731415" y="3454077"/>
                  </a:lnTo>
                  <a:lnTo>
                    <a:pt x="4653781" y="3436410"/>
                  </a:lnTo>
                  <a:lnTo>
                    <a:pt x="4576147" y="3417171"/>
                  </a:lnTo>
                  <a:lnTo>
                    <a:pt x="4498513" y="3396220"/>
                  </a:lnTo>
                  <a:lnTo>
                    <a:pt x="4420879" y="3373404"/>
                  </a:lnTo>
                  <a:lnTo>
                    <a:pt x="4343244" y="3348559"/>
                  </a:lnTo>
                  <a:lnTo>
                    <a:pt x="4265610" y="3321503"/>
                  </a:lnTo>
                  <a:lnTo>
                    <a:pt x="4187976" y="3292040"/>
                  </a:lnTo>
                  <a:lnTo>
                    <a:pt x="4110342" y="3259955"/>
                  </a:lnTo>
                  <a:lnTo>
                    <a:pt x="4032708" y="3225016"/>
                  </a:lnTo>
                  <a:lnTo>
                    <a:pt x="3955074" y="3186968"/>
                  </a:lnTo>
                  <a:lnTo>
                    <a:pt x="3877440" y="3145535"/>
                  </a:lnTo>
                  <a:lnTo>
                    <a:pt x="3799806" y="3100415"/>
                  </a:lnTo>
                  <a:lnTo>
                    <a:pt x="3722172" y="3051280"/>
                  </a:lnTo>
                  <a:lnTo>
                    <a:pt x="3644538" y="2997774"/>
                  </a:lnTo>
                  <a:lnTo>
                    <a:pt x="3566904" y="2939507"/>
                  </a:lnTo>
                  <a:lnTo>
                    <a:pt x="3489270" y="2876056"/>
                  </a:lnTo>
                  <a:lnTo>
                    <a:pt x="3411636" y="2806960"/>
                  </a:lnTo>
                  <a:lnTo>
                    <a:pt x="3334002" y="2772477"/>
                  </a:lnTo>
                  <a:lnTo>
                    <a:pt x="3256368" y="2756629"/>
                  </a:lnTo>
                  <a:lnTo>
                    <a:pt x="3178734" y="2740496"/>
                  </a:lnTo>
                  <a:lnTo>
                    <a:pt x="3101100" y="2724072"/>
                  </a:lnTo>
                  <a:lnTo>
                    <a:pt x="3023466" y="2707352"/>
                  </a:lnTo>
                  <a:lnTo>
                    <a:pt x="2945832" y="2690332"/>
                  </a:lnTo>
                  <a:lnTo>
                    <a:pt x="2868198" y="2673004"/>
                  </a:lnTo>
                  <a:lnTo>
                    <a:pt x="2790564" y="2655365"/>
                  </a:lnTo>
                  <a:lnTo>
                    <a:pt x="2712930" y="2637408"/>
                  </a:lnTo>
                  <a:lnTo>
                    <a:pt x="2635295" y="2619128"/>
                  </a:lnTo>
                  <a:lnTo>
                    <a:pt x="2557661" y="2600519"/>
                  </a:lnTo>
                  <a:lnTo>
                    <a:pt x="2480027" y="2581575"/>
                  </a:lnTo>
                  <a:lnTo>
                    <a:pt x="2402393" y="2562289"/>
                  </a:lnTo>
                  <a:lnTo>
                    <a:pt x="2324759" y="2542656"/>
                  </a:lnTo>
                  <a:lnTo>
                    <a:pt x="2247125" y="2522670"/>
                  </a:lnTo>
                  <a:lnTo>
                    <a:pt x="2169491" y="2502324"/>
                  </a:lnTo>
                  <a:lnTo>
                    <a:pt x="2091857" y="2481612"/>
                  </a:lnTo>
                  <a:lnTo>
                    <a:pt x="2014223" y="2460526"/>
                  </a:lnTo>
                  <a:lnTo>
                    <a:pt x="1936589" y="2439061"/>
                  </a:lnTo>
                  <a:lnTo>
                    <a:pt x="1858955" y="2417210"/>
                  </a:lnTo>
                  <a:lnTo>
                    <a:pt x="1781321" y="2394965"/>
                  </a:lnTo>
                  <a:lnTo>
                    <a:pt x="1703687" y="2372319"/>
                  </a:lnTo>
                  <a:lnTo>
                    <a:pt x="1626053" y="2349266"/>
                  </a:lnTo>
                  <a:lnTo>
                    <a:pt x="1548419" y="2325797"/>
                  </a:lnTo>
                  <a:lnTo>
                    <a:pt x="1470785" y="2301906"/>
                  </a:lnTo>
                  <a:lnTo>
                    <a:pt x="1393151" y="2277585"/>
                  </a:lnTo>
                  <a:lnTo>
                    <a:pt x="1315517" y="2252826"/>
                  </a:lnTo>
                  <a:lnTo>
                    <a:pt x="1237883" y="2227621"/>
                  </a:lnTo>
                  <a:lnTo>
                    <a:pt x="1160249" y="2201963"/>
                  </a:lnTo>
                  <a:lnTo>
                    <a:pt x="1082615" y="2175842"/>
                  </a:lnTo>
                  <a:lnTo>
                    <a:pt x="1004981" y="2149251"/>
                  </a:lnTo>
                  <a:lnTo>
                    <a:pt x="927346" y="2122181"/>
                  </a:lnTo>
                  <a:lnTo>
                    <a:pt x="849712" y="2094624"/>
                  </a:lnTo>
                  <a:lnTo>
                    <a:pt x="772078" y="2066571"/>
                  </a:lnTo>
                  <a:lnTo>
                    <a:pt x="694444" y="2038012"/>
                  </a:lnTo>
                  <a:lnTo>
                    <a:pt x="616810" y="2008939"/>
                  </a:lnTo>
                  <a:lnTo>
                    <a:pt x="539176" y="1979343"/>
                  </a:lnTo>
                  <a:lnTo>
                    <a:pt x="461542" y="1949214"/>
                  </a:lnTo>
                  <a:lnTo>
                    <a:pt x="383908" y="1918542"/>
                  </a:lnTo>
                  <a:lnTo>
                    <a:pt x="306274" y="1887318"/>
                  </a:lnTo>
                  <a:lnTo>
                    <a:pt x="228640" y="1855532"/>
                  </a:lnTo>
                  <a:lnTo>
                    <a:pt x="151006" y="1823174"/>
                  </a:lnTo>
                  <a:lnTo>
                    <a:pt x="73372" y="1790233"/>
                  </a:lnTo>
                  <a:lnTo>
                    <a:pt x="0" y="1758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7041" y="1896563"/>
              <a:ext cx="5291449" cy="3304666"/>
            </a:xfrm>
            <a:custGeom>
              <a:avLst/>
              <a:pathLst>
                <a:path w="5291449" h="3304666">
                  <a:moveTo>
                    <a:pt x="0" y="0"/>
                  </a:moveTo>
                  <a:lnTo>
                    <a:pt x="12333" y="50913"/>
                  </a:lnTo>
                  <a:lnTo>
                    <a:pt x="89968" y="345192"/>
                  </a:lnTo>
                  <a:lnTo>
                    <a:pt x="167602" y="615428"/>
                  </a:lnTo>
                  <a:lnTo>
                    <a:pt x="245236" y="863584"/>
                  </a:lnTo>
                  <a:lnTo>
                    <a:pt x="322870" y="1091465"/>
                  </a:lnTo>
                  <a:lnTo>
                    <a:pt x="400504" y="1300726"/>
                  </a:lnTo>
                  <a:lnTo>
                    <a:pt x="478138" y="1492890"/>
                  </a:lnTo>
                  <a:lnTo>
                    <a:pt x="555772" y="1669353"/>
                  </a:lnTo>
                  <a:lnTo>
                    <a:pt x="633406" y="1831398"/>
                  </a:lnTo>
                  <a:lnTo>
                    <a:pt x="711040" y="1980203"/>
                  </a:lnTo>
                  <a:lnTo>
                    <a:pt x="788674" y="2116850"/>
                  </a:lnTo>
                  <a:lnTo>
                    <a:pt x="866308" y="2242332"/>
                  </a:lnTo>
                  <a:lnTo>
                    <a:pt x="943942" y="2357562"/>
                  </a:lnTo>
                  <a:lnTo>
                    <a:pt x="1021576" y="2463376"/>
                  </a:lnTo>
                  <a:lnTo>
                    <a:pt x="1099210" y="2560546"/>
                  </a:lnTo>
                  <a:lnTo>
                    <a:pt x="1176844" y="2649776"/>
                  </a:lnTo>
                  <a:lnTo>
                    <a:pt x="1254478" y="2731715"/>
                  </a:lnTo>
                  <a:lnTo>
                    <a:pt x="1332112" y="2788045"/>
                  </a:lnTo>
                  <a:lnTo>
                    <a:pt x="1409746" y="2803338"/>
                  </a:lnTo>
                  <a:lnTo>
                    <a:pt x="1487380" y="2818360"/>
                  </a:lnTo>
                  <a:lnTo>
                    <a:pt x="1565014" y="2833116"/>
                  </a:lnTo>
                  <a:lnTo>
                    <a:pt x="1642648" y="2847611"/>
                  </a:lnTo>
                  <a:lnTo>
                    <a:pt x="1720282" y="2861850"/>
                  </a:lnTo>
                  <a:lnTo>
                    <a:pt x="1797917" y="2875837"/>
                  </a:lnTo>
                  <a:lnTo>
                    <a:pt x="1875551" y="2889577"/>
                  </a:lnTo>
                  <a:lnTo>
                    <a:pt x="1953185" y="2903073"/>
                  </a:lnTo>
                  <a:lnTo>
                    <a:pt x="2030819" y="2916331"/>
                  </a:lnTo>
                  <a:lnTo>
                    <a:pt x="2108453" y="2929355"/>
                  </a:lnTo>
                  <a:lnTo>
                    <a:pt x="2186087" y="2942148"/>
                  </a:lnTo>
                  <a:lnTo>
                    <a:pt x="2263721" y="2954715"/>
                  </a:lnTo>
                  <a:lnTo>
                    <a:pt x="2341355" y="2967059"/>
                  </a:lnTo>
                  <a:lnTo>
                    <a:pt x="2418989" y="2979185"/>
                  </a:lnTo>
                  <a:lnTo>
                    <a:pt x="2496623" y="2991097"/>
                  </a:lnTo>
                  <a:lnTo>
                    <a:pt x="2574257" y="3002798"/>
                  </a:lnTo>
                  <a:lnTo>
                    <a:pt x="2651891" y="3014292"/>
                  </a:lnTo>
                  <a:lnTo>
                    <a:pt x="2729525" y="3025583"/>
                  </a:lnTo>
                  <a:lnTo>
                    <a:pt x="2807159" y="3036674"/>
                  </a:lnTo>
                  <a:lnTo>
                    <a:pt x="2884793" y="3047569"/>
                  </a:lnTo>
                  <a:lnTo>
                    <a:pt x="2962427" y="3058271"/>
                  </a:lnTo>
                  <a:lnTo>
                    <a:pt x="3040061" y="3068784"/>
                  </a:lnTo>
                  <a:lnTo>
                    <a:pt x="3117695" y="3079111"/>
                  </a:lnTo>
                  <a:lnTo>
                    <a:pt x="3195329" y="3089255"/>
                  </a:lnTo>
                  <a:lnTo>
                    <a:pt x="3272963" y="3099220"/>
                  </a:lnTo>
                  <a:lnTo>
                    <a:pt x="3350597" y="3109008"/>
                  </a:lnTo>
                  <a:lnTo>
                    <a:pt x="3428231" y="3118624"/>
                  </a:lnTo>
                  <a:lnTo>
                    <a:pt x="3505866" y="3128069"/>
                  </a:lnTo>
                  <a:lnTo>
                    <a:pt x="3583500" y="3137347"/>
                  </a:lnTo>
                  <a:lnTo>
                    <a:pt x="3661134" y="3146462"/>
                  </a:lnTo>
                  <a:lnTo>
                    <a:pt x="3738768" y="3155415"/>
                  </a:lnTo>
                  <a:lnTo>
                    <a:pt x="3816402" y="3164209"/>
                  </a:lnTo>
                  <a:lnTo>
                    <a:pt x="3894036" y="3172848"/>
                  </a:lnTo>
                  <a:lnTo>
                    <a:pt x="3971670" y="3181335"/>
                  </a:lnTo>
                  <a:lnTo>
                    <a:pt x="4049304" y="3189671"/>
                  </a:lnTo>
                  <a:lnTo>
                    <a:pt x="4126938" y="3197860"/>
                  </a:lnTo>
                  <a:lnTo>
                    <a:pt x="4204572" y="3205904"/>
                  </a:lnTo>
                  <a:lnTo>
                    <a:pt x="4282206" y="3213805"/>
                  </a:lnTo>
                  <a:lnTo>
                    <a:pt x="4359840" y="3221567"/>
                  </a:lnTo>
                  <a:lnTo>
                    <a:pt x="4437474" y="3229192"/>
                  </a:lnTo>
                  <a:lnTo>
                    <a:pt x="4515108" y="3236681"/>
                  </a:lnTo>
                  <a:lnTo>
                    <a:pt x="4592742" y="3244039"/>
                  </a:lnTo>
                  <a:lnTo>
                    <a:pt x="4670376" y="3251266"/>
                  </a:lnTo>
                  <a:lnTo>
                    <a:pt x="4748010" y="3258365"/>
                  </a:lnTo>
                  <a:lnTo>
                    <a:pt x="4825644" y="3265339"/>
                  </a:lnTo>
                  <a:lnTo>
                    <a:pt x="4903278" y="3272189"/>
                  </a:lnTo>
                  <a:lnTo>
                    <a:pt x="4980912" y="3278918"/>
                  </a:lnTo>
                  <a:lnTo>
                    <a:pt x="5058546" y="3285529"/>
                  </a:lnTo>
                  <a:lnTo>
                    <a:pt x="5136180" y="3292022"/>
                  </a:lnTo>
                  <a:lnTo>
                    <a:pt x="5213815" y="3298400"/>
                  </a:lnTo>
                  <a:lnTo>
                    <a:pt x="5291449" y="33046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55103"/>
              <a:ext cx="7370972" cy="1883157"/>
            </a:xfrm>
            <a:custGeom>
              <a:avLst/>
              <a:pathLst>
                <a:path w="7370972" h="1883157">
                  <a:moveTo>
                    <a:pt x="7370972" y="1883157"/>
                  </a:moveTo>
                  <a:lnTo>
                    <a:pt x="7293338" y="1882183"/>
                  </a:lnTo>
                  <a:lnTo>
                    <a:pt x="7215704" y="1881122"/>
                  </a:lnTo>
                  <a:lnTo>
                    <a:pt x="7138070" y="1879967"/>
                  </a:lnTo>
                  <a:lnTo>
                    <a:pt x="7060436" y="1878709"/>
                  </a:lnTo>
                  <a:lnTo>
                    <a:pt x="6982802" y="1877339"/>
                  </a:lnTo>
                  <a:lnTo>
                    <a:pt x="6905168" y="1875848"/>
                  </a:lnTo>
                  <a:lnTo>
                    <a:pt x="6827534" y="1874223"/>
                  </a:lnTo>
                  <a:lnTo>
                    <a:pt x="6749900" y="1872454"/>
                  </a:lnTo>
                  <a:lnTo>
                    <a:pt x="6672266" y="1870528"/>
                  </a:lnTo>
                  <a:lnTo>
                    <a:pt x="6594632" y="1868431"/>
                  </a:lnTo>
                  <a:lnTo>
                    <a:pt x="6516998" y="1866146"/>
                  </a:lnTo>
                  <a:lnTo>
                    <a:pt x="6439364" y="1863659"/>
                  </a:lnTo>
                  <a:lnTo>
                    <a:pt x="6361730" y="1860950"/>
                  </a:lnTo>
                  <a:lnTo>
                    <a:pt x="6284096" y="1858000"/>
                  </a:lnTo>
                  <a:lnTo>
                    <a:pt x="6206462" y="1854788"/>
                  </a:lnTo>
                  <a:lnTo>
                    <a:pt x="6128827" y="1851290"/>
                  </a:lnTo>
                  <a:lnTo>
                    <a:pt x="6051193" y="1847480"/>
                  </a:lnTo>
                  <a:lnTo>
                    <a:pt x="5973559" y="1843332"/>
                  </a:lnTo>
                  <a:lnTo>
                    <a:pt x="5895925" y="1838815"/>
                  </a:lnTo>
                  <a:lnTo>
                    <a:pt x="5818291" y="1833896"/>
                  </a:lnTo>
                  <a:lnTo>
                    <a:pt x="5740657" y="1828539"/>
                  </a:lnTo>
                  <a:lnTo>
                    <a:pt x="5663023" y="1822705"/>
                  </a:lnTo>
                  <a:lnTo>
                    <a:pt x="5585389" y="1816352"/>
                  </a:lnTo>
                  <a:lnTo>
                    <a:pt x="5507755" y="1809434"/>
                  </a:lnTo>
                  <a:lnTo>
                    <a:pt x="5430121" y="1801901"/>
                  </a:lnTo>
                  <a:lnTo>
                    <a:pt x="5352487" y="1793697"/>
                  </a:lnTo>
                  <a:lnTo>
                    <a:pt x="5274853" y="1784763"/>
                  </a:lnTo>
                  <a:lnTo>
                    <a:pt x="5197219" y="1775035"/>
                  </a:lnTo>
                  <a:lnTo>
                    <a:pt x="5119585" y="1764441"/>
                  </a:lnTo>
                  <a:lnTo>
                    <a:pt x="5041951" y="1752904"/>
                  </a:lnTo>
                  <a:lnTo>
                    <a:pt x="4964317" y="1740341"/>
                  </a:lnTo>
                  <a:lnTo>
                    <a:pt x="4886683" y="1726660"/>
                  </a:lnTo>
                  <a:lnTo>
                    <a:pt x="4809049" y="1711762"/>
                  </a:lnTo>
                  <a:lnTo>
                    <a:pt x="4731415" y="1695538"/>
                  </a:lnTo>
                  <a:lnTo>
                    <a:pt x="4653781" y="1677870"/>
                  </a:lnTo>
                  <a:lnTo>
                    <a:pt x="4576147" y="1658631"/>
                  </a:lnTo>
                  <a:lnTo>
                    <a:pt x="4498513" y="1637680"/>
                  </a:lnTo>
                  <a:lnTo>
                    <a:pt x="4420879" y="1614865"/>
                  </a:lnTo>
                  <a:lnTo>
                    <a:pt x="4343244" y="1590019"/>
                  </a:lnTo>
                  <a:lnTo>
                    <a:pt x="4265610" y="1562964"/>
                  </a:lnTo>
                  <a:lnTo>
                    <a:pt x="4187976" y="1533500"/>
                  </a:lnTo>
                  <a:lnTo>
                    <a:pt x="4110342" y="1501416"/>
                  </a:lnTo>
                  <a:lnTo>
                    <a:pt x="4032708" y="1466476"/>
                  </a:lnTo>
                  <a:lnTo>
                    <a:pt x="3955074" y="1428428"/>
                  </a:lnTo>
                  <a:lnTo>
                    <a:pt x="3877440" y="1386995"/>
                  </a:lnTo>
                  <a:lnTo>
                    <a:pt x="3799806" y="1341875"/>
                  </a:lnTo>
                  <a:lnTo>
                    <a:pt x="3722172" y="1292741"/>
                  </a:lnTo>
                  <a:lnTo>
                    <a:pt x="3644538" y="1239235"/>
                  </a:lnTo>
                  <a:lnTo>
                    <a:pt x="3566904" y="1180968"/>
                  </a:lnTo>
                  <a:lnTo>
                    <a:pt x="3489270" y="1117517"/>
                  </a:lnTo>
                  <a:lnTo>
                    <a:pt x="3411636" y="1048420"/>
                  </a:lnTo>
                  <a:lnTo>
                    <a:pt x="3334002" y="1013938"/>
                  </a:lnTo>
                  <a:lnTo>
                    <a:pt x="3256368" y="998090"/>
                  </a:lnTo>
                  <a:lnTo>
                    <a:pt x="3178734" y="981956"/>
                  </a:lnTo>
                  <a:lnTo>
                    <a:pt x="3101100" y="965532"/>
                  </a:lnTo>
                  <a:lnTo>
                    <a:pt x="3023466" y="948813"/>
                  </a:lnTo>
                  <a:lnTo>
                    <a:pt x="2945832" y="931792"/>
                  </a:lnTo>
                  <a:lnTo>
                    <a:pt x="2868198" y="914465"/>
                  </a:lnTo>
                  <a:lnTo>
                    <a:pt x="2790564" y="896825"/>
                  </a:lnTo>
                  <a:lnTo>
                    <a:pt x="2712930" y="878869"/>
                  </a:lnTo>
                  <a:lnTo>
                    <a:pt x="2635295" y="860588"/>
                  </a:lnTo>
                  <a:lnTo>
                    <a:pt x="2557661" y="841979"/>
                  </a:lnTo>
                  <a:lnTo>
                    <a:pt x="2480027" y="823035"/>
                  </a:lnTo>
                  <a:lnTo>
                    <a:pt x="2402393" y="803749"/>
                  </a:lnTo>
                  <a:lnTo>
                    <a:pt x="2324759" y="784117"/>
                  </a:lnTo>
                  <a:lnTo>
                    <a:pt x="2247125" y="764130"/>
                  </a:lnTo>
                  <a:lnTo>
                    <a:pt x="2169491" y="743784"/>
                  </a:lnTo>
                  <a:lnTo>
                    <a:pt x="2091857" y="723072"/>
                  </a:lnTo>
                  <a:lnTo>
                    <a:pt x="2014223" y="701986"/>
                  </a:lnTo>
                  <a:lnTo>
                    <a:pt x="1936589" y="680521"/>
                  </a:lnTo>
                  <a:lnTo>
                    <a:pt x="1858955" y="658670"/>
                  </a:lnTo>
                  <a:lnTo>
                    <a:pt x="1781321" y="636425"/>
                  </a:lnTo>
                  <a:lnTo>
                    <a:pt x="1703687" y="613779"/>
                  </a:lnTo>
                  <a:lnTo>
                    <a:pt x="1626053" y="590726"/>
                  </a:lnTo>
                  <a:lnTo>
                    <a:pt x="1548419" y="567258"/>
                  </a:lnTo>
                  <a:lnTo>
                    <a:pt x="1470785" y="543367"/>
                  </a:lnTo>
                  <a:lnTo>
                    <a:pt x="1393151" y="519046"/>
                  </a:lnTo>
                  <a:lnTo>
                    <a:pt x="1315517" y="494287"/>
                  </a:lnTo>
                  <a:lnTo>
                    <a:pt x="1237883" y="469082"/>
                  </a:lnTo>
                  <a:lnTo>
                    <a:pt x="1160249" y="443423"/>
                  </a:lnTo>
                  <a:lnTo>
                    <a:pt x="1082615" y="417302"/>
                  </a:lnTo>
                  <a:lnTo>
                    <a:pt x="1004981" y="390711"/>
                  </a:lnTo>
                  <a:lnTo>
                    <a:pt x="927346" y="363642"/>
                  </a:lnTo>
                  <a:lnTo>
                    <a:pt x="849712" y="336084"/>
                  </a:lnTo>
                  <a:lnTo>
                    <a:pt x="772078" y="308031"/>
                  </a:lnTo>
                  <a:lnTo>
                    <a:pt x="694444" y="279472"/>
                  </a:lnTo>
                  <a:lnTo>
                    <a:pt x="616810" y="250400"/>
                  </a:lnTo>
                  <a:lnTo>
                    <a:pt x="539176" y="220803"/>
                  </a:lnTo>
                  <a:lnTo>
                    <a:pt x="461542" y="190674"/>
                  </a:lnTo>
                  <a:lnTo>
                    <a:pt x="383908" y="160003"/>
                  </a:lnTo>
                  <a:lnTo>
                    <a:pt x="306274" y="128779"/>
                  </a:lnTo>
                  <a:lnTo>
                    <a:pt x="228640" y="96993"/>
                  </a:lnTo>
                  <a:lnTo>
                    <a:pt x="151006" y="64634"/>
                  </a:lnTo>
                  <a:lnTo>
                    <a:pt x="73372" y="31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2355" y="1896563"/>
              <a:ext cx="6146134" cy="3590923"/>
            </a:xfrm>
            <a:custGeom>
              <a:avLst/>
              <a:pathLst>
                <a:path w="6146134" h="3590923">
                  <a:moveTo>
                    <a:pt x="0" y="0"/>
                  </a:moveTo>
                  <a:lnTo>
                    <a:pt x="13045" y="32177"/>
                  </a:lnTo>
                  <a:lnTo>
                    <a:pt x="90679" y="214053"/>
                  </a:lnTo>
                  <a:lnTo>
                    <a:pt x="168313" y="386792"/>
                  </a:lnTo>
                  <a:lnTo>
                    <a:pt x="245947" y="550854"/>
                  </a:lnTo>
                  <a:lnTo>
                    <a:pt x="323581" y="706673"/>
                  </a:lnTo>
                  <a:lnTo>
                    <a:pt x="401215" y="854666"/>
                  </a:lnTo>
                  <a:lnTo>
                    <a:pt x="478849" y="995223"/>
                  </a:lnTo>
                  <a:lnTo>
                    <a:pt x="556483" y="1128720"/>
                  </a:lnTo>
                  <a:lnTo>
                    <a:pt x="634117" y="1255510"/>
                  </a:lnTo>
                  <a:lnTo>
                    <a:pt x="711751" y="1375932"/>
                  </a:lnTo>
                  <a:lnTo>
                    <a:pt x="789385" y="1490303"/>
                  </a:lnTo>
                  <a:lnTo>
                    <a:pt x="867019" y="1598929"/>
                  </a:lnTo>
                  <a:lnTo>
                    <a:pt x="944653" y="1702099"/>
                  </a:lnTo>
                  <a:lnTo>
                    <a:pt x="1022287" y="1800085"/>
                  </a:lnTo>
                  <a:lnTo>
                    <a:pt x="1099921" y="1893149"/>
                  </a:lnTo>
                  <a:lnTo>
                    <a:pt x="1177555" y="1981538"/>
                  </a:lnTo>
                  <a:lnTo>
                    <a:pt x="1255189" y="2065487"/>
                  </a:lnTo>
                  <a:lnTo>
                    <a:pt x="1332823" y="2145218"/>
                  </a:lnTo>
                  <a:lnTo>
                    <a:pt x="1410457" y="2220945"/>
                  </a:lnTo>
                  <a:lnTo>
                    <a:pt x="1488091" y="2292867"/>
                  </a:lnTo>
                  <a:lnTo>
                    <a:pt x="1565726" y="2361176"/>
                  </a:lnTo>
                  <a:lnTo>
                    <a:pt x="1643360" y="2426053"/>
                  </a:lnTo>
                  <a:lnTo>
                    <a:pt x="1720994" y="2487671"/>
                  </a:lnTo>
                  <a:lnTo>
                    <a:pt x="1798628" y="2546194"/>
                  </a:lnTo>
                  <a:lnTo>
                    <a:pt x="1876262" y="2601777"/>
                  </a:lnTo>
                  <a:lnTo>
                    <a:pt x="1953896" y="2654568"/>
                  </a:lnTo>
                  <a:lnTo>
                    <a:pt x="2031530" y="2704707"/>
                  </a:lnTo>
                  <a:lnTo>
                    <a:pt x="2109164" y="2752327"/>
                  </a:lnTo>
                  <a:lnTo>
                    <a:pt x="2186798" y="2797555"/>
                  </a:lnTo>
                  <a:lnTo>
                    <a:pt x="2264432" y="2840510"/>
                  </a:lnTo>
                  <a:lnTo>
                    <a:pt x="2342066" y="2881308"/>
                  </a:lnTo>
                  <a:lnTo>
                    <a:pt x="2419700" y="2920057"/>
                  </a:lnTo>
                  <a:lnTo>
                    <a:pt x="2497334" y="2956859"/>
                  </a:lnTo>
                  <a:lnTo>
                    <a:pt x="2574968" y="2991812"/>
                  </a:lnTo>
                  <a:lnTo>
                    <a:pt x="2652602" y="3025009"/>
                  </a:lnTo>
                  <a:lnTo>
                    <a:pt x="2730236" y="3056538"/>
                  </a:lnTo>
                  <a:lnTo>
                    <a:pt x="2807870" y="3086484"/>
                  </a:lnTo>
                  <a:lnTo>
                    <a:pt x="2885504" y="3114925"/>
                  </a:lnTo>
                  <a:lnTo>
                    <a:pt x="2963138" y="3141938"/>
                  </a:lnTo>
                  <a:lnTo>
                    <a:pt x="3040772" y="3167593"/>
                  </a:lnTo>
                  <a:lnTo>
                    <a:pt x="3118406" y="3191960"/>
                  </a:lnTo>
                  <a:lnTo>
                    <a:pt x="3196040" y="3215103"/>
                  </a:lnTo>
                  <a:lnTo>
                    <a:pt x="3273675" y="3237083"/>
                  </a:lnTo>
                  <a:lnTo>
                    <a:pt x="3351309" y="3257959"/>
                  </a:lnTo>
                  <a:lnTo>
                    <a:pt x="3428943" y="3277786"/>
                  </a:lnTo>
                  <a:lnTo>
                    <a:pt x="3506577" y="3296617"/>
                  </a:lnTo>
                  <a:lnTo>
                    <a:pt x="3584211" y="3314502"/>
                  </a:lnTo>
                  <a:lnTo>
                    <a:pt x="3661845" y="3331489"/>
                  </a:lnTo>
                  <a:lnTo>
                    <a:pt x="3739479" y="3347622"/>
                  </a:lnTo>
                  <a:lnTo>
                    <a:pt x="3817113" y="3362945"/>
                  </a:lnTo>
                  <a:lnTo>
                    <a:pt x="3894747" y="3377498"/>
                  </a:lnTo>
                  <a:lnTo>
                    <a:pt x="3972381" y="3391320"/>
                  </a:lnTo>
                  <a:lnTo>
                    <a:pt x="4050015" y="3404448"/>
                  </a:lnTo>
                  <a:lnTo>
                    <a:pt x="4127649" y="3416916"/>
                  </a:lnTo>
                  <a:lnTo>
                    <a:pt x="4205283" y="3428758"/>
                  </a:lnTo>
                  <a:lnTo>
                    <a:pt x="4282917" y="3440005"/>
                  </a:lnTo>
                  <a:lnTo>
                    <a:pt x="4360551" y="3450687"/>
                  </a:lnTo>
                  <a:lnTo>
                    <a:pt x="4438185" y="3460832"/>
                  </a:lnTo>
                  <a:lnTo>
                    <a:pt x="4515819" y="3470468"/>
                  </a:lnTo>
                  <a:lnTo>
                    <a:pt x="4593453" y="3479620"/>
                  </a:lnTo>
                  <a:lnTo>
                    <a:pt x="4671087" y="3488312"/>
                  </a:lnTo>
                  <a:lnTo>
                    <a:pt x="4748721" y="3496567"/>
                  </a:lnTo>
                  <a:lnTo>
                    <a:pt x="4826355" y="3504407"/>
                  </a:lnTo>
                  <a:lnTo>
                    <a:pt x="4903989" y="3511854"/>
                  </a:lnTo>
                  <a:lnTo>
                    <a:pt x="4981623" y="3518927"/>
                  </a:lnTo>
                  <a:lnTo>
                    <a:pt x="5059258" y="3525644"/>
                  </a:lnTo>
                  <a:lnTo>
                    <a:pt x="5136892" y="3532024"/>
                  </a:lnTo>
                  <a:lnTo>
                    <a:pt x="5214526" y="3538083"/>
                  </a:lnTo>
                  <a:lnTo>
                    <a:pt x="5292160" y="3543838"/>
                  </a:lnTo>
                  <a:lnTo>
                    <a:pt x="5369794" y="3549304"/>
                  </a:lnTo>
                  <a:lnTo>
                    <a:pt x="5447428" y="3554495"/>
                  </a:lnTo>
                  <a:lnTo>
                    <a:pt x="5525062" y="3559426"/>
                  </a:lnTo>
                  <a:lnTo>
                    <a:pt x="5602696" y="3564109"/>
                  </a:lnTo>
                  <a:lnTo>
                    <a:pt x="5680330" y="3568556"/>
                  </a:lnTo>
                  <a:lnTo>
                    <a:pt x="5757964" y="3572780"/>
                  </a:lnTo>
                  <a:lnTo>
                    <a:pt x="5835598" y="3576792"/>
                  </a:lnTo>
                  <a:lnTo>
                    <a:pt x="5913232" y="3580603"/>
                  </a:lnTo>
                  <a:lnTo>
                    <a:pt x="5990866" y="3584222"/>
                  </a:lnTo>
                  <a:lnTo>
                    <a:pt x="6068500" y="3587659"/>
                  </a:lnTo>
                  <a:lnTo>
                    <a:pt x="6146134" y="35909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2026-05-22T13:29:52Z</dcterms:modified>
  <cp:category/>
</cp:coreProperties>
</file>