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4705"/>
            </a:xfrm>
            <a:custGeom>
              <a:avLst/>
              <a:pathLst>
                <a:path w="7370972" h="3634705">
                  <a:moveTo>
                    <a:pt x="1913375" y="0"/>
                  </a:moveTo>
                  <a:lnTo>
                    <a:pt x="1936589" y="83822"/>
                  </a:lnTo>
                  <a:lnTo>
                    <a:pt x="2014223" y="343729"/>
                  </a:lnTo>
                  <a:lnTo>
                    <a:pt x="2091857" y="584707"/>
                  </a:lnTo>
                  <a:lnTo>
                    <a:pt x="2169491" y="808136"/>
                  </a:lnTo>
                  <a:lnTo>
                    <a:pt x="2247125" y="1015293"/>
                  </a:lnTo>
                  <a:lnTo>
                    <a:pt x="2324759" y="1207363"/>
                  </a:lnTo>
                  <a:lnTo>
                    <a:pt x="2402393" y="1385445"/>
                  </a:lnTo>
                  <a:lnTo>
                    <a:pt x="2480027" y="1550559"/>
                  </a:lnTo>
                  <a:lnTo>
                    <a:pt x="2557661" y="1703647"/>
                  </a:lnTo>
                  <a:lnTo>
                    <a:pt x="2635295" y="1845587"/>
                  </a:lnTo>
                  <a:lnTo>
                    <a:pt x="2712930" y="1977189"/>
                  </a:lnTo>
                  <a:lnTo>
                    <a:pt x="2790564" y="2099207"/>
                  </a:lnTo>
                  <a:lnTo>
                    <a:pt x="2868198" y="2212340"/>
                  </a:lnTo>
                  <a:lnTo>
                    <a:pt x="2945832" y="2317233"/>
                  </a:lnTo>
                  <a:lnTo>
                    <a:pt x="3023466" y="2414487"/>
                  </a:lnTo>
                  <a:lnTo>
                    <a:pt x="3101100" y="2504658"/>
                  </a:lnTo>
                  <a:lnTo>
                    <a:pt x="3178734" y="2588262"/>
                  </a:lnTo>
                  <a:lnTo>
                    <a:pt x="3256368" y="2665778"/>
                  </a:lnTo>
                  <a:lnTo>
                    <a:pt x="3334002" y="2737648"/>
                  </a:lnTo>
                  <a:lnTo>
                    <a:pt x="3411636" y="2788490"/>
                  </a:lnTo>
                  <a:lnTo>
                    <a:pt x="3489270" y="2805105"/>
                  </a:lnTo>
                  <a:lnTo>
                    <a:pt x="3566904" y="2821401"/>
                  </a:lnTo>
                  <a:lnTo>
                    <a:pt x="3644538" y="2837383"/>
                  </a:lnTo>
                  <a:lnTo>
                    <a:pt x="3722172" y="2853058"/>
                  </a:lnTo>
                  <a:lnTo>
                    <a:pt x="3799806" y="2868431"/>
                  </a:lnTo>
                  <a:lnTo>
                    <a:pt x="3877440" y="2883509"/>
                  </a:lnTo>
                  <a:lnTo>
                    <a:pt x="3955074" y="2898297"/>
                  </a:lnTo>
                  <a:lnTo>
                    <a:pt x="4032708" y="2912801"/>
                  </a:lnTo>
                  <a:lnTo>
                    <a:pt x="4110342" y="2927026"/>
                  </a:lnTo>
                  <a:lnTo>
                    <a:pt x="4187976" y="2940977"/>
                  </a:lnTo>
                  <a:lnTo>
                    <a:pt x="4265610" y="2954660"/>
                  </a:lnTo>
                  <a:lnTo>
                    <a:pt x="4343244" y="2968080"/>
                  </a:lnTo>
                  <a:lnTo>
                    <a:pt x="4420879" y="2981242"/>
                  </a:lnTo>
                  <a:lnTo>
                    <a:pt x="4498513" y="2994151"/>
                  </a:lnTo>
                  <a:lnTo>
                    <a:pt x="4576147" y="3006812"/>
                  </a:lnTo>
                  <a:lnTo>
                    <a:pt x="4653781" y="3019229"/>
                  </a:lnTo>
                  <a:lnTo>
                    <a:pt x="4731415" y="3031408"/>
                  </a:lnTo>
                  <a:lnTo>
                    <a:pt x="4809049" y="3043352"/>
                  </a:lnTo>
                  <a:lnTo>
                    <a:pt x="4886683" y="3055067"/>
                  </a:lnTo>
                  <a:lnTo>
                    <a:pt x="4964317" y="3066556"/>
                  </a:lnTo>
                  <a:lnTo>
                    <a:pt x="5041951" y="3077825"/>
                  </a:lnTo>
                  <a:lnTo>
                    <a:pt x="5119585" y="3088877"/>
                  </a:lnTo>
                  <a:lnTo>
                    <a:pt x="5197219" y="3099716"/>
                  </a:lnTo>
                  <a:lnTo>
                    <a:pt x="5274853" y="3110348"/>
                  </a:lnTo>
                  <a:lnTo>
                    <a:pt x="5352487" y="3120774"/>
                  </a:lnTo>
                  <a:lnTo>
                    <a:pt x="5430121" y="3131000"/>
                  </a:lnTo>
                  <a:lnTo>
                    <a:pt x="5507755" y="3141030"/>
                  </a:lnTo>
                  <a:lnTo>
                    <a:pt x="5585389" y="3150867"/>
                  </a:lnTo>
                  <a:lnTo>
                    <a:pt x="5663023" y="3160514"/>
                  </a:lnTo>
                  <a:lnTo>
                    <a:pt x="5740657" y="3169976"/>
                  </a:lnTo>
                  <a:lnTo>
                    <a:pt x="5818291" y="3179256"/>
                  </a:lnTo>
                  <a:lnTo>
                    <a:pt x="5895925" y="3188358"/>
                  </a:lnTo>
                  <a:lnTo>
                    <a:pt x="5973559" y="3197285"/>
                  </a:lnTo>
                  <a:lnTo>
                    <a:pt x="6051193" y="3206040"/>
                  </a:lnTo>
                  <a:lnTo>
                    <a:pt x="6128827" y="3214627"/>
                  </a:lnTo>
                  <a:lnTo>
                    <a:pt x="6206462" y="3223049"/>
                  </a:lnTo>
                  <a:lnTo>
                    <a:pt x="6284096" y="3231308"/>
                  </a:lnTo>
                  <a:lnTo>
                    <a:pt x="6361730" y="3239409"/>
                  </a:lnTo>
                  <a:lnTo>
                    <a:pt x="6439364" y="3247354"/>
                  </a:lnTo>
                  <a:lnTo>
                    <a:pt x="6516998" y="3255147"/>
                  </a:lnTo>
                  <a:lnTo>
                    <a:pt x="6594632" y="3262789"/>
                  </a:lnTo>
                  <a:lnTo>
                    <a:pt x="6672266" y="3270285"/>
                  </a:lnTo>
                  <a:lnTo>
                    <a:pt x="6749900" y="3277637"/>
                  </a:lnTo>
                  <a:lnTo>
                    <a:pt x="6827534" y="3284847"/>
                  </a:lnTo>
                  <a:lnTo>
                    <a:pt x="6905168" y="3291918"/>
                  </a:lnTo>
                  <a:lnTo>
                    <a:pt x="6982802" y="3298854"/>
                  </a:lnTo>
                  <a:lnTo>
                    <a:pt x="7060436" y="3305656"/>
                  </a:lnTo>
                  <a:lnTo>
                    <a:pt x="7138070" y="3312328"/>
                  </a:lnTo>
                  <a:lnTo>
                    <a:pt x="7215704" y="3318871"/>
                  </a:lnTo>
                  <a:lnTo>
                    <a:pt x="7293338" y="3325288"/>
                  </a:lnTo>
                  <a:lnTo>
                    <a:pt x="7370972" y="3331582"/>
                  </a:lnTo>
                  <a:lnTo>
                    <a:pt x="7370972" y="3634705"/>
                  </a:lnTo>
                  <a:lnTo>
                    <a:pt x="7293338" y="3633296"/>
                  </a:lnTo>
                  <a:lnTo>
                    <a:pt x="7215704" y="3631776"/>
                  </a:lnTo>
                  <a:lnTo>
                    <a:pt x="7138070" y="3630137"/>
                  </a:lnTo>
                  <a:lnTo>
                    <a:pt x="7060436" y="3628370"/>
                  </a:lnTo>
                  <a:lnTo>
                    <a:pt x="6982802" y="3626463"/>
                  </a:lnTo>
                  <a:lnTo>
                    <a:pt x="6905168" y="3624407"/>
                  </a:lnTo>
                  <a:lnTo>
                    <a:pt x="6827534" y="3622189"/>
                  </a:lnTo>
                  <a:lnTo>
                    <a:pt x="6749900" y="3619797"/>
                  </a:lnTo>
                  <a:lnTo>
                    <a:pt x="6672266" y="3617216"/>
                  </a:lnTo>
                  <a:lnTo>
                    <a:pt x="6594632" y="3614434"/>
                  </a:lnTo>
                  <a:lnTo>
                    <a:pt x="6516998" y="3611433"/>
                  </a:lnTo>
                  <a:lnTo>
                    <a:pt x="6439364" y="3608196"/>
                  </a:lnTo>
                  <a:lnTo>
                    <a:pt x="6361730" y="3604704"/>
                  </a:lnTo>
                  <a:lnTo>
                    <a:pt x="6284096" y="3600939"/>
                  </a:lnTo>
                  <a:lnTo>
                    <a:pt x="6206462" y="3596878"/>
                  </a:lnTo>
                  <a:lnTo>
                    <a:pt x="6128827" y="3592497"/>
                  </a:lnTo>
                  <a:lnTo>
                    <a:pt x="6051193" y="3587773"/>
                  </a:lnTo>
                  <a:lnTo>
                    <a:pt x="5973559" y="3582678"/>
                  </a:lnTo>
                  <a:lnTo>
                    <a:pt x="5895925" y="3577182"/>
                  </a:lnTo>
                  <a:lnTo>
                    <a:pt x="5818291" y="3571255"/>
                  </a:lnTo>
                  <a:lnTo>
                    <a:pt x="5740657" y="3564862"/>
                  </a:lnTo>
                  <a:lnTo>
                    <a:pt x="5663023" y="3557967"/>
                  </a:lnTo>
                  <a:lnTo>
                    <a:pt x="5585389" y="3550530"/>
                  </a:lnTo>
                  <a:lnTo>
                    <a:pt x="5507755" y="3542510"/>
                  </a:lnTo>
                  <a:lnTo>
                    <a:pt x="5430121" y="3533859"/>
                  </a:lnTo>
                  <a:lnTo>
                    <a:pt x="5352487" y="3524529"/>
                  </a:lnTo>
                  <a:lnTo>
                    <a:pt x="5274853" y="3514466"/>
                  </a:lnTo>
                  <a:lnTo>
                    <a:pt x="5197219" y="3503612"/>
                  </a:lnTo>
                  <a:lnTo>
                    <a:pt x="5119585" y="3491906"/>
                  </a:lnTo>
                  <a:lnTo>
                    <a:pt x="5041951" y="3479281"/>
                  </a:lnTo>
                  <a:lnTo>
                    <a:pt x="4964317" y="3465663"/>
                  </a:lnTo>
                  <a:lnTo>
                    <a:pt x="4886683" y="3450977"/>
                  </a:lnTo>
                  <a:lnTo>
                    <a:pt x="4809049" y="3435136"/>
                  </a:lnTo>
                  <a:lnTo>
                    <a:pt x="4731415" y="3418052"/>
                  </a:lnTo>
                  <a:lnTo>
                    <a:pt x="4653781" y="3399625"/>
                  </a:lnTo>
                  <a:lnTo>
                    <a:pt x="4576147" y="3379751"/>
                  </a:lnTo>
                  <a:lnTo>
                    <a:pt x="4498513" y="3358316"/>
                  </a:lnTo>
                  <a:lnTo>
                    <a:pt x="4420879" y="3335197"/>
                  </a:lnTo>
                  <a:lnTo>
                    <a:pt x="4343244" y="3310263"/>
                  </a:lnTo>
                  <a:lnTo>
                    <a:pt x="4265610" y="3283370"/>
                  </a:lnTo>
                  <a:lnTo>
                    <a:pt x="4187976" y="3254364"/>
                  </a:lnTo>
                  <a:lnTo>
                    <a:pt x="4110342" y="3223081"/>
                  </a:lnTo>
                  <a:lnTo>
                    <a:pt x="4032708" y="3189340"/>
                  </a:lnTo>
                  <a:lnTo>
                    <a:pt x="3955074" y="3152948"/>
                  </a:lnTo>
                  <a:lnTo>
                    <a:pt x="3877440" y="3113699"/>
                  </a:lnTo>
                  <a:lnTo>
                    <a:pt x="3799806" y="3071366"/>
                  </a:lnTo>
                  <a:lnTo>
                    <a:pt x="3722172" y="3025708"/>
                  </a:lnTo>
                  <a:lnTo>
                    <a:pt x="3644538" y="2976464"/>
                  </a:lnTo>
                  <a:lnTo>
                    <a:pt x="3566904" y="2923352"/>
                  </a:lnTo>
                  <a:lnTo>
                    <a:pt x="3489270" y="2866068"/>
                  </a:lnTo>
                  <a:lnTo>
                    <a:pt x="3411636" y="2804285"/>
                  </a:lnTo>
                  <a:lnTo>
                    <a:pt x="3334002" y="2771550"/>
                  </a:lnTo>
                  <a:lnTo>
                    <a:pt x="3256368" y="2754277"/>
                  </a:lnTo>
                  <a:lnTo>
                    <a:pt x="3178734" y="2736665"/>
                  </a:lnTo>
                  <a:lnTo>
                    <a:pt x="3101100" y="2718709"/>
                  </a:lnTo>
                  <a:lnTo>
                    <a:pt x="3023466" y="2700400"/>
                  </a:lnTo>
                  <a:lnTo>
                    <a:pt x="2945832" y="2681733"/>
                  </a:lnTo>
                  <a:lnTo>
                    <a:pt x="2868198" y="2662699"/>
                  </a:lnTo>
                  <a:lnTo>
                    <a:pt x="2790564" y="2643292"/>
                  </a:lnTo>
                  <a:lnTo>
                    <a:pt x="2712930" y="2623505"/>
                  </a:lnTo>
                  <a:lnTo>
                    <a:pt x="2635295" y="2603330"/>
                  </a:lnTo>
                  <a:lnTo>
                    <a:pt x="2557661" y="2582760"/>
                  </a:lnTo>
                  <a:lnTo>
                    <a:pt x="2480027" y="2561786"/>
                  </a:lnTo>
                  <a:lnTo>
                    <a:pt x="2402393" y="2540401"/>
                  </a:lnTo>
                  <a:lnTo>
                    <a:pt x="2324759" y="2518597"/>
                  </a:lnTo>
                  <a:lnTo>
                    <a:pt x="2247125" y="2496365"/>
                  </a:lnTo>
                  <a:lnTo>
                    <a:pt x="2169491" y="2473698"/>
                  </a:lnTo>
                  <a:lnTo>
                    <a:pt x="2091857" y="2450586"/>
                  </a:lnTo>
                  <a:lnTo>
                    <a:pt x="2014223" y="2427021"/>
                  </a:lnTo>
                  <a:lnTo>
                    <a:pt x="1936589" y="2402995"/>
                  </a:lnTo>
                  <a:lnTo>
                    <a:pt x="1858955" y="2378497"/>
                  </a:lnTo>
                  <a:lnTo>
                    <a:pt x="1781321" y="2353519"/>
                  </a:lnTo>
                  <a:lnTo>
                    <a:pt x="1703687" y="2328051"/>
                  </a:lnTo>
                  <a:lnTo>
                    <a:pt x="1626053" y="2302084"/>
                  </a:lnTo>
                  <a:lnTo>
                    <a:pt x="1548419" y="2275608"/>
                  </a:lnTo>
                  <a:lnTo>
                    <a:pt x="1470785" y="2248613"/>
                  </a:lnTo>
                  <a:lnTo>
                    <a:pt x="1393151" y="2221088"/>
                  </a:lnTo>
                  <a:lnTo>
                    <a:pt x="1315517" y="2193025"/>
                  </a:lnTo>
                  <a:lnTo>
                    <a:pt x="1237883" y="2164411"/>
                  </a:lnTo>
                  <a:lnTo>
                    <a:pt x="1160249" y="2135236"/>
                  </a:lnTo>
                  <a:lnTo>
                    <a:pt x="1082615" y="2105489"/>
                  </a:lnTo>
                  <a:lnTo>
                    <a:pt x="1004981" y="2075159"/>
                  </a:lnTo>
                  <a:lnTo>
                    <a:pt x="927346" y="2044234"/>
                  </a:lnTo>
                  <a:lnTo>
                    <a:pt x="849712" y="2012703"/>
                  </a:lnTo>
                  <a:lnTo>
                    <a:pt x="772078" y="1980554"/>
                  </a:lnTo>
                  <a:lnTo>
                    <a:pt x="694444" y="1947775"/>
                  </a:lnTo>
                  <a:lnTo>
                    <a:pt x="616810" y="1914353"/>
                  </a:lnTo>
                  <a:lnTo>
                    <a:pt x="539176" y="1880276"/>
                  </a:lnTo>
                  <a:lnTo>
                    <a:pt x="461542" y="1845531"/>
                  </a:lnTo>
                  <a:lnTo>
                    <a:pt x="383908" y="1810105"/>
                  </a:lnTo>
                  <a:lnTo>
                    <a:pt x="306274" y="1773984"/>
                  </a:lnTo>
                  <a:lnTo>
                    <a:pt x="228640" y="1737155"/>
                  </a:lnTo>
                  <a:lnTo>
                    <a:pt x="151006" y="1699604"/>
                  </a:lnTo>
                  <a:lnTo>
                    <a:pt x="73372" y="1661317"/>
                  </a:lnTo>
                  <a:lnTo>
                    <a:pt x="0" y="16244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0893" y="1896563"/>
              <a:ext cx="5457597" cy="3331582"/>
            </a:xfrm>
            <a:custGeom>
              <a:avLst/>
              <a:pathLst>
                <a:path w="5457597" h="3331582">
                  <a:moveTo>
                    <a:pt x="0" y="0"/>
                  </a:moveTo>
                  <a:lnTo>
                    <a:pt x="23214" y="83822"/>
                  </a:lnTo>
                  <a:lnTo>
                    <a:pt x="100848" y="343729"/>
                  </a:lnTo>
                  <a:lnTo>
                    <a:pt x="178482" y="584707"/>
                  </a:lnTo>
                  <a:lnTo>
                    <a:pt x="256116" y="808136"/>
                  </a:lnTo>
                  <a:lnTo>
                    <a:pt x="333750" y="1015293"/>
                  </a:lnTo>
                  <a:lnTo>
                    <a:pt x="411384" y="1207363"/>
                  </a:lnTo>
                  <a:lnTo>
                    <a:pt x="489018" y="1385445"/>
                  </a:lnTo>
                  <a:lnTo>
                    <a:pt x="566652" y="1550559"/>
                  </a:lnTo>
                  <a:lnTo>
                    <a:pt x="644286" y="1703647"/>
                  </a:lnTo>
                  <a:lnTo>
                    <a:pt x="721920" y="1845587"/>
                  </a:lnTo>
                  <a:lnTo>
                    <a:pt x="799554" y="1977189"/>
                  </a:lnTo>
                  <a:lnTo>
                    <a:pt x="877188" y="2099207"/>
                  </a:lnTo>
                  <a:lnTo>
                    <a:pt x="954822" y="2212340"/>
                  </a:lnTo>
                  <a:lnTo>
                    <a:pt x="1032456" y="2317233"/>
                  </a:lnTo>
                  <a:lnTo>
                    <a:pt x="1110090" y="2414487"/>
                  </a:lnTo>
                  <a:lnTo>
                    <a:pt x="1187725" y="2504658"/>
                  </a:lnTo>
                  <a:lnTo>
                    <a:pt x="1265359" y="2588262"/>
                  </a:lnTo>
                  <a:lnTo>
                    <a:pt x="1342993" y="2665778"/>
                  </a:lnTo>
                  <a:lnTo>
                    <a:pt x="1420627" y="2737648"/>
                  </a:lnTo>
                  <a:lnTo>
                    <a:pt x="1498261" y="2788490"/>
                  </a:lnTo>
                  <a:lnTo>
                    <a:pt x="1575895" y="2805105"/>
                  </a:lnTo>
                  <a:lnTo>
                    <a:pt x="1653529" y="2821401"/>
                  </a:lnTo>
                  <a:lnTo>
                    <a:pt x="1731163" y="2837383"/>
                  </a:lnTo>
                  <a:lnTo>
                    <a:pt x="1808797" y="2853058"/>
                  </a:lnTo>
                  <a:lnTo>
                    <a:pt x="1886431" y="2868431"/>
                  </a:lnTo>
                  <a:lnTo>
                    <a:pt x="1964065" y="2883509"/>
                  </a:lnTo>
                  <a:lnTo>
                    <a:pt x="2041699" y="2898297"/>
                  </a:lnTo>
                  <a:lnTo>
                    <a:pt x="2119333" y="2912801"/>
                  </a:lnTo>
                  <a:lnTo>
                    <a:pt x="2196967" y="2927026"/>
                  </a:lnTo>
                  <a:lnTo>
                    <a:pt x="2274601" y="2940977"/>
                  </a:lnTo>
                  <a:lnTo>
                    <a:pt x="2352235" y="2954660"/>
                  </a:lnTo>
                  <a:lnTo>
                    <a:pt x="2429869" y="2968080"/>
                  </a:lnTo>
                  <a:lnTo>
                    <a:pt x="2507503" y="2981242"/>
                  </a:lnTo>
                  <a:lnTo>
                    <a:pt x="2585137" y="2994151"/>
                  </a:lnTo>
                  <a:lnTo>
                    <a:pt x="2662771" y="3006812"/>
                  </a:lnTo>
                  <a:lnTo>
                    <a:pt x="2740405" y="3019229"/>
                  </a:lnTo>
                  <a:lnTo>
                    <a:pt x="2818039" y="3031408"/>
                  </a:lnTo>
                  <a:lnTo>
                    <a:pt x="2895674" y="3043352"/>
                  </a:lnTo>
                  <a:lnTo>
                    <a:pt x="2973308" y="3055067"/>
                  </a:lnTo>
                  <a:lnTo>
                    <a:pt x="3050942" y="3066556"/>
                  </a:lnTo>
                  <a:lnTo>
                    <a:pt x="3128576" y="3077825"/>
                  </a:lnTo>
                  <a:lnTo>
                    <a:pt x="3206210" y="3088877"/>
                  </a:lnTo>
                  <a:lnTo>
                    <a:pt x="3283844" y="3099716"/>
                  </a:lnTo>
                  <a:lnTo>
                    <a:pt x="3361478" y="3110348"/>
                  </a:lnTo>
                  <a:lnTo>
                    <a:pt x="3439112" y="3120774"/>
                  </a:lnTo>
                  <a:lnTo>
                    <a:pt x="3516746" y="3131000"/>
                  </a:lnTo>
                  <a:lnTo>
                    <a:pt x="3594380" y="3141030"/>
                  </a:lnTo>
                  <a:lnTo>
                    <a:pt x="3672014" y="3150867"/>
                  </a:lnTo>
                  <a:lnTo>
                    <a:pt x="3749648" y="3160514"/>
                  </a:lnTo>
                  <a:lnTo>
                    <a:pt x="3827282" y="3169976"/>
                  </a:lnTo>
                  <a:lnTo>
                    <a:pt x="3904916" y="3179256"/>
                  </a:lnTo>
                  <a:lnTo>
                    <a:pt x="3982550" y="3188358"/>
                  </a:lnTo>
                  <a:lnTo>
                    <a:pt x="4060184" y="3197285"/>
                  </a:lnTo>
                  <a:lnTo>
                    <a:pt x="4137818" y="3206040"/>
                  </a:lnTo>
                  <a:lnTo>
                    <a:pt x="4215452" y="3214627"/>
                  </a:lnTo>
                  <a:lnTo>
                    <a:pt x="4293086" y="3223049"/>
                  </a:lnTo>
                  <a:lnTo>
                    <a:pt x="4370720" y="3231308"/>
                  </a:lnTo>
                  <a:lnTo>
                    <a:pt x="4448354" y="3239409"/>
                  </a:lnTo>
                  <a:lnTo>
                    <a:pt x="4525988" y="3247354"/>
                  </a:lnTo>
                  <a:lnTo>
                    <a:pt x="4603623" y="3255147"/>
                  </a:lnTo>
                  <a:lnTo>
                    <a:pt x="4681257" y="3262789"/>
                  </a:lnTo>
                  <a:lnTo>
                    <a:pt x="4758891" y="3270285"/>
                  </a:lnTo>
                  <a:lnTo>
                    <a:pt x="4836525" y="3277637"/>
                  </a:lnTo>
                  <a:lnTo>
                    <a:pt x="4914159" y="3284847"/>
                  </a:lnTo>
                  <a:lnTo>
                    <a:pt x="4991793" y="3291918"/>
                  </a:lnTo>
                  <a:lnTo>
                    <a:pt x="5069427" y="3298854"/>
                  </a:lnTo>
                  <a:lnTo>
                    <a:pt x="5147061" y="3305656"/>
                  </a:lnTo>
                  <a:lnTo>
                    <a:pt x="5224695" y="3312328"/>
                  </a:lnTo>
                  <a:lnTo>
                    <a:pt x="5302329" y="3318871"/>
                  </a:lnTo>
                  <a:lnTo>
                    <a:pt x="5379963" y="3325288"/>
                  </a:lnTo>
                  <a:lnTo>
                    <a:pt x="5457597" y="3331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20986"/>
              <a:ext cx="7370972" cy="2010282"/>
            </a:xfrm>
            <a:custGeom>
              <a:avLst/>
              <a:pathLst>
                <a:path w="7370972" h="2010282">
                  <a:moveTo>
                    <a:pt x="7370972" y="2010282"/>
                  </a:moveTo>
                  <a:lnTo>
                    <a:pt x="7293338" y="2008873"/>
                  </a:lnTo>
                  <a:lnTo>
                    <a:pt x="7215704" y="2007353"/>
                  </a:lnTo>
                  <a:lnTo>
                    <a:pt x="7138070" y="2005714"/>
                  </a:lnTo>
                  <a:lnTo>
                    <a:pt x="7060436" y="2003947"/>
                  </a:lnTo>
                  <a:lnTo>
                    <a:pt x="6982802" y="2002040"/>
                  </a:lnTo>
                  <a:lnTo>
                    <a:pt x="6905168" y="1999983"/>
                  </a:lnTo>
                  <a:lnTo>
                    <a:pt x="6827534" y="1997766"/>
                  </a:lnTo>
                  <a:lnTo>
                    <a:pt x="6749900" y="1995373"/>
                  </a:lnTo>
                  <a:lnTo>
                    <a:pt x="6672266" y="1992793"/>
                  </a:lnTo>
                  <a:lnTo>
                    <a:pt x="6594632" y="1990011"/>
                  </a:lnTo>
                  <a:lnTo>
                    <a:pt x="6516998" y="1987009"/>
                  </a:lnTo>
                  <a:lnTo>
                    <a:pt x="6439364" y="1983772"/>
                  </a:lnTo>
                  <a:lnTo>
                    <a:pt x="6361730" y="1980281"/>
                  </a:lnTo>
                  <a:lnTo>
                    <a:pt x="6284096" y="1976516"/>
                  </a:lnTo>
                  <a:lnTo>
                    <a:pt x="6206462" y="1972454"/>
                  </a:lnTo>
                  <a:lnTo>
                    <a:pt x="6128827" y="1968074"/>
                  </a:lnTo>
                  <a:lnTo>
                    <a:pt x="6051193" y="1963350"/>
                  </a:lnTo>
                  <a:lnTo>
                    <a:pt x="5973559" y="1958255"/>
                  </a:lnTo>
                  <a:lnTo>
                    <a:pt x="5895925" y="1952759"/>
                  </a:lnTo>
                  <a:lnTo>
                    <a:pt x="5818291" y="1946832"/>
                  </a:lnTo>
                  <a:lnTo>
                    <a:pt x="5740657" y="1940439"/>
                  </a:lnTo>
                  <a:lnTo>
                    <a:pt x="5663023" y="1933544"/>
                  </a:lnTo>
                  <a:lnTo>
                    <a:pt x="5585389" y="1926107"/>
                  </a:lnTo>
                  <a:lnTo>
                    <a:pt x="5507755" y="1918086"/>
                  </a:lnTo>
                  <a:lnTo>
                    <a:pt x="5430121" y="1909436"/>
                  </a:lnTo>
                  <a:lnTo>
                    <a:pt x="5352487" y="1900106"/>
                  </a:lnTo>
                  <a:lnTo>
                    <a:pt x="5274853" y="1890042"/>
                  </a:lnTo>
                  <a:lnTo>
                    <a:pt x="5197219" y="1879189"/>
                  </a:lnTo>
                  <a:lnTo>
                    <a:pt x="5119585" y="1867483"/>
                  </a:lnTo>
                  <a:lnTo>
                    <a:pt x="5041951" y="1854857"/>
                  </a:lnTo>
                  <a:lnTo>
                    <a:pt x="4964317" y="1841240"/>
                  </a:lnTo>
                  <a:lnTo>
                    <a:pt x="4886683" y="1826553"/>
                  </a:lnTo>
                  <a:lnTo>
                    <a:pt x="4809049" y="1810713"/>
                  </a:lnTo>
                  <a:lnTo>
                    <a:pt x="4731415" y="1793628"/>
                  </a:lnTo>
                  <a:lnTo>
                    <a:pt x="4653781" y="1775202"/>
                  </a:lnTo>
                  <a:lnTo>
                    <a:pt x="4576147" y="1755328"/>
                  </a:lnTo>
                  <a:lnTo>
                    <a:pt x="4498513" y="1733893"/>
                  </a:lnTo>
                  <a:lnTo>
                    <a:pt x="4420879" y="1710774"/>
                  </a:lnTo>
                  <a:lnTo>
                    <a:pt x="4343244" y="1685840"/>
                  </a:lnTo>
                  <a:lnTo>
                    <a:pt x="4265610" y="1658947"/>
                  </a:lnTo>
                  <a:lnTo>
                    <a:pt x="4187976" y="1629941"/>
                  </a:lnTo>
                  <a:lnTo>
                    <a:pt x="4110342" y="1598658"/>
                  </a:lnTo>
                  <a:lnTo>
                    <a:pt x="4032708" y="1564917"/>
                  </a:lnTo>
                  <a:lnTo>
                    <a:pt x="3955074" y="1528525"/>
                  </a:lnTo>
                  <a:lnTo>
                    <a:pt x="3877440" y="1489276"/>
                  </a:lnTo>
                  <a:lnTo>
                    <a:pt x="3799806" y="1446943"/>
                  </a:lnTo>
                  <a:lnTo>
                    <a:pt x="3722172" y="1401285"/>
                  </a:lnTo>
                  <a:lnTo>
                    <a:pt x="3644538" y="1352041"/>
                  </a:lnTo>
                  <a:lnTo>
                    <a:pt x="3566904" y="1298929"/>
                  </a:lnTo>
                  <a:lnTo>
                    <a:pt x="3489270" y="1241645"/>
                  </a:lnTo>
                  <a:lnTo>
                    <a:pt x="3411636" y="1179862"/>
                  </a:lnTo>
                  <a:lnTo>
                    <a:pt x="3334002" y="1147127"/>
                  </a:lnTo>
                  <a:lnTo>
                    <a:pt x="3256368" y="1129854"/>
                  </a:lnTo>
                  <a:lnTo>
                    <a:pt x="3178734" y="1112242"/>
                  </a:lnTo>
                  <a:lnTo>
                    <a:pt x="3101100" y="1094286"/>
                  </a:lnTo>
                  <a:lnTo>
                    <a:pt x="3023466" y="1075977"/>
                  </a:lnTo>
                  <a:lnTo>
                    <a:pt x="2945832" y="1057310"/>
                  </a:lnTo>
                  <a:lnTo>
                    <a:pt x="2868198" y="1038276"/>
                  </a:lnTo>
                  <a:lnTo>
                    <a:pt x="2790564" y="1018869"/>
                  </a:lnTo>
                  <a:lnTo>
                    <a:pt x="2712930" y="999082"/>
                  </a:lnTo>
                  <a:lnTo>
                    <a:pt x="2635295" y="978907"/>
                  </a:lnTo>
                  <a:lnTo>
                    <a:pt x="2557661" y="958337"/>
                  </a:lnTo>
                  <a:lnTo>
                    <a:pt x="2480027" y="937363"/>
                  </a:lnTo>
                  <a:lnTo>
                    <a:pt x="2402393" y="915978"/>
                  </a:lnTo>
                  <a:lnTo>
                    <a:pt x="2324759" y="894174"/>
                  </a:lnTo>
                  <a:lnTo>
                    <a:pt x="2247125" y="871942"/>
                  </a:lnTo>
                  <a:lnTo>
                    <a:pt x="2169491" y="849275"/>
                  </a:lnTo>
                  <a:lnTo>
                    <a:pt x="2091857" y="826163"/>
                  </a:lnTo>
                  <a:lnTo>
                    <a:pt x="2014223" y="802598"/>
                  </a:lnTo>
                  <a:lnTo>
                    <a:pt x="1936589" y="778572"/>
                  </a:lnTo>
                  <a:lnTo>
                    <a:pt x="1858955" y="754074"/>
                  </a:lnTo>
                  <a:lnTo>
                    <a:pt x="1781321" y="729096"/>
                  </a:lnTo>
                  <a:lnTo>
                    <a:pt x="1703687" y="703628"/>
                  </a:lnTo>
                  <a:lnTo>
                    <a:pt x="1626053" y="677661"/>
                  </a:lnTo>
                  <a:lnTo>
                    <a:pt x="1548419" y="651185"/>
                  </a:lnTo>
                  <a:lnTo>
                    <a:pt x="1470785" y="624190"/>
                  </a:lnTo>
                  <a:lnTo>
                    <a:pt x="1393151" y="596665"/>
                  </a:lnTo>
                  <a:lnTo>
                    <a:pt x="1315517" y="568602"/>
                  </a:lnTo>
                  <a:lnTo>
                    <a:pt x="1237883" y="539987"/>
                  </a:lnTo>
                  <a:lnTo>
                    <a:pt x="1160249" y="510813"/>
                  </a:lnTo>
                  <a:lnTo>
                    <a:pt x="1082615" y="481066"/>
                  </a:lnTo>
                  <a:lnTo>
                    <a:pt x="1004981" y="450736"/>
                  </a:lnTo>
                  <a:lnTo>
                    <a:pt x="927346" y="419811"/>
                  </a:lnTo>
                  <a:lnTo>
                    <a:pt x="849712" y="388280"/>
                  </a:lnTo>
                  <a:lnTo>
                    <a:pt x="772078" y="356131"/>
                  </a:lnTo>
                  <a:lnTo>
                    <a:pt x="694444" y="323352"/>
                  </a:lnTo>
                  <a:lnTo>
                    <a:pt x="616810" y="289930"/>
                  </a:lnTo>
                  <a:lnTo>
                    <a:pt x="539176" y="255853"/>
                  </a:lnTo>
                  <a:lnTo>
                    <a:pt x="461542" y="221108"/>
                  </a:lnTo>
                  <a:lnTo>
                    <a:pt x="383908" y="185681"/>
                  </a:lnTo>
                  <a:lnTo>
                    <a:pt x="306274" y="149561"/>
                  </a:lnTo>
                  <a:lnTo>
                    <a:pt x="228640" y="112732"/>
                  </a:lnTo>
                  <a:lnTo>
                    <a:pt x="151006" y="75181"/>
                  </a:lnTo>
                  <a:lnTo>
                    <a:pt x="73372" y="368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9350" y="1896563"/>
              <a:ext cx="6329140" cy="3576754"/>
            </a:xfrm>
            <a:custGeom>
              <a:avLst/>
              <a:pathLst>
                <a:path w="6329140" h="3576754">
                  <a:moveTo>
                    <a:pt x="0" y="0"/>
                  </a:moveTo>
                  <a:lnTo>
                    <a:pt x="40782" y="91045"/>
                  </a:lnTo>
                  <a:lnTo>
                    <a:pt x="118416" y="256315"/>
                  </a:lnTo>
                  <a:lnTo>
                    <a:pt x="196050" y="413916"/>
                  </a:lnTo>
                  <a:lnTo>
                    <a:pt x="273685" y="564204"/>
                  </a:lnTo>
                  <a:lnTo>
                    <a:pt x="351319" y="707519"/>
                  </a:lnTo>
                  <a:lnTo>
                    <a:pt x="428953" y="844183"/>
                  </a:lnTo>
                  <a:lnTo>
                    <a:pt x="506587" y="974505"/>
                  </a:lnTo>
                  <a:lnTo>
                    <a:pt x="584221" y="1098780"/>
                  </a:lnTo>
                  <a:lnTo>
                    <a:pt x="661855" y="1217288"/>
                  </a:lnTo>
                  <a:lnTo>
                    <a:pt x="739489" y="1330297"/>
                  </a:lnTo>
                  <a:lnTo>
                    <a:pt x="817123" y="1438062"/>
                  </a:lnTo>
                  <a:lnTo>
                    <a:pt x="894757" y="1540826"/>
                  </a:lnTo>
                  <a:lnTo>
                    <a:pt x="972391" y="1638822"/>
                  </a:lnTo>
                  <a:lnTo>
                    <a:pt x="1050025" y="1732270"/>
                  </a:lnTo>
                  <a:lnTo>
                    <a:pt x="1127659" y="1821382"/>
                  </a:lnTo>
                  <a:lnTo>
                    <a:pt x="1205293" y="1906359"/>
                  </a:lnTo>
                  <a:lnTo>
                    <a:pt x="1282927" y="1987392"/>
                  </a:lnTo>
                  <a:lnTo>
                    <a:pt x="1360561" y="2064666"/>
                  </a:lnTo>
                  <a:lnTo>
                    <a:pt x="1438195" y="2138353"/>
                  </a:lnTo>
                  <a:lnTo>
                    <a:pt x="1515829" y="2208622"/>
                  </a:lnTo>
                  <a:lnTo>
                    <a:pt x="1593463" y="2275629"/>
                  </a:lnTo>
                  <a:lnTo>
                    <a:pt x="1671097" y="2339527"/>
                  </a:lnTo>
                  <a:lnTo>
                    <a:pt x="1748731" y="2400461"/>
                  </a:lnTo>
                  <a:lnTo>
                    <a:pt x="1826365" y="2458566"/>
                  </a:lnTo>
                  <a:lnTo>
                    <a:pt x="1903999" y="2513975"/>
                  </a:lnTo>
                  <a:lnTo>
                    <a:pt x="1981633" y="2566814"/>
                  </a:lnTo>
                  <a:lnTo>
                    <a:pt x="2059268" y="2617200"/>
                  </a:lnTo>
                  <a:lnTo>
                    <a:pt x="2136902" y="2665248"/>
                  </a:lnTo>
                  <a:lnTo>
                    <a:pt x="2214536" y="2711067"/>
                  </a:lnTo>
                  <a:lnTo>
                    <a:pt x="2292170" y="2754759"/>
                  </a:lnTo>
                  <a:lnTo>
                    <a:pt x="2369804" y="2796424"/>
                  </a:lnTo>
                  <a:lnTo>
                    <a:pt x="2447438" y="2836155"/>
                  </a:lnTo>
                  <a:lnTo>
                    <a:pt x="2525072" y="2874043"/>
                  </a:lnTo>
                  <a:lnTo>
                    <a:pt x="2602706" y="2910173"/>
                  </a:lnTo>
                  <a:lnTo>
                    <a:pt x="2680340" y="2944626"/>
                  </a:lnTo>
                  <a:lnTo>
                    <a:pt x="2757974" y="2977481"/>
                  </a:lnTo>
                  <a:lnTo>
                    <a:pt x="2835608" y="3008810"/>
                  </a:lnTo>
                  <a:lnTo>
                    <a:pt x="2913242" y="3038687"/>
                  </a:lnTo>
                  <a:lnTo>
                    <a:pt x="2990876" y="3067176"/>
                  </a:lnTo>
                  <a:lnTo>
                    <a:pt x="3068510" y="3094344"/>
                  </a:lnTo>
                  <a:lnTo>
                    <a:pt x="3146144" y="3120251"/>
                  </a:lnTo>
                  <a:lnTo>
                    <a:pt x="3223778" y="3144956"/>
                  </a:lnTo>
                  <a:lnTo>
                    <a:pt x="3301412" y="3168514"/>
                  </a:lnTo>
                  <a:lnTo>
                    <a:pt x="3379046" y="3190980"/>
                  </a:lnTo>
                  <a:lnTo>
                    <a:pt x="3456680" y="3212402"/>
                  </a:lnTo>
                  <a:lnTo>
                    <a:pt x="3534314" y="3232831"/>
                  </a:lnTo>
                  <a:lnTo>
                    <a:pt x="3611948" y="3252312"/>
                  </a:lnTo>
                  <a:lnTo>
                    <a:pt x="3689582" y="3270889"/>
                  </a:lnTo>
                  <a:lnTo>
                    <a:pt x="3767217" y="3288603"/>
                  </a:lnTo>
                  <a:lnTo>
                    <a:pt x="3844851" y="3305496"/>
                  </a:lnTo>
                  <a:lnTo>
                    <a:pt x="3922485" y="3321605"/>
                  </a:lnTo>
                  <a:lnTo>
                    <a:pt x="4000119" y="3336966"/>
                  </a:lnTo>
                  <a:lnTo>
                    <a:pt x="4077753" y="3351615"/>
                  </a:lnTo>
                  <a:lnTo>
                    <a:pt x="4155387" y="3365583"/>
                  </a:lnTo>
                  <a:lnTo>
                    <a:pt x="4233021" y="3378904"/>
                  </a:lnTo>
                  <a:lnTo>
                    <a:pt x="4310655" y="3391606"/>
                  </a:lnTo>
                  <a:lnTo>
                    <a:pt x="4388289" y="3403719"/>
                  </a:lnTo>
                  <a:lnTo>
                    <a:pt x="4465923" y="3415270"/>
                  </a:lnTo>
                  <a:lnTo>
                    <a:pt x="4543557" y="3426285"/>
                  </a:lnTo>
                  <a:lnTo>
                    <a:pt x="4621191" y="3436789"/>
                  </a:lnTo>
                  <a:lnTo>
                    <a:pt x="4698825" y="3446805"/>
                  </a:lnTo>
                  <a:lnTo>
                    <a:pt x="4776459" y="3456357"/>
                  </a:lnTo>
                  <a:lnTo>
                    <a:pt x="4854093" y="3465465"/>
                  </a:lnTo>
                  <a:lnTo>
                    <a:pt x="4931727" y="3474151"/>
                  </a:lnTo>
                  <a:lnTo>
                    <a:pt x="5009361" y="3482434"/>
                  </a:lnTo>
                  <a:lnTo>
                    <a:pt x="5086995" y="3490332"/>
                  </a:lnTo>
                  <a:lnTo>
                    <a:pt x="5164629" y="3497864"/>
                  </a:lnTo>
                  <a:lnTo>
                    <a:pt x="5242263" y="3505046"/>
                  </a:lnTo>
                  <a:lnTo>
                    <a:pt x="5319897" y="3511895"/>
                  </a:lnTo>
                  <a:lnTo>
                    <a:pt x="5397531" y="3518426"/>
                  </a:lnTo>
                  <a:lnTo>
                    <a:pt x="5475166" y="3524655"/>
                  </a:lnTo>
                  <a:lnTo>
                    <a:pt x="5552800" y="3530594"/>
                  </a:lnTo>
                  <a:lnTo>
                    <a:pt x="5630434" y="3536257"/>
                  </a:lnTo>
                  <a:lnTo>
                    <a:pt x="5708068" y="3541658"/>
                  </a:lnTo>
                  <a:lnTo>
                    <a:pt x="5785702" y="3546808"/>
                  </a:lnTo>
                  <a:lnTo>
                    <a:pt x="5863336" y="3551719"/>
                  </a:lnTo>
                  <a:lnTo>
                    <a:pt x="5940970" y="3556402"/>
                  </a:lnTo>
                  <a:lnTo>
                    <a:pt x="6018604" y="3560868"/>
                  </a:lnTo>
                  <a:lnTo>
                    <a:pt x="6096238" y="3565127"/>
                  </a:lnTo>
                  <a:lnTo>
                    <a:pt x="6173872" y="3569188"/>
                  </a:lnTo>
                  <a:lnTo>
                    <a:pt x="6251506" y="3573061"/>
                  </a:lnTo>
                  <a:lnTo>
                    <a:pt x="6329140" y="3576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2026-05-22T09:54:28Z</dcterms:modified>
  <cp:category/>
</cp:coreProperties>
</file>