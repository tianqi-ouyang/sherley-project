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32373"/>
            </a:xfrm>
            <a:custGeom>
              <a:avLst/>
              <a:pathLst>
                <a:path w="7370972" h="3632373">
                  <a:moveTo>
                    <a:pt x="1865051" y="0"/>
                  </a:moveTo>
                  <a:lnTo>
                    <a:pt x="1936589" y="239008"/>
                  </a:lnTo>
                  <a:lnTo>
                    <a:pt x="2014223" y="480068"/>
                  </a:lnTo>
                  <a:lnTo>
                    <a:pt x="2091857" y="704105"/>
                  </a:lnTo>
                  <a:lnTo>
                    <a:pt x="2169491" y="912321"/>
                  </a:lnTo>
                  <a:lnTo>
                    <a:pt x="2247125" y="1105834"/>
                  </a:lnTo>
                  <a:lnTo>
                    <a:pt x="2324759" y="1285682"/>
                  </a:lnTo>
                  <a:lnTo>
                    <a:pt x="2402393" y="1452829"/>
                  </a:lnTo>
                  <a:lnTo>
                    <a:pt x="2480027" y="1608172"/>
                  </a:lnTo>
                  <a:lnTo>
                    <a:pt x="2557661" y="1752546"/>
                  </a:lnTo>
                  <a:lnTo>
                    <a:pt x="2635295" y="1886725"/>
                  </a:lnTo>
                  <a:lnTo>
                    <a:pt x="2712930" y="2011429"/>
                  </a:lnTo>
                  <a:lnTo>
                    <a:pt x="2790564" y="2127326"/>
                  </a:lnTo>
                  <a:lnTo>
                    <a:pt x="2868198" y="2235039"/>
                  </a:lnTo>
                  <a:lnTo>
                    <a:pt x="2945832" y="2335145"/>
                  </a:lnTo>
                  <a:lnTo>
                    <a:pt x="3023466" y="2428183"/>
                  </a:lnTo>
                  <a:lnTo>
                    <a:pt x="3101100" y="2514650"/>
                  </a:lnTo>
                  <a:lnTo>
                    <a:pt x="3178734" y="2595012"/>
                  </a:lnTo>
                  <a:lnTo>
                    <a:pt x="3256368" y="2669698"/>
                  </a:lnTo>
                  <a:lnTo>
                    <a:pt x="3334002" y="2739111"/>
                  </a:lnTo>
                  <a:lnTo>
                    <a:pt x="3411636" y="2787903"/>
                  </a:lnTo>
                  <a:lnTo>
                    <a:pt x="3489270" y="2802772"/>
                  </a:lnTo>
                  <a:lnTo>
                    <a:pt x="3566904" y="2817386"/>
                  </a:lnTo>
                  <a:lnTo>
                    <a:pt x="3644538" y="2831748"/>
                  </a:lnTo>
                  <a:lnTo>
                    <a:pt x="3722172" y="2845863"/>
                  </a:lnTo>
                  <a:lnTo>
                    <a:pt x="3799806" y="2859735"/>
                  </a:lnTo>
                  <a:lnTo>
                    <a:pt x="3877440" y="2873369"/>
                  </a:lnTo>
                  <a:lnTo>
                    <a:pt x="3955074" y="2886769"/>
                  </a:lnTo>
                  <a:lnTo>
                    <a:pt x="4032708" y="2899938"/>
                  </a:lnTo>
                  <a:lnTo>
                    <a:pt x="4110342" y="2912880"/>
                  </a:lnTo>
                  <a:lnTo>
                    <a:pt x="4187976" y="2925601"/>
                  </a:lnTo>
                  <a:lnTo>
                    <a:pt x="4265610" y="2938102"/>
                  </a:lnTo>
                  <a:lnTo>
                    <a:pt x="4343244" y="2950388"/>
                  </a:lnTo>
                  <a:lnTo>
                    <a:pt x="4420879" y="2962464"/>
                  </a:lnTo>
                  <a:lnTo>
                    <a:pt x="4498513" y="2974331"/>
                  </a:lnTo>
                  <a:lnTo>
                    <a:pt x="4576147" y="2985995"/>
                  </a:lnTo>
                  <a:lnTo>
                    <a:pt x="4653781" y="2997457"/>
                  </a:lnTo>
                  <a:lnTo>
                    <a:pt x="4731415" y="3008723"/>
                  </a:lnTo>
                  <a:lnTo>
                    <a:pt x="4809049" y="3019795"/>
                  </a:lnTo>
                  <a:lnTo>
                    <a:pt x="4886683" y="3030677"/>
                  </a:lnTo>
                  <a:lnTo>
                    <a:pt x="4964317" y="3041372"/>
                  </a:lnTo>
                  <a:lnTo>
                    <a:pt x="5041951" y="3051882"/>
                  </a:lnTo>
                  <a:lnTo>
                    <a:pt x="5119585" y="3062212"/>
                  </a:lnTo>
                  <a:lnTo>
                    <a:pt x="5197219" y="3072365"/>
                  </a:lnTo>
                  <a:lnTo>
                    <a:pt x="5274853" y="3082343"/>
                  </a:lnTo>
                  <a:lnTo>
                    <a:pt x="5352487" y="3092149"/>
                  </a:lnTo>
                  <a:lnTo>
                    <a:pt x="5430121" y="3101786"/>
                  </a:lnTo>
                  <a:lnTo>
                    <a:pt x="5507755" y="3111258"/>
                  </a:lnTo>
                  <a:lnTo>
                    <a:pt x="5585389" y="3120567"/>
                  </a:lnTo>
                  <a:lnTo>
                    <a:pt x="5663023" y="3129716"/>
                  </a:lnTo>
                  <a:lnTo>
                    <a:pt x="5740657" y="3138708"/>
                  </a:lnTo>
                  <a:lnTo>
                    <a:pt x="5818291" y="3147545"/>
                  </a:lnTo>
                  <a:lnTo>
                    <a:pt x="5895925" y="3156230"/>
                  </a:lnTo>
                  <a:lnTo>
                    <a:pt x="5973559" y="3164766"/>
                  </a:lnTo>
                  <a:lnTo>
                    <a:pt x="6051193" y="3173155"/>
                  </a:lnTo>
                  <a:lnTo>
                    <a:pt x="6128827" y="3181400"/>
                  </a:lnTo>
                  <a:lnTo>
                    <a:pt x="6206462" y="3189503"/>
                  </a:lnTo>
                  <a:lnTo>
                    <a:pt x="6284096" y="3197466"/>
                  </a:lnTo>
                  <a:lnTo>
                    <a:pt x="6361730" y="3205293"/>
                  </a:lnTo>
                  <a:lnTo>
                    <a:pt x="6439364" y="3212985"/>
                  </a:lnTo>
                  <a:lnTo>
                    <a:pt x="6516998" y="3220545"/>
                  </a:lnTo>
                  <a:lnTo>
                    <a:pt x="6594632" y="3227975"/>
                  </a:lnTo>
                  <a:lnTo>
                    <a:pt x="6672266" y="3235277"/>
                  </a:lnTo>
                  <a:lnTo>
                    <a:pt x="6749900" y="3242453"/>
                  </a:lnTo>
                  <a:lnTo>
                    <a:pt x="6827534" y="3249507"/>
                  </a:lnTo>
                  <a:lnTo>
                    <a:pt x="6905168" y="3256438"/>
                  </a:lnTo>
                  <a:lnTo>
                    <a:pt x="6982802" y="3263251"/>
                  </a:lnTo>
                  <a:lnTo>
                    <a:pt x="7060436" y="3269947"/>
                  </a:lnTo>
                  <a:lnTo>
                    <a:pt x="7138070" y="3276527"/>
                  </a:lnTo>
                  <a:lnTo>
                    <a:pt x="7215704" y="3282994"/>
                  </a:lnTo>
                  <a:lnTo>
                    <a:pt x="7293338" y="3289350"/>
                  </a:lnTo>
                  <a:lnTo>
                    <a:pt x="7370972" y="3295597"/>
                  </a:lnTo>
                  <a:lnTo>
                    <a:pt x="7370972" y="3632373"/>
                  </a:lnTo>
                  <a:lnTo>
                    <a:pt x="7293338" y="3630833"/>
                  </a:lnTo>
                  <a:lnTo>
                    <a:pt x="7215704" y="3629176"/>
                  </a:lnTo>
                  <a:lnTo>
                    <a:pt x="7138070" y="3627393"/>
                  </a:lnTo>
                  <a:lnTo>
                    <a:pt x="7060436" y="3625474"/>
                  </a:lnTo>
                  <a:lnTo>
                    <a:pt x="6982802" y="3623410"/>
                  </a:lnTo>
                  <a:lnTo>
                    <a:pt x="6905168" y="3621189"/>
                  </a:lnTo>
                  <a:lnTo>
                    <a:pt x="6827534" y="3618799"/>
                  </a:lnTo>
                  <a:lnTo>
                    <a:pt x="6749900" y="3616227"/>
                  </a:lnTo>
                  <a:lnTo>
                    <a:pt x="6672266" y="3613460"/>
                  </a:lnTo>
                  <a:lnTo>
                    <a:pt x="6594632" y="3610483"/>
                  </a:lnTo>
                  <a:lnTo>
                    <a:pt x="6516998" y="3607279"/>
                  </a:lnTo>
                  <a:lnTo>
                    <a:pt x="6439364" y="3603832"/>
                  </a:lnTo>
                  <a:lnTo>
                    <a:pt x="6361730" y="3600124"/>
                  </a:lnTo>
                  <a:lnTo>
                    <a:pt x="6284096" y="3596133"/>
                  </a:lnTo>
                  <a:lnTo>
                    <a:pt x="6206462" y="3591839"/>
                  </a:lnTo>
                  <a:lnTo>
                    <a:pt x="6128827" y="3587219"/>
                  </a:lnTo>
                  <a:lnTo>
                    <a:pt x="6051193" y="3582248"/>
                  </a:lnTo>
                  <a:lnTo>
                    <a:pt x="5973559" y="3576899"/>
                  </a:lnTo>
                  <a:lnTo>
                    <a:pt x="5895925" y="3571144"/>
                  </a:lnTo>
                  <a:lnTo>
                    <a:pt x="5818291" y="3564952"/>
                  </a:lnTo>
                  <a:lnTo>
                    <a:pt x="5740657" y="3558289"/>
                  </a:lnTo>
                  <a:lnTo>
                    <a:pt x="5663023" y="3551119"/>
                  </a:lnTo>
                  <a:lnTo>
                    <a:pt x="5585389" y="3543405"/>
                  </a:lnTo>
                  <a:lnTo>
                    <a:pt x="5507755" y="3535105"/>
                  </a:lnTo>
                  <a:lnTo>
                    <a:pt x="5430121" y="3526174"/>
                  </a:lnTo>
                  <a:lnTo>
                    <a:pt x="5352487" y="3516565"/>
                  </a:lnTo>
                  <a:lnTo>
                    <a:pt x="5274853" y="3506225"/>
                  </a:lnTo>
                  <a:lnTo>
                    <a:pt x="5197219" y="3495100"/>
                  </a:lnTo>
                  <a:lnTo>
                    <a:pt x="5119585" y="3483129"/>
                  </a:lnTo>
                  <a:lnTo>
                    <a:pt x="5041951" y="3470249"/>
                  </a:lnTo>
                  <a:lnTo>
                    <a:pt x="4964317" y="3456391"/>
                  </a:lnTo>
                  <a:lnTo>
                    <a:pt x="4886683" y="3441479"/>
                  </a:lnTo>
                  <a:lnTo>
                    <a:pt x="4809049" y="3425434"/>
                  </a:lnTo>
                  <a:lnTo>
                    <a:pt x="4731415" y="3408170"/>
                  </a:lnTo>
                  <a:lnTo>
                    <a:pt x="4653781" y="3389595"/>
                  </a:lnTo>
                  <a:lnTo>
                    <a:pt x="4576147" y="3369607"/>
                  </a:lnTo>
                  <a:lnTo>
                    <a:pt x="4498513" y="3348102"/>
                  </a:lnTo>
                  <a:lnTo>
                    <a:pt x="4420879" y="3324962"/>
                  </a:lnTo>
                  <a:lnTo>
                    <a:pt x="4343244" y="3300064"/>
                  </a:lnTo>
                  <a:lnTo>
                    <a:pt x="4265610" y="3273274"/>
                  </a:lnTo>
                  <a:lnTo>
                    <a:pt x="4187976" y="3244449"/>
                  </a:lnTo>
                  <a:lnTo>
                    <a:pt x="4110342" y="3213433"/>
                  </a:lnTo>
                  <a:lnTo>
                    <a:pt x="4032708" y="3180061"/>
                  </a:lnTo>
                  <a:lnTo>
                    <a:pt x="3955074" y="3144153"/>
                  </a:lnTo>
                  <a:lnTo>
                    <a:pt x="3877440" y="3105517"/>
                  </a:lnTo>
                  <a:lnTo>
                    <a:pt x="3799806" y="3063945"/>
                  </a:lnTo>
                  <a:lnTo>
                    <a:pt x="3722172" y="3019214"/>
                  </a:lnTo>
                  <a:lnTo>
                    <a:pt x="3644538" y="2971084"/>
                  </a:lnTo>
                  <a:lnTo>
                    <a:pt x="3566904" y="2919298"/>
                  </a:lnTo>
                  <a:lnTo>
                    <a:pt x="3489270" y="2863577"/>
                  </a:lnTo>
                  <a:lnTo>
                    <a:pt x="3411636" y="2803621"/>
                  </a:lnTo>
                  <a:lnTo>
                    <a:pt x="3334002" y="2772774"/>
                  </a:lnTo>
                  <a:lnTo>
                    <a:pt x="3256368" y="2757380"/>
                  </a:lnTo>
                  <a:lnTo>
                    <a:pt x="3178734" y="2741717"/>
                  </a:lnTo>
                  <a:lnTo>
                    <a:pt x="3101100" y="2725779"/>
                  </a:lnTo>
                  <a:lnTo>
                    <a:pt x="3023466" y="2709563"/>
                  </a:lnTo>
                  <a:lnTo>
                    <a:pt x="2945832" y="2693063"/>
                  </a:lnTo>
                  <a:lnTo>
                    <a:pt x="2868198" y="2676275"/>
                  </a:lnTo>
                  <a:lnTo>
                    <a:pt x="2790564" y="2659193"/>
                  </a:lnTo>
                  <a:lnTo>
                    <a:pt x="2712930" y="2641812"/>
                  </a:lnTo>
                  <a:lnTo>
                    <a:pt x="2635295" y="2624126"/>
                  </a:lnTo>
                  <a:lnTo>
                    <a:pt x="2557661" y="2606132"/>
                  </a:lnTo>
                  <a:lnTo>
                    <a:pt x="2480027" y="2587822"/>
                  </a:lnTo>
                  <a:lnTo>
                    <a:pt x="2402393" y="2569193"/>
                  </a:lnTo>
                  <a:lnTo>
                    <a:pt x="2324759" y="2550237"/>
                  </a:lnTo>
                  <a:lnTo>
                    <a:pt x="2247125" y="2530950"/>
                  </a:lnTo>
                  <a:lnTo>
                    <a:pt x="2169491" y="2511325"/>
                  </a:lnTo>
                  <a:lnTo>
                    <a:pt x="2091857" y="2491357"/>
                  </a:lnTo>
                  <a:lnTo>
                    <a:pt x="2014223" y="2471039"/>
                  </a:lnTo>
                  <a:lnTo>
                    <a:pt x="1936589" y="2450366"/>
                  </a:lnTo>
                  <a:lnTo>
                    <a:pt x="1858955" y="2429331"/>
                  </a:lnTo>
                  <a:lnTo>
                    <a:pt x="1781321" y="2407929"/>
                  </a:lnTo>
                  <a:lnTo>
                    <a:pt x="1703687" y="2386152"/>
                  </a:lnTo>
                  <a:lnTo>
                    <a:pt x="1626053" y="2363994"/>
                  </a:lnTo>
                  <a:lnTo>
                    <a:pt x="1548419" y="2341448"/>
                  </a:lnTo>
                  <a:lnTo>
                    <a:pt x="1470785" y="2318507"/>
                  </a:lnTo>
                  <a:lnTo>
                    <a:pt x="1393151" y="2295166"/>
                  </a:lnTo>
                  <a:lnTo>
                    <a:pt x="1315517" y="2271416"/>
                  </a:lnTo>
                  <a:lnTo>
                    <a:pt x="1237883" y="2247250"/>
                  </a:lnTo>
                  <a:lnTo>
                    <a:pt x="1160249" y="2222662"/>
                  </a:lnTo>
                  <a:lnTo>
                    <a:pt x="1082615" y="2197644"/>
                  </a:lnTo>
                  <a:lnTo>
                    <a:pt x="1004981" y="2172187"/>
                  </a:lnTo>
                  <a:lnTo>
                    <a:pt x="927346" y="2146286"/>
                  </a:lnTo>
                  <a:lnTo>
                    <a:pt x="849712" y="2119931"/>
                  </a:lnTo>
                  <a:lnTo>
                    <a:pt x="772078" y="2093115"/>
                  </a:lnTo>
                  <a:lnTo>
                    <a:pt x="694444" y="2065830"/>
                  </a:lnTo>
                  <a:lnTo>
                    <a:pt x="616810" y="2038068"/>
                  </a:lnTo>
                  <a:lnTo>
                    <a:pt x="539176" y="2009820"/>
                  </a:lnTo>
                  <a:lnTo>
                    <a:pt x="461542" y="1981077"/>
                  </a:lnTo>
                  <a:lnTo>
                    <a:pt x="383908" y="1951832"/>
                  </a:lnTo>
                  <a:lnTo>
                    <a:pt x="306274" y="1922075"/>
                  </a:lnTo>
                  <a:lnTo>
                    <a:pt x="228640" y="1891798"/>
                  </a:lnTo>
                  <a:lnTo>
                    <a:pt x="151006" y="1860991"/>
                  </a:lnTo>
                  <a:lnTo>
                    <a:pt x="73372" y="1829644"/>
                  </a:lnTo>
                  <a:lnTo>
                    <a:pt x="0" y="179950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82569" y="1896563"/>
              <a:ext cx="5505921" cy="3295597"/>
            </a:xfrm>
            <a:custGeom>
              <a:avLst/>
              <a:pathLst>
                <a:path w="5505921" h="3295597">
                  <a:moveTo>
                    <a:pt x="0" y="0"/>
                  </a:moveTo>
                  <a:lnTo>
                    <a:pt x="71537" y="239008"/>
                  </a:lnTo>
                  <a:lnTo>
                    <a:pt x="149171" y="480068"/>
                  </a:lnTo>
                  <a:lnTo>
                    <a:pt x="226805" y="704105"/>
                  </a:lnTo>
                  <a:lnTo>
                    <a:pt x="304440" y="912321"/>
                  </a:lnTo>
                  <a:lnTo>
                    <a:pt x="382074" y="1105834"/>
                  </a:lnTo>
                  <a:lnTo>
                    <a:pt x="459708" y="1285682"/>
                  </a:lnTo>
                  <a:lnTo>
                    <a:pt x="537342" y="1452829"/>
                  </a:lnTo>
                  <a:lnTo>
                    <a:pt x="614976" y="1608172"/>
                  </a:lnTo>
                  <a:lnTo>
                    <a:pt x="692610" y="1752546"/>
                  </a:lnTo>
                  <a:lnTo>
                    <a:pt x="770244" y="1886725"/>
                  </a:lnTo>
                  <a:lnTo>
                    <a:pt x="847878" y="2011429"/>
                  </a:lnTo>
                  <a:lnTo>
                    <a:pt x="925512" y="2127326"/>
                  </a:lnTo>
                  <a:lnTo>
                    <a:pt x="1003146" y="2235039"/>
                  </a:lnTo>
                  <a:lnTo>
                    <a:pt x="1080780" y="2335145"/>
                  </a:lnTo>
                  <a:lnTo>
                    <a:pt x="1158414" y="2428183"/>
                  </a:lnTo>
                  <a:lnTo>
                    <a:pt x="1236048" y="2514650"/>
                  </a:lnTo>
                  <a:lnTo>
                    <a:pt x="1313682" y="2595012"/>
                  </a:lnTo>
                  <a:lnTo>
                    <a:pt x="1391316" y="2669698"/>
                  </a:lnTo>
                  <a:lnTo>
                    <a:pt x="1468950" y="2739111"/>
                  </a:lnTo>
                  <a:lnTo>
                    <a:pt x="1546584" y="2787903"/>
                  </a:lnTo>
                  <a:lnTo>
                    <a:pt x="1624218" y="2802772"/>
                  </a:lnTo>
                  <a:lnTo>
                    <a:pt x="1701852" y="2817386"/>
                  </a:lnTo>
                  <a:lnTo>
                    <a:pt x="1779486" y="2831748"/>
                  </a:lnTo>
                  <a:lnTo>
                    <a:pt x="1857120" y="2845863"/>
                  </a:lnTo>
                  <a:lnTo>
                    <a:pt x="1934754" y="2859735"/>
                  </a:lnTo>
                  <a:lnTo>
                    <a:pt x="2012388" y="2873369"/>
                  </a:lnTo>
                  <a:lnTo>
                    <a:pt x="2090023" y="2886769"/>
                  </a:lnTo>
                  <a:lnTo>
                    <a:pt x="2167657" y="2899938"/>
                  </a:lnTo>
                  <a:lnTo>
                    <a:pt x="2245291" y="2912880"/>
                  </a:lnTo>
                  <a:lnTo>
                    <a:pt x="2322925" y="2925601"/>
                  </a:lnTo>
                  <a:lnTo>
                    <a:pt x="2400559" y="2938102"/>
                  </a:lnTo>
                  <a:lnTo>
                    <a:pt x="2478193" y="2950388"/>
                  </a:lnTo>
                  <a:lnTo>
                    <a:pt x="2555827" y="2962464"/>
                  </a:lnTo>
                  <a:lnTo>
                    <a:pt x="2633461" y="2974331"/>
                  </a:lnTo>
                  <a:lnTo>
                    <a:pt x="2711095" y="2985995"/>
                  </a:lnTo>
                  <a:lnTo>
                    <a:pt x="2788729" y="2997457"/>
                  </a:lnTo>
                  <a:lnTo>
                    <a:pt x="2866363" y="3008723"/>
                  </a:lnTo>
                  <a:lnTo>
                    <a:pt x="2943997" y="3019795"/>
                  </a:lnTo>
                  <a:lnTo>
                    <a:pt x="3021631" y="3030677"/>
                  </a:lnTo>
                  <a:lnTo>
                    <a:pt x="3099265" y="3041372"/>
                  </a:lnTo>
                  <a:lnTo>
                    <a:pt x="3176899" y="3051882"/>
                  </a:lnTo>
                  <a:lnTo>
                    <a:pt x="3254533" y="3062212"/>
                  </a:lnTo>
                  <a:lnTo>
                    <a:pt x="3332167" y="3072365"/>
                  </a:lnTo>
                  <a:lnTo>
                    <a:pt x="3409801" y="3082343"/>
                  </a:lnTo>
                  <a:lnTo>
                    <a:pt x="3487435" y="3092149"/>
                  </a:lnTo>
                  <a:lnTo>
                    <a:pt x="3565069" y="3101786"/>
                  </a:lnTo>
                  <a:lnTo>
                    <a:pt x="3642703" y="3111258"/>
                  </a:lnTo>
                  <a:lnTo>
                    <a:pt x="3720337" y="3120567"/>
                  </a:lnTo>
                  <a:lnTo>
                    <a:pt x="3797972" y="3129716"/>
                  </a:lnTo>
                  <a:lnTo>
                    <a:pt x="3875606" y="3138708"/>
                  </a:lnTo>
                  <a:lnTo>
                    <a:pt x="3953240" y="3147545"/>
                  </a:lnTo>
                  <a:lnTo>
                    <a:pt x="4030874" y="3156230"/>
                  </a:lnTo>
                  <a:lnTo>
                    <a:pt x="4108508" y="3164766"/>
                  </a:lnTo>
                  <a:lnTo>
                    <a:pt x="4186142" y="3173155"/>
                  </a:lnTo>
                  <a:lnTo>
                    <a:pt x="4263776" y="3181400"/>
                  </a:lnTo>
                  <a:lnTo>
                    <a:pt x="4341410" y="3189503"/>
                  </a:lnTo>
                  <a:lnTo>
                    <a:pt x="4419044" y="3197466"/>
                  </a:lnTo>
                  <a:lnTo>
                    <a:pt x="4496678" y="3205293"/>
                  </a:lnTo>
                  <a:lnTo>
                    <a:pt x="4574312" y="3212985"/>
                  </a:lnTo>
                  <a:lnTo>
                    <a:pt x="4651946" y="3220545"/>
                  </a:lnTo>
                  <a:lnTo>
                    <a:pt x="4729580" y="3227975"/>
                  </a:lnTo>
                  <a:lnTo>
                    <a:pt x="4807214" y="3235277"/>
                  </a:lnTo>
                  <a:lnTo>
                    <a:pt x="4884848" y="3242453"/>
                  </a:lnTo>
                  <a:lnTo>
                    <a:pt x="4962482" y="3249507"/>
                  </a:lnTo>
                  <a:lnTo>
                    <a:pt x="5040116" y="3256438"/>
                  </a:lnTo>
                  <a:lnTo>
                    <a:pt x="5117750" y="3263251"/>
                  </a:lnTo>
                  <a:lnTo>
                    <a:pt x="5195384" y="3269947"/>
                  </a:lnTo>
                  <a:lnTo>
                    <a:pt x="5273018" y="3276527"/>
                  </a:lnTo>
                  <a:lnTo>
                    <a:pt x="5350652" y="3282994"/>
                  </a:lnTo>
                  <a:lnTo>
                    <a:pt x="5428286" y="3289350"/>
                  </a:lnTo>
                  <a:lnTo>
                    <a:pt x="5505921" y="3295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96064"/>
              <a:ext cx="7370972" cy="1832872"/>
            </a:xfrm>
            <a:custGeom>
              <a:avLst/>
              <a:pathLst>
                <a:path w="7370972" h="1832872">
                  <a:moveTo>
                    <a:pt x="7370972" y="1832872"/>
                  </a:moveTo>
                  <a:lnTo>
                    <a:pt x="7293338" y="1831332"/>
                  </a:lnTo>
                  <a:lnTo>
                    <a:pt x="7215704" y="1829675"/>
                  </a:lnTo>
                  <a:lnTo>
                    <a:pt x="7138070" y="1827892"/>
                  </a:lnTo>
                  <a:lnTo>
                    <a:pt x="7060436" y="1825973"/>
                  </a:lnTo>
                  <a:lnTo>
                    <a:pt x="6982802" y="1823909"/>
                  </a:lnTo>
                  <a:lnTo>
                    <a:pt x="6905168" y="1821687"/>
                  </a:lnTo>
                  <a:lnTo>
                    <a:pt x="6827534" y="1819297"/>
                  </a:lnTo>
                  <a:lnTo>
                    <a:pt x="6749900" y="1816726"/>
                  </a:lnTo>
                  <a:lnTo>
                    <a:pt x="6672266" y="1813959"/>
                  </a:lnTo>
                  <a:lnTo>
                    <a:pt x="6594632" y="1810982"/>
                  </a:lnTo>
                  <a:lnTo>
                    <a:pt x="6516998" y="1807778"/>
                  </a:lnTo>
                  <a:lnTo>
                    <a:pt x="6439364" y="1804331"/>
                  </a:lnTo>
                  <a:lnTo>
                    <a:pt x="6361730" y="1800622"/>
                  </a:lnTo>
                  <a:lnTo>
                    <a:pt x="6284096" y="1796632"/>
                  </a:lnTo>
                  <a:lnTo>
                    <a:pt x="6206462" y="1792338"/>
                  </a:lnTo>
                  <a:lnTo>
                    <a:pt x="6128827" y="1787718"/>
                  </a:lnTo>
                  <a:lnTo>
                    <a:pt x="6051193" y="1782747"/>
                  </a:lnTo>
                  <a:lnTo>
                    <a:pt x="5973559" y="1777398"/>
                  </a:lnTo>
                  <a:lnTo>
                    <a:pt x="5895925" y="1771643"/>
                  </a:lnTo>
                  <a:lnTo>
                    <a:pt x="5818291" y="1765450"/>
                  </a:lnTo>
                  <a:lnTo>
                    <a:pt x="5740657" y="1758787"/>
                  </a:lnTo>
                  <a:lnTo>
                    <a:pt x="5663023" y="1751618"/>
                  </a:lnTo>
                  <a:lnTo>
                    <a:pt x="5585389" y="1743904"/>
                  </a:lnTo>
                  <a:lnTo>
                    <a:pt x="5507755" y="1735604"/>
                  </a:lnTo>
                  <a:lnTo>
                    <a:pt x="5430121" y="1726673"/>
                  </a:lnTo>
                  <a:lnTo>
                    <a:pt x="5352487" y="1717064"/>
                  </a:lnTo>
                  <a:lnTo>
                    <a:pt x="5274853" y="1706724"/>
                  </a:lnTo>
                  <a:lnTo>
                    <a:pt x="5197219" y="1695599"/>
                  </a:lnTo>
                  <a:lnTo>
                    <a:pt x="5119585" y="1683628"/>
                  </a:lnTo>
                  <a:lnTo>
                    <a:pt x="5041951" y="1670748"/>
                  </a:lnTo>
                  <a:lnTo>
                    <a:pt x="4964317" y="1656890"/>
                  </a:lnTo>
                  <a:lnTo>
                    <a:pt x="4886683" y="1641978"/>
                  </a:lnTo>
                  <a:lnTo>
                    <a:pt x="4809049" y="1625933"/>
                  </a:lnTo>
                  <a:lnTo>
                    <a:pt x="4731415" y="1608669"/>
                  </a:lnTo>
                  <a:lnTo>
                    <a:pt x="4653781" y="1590093"/>
                  </a:lnTo>
                  <a:lnTo>
                    <a:pt x="4576147" y="1570106"/>
                  </a:lnTo>
                  <a:lnTo>
                    <a:pt x="4498513" y="1548601"/>
                  </a:lnTo>
                  <a:lnTo>
                    <a:pt x="4420879" y="1525461"/>
                  </a:lnTo>
                  <a:lnTo>
                    <a:pt x="4343244" y="1500563"/>
                  </a:lnTo>
                  <a:lnTo>
                    <a:pt x="4265610" y="1473773"/>
                  </a:lnTo>
                  <a:lnTo>
                    <a:pt x="4187976" y="1444948"/>
                  </a:lnTo>
                  <a:lnTo>
                    <a:pt x="4110342" y="1413932"/>
                  </a:lnTo>
                  <a:lnTo>
                    <a:pt x="4032708" y="1380560"/>
                  </a:lnTo>
                  <a:lnTo>
                    <a:pt x="3955074" y="1344652"/>
                  </a:lnTo>
                  <a:lnTo>
                    <a:pt x="3877440" y="1306016"/>
                  </a:lnTo>
                  <a:lnTo>
                    <a:pt x="3799806" y="1264444"/>
                  </a:lnTo>
                  <a:lnTo>
                    <a:pt x="3722172" y="1219713"/>
                  </a:lnTo>
                  <a:lnTo>
                    <a:pt x="3644538" y="1171583"/>
                  </a:lnTo>
                  <a:lnTo>
                    <a:pt x="3566904" y="1119797"/>
                  </a:lnTo>
                  <a:lnTo>
                    <a:pt x="3489270" y="1064075"/>
                  </a:lnTo>
                  <a:lnTo>
                    <a:pt x="3411636" y="1004120"/>
                  </a:lnTo>
                  <a:lnTo>
                    <a:pt x="3334002" y="973273"/>
                  </a:lnTo>
                  <a:lnTo>
                    <a:pt x="3256368" y="957879"/>
                  </a:lnTo>
                  <a:lnTo>
                    <a:pt x="3178734" y="942216"/>
                  </a:lnTo>
                  <a:lnTo>
                    <a:pt x="3101100" y="926278"/>
                  </a:lnTo>
                  <a:lnTo>
                    <a:pt x="3023466" y="910062"/>
                  </a:lnTo>
                  <a:lnTo>
                    <a:pt x="2945832" y="893562"/>
                  </a:lnTo>
                  <a:lnTo>
                    <a:pt x="2868198" y="876774"/>
                  </a:lnTo>
                  <a:lnTo>
                    <a:pt x="2790564" y="859692"/>
                  </a:lnTo>
                  <a:lnTo>
                    <a:pt x="2712930" y="842310"/>
                  </a:lnTo>
                  <a:lnTo>
                    <a:pt x="2635295" y="824625"/>
                  </a:lnTo>
                  <a:lnTo>
                    <a:pt x="2557661" y="806631"/>
                  </a:lnTo>
                  <a:lnTo>
                    <a:pt x="2480027" y="788321"/>
                  </a:lnTo>
                  <a:lnTo>
                    <a:pt x="2402393" y="769692"/>
                  </a:lnTo>
                  <a:lnTo>
                    <a:pt x="2324759" y="750736"/>
                  </a:lnTo>
                  <a:lnTo>
                    <a:pt x="2247125" y="731448"/>
                  </a:lnTo>
                  <a:lnTo>
                    <a:pt x="2169491" y="711824"/>
                  </a:lnTo>
                  <a:lnTo>
                    <a:pt x="2091857" y="691855"/>
                  </a:lnTo>
                  <a:lnTo>
                    <a:pt x="2014223" y="671538"/>
                  </a:lnTo>
                  <a:lnTo>
                    <a:pt x="1936589" y="650865"/>
                  </a:lnTo>
                  <a:lnTo>
                    <a:pt x="1858955" y="629830"/>
                  </a:lnTo>
                  <a:lnTo>
                    <a:pt x="1781321" y="608428"/>
                  </a:lnTo>
                  <a:lnTo>
                    <a:pt x="1703687" y="586651"/>
                  </a:lnTo>
                  <a:lnTo>
                    <a:pt x="1626053" y="564492"/>
                  </a:lnTo>
                  <a:lnTo>
                    <a:pt x="1548419" y="541947"/>
                  </a:lnTo>
                  <a:lnTo>
                    <a:pt x="1470785" y="519006"/>
                  </a:lnTo>
                  <a:lnTo>
                    <a:pt x="1393151" y="495665"/>
                  </a:lnTo>
                  <a:lnTo>
                    <a:pt x="1315517" y="471915"/>
                  </a:lnTo>
                  <a:lnTo>
                    <a:pt x="1237883" y="447749"/>
                  </a:lnTo>
                  <a:lnTo>
                    <a:pt x="1160249" y="423161"/>
                  </a:lnTo>
                  <a:lnTo>
                    <a:pt x="1082615" y="398142"/>
                  </a:lnTo>
                  <a:lnTo>
                    <a:pt x="1004981" y="372686"/>
                  </a:lnTo>
                  <a:lnTo>
                    <a:pt x="927346" y="346785"/>
                  </a:lnTo>
                  <a:lnTo>
                    <a:pt x="849712" y="320430"/>
                  </a:lnTo>
                  <a:lnTo>
                    <a:pt x="772078" y="293614"/>
                  </a:lnTo>
                  <a:lnTo>
                    <a:pt x="694444" y="266329"/>
                  </a:lnTo>
                  <a:lnTo>
                    <a:pt x="616810" y="238567"/>
                  </a:lnTo>
                  <a:lnTo>
                    <a:pt x="539176" y="210319"/>
                  </a:lnTo>
                  <a:lnTo>
                    <a:pt x="461542" y="181576"/>
                  </a:lnTo>
                  <a:lnTo>
                    <a:pt x="383908" y="152331"/>
                  </a:lnTo>
                  <a:lnTo>
                    <a:pt x="306274" y="122574"/>
                  </a:lnTo>
                  <a:lnTo>
                    <a:pt x="228640" y="92297"/>
                  </a:lnTo>
                  <a:lnTo>
                    <a:pt x="151006" y="61490"/>
                  </a:lnTo>
                  <a:lnTo>
                    <a:pt x="73372" y="301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43702" y="1896563"/>
              <a:ext cx="6444788" cy="3567571"/>
            </a:xfrm>
            <a:custGeom>
              <a:avLst/>
              <a:pathLst>
                <a:path w="6444788" h="3567571">
                  <a:moveTo>
                    <a:pt x="0" y="0"/>
                  </a:moveTo>
                  <a:lnTo>
                    <a:pt x="1162" y="2532"/>
                  </a:lnTo>
                  <a:lnTo>
                    <a:pt x="78796" y="164155"/>
                  </a:lnTo>
                  <a:lnTo>
                    <a:pt x="156430" y="318622"/>
                  </a:lnTo>
                  <a:lnTo>
                    <a:pt x="234064" y="466249"/>
                  </a:lnTo>
                  <a:lnTo>
                    <a:pt x="311698" y="607339"/>
                  </a:lnTo>
                  <a:lnTo>
                    <a:pt x="389332" y="742182"/>
                  </a:lnTo>
                  <a:lnTo>
                    <a:pt x="466966" y="871054"/>
                  </a:lnTo>
                  <a:lnTo>
                    <a:pt x="544600" y="994220"/>
                  </a:lnTo>
                  <a:lnTo>
                    <a:pt x="622234" y="1111933"/>
                  </a:lnTo>
                  <a:lnTo>
                    <a:pt x="699868" y="1224433"/>
                  </a:lnTo>
                  <a:lnTo>
                    <a:pt x="777502" y="1331952"/>
                  </a:lnTo>
                  <a:lnTo>
                    <a:pt x="855136" y="1434709"/>
                  </a:lnTo>
                  <a:lnTo>
                    <a:pt x="932770" y="1532917"/>
                  </a:lnTo>
                  <a:lnTo>
                    <a:pt x="1010404" y="1626777"/>
                  </a:lnTo>
                  <a:lnTo>
                    <a:pt x="1088038" y="1716480"/>
                  </a:lnTo>
                  <a:lnTo>
                    <a:pt x="1165673" y="1802211"/>
                  </a:lnTo>
                  <a:lnTo>
                    <a:pt x="1243307" y="1884147"/>
                  </a:lnTo>
                  <a:lnTo>
                    <a:pt x="1320941" y="1962454"/>
                  </a:lnTo>
                  <a:lnTo>
                    <a:pt x="1398575" y="2037294"/>
                  </a:lnTo>
                  <a:lnTo>
                    <a:pt x="1476209" y="2108820"/>
                  </a:lnTo>
                  <a:lnTo>
                    <a:pt x="1553843" y="2177179"/>
                  </a:lnTo>
                  <a:lnTo>
                    <a:pt x="1631477" y="2242511"/>
                  </a:lnTo>
                  <a:lnTo>
                    <a:pt x="1709111" y="2304950"/>
                  </a:lnTo>
                  <a:lnTo>
                    <a:pt x="1786745" y="2364625"/>
                  </a:lnTo>
                  <a:lnTo>
                    <a:pt x="1864379" y="2421657"/>
                  </a:lnTo>
                  <a:lnTo>
                    <a:pt x="1942013" y="2476164"/>
                  </a:lnTo>
                  <a:lnTo>
                    <a:pt x="2019647" y="2528257"/>
                  </a:lnTo>
                  <a:lnTo>
                    <a:pt x="2097281" y="2578044"/>
                  </a:lnTo>
                  <a:lnTo>
                    <a:pt x="2174915" y="2625626"/>
                  </a:lnTo>
                  <a:lnTo>
                    <a:pt x="2252549" y="2671101"/>
                  </a:lnTo>
                  <a:lnTo>
                    <a:pt x="2330183" y="2714563"/>
                  </a:lnTo>
                  <a:lnTo>
                    <a:pt x="2407817" y="2756100"/>
                  </a:lnTo>
                  <a:lnTo>
                    <a:pt x="2485451" y="2795798"/>
                  </a:lnTo>
                  <a:lnTo>
                    <a:pt x="2563085" y="2833738"/>
                  </a:lnTo>
                  <a:lnTo>
                    <a:pt x="2640719" y="2869999"/>
                  </a:lnTo>
                  <a:lnTo>
                    <a:pt x="2718353" y="2904653"/>
                  </a:lnTo>
                  <a:lnTo>
                    <a:pt x="2795987" y="2937774"/>
                  </a:lnTo>
                  <a:lnTo>
                    <a:pt x="2873622" y="2969427"/>
                  </a:lnTo>
                  <a:lnTo>
                    <a:pt x="2951256" y="2999680"/>
                  </a:lnTo>
                  <a:lnTo>
                    <a:pt x="3028890" y="3028592"/>
                  </a:lnTo>
                  <a:lnTo>
                    <a:pt x="3106524" y="3056224"/>
                  </a:lnTo>
                  <a:lnTo>
                    <a:pt x="3184158" y="3082633"/>
                  </a:lnTo>
                  <a:lnTo>
                    <a:pt x="3261792" y="3107873"/>
                  </a:lnTo>
                  <a:lnTo>
                    <a:pt x="3339426" y="3131995"/>
                  </a:lnTo>
                  <a:lnTo>
                    <a:pt x="3417060" y="3155048"/>
                  </a:lnTo>
                  <a:lnTo>
                    <a:pt x="3494694" y="3177081"/>
                  </a:lnTo>
                  <a:lnTo>
                    <a:pt x="3572328" y="3198139"/>
                  </a:lnTo>
                  <a:lnTo>
                    <a:pt x="3649962" y="3218264"/>
                  </a:lnTo>
                  <a:lnTo>
                    <a:pt x="3727596" y="3237498"/>
                  </a:lnTo>
                  <a:lnTo>
                    <a:pt x="3805230" y="3255880"/>
                  </a:lnTo>
                  <a:lnTo>
                    <a:pt x="3882864" y="3273448"/>
                  </a:lnTo>
                  <a:lnTo>
                    <a:pt x="3960498" y="3290239"/>
                  </a:lnTo>
                  <a:lnTo>
                    <a:pt x="4038132" y="3306286"/>
                  </a:lnTo>
                  <a:lnTo>
                    <a:pt x="4115766" y="3321622"/>
                  </a:lnTo>
                  <a:lnTo>
                    <a:pt x="4193400" y="3336279"/>
                  </a:lnTo>
                  <a:lnTo>
                    <a:pt x="4271034" y="3350288"/>
                  </a:lnTo>
                  <a:lnTo>
                    <a:pt x="4348668" y="3363676"/>
                  </a:lnTo>
                  <a:lnTo>
                    <a:pt x="4426302" y="3376471"/>
                  </a:lnTo>
                  <a:lnTo>
                    <a:pt x="4503936" y="3388699"/>
                  </a:lnTo>
                  <a:lnTo>
                    <a:pt x="4581571" y="3400387"/>
                  </a:lnTo>
                  <a:lnTo>
                    <a:pt x="4659205" y="3411556"/>
                  </a:lnTo>
                  <a:lnTo>
                    <a:pt x="4736839" y="3422231"/>
                  </a:lnTo>
                  <a:lnTo>
                    <a:pt x="4814473" y="3432434"/>
                  </a:lnTo>
                  <a:lnTo>
                    <a:pt x="4892107" y="3442184"/>
                  </a:lnTo>
                  <a:lnTo>
                    <a:pt x="4969741" y="3451503"/>
                  </a:lnTo>
                  <a:lnTo>
                    <a:pt x="5047375" y="3460410"/>
                  </a:lnTo>
                  <a:lnTo>
                    <a:pt x="5125009" y="3468922"/>
                  </a:lnTo>
                  <a:lnTo>
                    <a:pt x="5202643" y="3477057"/>
                  </a:lnTo>
                  <a:lnTo>
                    <a:pt x="5280277" y="3484831"/>
                  </a:lnTo>
                  <a:lnTo>
                    <a:pt x="5357911" y="3492262"/>
                  </a:lnTo>
                  <a:lnTo>
                    <a:pt x="5435545" y="3499363"/>
                  </a:lnTo>
                  <a:lnTo>
                    <a:pt x="5513179" y="3506150"/>
                  </a:lnTo>
                  <a:lnTo>
                    <a:pt x="5590813" y="3512637"/>
                  </a:lnTo>
                  <a:lnTo>
                    <a:pt x="5668447" y="3518836"/>
                  </a:lnTo>
                  <a:lnTo>
                    <a:pt x="5746081" y="3524761"/>
                  </a:lnTo>
                  <a:lnTo>
                    <a:pt x="5823715" y="3530424"/>
                  </a:lnTo>
                  <a:lnTo>
                    <a:pt x="5901349" y="3535835"/>
                  </a:lnTo>
                  <a:lnTo>
                    <a:pt x="5978983" y="3541008"/>
                  </a:lnTo>
                  <a:lnTo>
                    <a:pt x="6056617" y="3545951"/>
                  </a:lnTo>
                  <a:lnTo>
                    <a:pt x="6134251" y="3550675"/>
                  </a:lnTo>
                  <a:lnTo>
                    <a:pt x="6211885" y="3555190"/>
                  </a:lnTo>
                  <a:lnTo>
                    <a:pt x="6289520" y="3559505"/>
                  </a:lnTo>
                  <a:lnTo>
                    <a:pt x="6367154" y="3563629"/>
                  </a:lnTo>
                  <a:lnTo>
                    <a:pt x="6444788" y="35675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2026-05-22T10:32:38Z</dcterms:modified>
  <cp:category/>
</cp:coreProperties>
</file>