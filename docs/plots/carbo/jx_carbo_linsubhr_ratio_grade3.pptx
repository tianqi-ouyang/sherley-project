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5765"/>
            </a:xfrm>
            <a:custGeom>
              <a:avLst/>
              <a:pathLst>
                <a:path w="7370972" h="3635765">
                  <a:moveTo>
                    <a:pt x="1935558" y="0"/>
                  </a:moveTo>
                  <a:lnTo>
                    <a:pt x="1936589" y="3867"/>
                  </a:lnTo>
                  <a:lnTo>
                    <a:pt x="2014223" y="273608"/>
                  </a:lnTo>
                  <a:lnTo>
                    <a:pt x="2091857" y="523409"/>
                  </a:lnTo>
                  <a:lnTo>
                    <a:pt x="2169491" y="754742"/>
                  </a:lnTo>
                  <a:lnTo>
                    <a:pt x="2247125" y="968974"/>
                  </a:lnTo>
                  <a:lnTo>
                    <a:pt x="2324759" y="1167369"/>
                  </a:lnTo>
                  <a:lnTo>
                    <a:pt x="2402393" y="1351096"/>
                  </a:lnTo>
                  <a:lnTo>
                    <a:pt x="2480027" y="1521242"/>
                  </a:lnTo>
                  <a:lnTo>
                    <a:pt x="2557661" y="1678809"/>
                  </a:lnTo>
                  <a:lnTo>
                    <a:pt x="2635295" y="1824728"/>
                  </a:lnTo>
                  <a:lnTo>
                    <a:pt x="2712930" y="1959859"/>
                  </a:lnTo>
                  <a:lnTo>
                    <a:pt x="2790564" y="2085001"/>
                  </a:lnTo>
                  <a:lnTo>
                    <a:pt x="2868198" y="2200891"/>
                  </a:lnTo>
                  <a:lnTo>
                    <a:pt x="2945832" y="2308214"/>
                  </a:lnTo>
                  <a:lnTo>
                    <a:pt x="3023466" y="2407604"/>
                  </a:lnTo>
                  <a:lnTo>
                    <a:pt x="3101100" y="2499645"/>
                  </a:lnTo>
                  <a:lnTo>
                    <a:pt x="3178734" y="2584882"/>
                  </a:lnTo>
                  <a:lnTo>
                    <a:pt x="3256368" y="2663818"/>
                  </a:lnTo>
                  <a:lnTo>
                    <a:pt x="3334002" y="2736919"/>
                  </a:lnTo>
                  <a:lnTo>
                    <a:pt x="3411636" y="2780633"/>
                  </a:lnTo>
                  <a:lnTo>
                    <a:pt x="3489270" y="2773484"/>
                  </a:lnTo>
                  <a:lnTo>
                    <a:pt x="3566904" y="2766276"/>
                  </a:lnTo>
                  <a:lnTo>
                    <a:pt x="3644538" y="2759010"/>
                  </a:lnTo>
                  <a:lnTo>
                    <a:pt x="3722172" y="2751684"/>
                  </a:lnTo>
                  <a:lnTo>
                    <a:pt x="3799806" y="2744298"/>
                  </a:lnTo>
                  <a:lnTo>
                    <a:pt x="3877440" y="2736851"/>
                  </a:lnTo>
                  <a:lnTo>
                    <a:pt x="3955074" y="2729343"/>
                  </a:lnTo>
                  <a:lnTo>
                    <a:pt x="4032708" y="2721774"/>
                  </a:lnTo>
                  <a:lnTo>
                    <a:pt x="4110342" y="2714143"/>
                  </a:lnTo>
                  <a:lnTo>
                    <a:pt x="4187976" y="2706449"/>
                  </a:lnTo>
                  <a:lnTo>
                    <a:pt x="4265610" y="2698692"/>
                  </a:lnTo>
                  <a:lnTo>
                    <a:pt x="4343244" y="2690871"/>
                  </a:lnTo>
                  <a:lnTo>
                    <a:pt x="4420879" y="2682987"/>
                  </a:lnTo>
                  <a:lnTo>
                    <a:pt x="4498513" y="2675037"/>
                  </a:lnTo>
                  <a:lnTo>
                    <a:pt x="4576147" y="2667023"/>
                  </a:lnTo>
                  <a:lnTo>
                    <a:pt x="4653781" y="2658943"/>
                  </a:lnTo>
                  <a:lnTo>
                    <a:pt x="4731415" y="2650796"/>
                  </a:lnTo>
                  <a:lnTo>
                    <a:pt x="4809049" y="2642583"/>
                  </a:lnTo>
                  <a:lnTo>
                    <a:pt x="4886683" y="2634303"/>
                  </a:lnTo>
                  <a:lnTo>
                    <a:pt x="4964317" y="2625954"/>
                  </a:lnTo>
                  <a:lnTo>
                    <a:pt x="5041951" y="2617537"/>
                  </a:lnTo>
                  <a:lnTo>
                    <a:pt x="5119585" y="2609051"/>
                  </a:lnTo>
                  <a:lnTo>
                    <a:pt x="5197219" y="2600496"/>
                  </a:lnTo>
                  <a:lnTo>
                    <a:pt x="5274853" y="2591870"/>
                  </a:lnTo>
                  <a:lnTo>
                    <a:pt x="5352487" y="2583174"/>
                  </a:lnTo>
                  <a:lnTo>
                    <a:pt x="5430121" y="2574407"/>
                  </a:lnTo>
                  <a:lnTo>
                    <a:pt x="5507755" y="2565567"/>
                  </a:lnTo>
                  <a:lnTo>
                    <a:pt x="5585389" y="2556655"/>
                  </a:lnTo>
                  <a:lnTo>
                    <a:pt x="5663023" y="2547670"/>
                  </a:lnTo>
                  <a:lnTo>
                    <a:pt x="5740657" y="2538612"/>
                  </a:lnTo>
                  <a:lnTo>
                    <a:pt x="5818291" y="2529479"/>
                  </a:lnTo>
                  <a:lnTo>
                    <a:pt x="5895925" y="2520271"/>
                  </a:lnTo>
                  <a:lnTo>
                    <a:pt x="5973559" y="2510988"/>
                  </a:lnTo>
                  <a:lnTo>
                    <a:pt x="6051193" y="2501628"/>
                  </a:lnTo>
                  <a:lnTo>
                    <a:pt x="6128827" y="2492192"/>
                  </a:lnTo>
                  <a:lnTo>
                    <a:pt x="6206462" y="2482679"/>
                  </a:lnTo>
                  <a:lnTo>
                    <a:pt x="6284096" y="2473087"/>
                  </a:lnTo>
                  <a:lnTo>
                    <a:pt x="6361730" y="2463417"/>
                  </a:lnTo>
                  <a:lnTo>
                    <a:pt x="6439364" y="2453668"/>
                  </a:lnTo>
                  <a:lnTo>
                    <a:pt x="6516998" y="2443839"/>
                  </a:lnTo>
                  <a:lnTo>
                    <a:pt x="6594632" y="2433929"/>
                  </a:lnTo>
                  <a:lnTo>
                    <a:pt x="6672266" y="2423938"/>
                  </a:lnTo>
                  <a:lnTo>
                    <a:pt x="6749900" y="2413865"/>
                  </a:lnTo>
                  <a:lnTo>
                    <a:pt x="6827534" y="2403709"/>
                  </a:lnTo>
                  <a:lnTo>
                    <a:pt x="6905168" y="2393470"/>
                  </a:lnTo>
                  <a:lnTo>
                    <a:pt x="6982802" y="2383147"/>
                  </a:lnTo>
                  <a:lnTo>
                    <a:pt x="7060436" y="2372740"/>
                  </a:lnTo>
                  <a:lnTo>
                    <a:pt x="7138070" y="2362247"/>
                  </a:lnTo>
                  <a:lnTo>
                    <a:pt x="7215704" y="2351669"/>
                  </a:lnTo>
                  <a:lnTo>
                    <a:pt x="7293338" y="2341003"/>
                  </a:lnTo>
                  <a:lnTo>
                    <a:pt x="7370972" y="2330250"/>
                  </a:lnTo>
                  <a:lnTo>
                    <a:pt x="7370972" y="3635765"/>
                  </a:lnTo>
                  <a:lnTo>
                    <a:pt x="7293338" y="3634418"/>
                  </a:lnTo>
                  <a:lnTo>
                    <a:pt x="7215704" y="3632963"/>
                  </a:lnTo>
                  <a:lnTo>
                    <a:pt x="7138070" y="3631392"/>
                  </a:lnTo>
                  <a:lnTo>
                    <a:pt x="7060436" y="3629695"/>
                  </a:lnTo>
                  <a:lnTo>
                    <a:pt x="6982802" y="3627863"/>
                  </a:lnTo>
                  <a:lnTo>
                    <a:pt x="6905168" y="3625885"/>
                  </a:lnTo>
                  <a:lnTo>
                    <a:pt x="6827534" y="3623749"/>
                  </a:lnTo>
                  <a:lnTo>
                    <a:pt x="6749900" y="3621443"/>
                  </a:lnTo>
                  <a:lnTo>
                    <a:pt x="6672266" y="3618952"/>
                  </a:lnTo>
                  <a:lnTo>
                    <a:pt x="6594632" y="3616262"/>
                  </a:lnTo>
                  <a:lnTo>
                    <a:pt x="6516998" y="3613358"/>
                  </a:lnTo>
                  <a:lnTo>
                    <a:pt x="6439364" y="3610222"/>
                  </a:lnTo>
                  <a:lnTo>
                    <a:pt x="6361730" y="3606836"/>
                  </a:lnTo>
                  <a:lnTo>
                    <a:pt x="6284096" y="3603179"/>
                  </a:lnTo>
                  <a:lnTo>
                    <a:pt x="6206462" y="3599230"/>
                  </a:lnTo>
                  <a:lnTo>
                    <a:pt x="6128827" y="3594967"/>
                  </a:lnTo>
                  <a:lnTo>
                    <a:pt x="6051193" y="3590362"/>
                  </a:lnTo>
                  <a:lnTo>
                    <a:pt x="5973559" y="3585391"/>
                  </a:lnTo>
                  <a:lnTo>
                    <a:pt x="5895925" y="3580022"/>
                  </a:lnTo>
                  <a:lnTo>
                    <a:pt x="5818291" y="3574225"/>
                  </a:lnTo>
                  <a:lnTo>
                    <a:pt x="5740657" y="3567965"/>
                  </a:lnTo>
                  <a:lnTo>
                    <a:pt x="5663023" y="3561205"/>
                  </a:lnTo>
                  <a:lnTo>
                    <a:pt x="5585389" y="3553906"/>
                  </a:lnTo>
                  <a:lnTo>
                    <a:pt x="5507755" y="3546024"/>
                  </a:lnTo>
                  <a:lnTo>
                    <a:pt x="5430121" y="3537513"/>
                  </a:lnTo>
                  <a:lnTo>
                    <a:pt x="5352487" y="3528322"/>
                  </a:lnTo>
                  <a:lnTo>
                    <a:pt x="5274853" y="3518398"/>
                  </a:lnTo>
                  <a:lnTo>
                    <a:pt x="5197219" y="3507681"/>
                  </a:lnTo>
                  <a:lnTo>
                    <a:pt x="5119585" y="3496109"/>
                  </a:lnTo>
                  <a:lnTo>
                    <a:pt x="5041951" y="3483613"/>
                  </a:lnTo>
                  <a:lnTo>
                    <a:pt x="4964317" y="3470120"/>
                  </a:lnTo>
                  <a:lnTo>
                    <a:pt x="4886683" y="3455549"/>
                  </a:lnTo>
                  <a:lnTo>
                    <a:pt x="4809049" y="3439816"/>
                  </a:lnTo>
                  <a:lnTo>
                    <a:pt x="4731415" y="3422826"/>
                  </a:lnTo>
                  <a:lnTo>
                    <a:pt x="4653781" y="3404480"/>
                  </a:lnTo>
                  <a:lnTo>
                    <a:pt x="4576147" y="3384670"/>
                  </a:lnTo>
                  <a:lnTo>
                    <a:pt x="4498513" y="3363278"/>
                  </a:lnTo>
                  <a:lnTo>
                    <a:pt x="4420879" y="3340179"/>
                  </a:lnTo>
                  <a:lnTo>
                    <a:pt x="4343244" y="3315235"/>
                  </a:lnTo>
                  <a:lnTo>
                    <a:pt x="4265610" y="3288301"/>
                  </a:lnTo>
                  <a:lnTo>
                    <a:pt x="4187976" y="3259216"/>
                  </a:lnTo>
                  <a:lnTo>
                    <a:pt x="4110342" y="3227809"/>
                  </a:lnTo>
                  <a:lnTo>
                    <a:pt x="4032708" y="3193896"/>
                  </a:lnTo>
                  <a:lnTo>
                    <a:pt x="3955074" y="3157275"/>
                  </a:lnTo>
                  <a:lnTo>
                    <a:pt x="3877440" y="3117731"/>
                  </a:lnTo>
                  <a:lnTo>
                    <a:pt x="3799806" y="3075030"/>
                  </a:lnTo>
                  <a:lnTo>
                    <a:pt x="3722172" y="3028920"/>
                  </a:lnTo>
                  <a:lnTo>
                    <a:pt x="3644538" y="2979129"/>
                  </a:lnTo>
                  <a:lnTo>
                    <a:pt x="3566904" y="2925364"/>
                  </a:lnTo>
                  <a:lnTo>
                    <a:pt x="3489270" y="2867307"/>
                  </a:lnTo>
                  <a:lnTo>
                    <a:pt x="3411636" y="2804615"/>
                  </a:lnTo>
                  <a:lnTo>
                    <a:pt x="3334002" y="2787723"/>
                  </a:lnTo>
                  <a:lnTo>
                    <a:pt x="3256368" y="2794756"/>
                  </a:lnTo>
                  <a:lnTo>
                    <a:pt x="3178734" y="2801732"/>
                  </a:lnTo>
                  <a:lnTo>
                    <a:pt x="3101100" y="2808651"/>
                  </a:lnTo>
                  <a:lnTo>
                    <a:pt x="3023466" y="2815514"/>
                  </a:lnTo>
                  <a:lnTo>
                    <a:pt x="2945832" y="2822321"/>
                  </a:lnTo>
                  <a:lnTo>
                    <a:pt x="2868198" y="2829073"/>
                  </a:lnTo>
                  <a:lnTo>
                    <a:pt x="2790564" y="2835769"/>
                  </a:lnTo>
                  <a:lnTo>
                    <a:pt x="2712930" y="2842412"/>
                  </a:lnTo>
                  <a:lnTo>
                    <a:pt x="2635295" y="2849000"/>
                  </a:lnTo>
                  <a:lnTo>
                    <a:pt x="2557661" y="2855535"/>
                  </a:lnTo>
                  <a:lnTo>
                    <a:pt x="2480027" y="2862016"/>
                  </a:lnTo>
                  <a:lnTo>
                    <a:pt x="2402393" y="2868445"/>
                  </a:lnTo>
                  <a:lnTo>
                    <a:pt x="2324759" y="2874822"/>
                  </a:lnTo>
                  <a:lnTo>
                    <a:pt x="2247125" y="2881147"/>
                  </a:lnTo>
                  <a:lnTo>
                    <a:pt x="2169491" y="2887420"/>
                  </a:lnTo>
                  <a:lnTo>
                    <a:pt x="2091857" y="2893642"/>
                  </a:lnTo>
                  <a:lnTo>
                    <a:pt x="2014223" y="2899814"/>
                  </a:lnTo>
                  <a:lnTo>
                    <a:pt x="1936589" y="2905936"/>
                  </a:lnTo>
                  <a:lnTo>
                    <a:pt x="1858955" y="2912007"/>
                  </a:lnTo>
                  <a:lnTo>
                    <a:pt x="1781321" y="2918030"/>
                  </a:lnTo>
                  <a:lnTo>
                    <a:pt x="1703687" y="2924003"/>
                  </a:lnTo>
                  <a:lnTo>
                    <a:pt x="1626053" y="2929928"/>
                  </a:lnTo>
                  <a:lnTo>
                    <a:pt x="1548419" y="2935805"/>
                  </a:lnTo>
                  <a:lnTo>
                    <a:pt x="1470785" y="2941634"/>
                  </a:lnTo>
                  <a:lnTo>
                    <a:pt x="1393151" y="2947415"/>
                  </a:lnTo>
                  <a:lnTo>
                    <a:pt x="1315517" y="2953150"/>
                  </a:lnTo>
                  <a:lnTo>
                    <a:pt x="1237883" y="2958838"/>
                  </a:lnTo>
                  <a:lnTo>
                    <a:pt x="1160249" y="2964479"/>
                  </a:lnTo>
                  <a:lnTo>
                    <a:pt x="1082615" y="2970075"/>
                  </a:lnTo>
                  <a:lnTo>
                    <a:pt x="1004981" y="2975625"/>
                  </a:lnTo>
                  <a:lnTo>
                    <a:pt x="927346" y="2981130"/>
                  </a:lnTo>
                  <a:lnTo>
                    <a:pt x="849712" y="2986591"/>
                  </a:lnTo>
                  <a:lnTo>
                    <a:pt x="772078" y="2992007"/>
                  </a:lnTo>
                  <a:lnTo>
                    <a:pt x="694444" y="2997378"/>
                  </a:lnTo>
                  <a:lnTo>
                    <a:pt x="616810" y="3002707"/>
                  </a:lnTo>
                  <a:lnTo>
                    <a:pt x="539176" y="3007992"/>
                  </a:lnTo>
                  <a:lnTo>
                    <a:pt x="461542" y="3013234"/>
                  </a:lnTo>
                  <a:lnTo>
                    <a:pt x="383908" y="3018433"/>
                  </a:lnTo>
                  <a:lnTo>
                    <a:pt x="306274" y="3023590"/>
                  </a:lnTo>
                  <a:lnTo>
                    <a:pt x="228640" y="3028705"/>
                  </a:lnTo>
                  <a:lnTo>
                    <a:pt x="151006" y="3033778"/>
                  </a:lnTo>
                  <a:lnTo>
                    <a:pt x="73372" y="3038811"/>
                  </a:lnTo>
                  <a:lnTo>
                    <a:pt x="0" y="304352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53076" y="1896563"/>
              <a:ext cx="5435413" cy="2780633"/>
            </a:xfrm>
            <a:custGeom>
              <a:avLst/>
              <a:pathLst>
                <a:path w="5435413" h="2780633">
                  <a:moveTo>
                    <a:pt x="0" y="0"/>
                  </a:moveTo>
                  <a:lnTo>
                    <a:pt x="1030" y="3867"/>
                  </a:lnTo>
                  <a:lnTo>
                    <a:pt x="78664" y="273608"/>
                  </a:lnTo>
                  <a:lnTo>
                    <a:pt x="156298" y="523409"/>
                  </a:lnTo>
                  <a:lnTo>
                    <a:pt x="233932" y="754742"/>
                  </a:lnTo>
                  <a:lnTo>
                    <a:pt x="311566" y="968974"/>
                  </a:lnTo>
                  <a:lnTo>
                    <a:pt x="389200" y="1167369"/>
                  </a:lnTo>
                  <a:lnTo>
                    <a:pt x="466835" y="1351096"/>
                  </a:lnTo>
                  <a:lnTo>
                    <a:pt x="544469" y="1521242"/>
                  </a:lnTo>
                  <a:lnTo>
                    <a:pt x="622103" y="1678809"/>
                  </a:lnTo>
                  <a:lnTo>
                    <a:pt x="699737" y="1824728"/>
                  </a:lnTo>
                  <a:lnTo>
                    <a:pt x="777371" y="1959859"/>
                  </a:lnTo>
                  <a:lnTo>
                    <a:pt x="855005" y="2085001"/>
                  </a:lnTo>
                  <a:lnTo>
                    <a:pt x="932639" y="2200891"/>
                  </a:lnTo>
                  <a:lnTo>
                    <a:pt x="1010273" y="2308214"/>
                  </a:lnTo>
                  <a:lnTo>
                    <a:pt x="1087907" y="2407604"/>
                  </a:lnTo>
                  <a:lnTo>
                    <a:pt x="1165541" y="2499645"/>
                  </a:lnTo>
                  <a:lnTo>
                    <a:pt x="1243175" y="2584882"/>
                  </a:lnTo>
                  <a:lnTo>
                    <a:pt x="1320809" y="2663818"/>
                  </a:lnTo>
                  <a:lnTo>
                    <a:pt x="1398443" y="2736919"/>
                  </a:lnTo>
                  <a:lnTo>
                    <a:pt x="1476077" y="2780633"/>
                  </a:lnTo>
                  <a:lnTo>
                    <a:pt x="1553711" y="2773484"/>
                  </a:lnTo>
                  <a:lnTo>
                    <a:pt x="1631345" y="2766276"/>
                  </a:lnTo>
                  <a:lnTo>
                    <a:pt x="1708979" y="2759010"/>
                  </a:lnTo>
                  <a:lnTo>
                    <a:pt x="1786613" y="2751684"/>
                  </a:lnTo>
                  <a:lnTo>
                    <a:pt x="1864247" y="2744298"/>
                  </a:lnTo>
                  <a:lnTo>
                    <a:pt x="1941881" y="2736851"/>
                  </a:lnTo>
                  <a:lnTo>
                    <a:pt x="2019515" y="2729343"/>
                  </a:lnTo>
                  <a:lnTo>
                    <a:pt x="2097149" y="2721774"/>
                  </a:lnTo>
                  <a:lnTo>
                    <a:pt x="2174784" y="2714143"/>
                  </a:lnTo>
                  <a:lnTo>
                    <a:pt x="2252418" y="2706449"/>
                  </a:lnTo>
                  <a:lnTo>
                    <a:pt x="2330052" y="2698692"/>
                  </a:lnTo>
                  <a:lnTo>
                    <a:pt x="2407686" y="2690871"/>
                  </a:lnTo>
                  <a:lnTo>
                    <a:pt x="2485320" y="2682987"/>
                  </a:lnTo>
                  <a:lnTo>
                    <a:pt x="2562954" y="2675037"/>
                  </a:lnTo>
                  <a:lnTo>
                    <a:pt x="2640588" y="2667023"/>
                  </a:lnTo>
                  <a:lnTo>
                    <a:pt x="2718222" y="2658943"/>
                  </a:lnTo>
                  <a:lnTo>
                    <a:pt x="2795856" y="2650796"/>
                  </a:lnTo>
                  <a:lnTo>
                    <a:pt x="2873490" y="2642583"/>
                  </a:lnTo>
                  <a:lnTo>
                    <a:pt x="2951124" y="2634303"/>
                  </a:lnTo>
                  <a:lnTo>
                    <a:pt x="3028758" y="2625954"/>
                  </a:lnTo>
                  <a:lnTo>
                    <a:pt x="3106392" y="2617537"/>
                  </a:lnTo>
                  <a:lnTo>
                    <a:pt x="3184026" y="2609051"/>
                  </a:lnTo>
                  <a:lnTo>
                    <a:pt x="3261660" y="2600496"/>
                  </a:lnTo>
                  <a:lnTo>
                    <a:pt x="3339294" y="2591870"/>
                  </a:lnTo>
                  <a:lnTo>
                    <a:pt x="3416928" y="2583174"/>
                  </a:lnTo>
                  <a:lnTo>
                    <a:pt x="3494562" y="2574407"/>
                  </a:lnTo>
                  <a:lnTo>
                    <a:pt x="3572196" y="2565567"/>
                  </a:lnTo>
                  <a:lnTo>
                    <a:pt x="3649830" y="2556655"/>
                  </a:lnTo>
                  <a:lnTo>
                    <a:pt x="3727464" y="2547670"/>
                  </a:lnTo>
                  <a:lnTo>
                    <a:pt x="3805098" y="2538612"/>
                  </a:lnTo>
                  <a:lnTo>
                    <a:pt x="3882732" y="2529479"/>
                  </a:lnTo>
                  <a:lnTo>
                    <a:pt x="3960367" y="2520271"/>
                  </a:lnTo>
                  <a:lnTo>
                    <a:pt x="4038001" y="2510988"/>
                  </a:lnTo>
                  <a:lnTo>
                    <a:pt x="4115635" y="2501628"/>
                  </a:lnTo>
                  <a:lnTo>
                    <a:pt x="4193269" y="2492192"/>
                  </a:lnTo>
                  <a:lnTo>
                    <a:pt x="4270903" y="2482679"/>
                  </a:lnTo>
                  <a:lnTo>
                    <a:pt x="4348537" y="2473087"/>
                  </a:lnTo>
                  <a:lnTo>
                    <a:pt x="4426171" y="2463417"/>
                  </a:lnTo>
                  <a:lnTo>
                    <a:pt x="4503805" y="2453668"/>
                  </a:lnTo>
                  <a:lnTo>
                    <a:pt x="4581439" y="2443839"/>
                  </a:lnTo>
                  <a:lnTo>
                    <a:pt x="4659073" y="2433929"/>
                  </a:lnTo>
                  <a:lnTo>
                    <a:pt x="4736707" y="2423938"/>
                  </a:lnTo>
                  <a:lnTo>
                    <a:pt x="4814341" y="2413865"/>
                  </a:lnTo>
                  <a:lnTo>
                    <a:pt x="4891975" y="2403709"/>
                  </a:lnTo>
                  <a:lnTo>
                    <a:pt x="4969609" y="2393470"/>
                  </a:lnTo>
                  <a:lnTo>
                    <a:pt x="5047243" y="2383147"/>
                  </a:lnTo>
                  <a:lnTo>
                    <a:pt x="5124877" y="2372740"/>
                  </a:lnTo>
                  <a:lnTo>
                    <a:pt x="5202511" y="2362247"/>
                  </a:lnTo>
                  <a:lnTo>
                    <a:pt x="5280145" y="2351669"/>
                  </a:lnTo>
                  <a:lnTo>
                    <a:pt x="5357779" y="2341003"/>
                  </a:lnTo>
                  <a:lnTo>
                    <a:pt x="5435413" y="23302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287"/>
              <a:ext cx="7370972" cy="848041"/>
            </a:xfrm>
            <a:custGeom>
              <a:avLst/>
              <a:pathLst>
                <a:path w="7370972" h="848041">
                  <a:moveTo>
                    <a:pt x="7370972" y="848041"/>
                  </a:moveTo>
                  <a:lnTo>
                    <a:pt x="7293338" y="846694"/>
                  </a:lnTo>
                  <a:lnTo>
                    <a:pt x="7215704" y="845239"/>
                  </a:lnTo>
                  <a:lnTo>
                    <a:pt x="7138070" y="843668"/>
                  </a:lnTo>
                  <a:lnTo>
                    <a:pt x="7060436" y="841972"/>
                  </a:lnTo>
                  <a:lnTo>
                    <a:pt x="6982802" y="840140"/>
                  </a:lnTo>
                  <a:lnTo>
                    <a:pt x="6905168" y="838162"/>
                  </a:lnTo>
                  <a:lnTo>
                    <a:pt x="6827534" y="836026"/>
                  </a:lnTo>
                  <a:lnTo>
                    <a:pt x="6749900" y="833719"/>
                  </a:lnTo>
                  <a:lnTo>
                    <a:pt x="6672266" y="831228"/>
                  </a:lnTo>
                  <a:lnTo>
                    <a:pt x="6594632" y="828539"/>
                  </a:lnTo>
                  <a:lnTo>
                    <a:pt x="6516998" y="825635"/>
                  </a:lnTo>
                  <a:lnTo>
                    <a:pt x="6439364" y="822499"/>
                  </a:lnTo>
                  <a:lnTo>
                    <a:pt x="6361730" y="819112"/>
                  </a:lnTo>
                  <a:lnTo>
                    <a:pt x="6284096" y="815455"/>
                  </a:lnTo>
                  <a:lnTo>
                    <a:pt x="6206462" y="811507"/>
                  </a:lnTo>
                  <a:lnTo>
                    <a:pt x="6128827" y="807243"/>
                  </a:lnTo>
                  <a:lnTo>
                    <a:pt x="6051193" y="802639"/>
                  </a:lnTo>
                  <a:lnTo>
                    <a:pt x="5973559" y="797667"/>
                  </a:lnTo>
                  <a:lnTo>
                    <a:pt x="5895925" y="792298"/>
                  </a:lnTo>
                  <a:lnTo>
                    <a:pt x="5818291" y="786501"/>
                  </a:lnTo>
                  <a:lnTo>
                    <a:pt x="5740657" y="780241"/>
                  </a:lnTo>
                  <a:lnTo>
                    <a:pt x="5663023" y="773481"/>
                  </a:lnTo>
                  <a:lnTo>
                    <a:pt x="5585389" y="766182"/>
                  </a:lnTo>
                  <a:lnTo>
                    <a:pt x="5507755" y="758300"/>
                  </a:lnTo>
                  <a:lnTo>
                    <a:pt x="5430121" y="749789"/>
                  </a:lnTo>
                  <a:lnTo>
                    <a:pt x="5352487" y="740598"/>
                  </a:lnTo>
                  <a:lnTo>
                    <a:pt x="5274853" y="730674"/>
                  </a:lnTo>
                  <a:lnTo>
                    <a:pt x="5197219" y="719957"/>
                  </a:lnTo>
                  <a:lnTo>
                    <a:pt x="5119585" y="708385"/>
                  </a:lnTo>
                  <a:lnTo>
                    <a:pt x="5041951" y="695889"/>
                  </a:lnTo>
                  <a:lnTo>
                    <a:pt x="4964317" y="682396"/>
                  </a:lnTo>
                  <a:lnTo>
                    <a:pt x="4886683" y="667826"/>
                  </a:lnTo>
                  <a:lnTo>
                    <a:pt x="4809049" y="652092"/>
                  </a:lnTo>
                  <a:lnTo>
                    <a:pt x="4731415" y="635102"/>
                  </a:lnTo>
                  <a:lnTo>
                    <a:pt x="4653781" y="616757"/>
                  </a:lnTo>
                  <a:lnTo>
                    <a:pt x="4576147" y="596946"/>
                  </a:lnTo>
                  <a:lnTo>
                    <a:pt x="4498513" y="575554"/>
                  </a:lnTo>
                  <a:lnTo>
                    <a:pt x="4420879" y="552455"/>
                  </a:lnTo>
                  <a:lnTo>
                    <a:pt x="4343244" y="527512"/>
                  </a:lnTo>
                  <a:lnTo>
                    <a:pt x="4265610" y="500577"/>
                  </a:lnTo>
                  <a:lnTo>
                    <a:pt x="4187976" y="471492"/>
                  </a:lnTo>
                  <a:lnTo>
                    <a:pt x="4110342" y="440086"/>
                  </a:lnTo>
                  <a:lnTo>
                    <a:pt x="4032708" y="406172"/>
                  </a:lnTo>
                  <a:lnTo>
                    <a:pt x="3955074" y="369551"/>
                  </a:lnTo>
                  <a:lnTo>
                    <a:pt x="3877440" y="330007"/>
                  </a:lnTo>
                  <a:lnTo>
                    <a:pt x="3799806" y="287306"/>
                  </a:lnTo>
                  <a:lnTo>
                    <a:pt x="3722172" y="241196"/>
                  </a:lnTo>
                  <a:lnTo>
                    <a:pt x="3644538" y="191406"/>
                  </a:lnTo>
                  <a:lnTo>
                    <a:pt x="3566904" y="137640"/>
                  </a:lnTo>
                  <a:lnTo>
                    <a:pt x="3489270" y="79583"/>
                  </a:lnTo>
                  <a:lnTo>
                    <a:pt x="3411636" y="16891"/>
                  </a:lnTo>
                  <a:lnTo>
                    <a:pt x="3334002" y="0"/>
                  </a:lnTo>
                  <a:lnTo>
                    <a:pt x="3256368" y="7033"/>
                  </a:lnTo>
                  <a:lnTo>
                    <a:pt x="3178734" y="14008"/>
                  </a:lnTo>
                  <a:lnTo>
                    <a:pt x="3101100" y="20927"/>
                  </a:lnTo>
                  <a:lnTo>
                    <a:pt x="3023466" y="27790"/>
                  </a:lnTo>
                  <a:lnTo>
                    <a:pt x="2945832" y="34597"/>
                  </a:lnTo>
                  <a:lnTo>
                    <a:pt x="2868198" y="41349"/>
                  </a:lnTo>
                  <a:lnTo>
                    <a:pt x="2790564" y="48046"/>
                  </a:lnTo>
                  <a:lnTo>
                    <a:pt x="2712930" y="54688"/>
                  </a:lnTo>
                  <a:lnTo>
                    <a:pt x="2635295" y="61276"/>
                  </a:lnTo>
                  <a:lnTo>
                    <a:pt x="2557661" y="67811"/>
                  </a:lnTo>
                  <a:lnTo>
                    <a:pt x="2480027" y="74293"/>
                  </a:lnTo>
                  <a:lnTo>
                    <a:pt x="2402393" y="80722"/>
                  </a:lnTo>
                  <a:lnTo>
                    <a:pt x="2324759" y="87098"/>
                  </a:lnTo>
                  <a:lnTo>
                    <a:pt x="2247125" y="93423"/>
                  </a:lnTo>
                  <a:lnTo>
                    <a:pt x="2169491" y="99696"/>
                  </a:lnTo>
                  <a:lnTo>
                    <a:pt x="2091857" y="105919"/>
                  </a:lnTo>
                  <a:lnTo>
                    <a:pt x="2014223" y="112090"/>
                  </a:lnTo>
                  <a:lnTo>
                    <a:pt x="1936589" y="118212"/>
                  </a:lnTo>
                  <a:lnTo>
                    <a:pt x="1858955" y="124284"/>
                  </a:lnTo>
                  <a:lnTo>
                    <a:pt x="1781321" y="130306"/>
                  </a:lnTo>
                  <a:lnTo>
                    <a:pt x="1703687" y="136280"/>
                  </a:lnTo>
                  <a:lnTo>
                    <a:pt x="1626053" y="142204"/>
                  </a:lnTo>
                  <a:lnTo>
                    <a:pt x="1548419" y="148081"/>
                  </a:lnTo>
                  <a:lnTo>
                    <a:pt x="1470785" y="153910"/>
                  </a:lnTo>
                  <a:lnTo>
                    <a:pt x="1393151" y="159692"/>
                  </a:lnTo>
                  <a:lnTo>
                    <a:pt x="1315517" y="165426"/>
                  </a:lnTo>
                  <a:lnTo>
                    <a:pt x="1237883" y="171114"/>
                  </a:lnTo>
                  <a:lnTo>
                    <a:pt x="1160249" y="176756"/>
                  </a:lnTo>
                  <a:lnTo>
                    <a:pt x="1082615" y="182351"/>
                  </a:lnTo>
                  <a:lnTo>
                    <a:pt x="1004981" y="187902"/>
                  </a:lnTo>
                  <a:lnTo>
                    <a:pt x="927346" y="193407"/>
                  </a:lnTo>
                  <a:lnTo>
                    <a:pt x="849712" y="198867"/>
                  </a:lnTo>
                  <a:lnTo>
                    <a:pt x="772078" y="204283"/>
                  </a:lnTo>
                  <a:lnTo>
                    <a:pt x="694444" y="209655"/>
                  </a:lnTo>
                  <a:lnTo>
                    <a:pt x="616810" y="214983"/>
                  </a:lnTo>
                  <a:lnTo>
                    <a:pt x="539176" y="220268"/>
                  </a:lnTo>
                  <a:lnTo>
                    <a:pt x="461542" y="225510"/>
                  </a:lnTo>
                  <a:lnTo>
                    <a:pt x="383908" y="230709"/>
                  </a:lnTo>
                  <a:lnTo>
                    <a:pt x="306274" y="235866"/>
                  </a:lnTo>
                  <a:lnTo>
                    <a:pt x="228640" y="240981"/>
                  </a:lnTo>
                  <a:lnTo>
                    <a:pt x="151006" y="246055"/>
                  </a:lnTo>
                  <a:lnTo>
                    <a:pt x="73372" y="251087"/>
                  </a:lnTo>
                  <a:lnTo>
                    <a:pt x="0" y="255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57447" y="1896563"/>
              <a:ext cx="7231043" cy="3503246"/>
            </a:xfrm>
            <a:custGeom>
              <a:avLst/>
              <a:pathLst>
                <a:path w="7231043" h="3503246">
                  <a:moveTo>
                    <a:pt x="0" y="0"/>
                  </a:moveTo>
                  <a:lnTo>
                    <a:pt x="11077" y="18106"/>
                  </a:lnTo>
                  <a:lnTo>
                    <a:pt x="88711" y="140722"/>
                  </a:lnTo>
                  <a:lnTo>
                    <a:pt x="166345" y="259201"/>
                  </a:lnTo>
                  <a:lnTo>
                    <a:pt x="243979" y="373684"/>
                  </a:lnTo>
                  <a:lnTo>
                    <a:pt x="321613" y="484304"/>
                  </a:lnTo>
                  <a:lnTo>
                    <a:pt x="399247" y="591192"/>
                  </a:lnTo>
                  <a:lnTo>
                    <a:pt x="476881" y="694474"/>
                  </a:lnTo>
                  <a:lnTo>
                    <a:pt x="554515" y="794272"/>
                  </a:lnTo>
                  <a:lnTo>
                    <a:pt x="632149" y="890703"/>
                  </a:lnTo>
                  <a:lnTo>
                    <a:pt x="709783" y="983881"/>
                  </a:lnTo>
                  <a:lnTo>
                    <a:pt x="787417" y="1073915"/>
                  </a:lnTo>
                  <a:lnTo>
                    <a:pt x="865051" y="1160912"/>
                  </a:lnTo>
                  <a:lnTo>
                    <a:pt x="942685" y="1244974"/>
                  </a:lnTo>
                  <a:lnTo>
                    <a:pt x="1020319" y="1326200"/>
                  </a:lnTo>
                  <a:lnTo>
                    <a:pt x="1097953" y="1404686"/>
                  </a:lnTo>
                  <a:lnTo>
                    <a:pt x="1175587" y="1480523"/>
                  </a:lnTo>
                  <a:lnTo>
                    <a:pt x="1253221" y="1553803"/>
                  </a:lnTo>
                  <a:lnTo>
                    <a:pt x="1330855" y="1624610"/>
                  </a:lnTo>
                  <a:lnTo>
                    <a:pt x="1408489" y="1693029"/>
                  </a:lnTo>
                  <a:lnTo>
                    <a:pt x="1486124" y="1759139"/>
                  </a:lnTo>
                  <a:lnTo>
                    <a:pt x="1563758" y="1823019"/>
                  </a:lnTo>
                  <a:lnTo>
                    <a:pt x="1641392" y="1884744"/>
                  </a:lnTo>
                  <a:lnTo>
                    <a:pt x="1719026" y="1944386"/>
                  </a:lnTo>
                  <a:lnTo>
                    <a:pt x="1796660" y="2002016"/>
                  </a:lnTo>
                  <a:lnTo>
                    <a:pt x="1874294" y="2057703"/>
                  </a:lnTo>
                  <a:lnTo>
                    <a:pt x="1951928" y="2111510"/>
                  </a:lnTo>
                  <a:lnTo>
                    <a:pt x="2029562" y="2163502"/>
                  </a:lnTo>
                  <a:lnTo>
                    <a:pt x="2107196" y="2213740"/>
                  </a:lnTo>
                  <a:lnTo>
                    <a:pt x="2184830" y="2262284"/>
                  </a:lnTo>
                  <a:lnTo>
                    <a:pt x="2262464" y="2309189"/>
                  </a:lnTo>
                  <a:lnTo>
                    <a:pt x="2340098" y="2354513"/>
                  </a:lnTo>
                  <a:lnTo>
                    <a:pt x="2417732" y="2398307"/>
                  </a:lnTo>
                  <a:lnTo>
                    <a:pt x="2495366" y="2440624"/>
                  </a:lnTo>
                  <a:lnTo>
                    <a:pt x="2573000" y="2481513"/>
                  </a:lnTo>
                  <a:lnTo>
                    <a:pt x="2650634" y="2521022"/>
                  </a:lnTo>
                  <a:lnTo>
                    <a:pt x="2728268" y="2559199"/>
                  </a:lnTo>
                  <a:lnTo>
                    <a:pt x="2805902" y="2596088"/>
                  </a:lnTo>
                  <a:lnTo>
                    <a:pt x="2883536" y="2631732"/>
                  </a:lnTo>
                  <a:lnTo>
                    <a:pt x="2961170" y="2666174"/>
                  </a:lnTo>
                  <a:lnTo>
                    <a:pt x="3038804" y="2699454"/>
                  </a:lnTo>
                  <a:lnTo>
                    <a:pt x="3116438" y="2731611"/>
                  </a:lnTo>
                  <a:lnTo>
                    <a:pt x="3194073" y="2762683"/>
                  </a:lnTo>
                  <a:lnTo>
                    <a:pt x="3271707" y="2792707"/>
                  </a:lnTo>
                  <a:lnTo>
                    <a:pt x="3349341" y="2821718"/>
                  </a:lnTo>
                  <a:lnTo>
                    <a:pt x="3426975" y="2849751"/>
                  </a:lnTo>
                  <a:lnTo>
                    <a:pt x="3504609" y="2876837"/>
                  </a:lnTo>
                  <a:lnTo>
                    <a:pt x="3582243" y="2903010"/>
                  </a:lnTo>
                  <a:lnTo>
                    <a:pt x="3659877" y="2928300"/>
                  </a:lnTo>
                  <a:lnTo>
                    <a:pt x="3737511" y="2952737"/>
                  </a:lnTo>
                  <a:lnTo>
                    <a:pt x="3815145" y="2976349"/>
                  </a:lnTo>
                  <a:lnTo>
                    <a:pt x="3892779" y="2999165"/>
                  </a:lnTo>
                  <a:lnTo>
                    <a:pt x="3970413" y="3021211"/>
                  </a:lnTo>
                  <a:lnTo>
                    <a:pt x="4048047" y="3042513"/>
                  </a:lnTo>
                  <a:lnTo>
                    <a:pt x="4125681" y="3063097"/>
                  </a:lnTo>
                  <a:lnTo>
                    <a:pt x="4203315" y="3082986"/>
                  </a:lnTo>
                  <a:lnTo>
                    <a:pt x="4280949" y="3102204"/>
                  </a:lnTo>
                  <a:lnTo>
                    <a:pt x="4358583" y="3120774"/>
                  </a:lnTo>
                  <a:lnTo>
                    <a:pt x="4436217" y="3138717"/>
                  </a:lnTo>
                  <a:lnTo>
                    <a:pt x="4513851" y="3156055"/>
                  </a:lnTo>
                  <a:lnTo>
                    <a:pt x="4591485" y="3172808"/>
                  </a:lnTo>
                  <a:lnTo>
                    <a:pt x="4669119" y="3188996"/>
                  </a:lnTo>
                  <a:lnTo>
                    <a:pt x="4746753" y="3204638"/>
                  </a:lnTo>
                  <a:lnTo>
                    <a:pt x="4824387" y="3219752"/>
                  </a:lnTo>
                  <a:lnTo>
                    <a:pt x="4902022" y="3234356"/>
                  </a:lnTo>
                  <a:lnTo>
                    <a:pt x="4979656" y="3248468"/>
                  </a:lnTo>
                  <a:lnTo>
                    <a:pt x="5057290" y="3262103"/>
                  </a:lnTo>
                  <a:lnTo>
                    <a:pt x="5134924" y="3275278"/>
                  </a:lnTo>
                  <a:lnTo>
                    <a:pt x="5212558" y="3288009"/>
                  </a:lnTo>
                  <a:lnTo>
                    <a:pt x="5290192" y="3300311"/>
                  </a:lnTo>
                  <a:lnTo>
                    <a:pt x="5367826" y="3312197"/>
                  </a:lnTo>
                  <a:lnTo>
                    <a:pt x="5445460" y="3323683"/>
                  </a:lnTo>
                  <a:lnTo>
                    <a:pt x="5523094" y="3334780"/>
                  </a:lnTo>
                  <a:lnTo>
                    <a:pt x="5600728" y="3345504"/>
                  </a:lnTo>
                  <a:lnTo>
                    <a:pt x="5678362" y="3355866"/>
                  </a:lnTo>
                  <a:lnTo>
                    <a:pt x="5755996" y="3365878"/>
                  </a:lnTo>
                  <a:lnTo>
                    <a:pt x="5833630" y="3375552"/>
                  </a:lnTo>
                  <a:lnTo>
                    <a:pt x="5911264" y="3384900"/>
                  </a:lnTo>
                  <a:lnTo>
                    <a:pt x="5988898" y="3393933"/>
                  </a:lnTo>
                  <a:lnTo>
                    <a:pt x="6066532" y="3402661"/>
                  </a:lnTo>
                  <a:lnTo>
                    <a:pt x="6144166" y="3411095"/>
                  </a:lnTo>
                  <a:lnTo>
                    <a:pt x="6221800" y="3419243"/>
                  </a:lnTo>
                  <a:lnTo>
                    <a:pt x="6299434" y="3427118"/>
                  </a:lnTo>
                  <a:lnTo>
                    <a:pt x="6377068" y="3434726"/>
                  </a:lnTo>
                  <a:lnTo>
                    <a:pt x="6454702" y="3442078"/>
                  </a:lnTo>
                  <a:lnTo>
                    <a:pt x="6532336" y="3449181"/>
                  </a:lnTo>
                  <a:lnTo>
                    <a:pt x="6609971" y="3456045"/>
                  </a:lnTo>
                  <a:lnTo>
                    <a:pt x="6687605" y="3462678"/>
                  </a:lnTo>
                  <a:lnTo>
                    <a:pt x="6765239" y="3469087"/>
                  </a:lnTo>
                  <a:lnTo>
                    <a:pt x="6842873" y="3475279"/>
                  </a:lnTo>
                  <a:lnTo>
                    <a:pt x="6920507" y="3481263"/>
                  </a:lnTo>
                  <a:lnTo>
                    <a:pt x="6998141" y="3487045"/>
                  </a:lnTo>
                  <a:lnTo>
                    <a:pt x="7075775" y="3492631"/>
                  </a:lnTo>
                  <a:lnTo>
                    <a:pt x="7153409" y="3498030"/>
                  </a:lnTo>
                  <a:lnTo>
                    <a:pt x="7231043" y="3503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2026-05-26T13:56:35Z</dcterms:modified>
  <cp:category/>
</cp:coreProperties>
</file>