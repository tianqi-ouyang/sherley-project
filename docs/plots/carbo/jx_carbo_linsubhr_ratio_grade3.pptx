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370972" cy="3467649"/>
            </a:xfrm>
            <a:custGeom>
              <a:avLst/>
              <a:pathLst>
                <a:path w="7370972" h="3467649">
                  <a:moveTo>
                    <a:pt x="1935558" y="0"/>
                  </a:moveTo>
                  <a:lnTo>
                    <a:pt x="1936589" y="3688"/>
                  </a:lnTo>
                  <a:lnTo>
                    <a:pt x="2014223" y="260957"/>
                  </a:lnTo>
                  <a:lnTo>
                    <a:pt x="2091857" y="499206"/>
                  </a:lnTo>
                  <a:lnTo>
                    <a:pt x="2169491" y="719843"/>
                  </a:lnTo>
                  <a:lnTo>
                    <a:pt x="2247125" y="924169"/>
                  </a:lnTo>
                  <a:lnTo>
                    <a:pt x="2324759" y="1113390"/>
                  </a:lnTo>
                  <a:lnTo>
                    <a:pt x="2402393" y="1288622"/>
                  </a:lnTo>
                  <a:lnTo>
                    <a:pt x="2480027" y="1450900"/>
                  </a:lnTo>
                  <a:lnTo>
                    <a:pt x="2557661" y="1601182"/>
                  </a:lnTo>
                  <a:lnTo>
                    <a:pt x="2635295" y="1740353"/>
                  </a:lnTo>
                  <a:lnTo>
                    <a:pt x="2712930" y="1869236"/>
                  </a:lnTo>
                  <a:lnTo>
                    <a:pt x="2790564" y="1988591"/>
                  </a:lnTo>
                  <a:lnTo>
                    <a:pt x="2868198" y="2099123"/>
                  </a:lnTo>
                  <a:lnTo>
                    <a:pt x="2945832" y="2201483"/>
                  </a:lnTo>
                  <a:lnTo>
                    <a:pt x="3023466" y="2296277"/>
                  </a:lnTo>
                  <a:lnTo>
                    <a:pt x="3101100" y="2384062"/>
                  </a:lnTo>
                  <a:lnTo>
                    <a:pt x="3178734" y="2465358"/>
                  </a:lnTo>
                  <a:lnTo>
                    <a:pt x="3256368" y="2540644"/>
                  </a:lnTo>
                  <a:lnTo>
                    <a:pt x="3334002" y="2610364"/>
                  </a:lnTo>
                  <a:lnTo>
                    <a:pt x="3411636" y="2652057"/>
                  </a:lnTo>
                  <a:lnTo>
                    <a:pt x="3489270" y="2645239"/>
                  </a:lnTo>
                  <a:lnTo>
                    <a:pt x="3566904" y="2638365"/>
                  </a:lnTo>
                  <a:lnTo>
                    <a:pt x="3644538" y="2631434"/>
                  </a:lnTo>
                  <a:lnTo>
                    <a:pt x="3722172" y="2624447"/>
                  </a:lnTo>
                  <a:lnTo>
                    <a:pt x="3799806" y="2617402"/>
                  </a:lnTo>
                  <a:lnTo>
                    <a:pt x="3877440" y="2610300"/>
                  </a:lnTo>
                  <a:lnTo>
                    <a:pt x="3955074" y="2603139"/>
                  </a:lnTo>
                  <a:lnTo>
                    <a:pt x="4032708" y="2595920"/>
                  </a:lnTo>
                  <a:lnTo>
                    <a:pt x="4110342" y="2588642"/>
                  </a:lnTo>
                  <a:lnTo>
                    <a:pt x="4187976" y="2581304"/>
                  </a:lnTo>
                  <a:lnTo>
                    <a:pt x="4265610" y="2573905"/>
                  </a:lnTo>
                  <a:lnTo>
                    <a:pt x="4343244" y="2566446"/>
                  </a:lnTo>
                  <a:lnTo>
                    <a:pt x="4420879" y="2558926"/>
                  </a:lnTo>
                  <a:lnTo>
                    <a:pt x="4498513" y="2551345"/>
                  </a:lnTo>
                  <a:lnTo>
                    <a:pt x="4576147" y="2543701"/>
                  </a:lnTo>
                  <a:lnTo>
                    <a:pt x="4653781" y="2535994"/>
                  </a:lnTo>
                  <a:lnTo>
                    <a:pt x="4731415" y="2528224"/>
                  </a:lnTo>
                  <a:lnTo>
                    <a:pt x="4809049" y="2520391"/>
                  </a:lnTo>
                  <a:lnTo>
                    <a:pt x="4886683" y="2512493"/>
                  </a:lnTo>
                  <a:lnTo>
                    <a:pt x="4964317" y="2504531"/>
                  </a:lnTo>
                  <a:lnTo>
                    <a:pt x="5041951" y="2496503"/>
                  </a:lnTo>
                  <a:lnTo>
                    <a:pt x="5119585" y="2488410"/>
                  </a:lnTo>
                  <a:lnTo>
                    <a:pt x="5197219" y="2480250"/>
                  </a:lnTo>
                  <a:lnTo>
                    <a:pt x="5274853" y="2472023"/>
                  </a:lnTo>
                  <a:lnTo>
                    <a:pt x="5352487" y="2463729"/>
                  </a:lnTo>
                  <a:lnTo>
                    <a:pt x="5430121" y="2455367"/>
                  </a:lnTo>
                  <a:lnTo>
                    <a:pt x="5507755" y="2446936"/>
                  </a:lnTo>
                  <a:lnTo>
                    <a:pt x="5585389" y="2438436"/>
                  </a:lnTo>
                  <a:lnTo>
                    <a:pt x="5663023" y="2429867"/>
                  </a:lnTo>
                  <a:lnTo>
                    <a:pt x="5740657" y="2421227"/>
                  </a:lnTo>
                  <a:lnTo>
                    <a:pt x="5818291" y="2412516"/>
                  </a:lnTo>
                  <a:lnTo>
                    <a:pt x="5895925" y="2403734"/>
                  </a:lnTo>
                  <a:lnTo>
                    <a:pt x="5973559" y="2394880"/>
                  </a:lnTo>
                  <a:lnTo>
                    <a:pt x="6051193" y="2385954"/>
                  </a:lnTo>
                  <a:lnTo>
                    <a:pt x="6128827" y="2376954"/>
                  </a:lnTo>
                  <a:lnTo>
                    <a:pt x="6206462" y="2367881"/>
                  </a:lnTo>
                  <a:lnTo>
                    <a:pt x="6284096" y="2358733"/>
                  </a:lnTo>
                  <a:lnTo>
                    <a:pt x="6361730" y="2349510"/>
                  </a:lnTo>
                  <a:lnTo>
                    <a:pt x="6439364" y="2340211"/>
                  </a:lnTo>
                  <a:lnTo>
                    <a:pt x="6516998" y="2330836"/>
                  </a:lnTo>
                  <a:lnTo>
                    <a:pt x="6594632" y="2321385"/>
                  </a:lnTo>
                  <a:lnTo>
                    <a:pt x="6672266" y="2311856"/>
                  </a:lnTo>
                  <a:lnTo>
                    <a:pt x="6749900" y="2302248"/>
                  </a:lnTo>
                  <a:lnTo>
                    <a:pt x="6827534" y="2292562"/>
                  </a:lnTo>
                  <a:lnTo>
                    <a:pt x="6905168" y="2282797"/>
                  </a:lnTo>
                  <a:lnTo>
                    <a:pt x="6982802" y="2272952"/>
                  </a:lnTo>
                  <a:lnTo>
                    <a:pt x="7060436" y="2263025"/>
                  </a:lnTo>
                  <a:lnTo>
                    <a:pt x="7138070" y="2253018"/>
                  </a:lnTo>
                  <a:lnTo>
                    <a:pt x="7215704" y="2242928"/>
                  </a:lnTo>
                  <a:lnTo>
                    <a:pt x="7293338" y="2232756"/>
                  </a:lnTo>
                  <a:lnTo>
                    <a:pt x="7370972" y="2222500"/>
                  </a:lnTo>
                  <a:lnTo>
                    <a:pt x="7370972" y="3467649"/>
                  </a:lnTo>
                  <a:lnTo>
                    <a:pt x="7293338" y="3466364"/>
                  </a:lnTo>
                  <a:lnTo>
                    <a:pt x="7215704" y="3464976"/>
                  </a:lnTo>
                  <a:lnTo>
                    <a:pt x="7138070" y="3463478"/>
                  </a:lnTo>
                  <a:lnTo>
                    <a:pt x="7060436" y="3461859"/>
                  </a:lnTo>
                  <a:lnTo>
                    <a:pt x="6982802" y="3460112"/>
                  </a:lnTo>
                  <a:lnTo>
                    <a:pt x="6905168" y="3458226"/>
                  </a:lnTo>
                  <a:lnTo>
                    <a:pt x="6827534" y="3456188"/>
                  </a:lnTo>
                  <a:lnTo>
                    <a:pt x="6749900" y="3453988"/>
                  </a:lnTo>
                  <a:lnTo>
                    <a:pt x="6672266" y="3451613"/>
                  </a:lnTo>
                  <a:lnTo>
                    <a:pt x="6594632" y="3449048"/>
                  </a:lnTo>
                  <a:lnTo>
                    <a:pt x="6516998" y="3446278"/>
                  </a:lnTo>
                  <a:lnTo>
                    <a:pt x="6439364" y="3443287"/>
                  </a:lnTo>
                  <a:lnTo>
                    <a:pt x="6361730" y="3440057"/>
                  </a:lnTo>
                  <a:lnTo>
                    <a:pt x="6284096" y="3436569"/>
                  </a:lnTo>
                  <a:lnTo>
                    <a:pt x="6206462" y="3432803"/>
                  </a:lnTo>
                  <a:lnTo>
                    <a:pt x="6128827" y="3428737"/>
                  </a:lnTo>
                  <a:lnTo>
                    <a:pt x="6051193" y="3424345"/>
                  </a:lnTo>
                  <a:lnTo>
                    <a:pt x="5973559" y="3419603"/>
                  </a:lnTo>
                  <a:lnTo>
                    <a:pt x="5895925" y="3414483"/>
                  </a:lnTo>
                  <a:lnTo>
                    <a:pt x="5818291" y="3408954"/>
                  </a:lnTo>
                  <a:lnTo>
                    <a:pt x="5740657" y="3402983"/>
                  </a:lnTo>
                  <a:lnTo>
                    <a:pt x="5663023" y="3396536"/>
                  </a:lnTo>
                  <a:lnTo>
                    <a:pt x="5585389" y="3389574"/>
                  </a:lnTo>
                  <a:lnTo>
                    <a:pt x="5507755" y="3382057"/>
                  </a:lnTo>
                  <a:lnTo>
                    <a:pt x="5430121" y="3373939"/>
                  </a:lnTo>
                  <a:lnTo>
                    <a:pt x="5352487" y="3365174"/>
                  </a:lnTo>
                  <a:lnTo>
                    <a:pt x="5274853" y="3355708"/>
                  </a:lnTo>
                  <a:lnTo>
                    <a:pt x="5197219" y="3345487"/>
                  </a:lnTo>
                  <a:lnTo>
                    <a:pt x="5119585" y="3334450"/>
                  </a:lnTo>
                  <a:lnTo>
                    <a:pt x="5041951" y="3322532"/>
                  </a:lnTo>
                  <a:lnTo>
                    <a:pt x="4964317" y="3309663"/>
                  </a:lnTo>
                  <a:lnTo>
                    <a:pt x="4886683" y="3295766"/>
                  </a:lnTo>
                  <a:lnTo>
                    <a:pt x="4809049" y="3280760"/>
                  </a:lnTo>
                  <a:lnTo>
                    <a:pt x="4731415" y="3264556"/>
                  </a:lnTo>
                  <a:lnTo>
                    <a:pt x="4653781" y="3247058"/>
                  </a:lnTo>
                  <a:lnTo>
                    <a:pt x="4576147" y="3228164"/>
                  </a:lnTo>
                  <a:lnTo>
                    <a:pt x="4498513" y="3207761"/>
                  </a:lnTo>
                  <a:lnTo>
                    <a:pt x="4420879" y="3185730"/>
                  </a:lnTo>
                  <a:lnTo>
                    <a:pt x="4343244" y="3161940"/>
                  </a:lnTo>
                  <a:lnTo>
                    <a:pt x="4265610" y="3136251"/>
                  </a:lnTo>
                  <a:lnTo>
                    <a:pt x="4187976" y="3108511"/>
                  </a:lnTo>
                  <a:lnTo>
                    <a:pt x="4110342" y="3078557"/>
                  </a:lnTo>
                  <a:lnTo>
                    <a:pt x="4032708" y="3046211"/>
                  </a:lnTo>
                  <a:lnTo>
                    <a:pt x="3955074" y="3011284"/>
                  </a:lnTo>
                  <a:lnTo>
                    <a:pt x="3877440" y="2973568"/>
                  </a:lnTo>
                  <a:lnTo>
                    <a:pt x="3799806" y="2932841"/>
                  </a:lnTo>
                  <a:lnTo>
                    <a:pt x="3722172" y="2888864"/>
                  </a:lnTo>
                  <a:lnTo>
                    <a:pt x="3644538" y="2841375"/>
                  </a:lnTo>
                  <a:lnTo>
                    <a:pt x="3566904" y="2790096"/>
                  </a:lnTo>
                  <a:lnTo>
                    <a:pt x="3489270" y="2734724"/>
                  </a:lnTo>
                  <a:lnTo>
                    <a:pt x="3411636" y="2674931"/>
                  </a:lnTo>
                  <a:lnTo>
                    <a:pt x="3334002" y="2658820"/>
                  </a:lnTo>
                  <a:lnTo>
                    <a:pt x="3256368" y="2665528"/>
                  </a:lnTo>
                  <a:lnTo>
                    <a:pt x="3178734" y="2672181"/>
                  </a:lnTo>
                  <a:lnTo>
                    <a:pt x="3101100" y="2678780"/>
                  </a:lnTo>
                  <a:lnTo>
                    <a:pt x="3023466" y="2685326"/>
                  </a:lnTo>
                  <a:lnTo>
                    <a:pt x="2945832" y="2691818"/>
                  </a:lnTo>
                  <a:lnTo>
                    <a:pt x="2868198" y="2698257"/>
                  </a:lnTo>
                  <a:lnTo>
                    <a:pt x="2790564" y="2704644"/>
                  </a:lnTo>
                  <a:lnTo>
                    <a:pt x="2712930" y="2710980"/>
                  </a:lnTo>
                  <a:lnTo>
                    <a:pt x="2635295" y="2717263"/>
                  </a:lnTo>
                  <a:lnTo>
                    <a:pt x="2557661" y="2723496"/>
                  </a:lnTo>
                  <a:lnTo>
                    <a:pt x="2480027" y="2729678"/>
                  </a:lnTo>
                  <a:lnTo>
                    <a:pt x="2402393" y="2735809"/>
                  </a:lnTo>
                  <a:lnTo>
                    <a:pt x="2324759" y="2741891"/>
                  </a:lnTo>
                  <a:lnTo>
                    <a:pt x="2247125" y="2747924"/>
                  </a:lnTo>
                  <a:lnTo>
                    <a:pt x="2169491" y="2753907"/>
                  </a:lnTo>
                  <a:lnTo>
                    <a:pt x="2091857" y="2759841"/>
                  </a:lnTo>
                  <a:lnTo>
                    <a:pt x="2014223" y="2765728"/>
                  </a:lnTo>
                  <a:lnTo>
                    <a:pt x="1936589" y="2771566"/>
                  </a:lnTo>
                  <a:lnTo>
                    <a:pt x="1858955" y="2777357"/>
                  </a:lnTo>
                  <a:lnTo>
                    <a:pt x="1781321" y="2783101"/>
                  </a:lnTo>
                  <a:lnTo>
                    <a:pt x="1703687" y="2788798"/>
                  </a:lnTo>
                  <a:lnTo>
                    <a:pt x="1626053" y="2794449"/>
                  </a:lnTo>
                  <a:lnTo>
                    <a:pt x="1548419" y="2800054"/>
                  </a:lnTo>
                  <a:lnTo>
                    <a:pt x="1470785" y="2805614"/>
                  </a:lnTo>
                  <a:lnTo>
                    <a:pt x="1393151" y="2811128"/>
                  </a:lnTo>
                  <a:lnTo>
                    <a:pt x="1315517" y="2816597"/>
                  </a:lnTo>
                  <a:lnTo>
                    <a:pt x="1237883" y="2822022"/>
                  </a:lnTo>
                  <a:lnTo>
                    <a:pt x="1160249" y="2827403"/>
                  </a:lnTo>
                  <a:lnTo>
                    <a:pt x="1082615" y="2832740"/>
                  </a:lnTo>
                  <a:lnTo>
                    <a:pt x="1004981" y="2838033"/>
                  </a:lnTo>
                  <a:lnTo>
                    <a:pt x="927346" y="2843284"/>
                  </a:lnTo>
                  <a:lnTo>
                    <a:pt x="849712" y="2848492"/>
                  </a:lnTo>
                  <a:lnTo>
                    <a:pt x="772078" y="2853657"/>
                  </a:lnTo>
                  <a:lnTo>
                    <a:pt x="694444" y="2858781"/>
                  </a:lnTo>
                  <a:lnTo>
                    <a:pt x="616810" y="2863863"/>
                  </a:lnTo>
                  <a:lnTo>
                    <a:pt x="539176" y="2868903"/>
                  </a:lnTo>
                  <a:lnTo>
                    <a:pt x="461542" y="2873903"/>
                  </a:lnTo>
                  <a:lnTo>
                    <a:pt x="383908" y="2878862"/>
                  </a:lnTo>
                  <a:lnTo>
                    <a:pt x="306274" y="2883780"/>
                  </a:lnTo>
                  <a:lnTo>
                    <a:pt x="228640" y="2888659"/>
                  </a:lnTo>
                  <a:lnTo>
                    <a:pt x="151006" y="2893498"/>
                  </a:lnTo>
                  <a:lnTo>
                    <a:pt x="73372" y="2898297"/>
                  </a:lnTo>
                  <a:lnTo>
                    <a:pt x="0" y="290279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753076" y="2073503"/>
              <a:ext cx="5435413" cy="2652057"/>
            </a:xfrm>
            <a:custGeom>
              <a:avLst/>
              <a:pathLst>
                <a:path w="5435413" h="2652057">
                  <a:moveTo>
                    <a:pt x="0" y="0"/>
                  </a:moveTo>
                  <a:lnTo>
                    <a:pt x="1030" y="3688"/>
                  </a:lnTo>
                  <a:lnTo>
                    <a:pt x="78664" y="260957"/>
                  </a:lnTo>
                  <a:lnTo>
                    <a:pt x="156298" y="499206"/>
                  </a:lnTo>
                  <a:lnTo>
                    <a:pt x="233932" y="719843"/>
                  </a:lnTo>
                  <a:lnTo>
                    <a:pt x="311566" y="924169"/>
                  </a:lnTo>
                  <a:lnTo>
                    <a:pt x="389200" y="1113390"/>
                  </a:lnTo>
                  <a:lnTo>
                    <a:pt x="466835" y="1288622"/>
                  </a:lnTo>
                  <a:lnTo>
                    <a:pt x="544469" y="1450900"/>
                  </a:lnTo>
                  <a:lnTo>
                    <a:pt x="622103" y="1601182"/>
                  </a:lnTo>
                  <a:lnTo>
                    <a:pt x="699737" y="1740353"/>
                  </a:lnTo>
                  <a:lnTo>
                    <a:pt x="777371" y="1869236"/>
                  </a:lnTo>
                  <a:lnTo>
                    <a:pt x="855005" y="1988591"/>
                  </a:lnTo>
                  <a:lnTo>
                    <a:pt x="932639" y="2099123"/>
                  </a:lnTo>
                  <a:lnTo>
                    <a:pt x="1010273" y="2201483"/>
                  </a:lnTo>
                  <a:lnTo>
                    <a:pt x="1087907" y="2296277"/>
                  </a:lnTo>
                  <a:lnTo>
                    <a:pt x="1165541" y="2384062"/>
                  </a:lnTo>
                  <a:lnTo>
                    <a:pt x="1243175" y="2465358"/>
                  </a:lnTo>
                  <a:lnTo>
                    <a:pt x="1320809" y="2540644"/>
                  </a:lnTo>
                  <a:lnTo>
                    <a:pt x="1398443" y="2610364"/>
                  </a:lnTo>
                  <a:lnTo>
                    <a:pt x="1476077" y="2652057"/>
                  </a:lnTo>
                  <a:lnTo>
                    <a:pt x="1553711" y="2645239"/>
                  </a:lnTo>
                  <a:lnTo>
                    <a:pt x="1631345" y="2638365"/>
                  </a:lnTo>
                  <a:lnTo>
                    <a:pt x="1708979" y="2631434"/>
                  </a:lnTo>
                  <a:lnTo>
                    <a:pt x="1786613" y="2624447"/>
                  </a:lnTo>
                  <a:lnTo>
                    <a:pt x="1864247" y="2617402"/>
                  </a:lnTo>
                  <a:lnTo>
                    <a:pt x="1941881" y="2610300"/>
                  </a:lnTo>
                  <a:lnTo>
                    <a:pt x="2019515" y="2603139"/>
                  </a:lnTo>
                  <a:lnTo>
                    <a:pt x="2097149" y="2595920"/>
                  </a:lnTo>
                  <a:lnTo>
                    <a:pt x="2174784" y="2588642"/>
                  </a:lnTo>
                  <a:lnTo>
                    <a:pt x="2252418" y="2581304"/>
                  </a:lnTo>
                  <a:lnTo>
                    <a:pt x="2330052" y="2573905"/>
                  </a:lnTo>
                  <a:lnTo>
                    <a:pt x="2407686" y="2566446"/>
                  </a:lnTo>
                  <a:lnTo>
                    <a:pt x="2485320" y="2558926"/>
                  </a:lnTo>
                  <a:lnTo>
                    <a:pt x="2562954" y="2551345"/>
                  </a:lnTo>
                  <a:lnTo>
                    <a:pt x="2640588" y="2543701"/>
                  </a:lnTo>
                  <a:lnTo>
                    <a:pt x="2718222" y="2535994"/>
                  </a:lnTo>
                  <a:lnTo>
                    <a:pt x="2795856" y="2528224"/>
                  </a:lnTo>
                  <a:lnTo>
                    <a:pt x="2873490" y="2520391"/>
                  </a:lnTo>
                  <a:lnTo>
                    <a:pt x="2951124" y="2512493"/>
                  </a:lnTo>
                  <a:lnTo>
                    <a:pt x="3028758" y="2504531"/>
                  </a:lnTo>
                  <a:lnTo>
                    <a:pt x="3106392" y="2496503"/>
                  </a:lnTo>
                  <a:lnTo>
                    <a:pt x="3184026" y="2488410"/>
                  </a:lnTo>
                  <a:lnTo>
                    <a:pt x="3261660" y="2480250"/>
                  </a:lnTo>
                  <a:lnTo>
                    <a:pt x="3339294" y="2472023"/>
                  </a:lnTo>
                  <a:lnTo>
                    <a:pt x="3416928" y="2463729"/>
                  </a:lnTo>
                  <a:lnTo>
                    <a:pt x="3494562" y="2455367"/>
                  </a:lnTo>
                  <a:lnTo>
                    <a:pt x="3572196" y="2446936"/>
                  </a:lnTo>
                  <a:lnTo>
                    <a:pt x="3649830" y="2438436"/>
                  </a:lnTo>
                  <a:lnTo>
                    <a:pt x="3727464" y="2429867"/>
                  </a:lnTo>
                  <a:lnTo>
                    <a:pt x="3805098" y="2421227"/>
                  </a:lnTo>
                  <a:lnTo>
                    <a:pt x="3882732" y="2412516"/>
                  </a:lnTo>
                  <a:lnTo>
                    <a:pt x="3960367" y="2403734"/>
                  </a:lnTo>
                  <a:lnTo>
                    <a:pt x="4038001" y="2394880"/>
                  </a:lnTo>
                  <a:lnTo>
                    <a:pt x="4115635" y="2385954"/>
                  </a:lnTo>
                  <a:lnTo>
                    <a:pt x="4193269" y="2376954"/>
                  </a:lnTo>
                  <a:lnTo>
                    <a:pt x="4270903" y="2367881"/>
                  </a:lnTo>
                  <a:lnTo>
                    <a:pt x="4348537" y="2358733"/>
                  </a:lnTo>
                  <a:lnTo>
                    <a:pt x="4426171" y="2349510"/>
                  </a:lnTo>
                  <a:lnTo>
                    <a:pt x="4503805" y="2340211"/>
                  </a:lnTo>
                  <a:lnTo>
                    <a:pt x="4581439" y="2330836"/>
                  </a:lnTo>
                  <a:lnTo>
                    <a:pt x="4659073" y="2321385"/>
                  </a:lnTo>
                  <a:lnTo>
                    <a:pt x="4736707" y="2311856"/>
                  </a:lnTo>
                  <a:lnTo>
                    <a:pt x="4814341" y="2302248"/>
                  </a:lnTo>
                  <a:lnTo>
                    <a:pt x="4891975" y="2292562"/>
                  </a:lnTo>
                  <a:lnTo>
                    <a:pt x="4969609" y="2282797"/>
                  </a:lnTo>
                  <a:lnTo>
                    <a:pt x="5047243" y="2272952"/>
                  </a:lnTo>
                  <a:lnTo>
                    <a:pt x="5124877" y="2263025"/>
                  </a:lnTo>
                  <a:lnTo>
                    <a:pt x="5202511" y="2253018"/>
                  </a:lnTo>
                  <a:lnTo>
                    <a:pt x="5280145" y="2242928"/>
                  </a:lnTo>
                  <a:lnTo>
                    <a:pt x="5357779" y="2232756"/>
                  </a:lnTo>
                  <a:lnTo>
                    <a:pt x="5435413" y="222250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32323"/>
              <a:ext cx="7370972" cy="808828"/>
            </a:xfrm>
            <a:custGeom>
              <a:avLst/>
              <a:pathLst>
                <a:path w="7370972" h="808828">
                  <a:moveTo>
                    <a:pt x="7370972" y="808828"/>
                  </a:moveTo>
                  <a:lnTo>
                    <a:pt x="7293338" y="807543"/>
                  </a:lnTo>
                  <a:lnTo>
                    <a:pt x="7215704" y="806156"/>
                  </a:lnTo>
                  <a:lnTo>
                    <a:pt x="7138070" y="804657"/>
                  </a:lnTo>
                  <a:lnTo>
                    <a:pt x="7060436" y="803039"/>
                  </a:lnTo>
                  <a:lnTo>
                    <a:pt x="6982802" y="801292"/>
                  </a:lnTo>
                  <a:lnTo>
                    <a:pt x="6905168" y="799405"/>
                  </a:lnTo>
                  <a:lnTo>
                    <a:pt x="6827534" y="797368"/>
                  </a:lnTo>
                  <a:lnTo>
                    <a:pt x="6749900" y="795168"/>
                  </a:lnTo>
                  <a:lnTo>
                    <a:pt x="6672266" y="792793"/>
                  </a:lnTo>
                  <a:lnTo>
                    <a:pt x="6594632" y="790227"/>
                  </a:lnTo>
                  <a:lnTo>
                    <a:pt x="6516998" y="787458"/>
                  </a:lnTo>
                  <a:lnTo>
                    <a:pt x="6439364" y="784466"/>
                  </a:lnTo>
                  <a:lnTo>
                    <a:pt x="6361730" y="781237"/>
                  </a:lnTo>
                  <a:lnTo>
                    <a:pt x="6284096" y="777749"/>
                  </a:lnTo>
                  <a:lnTo>
                    <a:pt x="6206462" y="773983"/>
                  </a:lnTo>
                  <a:lnTo>
                    <a:pt x="6128827" y="769916"/>
                  </a:lnTo>
                  <a:lnTo>
                    <a:pt x="6051193" y="765525"/>
                  </a:lnTo>
                  <a:lnTo>
                    <a:pt x="5973559" y="760783"/>
                  </a:lnTo>
                  <a:lnTo>
                    <a:pt x="5895925" y="755663"/>
                  </a:lnTo>
                  <a:lnTo>
                    <a:pt x="5818291" y="750134"/>
                  </a:lnTo>
                  <a:lnTo>
                    <a:pt x="5740657" y="744163"/>
                  </a:lnTo>
                  <a:lnTo>
                    <a:pt x="5663023" y="737716"/>
                  </a:lnTo>
                  <a:lnTo>
                    <a:pt x="5585389" y="730754"/>
                  </a:lnTo>
                  <a:lnTo>
                    <a:pt x="5507755" y="723237"/>
                  </a:lnTo>
                  <a:lnTo>
                    <a:pt x="5430121" y="715119"/>
                  </a:lnTo>
                  <a:lnTo>
                    <a:pt x="5352487" y="706353"/>
                  </a:lnTo>
                  <a:lnTo>
                    <a:pt x="5274853" y="696888"/>
                  </a:lnTo>
                  <a:lnTo>
                    <a:pt x="5197219" y="686667"/>
                  </a:lnTo>
                  <a:lnTo>
                    <a:pt x="5119585" y="675630"/>
                  </a:lnTo>
                  <a:lnTo>
                    <a:pt x="5041951" y="663712"/>
                  </a:lnTo>
                  <a:lnTo>
                    <a:pt x="4964317" y="650842"/>
                  </a:lnTo>
                  <a:lnTo>
                    <a:pt x="4886683" y="636946"/>
                  </a:lnTo>
                  <a:lnTo>
                    <a:pt x="4809049" y="621939"/>
                  </a:lnTo>
                  <a:lnTo>
                    <a:pt x="4731415" y="605735"/>
                  </a:lnTo>
                  <a:lnTo>
                    <a:pt x="4653781" y="588238"/>
                  </a:lnTo>
                  <a:lnTo>
                    <a:pt x="4576147" y="569344"/>
                  </a:lnTo>
                  <a:lnTo>
                    <a:pt x="4498513" y="548941"/>
                  </a:lnTo>
                  <a:lnTo>
                    <a:pt x="4420879" y="526910"/>
                  </a:lnTo>
                  <a:lnTo>
                    <a:pt x="4343244" y="503120"/>
                  </a:lnTo>
                  <a:lnTo>
                    <a:pt x="4265610" y="477430"/>
                  </a:lnTo>
                  <a:lnTo>
                    <a:pt x="4187976" y="449691"/>
                  </a:lnTo>
                  <a:lnTo>
                    <a:pt x="4110342" y="419736"/>
                  </a:lnTo>
                  <a:lnTo>
                    <a:pt x="4032708" y="387391"/>
                  </a:lnTo>
                  <a:lnTo>
                    <a:pt x="3955074" y="352463"/>
                  </a:lnTo>
                  <a:lnTo>
                    <a:pt x="3877440" y="314747"/>
                  </a:lnTo>
                  <a:lnTo>
                    <a:pt x="3799806" y="274021"/>
                  </a:lnTo>
                  <a:lnTo>
                    <a:pt x="3722172" y="230043"/>
                  </a:lnTo>
                  <a:lnTo>
                    <a:pt x="3644538" y="182555"/>
                  </a:lnTo>
                  <a:lnTo>
                    <a:pt x="3566904" y="131276"/>
                  </a:lnTo>
                  <a:lnTo>
                    <a:pt x="3489270" y="75903"/>
                  </a:lnTo>
                  <a:lnTo>
                    <a:pt x="3411636" y="16110"/>
                  </a:lnTo>
                  <a:lnTo>
                    <a:pt x="3334002" y="0"/>
                  </a:lnTo>
                  <a:lnTo>
                    <a:pt x="3256368" y="6707"/>
                  </a:lnTo>
                  <a:lnTo>
                    <a:pt x="3178734" y="13361"/>
                  </a:lnTo>
                  <a:lnTo>
                    <a:pt x="3101100" y="19960"/>
                  </a:lnTo>
                  <a:lnTo>
                    <a:pt x="3023466" y="26505"/>
                  </a:lnTo>
                  <a:lnTo>
                    <a:pt x="2945832" y="32998"/>
                  </a:lnTo>
                  <a:lnTo>
                    <a:pt x="2868198" y="39437"/>
                  </a:lnTo>
                  <a:lnTo>
                    <a:pt x="2790564" y="45824"/>
                  </a:lnTo>
                  <a:lnTo>
                    <a:pt x="2712930" y="52159"/>
                  </a:lnTo>
                  <a:lnTo>
                    <a:pt x="2635295" y="58443"/>
                  </a:lnTo>
                  <a:lnTo>
                    <a:pt x="2557661" y="64676"/>
                  </a:lnTo>
                  <a:lnTo>
                    <a:pt x="2480027" y="70857"/>
                  </a:lnTo>
                  <a:lnTo>
                    <a:pt x="2402393" y="76989"/>
                  </a:lnTo>
                  <a:lnTo>
                    <a:pt x="2324759" y="83071"/>
                  </a:lnTo>
                  <a:lnTo>
                    <a:pt x="2247125" y="89103"/>
                  </a:lnTo>
                  <a:lnTo>
                    <a:pt x="2169491" y="95086"/>
                  </a:lnTo>
                  <a:lnTo>
                    <a:pt x="2091857" y="101021"/>
                  </a:lnTo>
                  <a:lnTo>
                    <a:pt x="2014223" y="106907"/>
                  </a:lnTo>
                  <a:lnTo>
                    <a:pt x="1936589" y="112746"/>
                  </a:lnTo>
                  <a:lnTo>
                    <a:pt x="1858955" y="118537"/>
                  </a:lnTo>
                  <a:lnTo>
                    <a:pt x="1781321" y="124281"/>
                  </a:lnTo>
                  <a:lnTo>
                    <a:pt x="1703687" y="129978"/>
                  </a:lnTo>
                  <a:lnTo>
                    <a:pt x="1626053" y="135629"/>
                  </a:lnTo>
                  <a:lnTo>
                    <a:pt x="1548419" y="141234"/>
                  </a:lnTo>
                  <a:lnTo>
                    <a:pt x="1470785" y="146793"/>
                  </a:lnTo>
                  <a:lnTo>
                    <a:pt x="1393151" y="152307"/>
                  </a:lnTo>
                  <a:lnTo>
                    <a:pt x="1315517" y="157777"/>
                  </a:lnTo>
                  <a:lnTo>
                    <a:pt x="1237883" y="163202"/>
                  </a:lnTo>
                  <a:lnTo>
                    <a:pt x="1160249" y="168582"/>
                  </a:lnTo>
                  <a:lnTo>
                    <a:pt x="1082615" y="173919"/>
                  </a:lnTo>
                  <a:lnTo>
                    <a:pt x="1004981" y="179213"/>
                  </a:lnTo>
                  <a:lnTo>
                    <a:pt x="927346" y="184464"/>
                  </a:lnTo>
                  <a:lnTo>
                    <a:pt x="849712" y="189671"/>
                  </a:lnTo>
                  <a:lnTo>
                    <a:pt x="772078" y="194837"/>
                  </a:lnTo>
                  <a:lnTo>
                    <a:pt x="694444" y="199960"/>
                  </a:lnTo>
                  <a:lnTo>
                    <a:pt x="616810" y="205042"/>
                  </a:lnTo>
                  <a:lnTo>
                    <a:pt x="539176" y="210083"/>
                  </a:lnTo>
                  <a:lnTo>
                    <a:pt x="461542" y="215082"/>
                  </a:lnTo>
                  <a:lnTo>
                    <a:pt x="383908" y="220041"/>
                  </a:lnTo>
                  <a:lnTo>
                    <a:pt x="306274" y="224960"/>
                  </a:lnTo>
                  <a:lnTo>
                    <a:pt x="228640" y="229838"/>
                  </a:lnTo>
                  <a:lnTo>
                    <a:pt x="151006" y="234677"/>
                  </a:lnTo>
                  <a:lnTo>
                    <a:pt x="73372" y="239477"/>
                  </a:lnTo>
                  <a:lnTo>
                    <a:pt x="0" y="24397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57447" y="2073503"/>
              <a:ext cx="7231043" cy="3341257"/>
            </a:xfrm>
            <a:custGeom>
              <a:avLst/>
              <a:pathLst>
                <a:path w="7231043" h="3341257">
                  <a:moveTo>
                    <a:pt x="0" y="0"/>
                  </a:moveTo>
                  <a:lnTo>
                    <a:pt x="11077" y="17269"/>
                  </a:lnTo>
                  <a:lnTo>
                    <a:pt x="88711" y="134215"/>
                  </a:lnTo>
                  <a:lnTo>
                    <a:pt x="166345" y="247216"/>
                  </a:lnTo>
                  <a:lnTo>
                    <a:pt x="243979" y="356405"/>
                  </a:lnTo>
                  <a:lnTo>
                    <a:pt x="321613" y="461910"/>
                  </a:lnTo>
                  <a:lnTo>
                    <a:pt x="399247" y="563855"/>
                  </a:lnTo>
                  <a:lnTo>
                    <a:pt x="476881" y="662362"/>
                  </a:lnTo>
                  <a:lnTo>
                    <a:pt x="554515" y="757545"/>
                  </a:lnTo>
                  <a:lnTo>
                    <a:pt x="632149" y="849517"/>
                  </a:lnTo>
                  <a:lnTo>
                    <a:pt x="709783" y="938386"/>
                  </a:lnTo>
                  <a:lnTo>
                    <a:pt x="787417" y="1024258"/>
                  </a:lnTo>
                  <a:lnTo>
                    <a:pt x="865051" y="1107232"/>
                  </a:lnTo>
                  <a:lnTo>
                    <a:pt x="942685" y="1187407"/>
                  </a:lnTo>
                  <a:lnTo>
                    <a:pt x="1020319" y="1264877"/>
                  </a:lnTo>
                  <a:lnTo>
                    <a:pt x="1097953" y="1339733"/>
                  </a:lnTo>
                  <a:lnTo>
                    <a:pt x="1175587" y="1412065"/>
                  </a:lnTo>
                  <a:lnTo>
                    <a:pt x="1253221" y="1481956"/>
                  </a:lnTo>
                  <a:lnTo>
                    <a:pt x="1330855" y="1549489"/>
                  </a:lnTo>
                  <a:lnTo>
                    <a:pt x="1408489" y="1614743"/>
                  </a:lnTo>
                  <a:lnTo>
                    <a:pt x="1486124" y="1677797"/>
                  </a:lnTo>
                  <a:lnTo>
                    <a:pt x="1563758" y="1738723"/>
                  </a:lnTo>
                  <a:lnTo>
                    <a:pt x="1641392" y="1797594"/>
                  </a:lnTo>
                  <a:lnTo>
                    <a:pt x="1719026" y="1854478"/>
                  </a:lnTo>
                  <a:lnTo>
                    <a:pt x="1796660" y="1909444"/>
                  </a:lnTo>
                  <a:lnTo>
                    <a:pt x="1874294" y="1962555"/>
                  </a:lnTo>
                  <a:lnTo>
                    <a:pt x="1951928" y="2013875"/>
                  </a:lnTo>
                  <a:lnTo>
                    <a:pt x="2029562" y="2063463"/>
                  </a:lnTo>
                  <a:lnTo>
                    <a:pt x="2107196" y="2111378"/>
                  </a:lnTo>
                  <a:lnTo>
                    <a:pt x="2184830" y="2157677"/>
                  </a:lnTo>
                  <a:lnTo>
                    <a:pt x="2262464" y="2202413"/>
                  </a:lnTo>
                  <a:lnTo>
                    <a:pt x="2340098" y="2245641"/>
                  </a:lnTo>
                  <a:lnTo>
                    <a:pt x="2417732" y="2287410"/>
                  </a:lnTo>
                  <a:lnTo>
                    <a:pt x="2495366" y="2327770"/>
                  </a:lnTo>
                  <a:lnTo>
                    <a:pt x="2573000" y="2366768"/>
                  </a:lnTo>
                  <a:lnTo>
                    <a:pt x="2650634" y="2404451"/>
                  </a:lnTo>
                  <a:lnTo>
                    <a:pt x="2728268" y="2440863"/>
                  </a:lnTo>
                  <a:lnTo>
                    <a:pt x="2805902" y="2476046"/>
                  </a:lnTo>
                  <a:lnTo>
                    <a:pt x="2883536" y="2510042"/>
                  </a:lnTo>
                  <a:lnTo>
                    <a:pt x="2961170" y="2542891"/>
                  </a:lnTo>
                  <a:lnTo>
                    <a:pt x="3038804" y="2574632"/>
                  </a:lnTo>
                  <a:lnTo>
                    <a:pt x="3116438" y="2605302"/>
                  </a:lnTo>
                  <a:lnTo>
                    <a:pt x="3194073" y="2634938"/>
                  </a:lnTo>
                  <a:lnTo>
                    <a:pt x="3271707" y="2663574"/>
                  </a:lnTo>
                  <a:lnTo>
                    <a:pt x="3349341" y="2691243"/>
                  </a:lnTo>
                  <a:lnTo>
                    <a:pt x="3426975" y="2717979"/>
                  </a:lnTo>
                  <a:lnTo>
                    <a:pt x="3504609" y="2743814"/>
                  </a:lnTo>
                  <a:lnTo>
                    <a:pt x="3582243" y="2768776"/>
                  </a:lnTo>
                  <a:lnTo>
                    <a:pt x="3659877" y="2792897"/>
                  </a:lnTo>
                  <a:lnTo>
                    <a:pt x="3737511" y="2816203"/>
                  </a:lnTo>
                  <a:lnTo>
                    <a:pt x="3815145" y="2838724"/>
                  </a:lnTo>
                  <a:lnTo>
                    <a:pt x="3892779" y="2860485"/>
                  </a:lnTo>
                  <a:lnTo>
                    <a:pt x="3970413" y="2881511"/>
                  </a:lnTo>
                  <a:lnTo>
                    <a:pt x="4048047" y="2901828"/>
                  </a:lnTo>
                  <a:lnTo>
                    <a:pt x="4125681" y="2921460"/>
                  </a:lnTo>
                  <a:lnTo>
                    <a:pt x="4203315" y="2940430"/>
                  </a:lnTo>
                  <a:lnTo>
                    <a:pt x="4280949" y="2958759"/>
                  </a:lnTo>
                  <a:lnTo>
                    <a:pt x="4358583" y="2976470"/>
                  </a:lnTo>
                  <a:lnTo>
                    <a:pt x="4436217" y="2993584"/>
                  </a:lnTo>
                  <a:lnTo>
                    <a:pt x="4513851" y="3010120"/>
                  </a:lnTo>
                  <a:lnTo>
                    <a:pt x="4591485" y="3026099"/>
                  </a:lnTo>
                  <a:lnTo>
                    <a:pt x="4669119" y="3041538"/>
                  </a:lnTo>
                  <a:lnTo>
                    <a:pt x="4746753" y="3056457"/>
                  </a:lnTo>
                  <a:lnTo>
                    <a:pt x="4824387" y="3070872"/>
                  </a:lnTo>
                  <a:lnTo>
                    <a:pt x="4902022" y="3084801"/>
                  </a:lnTo>
                  <a:lnTo>
                    <a:pt x="4979656" y="3098260"/>
                  </a:lnTo>
                  <a:lnTo>
                    <a:pt x="5057290" y="3111265"/>
                  </a:lnTo>
                  <a:lnTo>
                    <a:pt x="5134924" y="3123831"/>
                  </a:lnTo>
                  <a:lnTo>
                    <a:pt x="5212558" y="3135973"/>
                  </a:lnTo>
                  <a:lnTo>
                    <a:pt x="5290192" y="3147706"/>
                  </a:lnTo>
                  <a:lnTo>
                    <a:pt x="5367826" y="3159042"/>
                  </a:lnTo>
                  <a:lnTo>
                    <a:pt x="5445460" y="3169997"/>
                  </a:lnTo>
                  <a:lnTo>
                    <a:pt x="5523094" y="3180581"/>
                  </a:lnTo>
                  <a:lnTo>
                    <a:pt x="5600728" y="3190809"/>
                  </a:lnTo>
                  <a:lnTo>
                    <a:pt x="5678362" y="3200692"/>
                  </a:lnTo>
                  <a:lnTo>
                    <a:pt x="5755996" y="3210241"/>
                  </a:lnTo>
                  <a:lnTo>
                    <a:pt x="5833630" y="3219468"/>
                  </a:lnTo>
                  <a:lnTo>
                    <a:pt x="5911264" y="3228384"/>
                  </a:lnTo>
                  <a:lnTo>
                    <a:pt x="5988898" y="3236999"/>
                  </a:lnTo>
                  <a:lnTo>
                    <a:pt x="6066532" y="3245323"/>
                  </a:lnTo>
                  <a:lnTo>
                    <a:pt x="6144166" y="3253367"/>
                  </a:lnTo>
                  <a:lnTo>
                    <a:pt x="6221800" y="3261139"/>
                  </a:lnTo>
                  <a:lnTo>
                    <a:pt x="6299434" y="3268649"/>
                  </a:lnTo>
                  <a:lnTo>
                    <a:pt x="6377068" y="3275905"/>
                  </a:lnTo>
                  <a:lnTo>
                    <a:pt x="6454702" y="3282917"/>
                  </a:lnTo>
                  <a:lnTo>
                    <a:pt x="6532336" y="3289693"/>
                  </a:lnTo>
                  <a:lnTo>
                    <a:pt x="6609971" y="3296239"/>
                  </a:lnTo>
                  <a:lnTo>
                    <a:pt x="6687605" y="3302565"/>
                  </a:lnTo>
                  <a:lnTo>
                    <a:pt x="6765239" y="3308677"/>
                  </a:lnTo>
                  <a:lnTo>
                    <a:pt x="6842873" y="3314584"/>
                  </a:lnTo>
                  <a:lnTo>
                    <a:pt x="6920507" y="3320291"/>
                  </a:lnTo>
                  <a:lnTo>
                    <a:pt x="6998141" y="3325805"/>
                  </a:lnTo>
                  <a:lnTo>
                    <a:pt x="7075775" y="3331133"/>
                  </a:lnTo>
                  <a:lnTo>
                    <a:pt x="7153409" y="3336282"/>
                  </a:lnTo>
                  <a:lnTo>
                    <a:pt x="7231043" y="3341257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0367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416646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= 0.68 (95% CI 0.42-1.10), p = 0.113   (per 0.1-unit increase in eGFR ratio)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82128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2026-06-02T08:49:27Z</dcterms:modified>
  <cp:category/>
</cp:coreProperties>
</file>