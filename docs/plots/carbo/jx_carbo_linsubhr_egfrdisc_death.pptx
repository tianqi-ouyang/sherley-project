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717926" y="2073503"/>
              <a:ext cx="5544753" cy="3450064"/>
            </a:xfrm>
            <a:custGeom>
              <a:avLst/>
              <a:pathLst>
                <a:path w="5544753" h="3450064">
                  <a:moveTo>
                    <a:pt x="2373227" y="0"/>
                  </a:moveTo>
                  <a:lnTo>
                    <a:pt x="2393362" y="104880"/>
                  </a:lnTo>
                  <a:lnTo>
                    <a:pt x="2464984" y="440862"/>
                  </a:lnTo>
                  <a:lnTo>
                    <a:pt x="2536607" y="743435"/>
                  </a:lnTo>
                  <a:lnTo>
                    <a:pt x="2608229" y="1015922"/>
                  </a:lnTo>
                  <a:lnTo>
                    <a:pt x="2679852" y="1261313"/>
                  </a:lnTo>
                  <a:lnTo>
                    <a:pt x="2751474" y="1482304"/>
                  </a:lnTo>
                  <a:lnTo>
                    <a:pt x="2823097" y="1681320"/>
                  </a:lnTo>
                  <a:lnTo>
                    <a:pt x="2894719" y="1860547"/>
                  </a:lnTo>
                  <a:lnTo>
                    <a:pt x="2966342" y="2021952"/>
                  </a:lnTo>
                  <a:lnTo>
                    <a:pt x="3037964" y="2167307"/>
                  </a:lnTo>
                  <a:lnTo>
                    <a:pt x="3109587" y="2298209"/>
                  </a:lnTo>
                  <a:lnTo>
                    <a:pt x="3181209" y="2416095"/>
                  </a:lnTo>
                  <a:lnTo>
                    <a:pt x="3252832" y="2522258"/>
                  </a:lnTo>
                  <a:lnTo>
                    <a:pt x="3324455" y="2617865"/>
                  </a:lnTo>
                  <a:lnTo>
                    <a:pt x="3396077" y="2669138"/>
                  </a:lnTo>
                  <a:lnTo>
                    <a:pt x="3467700" y="2693723"/>
                  </a:lnTo>
                  <a:lnTo>
                    <a:pt x="3539322" y="2717565"/>
                  </a:lnTo>
                  <a:lnTo>
                    <a:pt x="3610945" y="2740688"/>
                  </a:lnTo>
                  <a:lnTo>
                    <a:pt x="3682567" y="2763114"/>
                  </a:lnTo>
                  <a:lnTo>
                    <a:pt x="3754190" y="2784862"/>
                  </a:lnTo>
                  <a:lnTo>
                    <a:pt x="3825812" y="2805954"/>
                  </a:lnTo>
                  <a:lnTo>
                    <a:pt x="3897435" y="2826409"/>
                  </a:lnTo>
                  <a:lnTo>
                    <a:pt x="3969057" y="2846248"/>
                  </a:lnTo>
                  <a:lnTo>
                    <a:pt x="4040680" y="2865487"/>
                  </a:lnTo>
                  <a:lnTo>
                    <a:pt x="4112302" y="2884146"/>
                  </a:lnTo>
                  <a:lnTo>
                    <a:pt x="4183925" y="2902241"/>
                  </a:lnTo>
                  <a:lnTo>
                    <a:pt x="4255547" y="2919791"/>
                  </a:lnTo>
                  <a:lnTo>
                    <a:pt x="4327170" y="2936811"/>
                  </a:lnTo>
                  <a:lnTo>
                    <a:pt x="4398792" y="2953317"/>
                  </a:lnTo>
                  <a:lnTo>
                    <a:pt x="4470415" y="2969325"/>
                  </a:lnTo>
                  <a:lnTo>
                    <a:pt x="4542037" y="2984850"/>
                  </a:lnTo>
                  <a:lnTo>
                    <a:pt x="4613660" y="2999907"/>
                  </a:lnTo>
                  <a:lnTo>
                    <a:pt x="4685283" y="3014509"/>
                  </a:lnTo>
                  <a:lnTo>
                    <a:pt x="4756905" y="3028670"/>
                  </a:lnTo>
                  <a:lnTo>
                    <a:pt x="4828528" y="3042404"/>
                  </a:lnTo>
                  <a:lnTo>
                    <a:pt x="4900150" y="3055724"/>
                  </a:lnTo>
                  <a:lnTo>
                    <a:pt x="4971773" y="3068641"/>
                  </a:lnTo>
                  <a:lnTo>
                    <a:pt x="5043395" y="3081169"/>
                  </a:lnTo>
                  <a:lnTo>
                    <a:pt x="5115018" y="3093319"/>
                  </a:lnTo>
                  <a:lnTo>
                    <a:pt x="5186640" y="3105102"/>
                  </a:lnTo>
                  <a:lnTo>
                    <a:pt x="5258263" y="3116529"/>
                  </a:lnTo>
                  <a:lnTo>
                    <a:pt x="5329885" y="3127611"/>
                  </a:lnTo>
                  <a:lnTo>
                    <a:pt x="5401508" y="3138359"/>
                  </a:lnTo>
                  <a:lnTo>
                    <a:pt x="5473130" y="3148783"/>
                  </a:lnTo>
                  <a:lnTo>
                    <a:pt x="5544753" y="3158892"/>
                  </a:lnTo>
                  <a:lnTo>
                    <a:pt x="5544753" y="3450064"/>
                  </a:lnTo>
                  <a:lnTo>
                    <a:pt x="5473130" y="3446345"/>
                  </a:lnTo>
                  <a:lnTo>
                    <a:pt x="5401508" y="3442215"/>
                  </a:lnTo>
                  <a:lnTo>
                    <a:pt x="5329885" y="3437629"/>
                  </a:lnTo>
                  <a:lnTo>
                    <a:pt x="5258263" y="3432537"/>
                  </a:lnTo>
                  <a:lnTo>
                    <a:pt x="5186640" y="3426883"/>
                  </a:lnTo>
                  <a:lnTo>
                    <a:pt x="5115018" y="3420604"/>
                  </a:lnTo>
                  <a:lnTo>
                    <a:pt x="5043395" y="3413632"/>
                  </a:lnTo>
                  <a:lnTo>
                    <a:pt x="4971773" y="3405891"/>
                  </a:lnTo>
                  <a:lnTo>
                    <a:pt x="4900150" y="3397294"/>
                  </a:lnTo>
                  <a:lnTo>
                    <a:pt x="4828528" y="3387749"/>
                  </a:lnTo>
                  <a:lnTo>
                    <a:pt x="4756905" y="3377149"/>
                  </a:lnTo>
                  <a:lnTo>
                    <a:pt x="4685283" y="3365379"/>
                  </a:lnTo>
                  <a:lnTo>
                    <a:pt x="4613660" y="3352309"/>
                  </a:lnTo>
                  <a:lnTo>
                    <a:pt x="4542037" y="3337797"/>
                  </a:lnTo>
                  <a:lnTo>
                    <a:pt x="4470415" y="3321681"/>
                  </a:lnTo>
                  <a:lnTo>
                    <a:pt x="4398792" y="3303787"/>
                  </a:lnTo>
                  <a:lnTo>
                    <a:pt x="4327170" y="3283917"/>
                  </a:lnTo>
                  <a:lnTo>
                    <a:pt x="4255547" y="3261852"/>
                  </a:lnTo>
                  <a:lnTo>
                    <a:pt x="4183925" y="3237352"/>
                  </a:lnTo>
                  <a:lnTo>
                    <a:pt x="4112302" y="3210146"/>
                  </a:lnTo>
                  <a:lnTo>
                    <a:pt x="4040680" y="3179936"/>
                  </a:lnTo>
                  <a:lnTo>
                    <a:pt x="3969057" y="3146391"/>
                  </a:lnTo>
                  <a:lnTo>
                    <a:pt x="3897435" y="3109141"/>
                  </a:lnTo>
                  <a:lnTo>
                    <a:pt x="3825812" y="3067779"/>
                  </a:lnTo>
                  <a:lnTo>
                    <a:pt x="3754190" y="3021850"/>
                  </a:lnTo>
                  <a:lnTo>
                    <a:pt x="3682567" y="2970849"/>
                  </a:lnTo>
                  <a:lnTo>
                    <a:pt x="3610945" y="2914217"/>
                  </a:lnTo>
                  <a:lnTo>
                    <a:pt x="3539322" y="2851332"/>
                  </a:lnTo>
                  <a:lnTo>
                    <a:pt x="3467700" y="2781504"/>
                  </a:lnTo>
                  <a:lnTo>
                    <a:pt x="3396077" y="2703965"/>
                  </a:lnTo>
                  <a:lnTo>
                    <a:pt x="3324455" y="2643789"/>
                  </a:lnTo>
                  <a:lnTo>
                    <a:pt x="3252832" y="2617650"/>
                  </a:lnTo>
                  <a:lnTo>
                    <a:pt x="3181209" y="2590699"/>
                  </a:lnTo>
                  <a:lnTo>
                    <a:pt x="3109587" y="2562908"/>
                  </a:lnTo>
                  <a:lnTo>
                    <a:pt x="3037964" y="2534253"/>
                  </a:lnTo>
                  <a:lnTo>
                    <a:pt x="2966342" y="2504706"/>
                  </a:lnTo>
                  <a:lnTo>
                    <a:pt x="2894719" y="2474239"/>
                  </a:lnTo>
                  <a:lnTo>
                    <a:pt x="2823097" y="2442825"/>
                  </a:lnTo>
                  <a:lnTo>
                    <a:pt x="2751474" y="2410433"/>
                  </a:lnTo>
                  <a:lnTo>
                    <a:pt x="2679852" y="2377032"/>
                  </a:lnTo>
                  <a:lnTo>
                    <a:pt x="2608229" y="2342593"/>
                  </a:lnTo>
                  <a:lnTo>
                    <a:pt x="2536607" y="2307082"/>
                  </a:lnTo>
                  <a:lnTo>
                    <a:pt x="2464984" y="2270465"/>
                  </a:lnTo>
                  <a:lnTo>
                    <a:pt x="2393362" y="2232710"/>
                  </a:lnTo>
                  <a:lnTo>
                    <a:pt x="2321739" y="2193779"/>
                  </a:lnTo>
                  <a:lnTo>
                    <a:pt x="2250117" y="2153637"/>
                  </a:lnTo>
                  <a:lnTo>
                    <a:pt x="2178494" y="2112246"/>
                  </a:lnTo>
                  <a:lnTo>
                    <a:pt x="2106872" y="2069566"/>
                  </a:lnTo>
                  <a:lnTo>
                    <a:pt x="2035249" y="2025559"/>
                  </a:lnTo>
                  <a:lnTo>
                    <a:pt x="1963627" y="1980182"/>
                  </a:lnTo>
                  <a:lnTo>
                    <a:pt x="1892004" y="1933393"/>
                  </a:lnTo>
                  <a:lnTo>
                    <a:pt x="1820381" y="1885148"/>
                  </a:lnTo>
                  <a:lnTo>
                    <a:pt x="1748759" y="1835401"/>
                  </a:lnTo>
                  <a:lnTo>
                    <a:pt x="1677136" y="1784107"/>
                  </a:lnTo>
                  <a:lnTo>
                    <a:pt x="1605514" y="1731217"/>
                  </a:lnTo>
                  <a:lnTo>
                    <a:pt x="1533891" y="1676680"/>
                  </a:lnTo>
                  <a:lnTo>
                    <a:pt x="1462269" y="1620446"/>
                  </a:lnTo>
                  <a:lnTo>
                    <a:pt x="1390646" y="1562463"/>
                  </a:lnTo>
                  <a:lnTo>
                    <a:pt x="1319024" y="1502675"/>
                  </a:lnTo>
                  <a:lnTo>
                    <a:pt x="1247401" y="1441027"/>
                  </a:lnTo>
                  <a:lnTo>
                    <a:pt x="1175779" y="1377460"/>
                  </a:lnTo>
                  <a:lnTo>
                    <a:pt x="1104156" y="1311915"/>
                  </a:lnTo>
                  <a:lnTo>
                    <a:pt x="1032534" y="1244330"/>
                  </a:lnTo>
                  <a:lnTo>
                    <a:pt x="960911" y="1174643"/>
                  </a:lnTo>
                  <a:lnTo>
                    <a:pt x="889289" y="1102786"/>
                  </a:lnTo>
                  <a:lnTo>
                    <a:pt x="817666" y="1028694"/>
                  </a:lnTo>
                  <a:lnTo>
                    <a:pt x="746044" y="952296"/>
                  </a:lnTo>
                  <a:lnTo>
                    <a:pt x="674421" y="873520"/>
                  </a:lnTo>
                  <a:lnTo>
                    <a:pt x="602799" y="792294"/>
                  </a:lnTo>
                  <a:lnTo>
                    <a:pt x="531176" y="708539"/>
                  </a:lnTo>
                  <a:lnTo>
                    <a:pt x="459553" y="622178"/>
                  </a:lnTo>
                  <a:lnTo>
                    <a:pt x="387931" y="533130"/>
                  </a:lnTo>
                  <a:lnTo>
                    <a:pt x="316308" y="441310"/>
                  </a:lnTo>
                  <a:lnTo>
                    <a:pt x="244686" y="346634"/>
                  </a:lnTo>
                  <a:lnTo>
                    <a:pt x="173063" y="249011"/>
                  </a:lnTo>
                  <a:lnTo>
                    <a:pt x="101441" y="148350"/>
                  </a:lnTo>
                  <a:lnTo>
                    <a:pt x="29818" y="445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91153" y="2073503"/>
              <a:ext cx="3171525" cy="3158892"/>
            </a:xfrm>
            <a:custGeom>
              <a:avLst/>
              <a:pathLst>
                <a:path w="3171525" h="3158892">
                  <a:moveTo>
                    <a:pt x="0" y="0"/>
                  </a:moveTo>
                  <a:lnTo>
                    <a:pt x="20134" y="104880"/>
                  </a:lnTo>
                  <a:lnTo>
                    <a:pt x="91757" y="440862"/>
                  </a:lnTo>
                  <a:lnTo>
                    <a:pt x="163379" y="743435"/>
                  </a:lnTo>
                  <a:lnTo>
                    <a:pt x="235002" y="1015922"/>
                  </a:lnTo>
                  <a:lnTo>
                    <a:pt x="306624" y="1261313"/>
                  </a:lnTo>
                  <a:lnTo>
                    <a:pt x="378247" y="1482304"/>
                  </a:lnTo>
                  <a:lnTo>
                    <a:pt x="449869" y="1681320"/>
                  </a:lnTo>
                  <a:lnTo>
                    <a:pt x="521492" y="1860547"/>
                  </a:lnTo>
                  <a:lnTo>
                    <a:pt x="593114" y="2021952"/>
                  </a:lnTo>
                  <a:lnTo>
                    <a:pt x="664737" y="2167307"/>
                  </a:lnTo>
                  <a:lnTo>
                    <a:pt x="736359" y="2298209"/>
                  </a:lnTo>
                  <a:lnTo>
                    <a:pt x="807982" y="2416095"/>
                  </a:lnTo>
                  <a:lnTo>
                    <a:pt x="879604" y="2522258"/>
                  </a:lnTo>
                  <a:lnTo>
                    <a:pt x="951227" y="2617865"/>
                  </a:lnTo>
                  <a:lnTo>
                    <a:pt x="1022849" y="2669138"/>
                  </a:lnTo>
                  <a:lnTo>
                    <a:pt x="1094472" y="2693723"/>
                  </a:lnTo>
                  <a:lnTo>
                    <a:pt x="1166095" y="2717565"/>
                  </a:lnTo>
                  <a:lnTo>
                    <a:pt x="1237717" y="2740688"/>
                  </a:lnTo>
                  <a:lnTo>
                    <a:pt x="1309340" y="2763114"/>
                  </a:lnTo>
                  <a:lnTo>
                    <a:pt x="1380962" y="2784862"/>
                  </a:lnTo>
                  <a:lnTo>
                    <a:pt x="1452585" y="2805954"/>
                  </a:lnTo>
                  <a:lnTo>
                    <a:pt x="1524207" y="2826409"/>
                  </a:lnTo>
                  <a:lnTo>
                    <a:pt x="1595830" y="2846248"/>
                  </a:lnTo>
                  <a:lnTo>
                    <a:pt x="1667452" y="2865487"/>
                  </a:lnTo>
                  <a:lnTo>
                    <a:pt x="1739075" y="2884146"/>
                  </a:lnTo>
                  <a:lnTo>
                    <a:pt x="1810697" y="2902241"/>
                  </a:lnTo>
                  <a:lnTo>
                    <a:pt x="1882320" y="2919791"/>
                  </a:lnTo>
                  <a:lnTo>
                    <a:pt x="1953942" y="2936811"/>
                  </a:lnTo>
                  <a:lnTo>
                    <a:pt x="2025565" y="2953317"/>
                  </a:lnTo>
                  <a:lnTo>
                    <a:pt x="2097187" y="2969325"/>
                  </a:lnTo>
                  <a:lnTo>
                    <a:pt x="2168810" y="2984850"/>
                  </a:lnTo>
                  <a:lnTo>
                    <a:pt x="2240432" y="2999907"/>
                  </a:lnTo>
                  <a:lnTo>
                    <a:pt x="2312055" y="3014509"/>
                  </a:lnTo>
                  <a:lnTo>
                    <a:pt x="2383677" y="3028670"/>
                  </a:lnTo>
                  <a:lnTo>
                    <a:pt x="2455300" y="3042404"/>
                  </a:lnTo>
                  <a:lnTo>
                    <a:pt x="2526923" y="3055724"/>
                  </a:lnTo>
                  <a:lnTo>
                    <a:pt x="2598545" y="3068641"/>
                  </a:lnTo>
                  <a:lnTo>
                    <a:pt x="2670168" y="3081169"/>
                  </a:lnTo>
                  <a:lnTo>
                    <a:pt x="2741790" y="3093319"/>
                  </a:lnTo>
                  <a:lnTo>
                    <a:pt x="2813413" y="3105102"/>
                  </a:lnTo>
                  <a:lnTo>
                    <a:pt x="2885035" y="3116529"/>
                  </a:lnTo>
                  <a:lnTo>
                    <a:pt x="2956658" y="3127611"/>
                  </a:lnTo>
                  <a:lnTo>
                    <a:pt x="3028280" y="3138359"/>
                  </a:lnTo>
                  <a:lnTo>
                    <a:pt x="3099903" y="3148783"/>
                  </a:lnTo>
                  <a:lnTo>
                    <a:pt x="3171525" y="3158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17926" y="2073503"/>
              <a:ext cx="5544753" cy="3450064"/>
            </a:xfrm>
            <a:custGeom>
              <a:avLst/>
              <a:pathLst>
                <a:path w="5544753" h="3450064">
                  <a:moveTo>
                    <a:pt x="5544753" y="3450064"/>
                  </a:moveTo>
                  <a:lnTo>
                    <a:pt x="5473130" y="3446345"/>
                  </a:lnTo>
                  <a:lnTo>
                    <a:pt x="5401508" y="3442215"/>
                  </a:lnTo>
                  <a:lnTo>
                    <a:pt x="5329885" y="3437629"/>
                  </a:lnTo>
                  <a:lnTo>
                    <a:pt x="5258263" y="3432537"/>
                  </a:lnTo>
                  <a:lnTo>
                    <a:pt x="5186640" y="3426883"/>
                  </a:lnTo>
                  <a:lnTo>
                    <a:pt x="5115018" y="3420604"/>
                  </a:lnTo>
                  <a:lnTo>
                    <a:pt x="5043395" y="3413632"/>
                  </a:lnTo>
                  <a:lnTo>
                    <a:pt x="4971773" y="3405891"/>
                  </a:lnTo>
                  <a:lnTo>
                    <a:pt x="4900150" y="3397294"/>
                  </a:lnTo>
                  <a:lnTo>
                    <a:pt x="4828528" y="3387749"/>
                  </a:lnTo>
                  <a:lnTo>
                    <a:pt x="4756905" y="3377149"/>
                  </a:lnTo>
                  <a:lnTo>
                    <a:pt x="4685283" y="3365379"/>
                  </a:lnTo>
                  <a:lnTo>
                    <a:pt x="4613660" y="3352309"/>
                  </a:lnTo>
                  <a:lnTo>
                    <a:pt x="4542037" y="3337797"/>
                  </a:lnTo>
                  <a:lnTo>
                    <a:pt x="4470415" y="3321681"/>
                  </a:lnTo>
                  <a:lnTo>
                    <a:pt x="4398792" y="3303787"/>
                  </a:lnTo>
                  <a:lnTo>
                    <a:pt x="4327170" y="3283917"/>
                  </a:lnTo>
                  <a:lnTo>
                    <a:pt x="4255547" y="3261852"/>
                  </a:lnTo>
                  <a:lnTo>
                    <a:pt x="4183925" y="3237352"/>
                  </a:lnTo>
                  <a:lnTo>
                    <a:pt x="4112302" y="3210146"/>
                  </a:lnTo>
                  <a:lnTo>
                    <a:pt x="4040680" y="3179936"/>
                  </a:lnTo>
                  <a:lnTo>
                    <a:pt x="3969057" y="3146391"/>
                  </a:lnTo>
                  <a:lnTo>
                    <a:pt x="3897435" y="3109141"/>
                  </a:lnTo>
                  <a:lnTo>
                    <a:pt x="3825812" y="3067779"/>
                  </a:lnTo>
                  <a:lnTo>
                    <a:pt x="3754190" y="3021850"/>
                  </a:lnTo>
                  <a:lnTo>
                    <a:pt x="3682567" y="2970849"/>
                  </a:lnTo>
                  <a:lnTo>
                    <a:pt x="3610945" y="2914217"/>
                  </a:lnTo>
                  <a:lnTo>
                    <a:pt x="3539322" y="2851332"/>
                  </a:lnTo>
                  <a:lnTo>
                    <a:pt x="3467700" y="2781504"/>
                  </a:lnTo>
                  <a:lnTo>
                    <a:pt x="3396077" y="2703965"/>
                  </a:lnTo>
                  <a:lnTo>
                    <a:pt x="3324455" y="2643789"/>
                  </a:lnTo>
                  <a:lnTo>
                    <a:pt x="3252832" y="2617650"/>
                  </a:lnTo>
                  <a:lnTo>
                    <a:pt x="3181209" y="2590699"/>
                  </a:lnTo>
                  <a:lnTo>
                    <a:pt x="3109587" y="2562908"/>
                  </a:lnTo>
                  <a:lnTo>
                    <a:pt x="3037964" y="2534253"/>
                  </a:lnTo>
                  <a:lnTo>
                    <a:pt x="2966342" y="2504706"/>
                  </a:lnTo>
                  <a:lnTo>
                    <a:pt x="2894719" y="2474239"/>
                  </a:lnTo>
                  <a:lnTo>
                    <a:pt x="2823097" y="2442825"/>
                  </a:lnTo>
                  <a:lnTo>
                    <a:pt x="2751474" y="2410433"/>
                  </a:lnTo>
                  <a:lnTo>
                    <a:pt x="2679852" y="2377032"/>
                  </a:lnTo>
                  <a:lnTo>
                    <a:pt x="2608229" y="2342593"/>
                  </a:lnTo>
                  <a:lnTo>
                    <a:pt x="2536607" y="2307082"/>
                  </a:lnTo>
                  <a:lnTo>
                    <a:pt x="2464984" y="2270465"/>
                  </a:lnTo>
                  <a:lnTo>
                    <a:pt x="2393362" y="2232710"/>
                  </a:lnTo>
                  <a:lnTo>
                    <a:pt x="2321739" y="2193779"/>
                  </a:lnTo>
                  <a:lnTo>
                    <a:pt x="2250117" y="2153637"/>
                  </a:lnTo>
                  <a:lnTo>
                    <a:pt x="2178494" y="2112246"/>
                  </a:lnTo>
                  <a:lnTo>
                    <a:pt x="2106872" y="2069566"/>
                  </a:lnTo>
                  <a:lnTo>
                    <a:pt x="2035249" y="2025559"/>
                  </a:lnTo>
                  <a:lnTo>
                    <a:pt x="1963627" y="1980182"/>
                  </a:lnTo>
                  <a:lnTo>
                    <a:pt x="1892004" y="1933393"/>
                  </a:lnTo>
                  <a:lnTo>
                    <a:pt x="1820381" y="1885148"/>
                  </a:lnTo>
                  <a:lnTo>
                    <a:pt x="1748759" y="1835401"/>
                  </a:lnTo>
                  <a:lnTo>
                    <a:pt x="1677136" y="1784107"/>
                  </a:lnTo>
                  <a:lnTo>
                    <a:pt x="1605514" y="1731217"/>
                  </a:lnTo>
                  <a:lnTo>
                    <a:pt x="1533891" y="1676680"/>
                  </a:lnTo>
                  <a:lnTo>
                    <a:pt x="1462269" y="1620446"/>
                  </a:lnTo>
                  <a:lnTo>
                    <a:pt x="1390646" y="1562463"/>
                  </a:lnTo>
                  <a:lnTo>
                    <a:pt x="1319024" y="1502675"/>
                  </a:lnTo>
                  <a:lnTo>
                    <a:pt x="1247401" y="1441027"/>
                  </a:lnTo>
                  <a:lnTo>
                    <a:pt x="1175779" y="1377460"/>
                  </a:lnTo>
                  <a:lnTo>
                    <a:pt x="1104156" y="1311915"/>
                  </a:lnTo>
                  <a:lnTo>
                    <a:pt x="1032534" y="1244330"/>
                  </a:lnTo>
                  <a:lnTo>
                    <a:pt x="960911" y="1174643"/>
                  </a:lnTo>
                  <a:lnTo>
                    <a:pt x="889289" y="1102786"/>
                  </a:lnTo>
                  <a:lnTo>
                    <a:pt x="817666" y="1028694"/>
                  </a:lnTo>
                  <a:lnTo>
                    <a:pt x="746044" y="952296"/>
                  </a:lnTo>
                  <a:lnTo>
                    <a:pt x="674421" y="873520"/>
                  </a:lnTo>
                  <a:lnTo>
                    <a:pt x="602799" y="792294"/>
                  </a:lnTo>
                  <a:lnTo>
                    <a:pt x="531176" y="708539"/>
                  </a:lnTo>
                  <a:lnTo>
                    <a:pt x="459553" y="622178"/>
                  </a:lnTo>
                  <a:lnTo>
                    <a:pt x="387931" y="533130"/>
                  </a:lnTo>
                  <a:lnTo>
                    <a:pt x="316308" y="441310"/>
                  </a:lnTo>
                  <a:lnTo>
                    <a:pt x="244686" y="346634"/>
                  </a:lnTo>
                  <a:lnTo>
                    <a:pt x="173063" y="249011"/>
                  </a:lnTo>
                  <a:lnTo>
                    <a:pt x="101441" y="148350"/>
                  </a:lnTo>
                  <a:lnTo>
                    <a:pt x="29818" y="445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53697" y="2073503"/>
              <a:ext cx="3708981" cy="3379143"/>
            </a:xfrm>
            <a:custGeom>
              <a:avLst/>
              <a:pathLst>
                <a:path w="3708981" h="3379143">
                  <a:moveTo>
                    <a:pt x="0" y="0"/>
                  </a:moveTo>
                  <a:lnTo>
                    <a:pt x="56232" y="181569"/>
                  </a:lnTo>
                  <a:lnTo>
                    <a:pt x="127855" y="397694"/>
                  </a:lnTo>
                  <a:lnTo>
                    <a:pt x="199477" y="599674"/>
                  </a:lnTo>
                  <a:lnTo>
                    <a:pt x="271100" y="788434"/>
                  </a:lnTo>
                  <a:lnTo>
                    <a:pt x="342722" y="964841"/>
                  </a:lnTo>
                  <a:lnTo>
                    <a:pt x="414345" y="1129701"/>
                  </a:lnTo>
                  <a:lnTo>
                    <a:pt x="485968" y="1283772"/>
                  </a:lnTo>
                  <a:lnTo>
                    <a:pt x="557590" y="1427759"/>
                  </a:lnTo>
                  <a:lnTo>
                    <a:pt x="629213" y="1562321"/>
                  </a:lnTo>
                  <a:lnTo>
                    <a:pt x="700835" y="1688077"/>
                  </a:lnTo>
                  <a:lnTo>
                    <a:pt x="772458" y="1805603"/>
                  </a:lnTo>
                  <a:lnTo>
                    <a:pt x="844080" y="1915436"/>
                  </a:lnTo>
                  <a:lnTo>
                    <a:pt x="915703" y="2018081"/>
                  </a:lnTo>
                  <a:lnTo>
                    <a:pt x="987325" y="2114007"/>
                  </a:lnTo>
                  <a:lnTo>
                    <a:pt x="1058948" y="2203656"/>
                  </a:lnTo>
                  <a:lnTo>
                    <a:pt x="1130570" y="2287437"/>
                  </a:lnTo>
                  <a:lnTo>
                    <a:pt x="1202193" y="2365734"/>
                  </a:lnTo>
                  <a:lnTo>
                    <a:pt x="1273815" y="2438908"/>
                  </a:lnTo>
                  <a:lnTo>
                    <a:pt x="1345438" y="2507291"/>
                  </a:lnTo>
                  <a:lnTo>
                    <a:pt x="1417060" y="2571200"/>
                  </a:lnTo>
                  <a:lnTo>
                    <a:pt x="1488683" y="2630925"/>
                  </a:lnTo>
                  <a:lnTo>
                    <a:pt x="1560305" y="2686742"/>
                  </a:lnTo>
                  <a:lnTo>
                    <a:pt x="1631928" y="2738905"/>
                  </a:lnTo>
                  <a:lnTo>
                    <a:pt x="1703550" y="2787654"/>
                  </a:lnTo>
                  <a:lnTo>
                    <a:pt x="1775173" y="2833213"/>
                  </a:lnTo>
                  <a:lnTo>
                    <a:pt x="1846795" y="2875790"/>
                  </a:lnTo>
                  <a:lnTo>
                    <a:pt x="1918418" y="2915580"/>
                  </a:lnTo>
                  <a:lnTo>
                    <a:pt x="1990041" y="2952766"/>
                  </a:lnTo>
                  <a:lnTo>
                    <a:pt x="2061663" y="2987519"/>
                  </a:lnTo>
                  <a:lnTo>
                    <a:pt x="2133286" y="3019996"/>
                  </a:lnTo>
                  <a:lnTo>
                    <a:pt x="2204908" y="3050349"/>
                  </a:lnTo>
                  <a:lnTo>
                    <a:pt x="2276531" y="3078714"/>
                  </a:lnTo>
                  <a:lnTo>
                    <a:pt x="2348153" y="3105223"/>
                  </a:lnTo>
                  <a:lnTo>
                    <a:pt x="2419776" y="3129997"/>
                  </a:lnTo>
                  <a:lnTo>
                    <a:pt x="2491398" y="3153150"/>
                  </a:lnTo>
                  <a:lnTo>
                    <a:pt x="2563021" y="3174787"/>
                  </a:lnTo>
                  <a:lnTo>
                    <a:pt x="2634643" y="3195008"/>
                  </a:lnTo>
                  <a:lnTo>
                    <a:pt x="2706266" y="3213906"/>
                  </a:lnTo>
                  <a:lnTo>
                    <a:pt x="2777888" y="3231567"/>
                  </a:lnTo>
                  <a:lnTo>
                    <a:pt x="2849511" y="3248072"/>
                  </a:lnTo>
                  <a:lnTo>
                    <a:pt x="2921133" y="3263497"/>
                  </a:lnTo>
                  <a:lnTo>
                    <a:pt x="2992756" y="3277912"/>
                  </a:lnTo>
                  <a:lnTo>
                    <a:pt x="3064378" y="3291384"/>
                  </a:lnTo>
                  <a:lnTo>
                    <a:pt x="3136001" y="3303974"/>
                  </a:lnTo>
                  <a:lnTo>
                    <a:pt x="3207623" y="3315740"/>
                  </a:lnTo>
                  <a:lnTo>
                    <a:pt x="3279246" y="3326735"/>
                  </a:lnTo>
                  <a:lnTo>
                    <a:pt x="3350869" y="3337012"/>
                  </a:lnTo>
                  <a:lnTo>
                    <a:pt x="3422491" y="3346615"/>
                  </a:lnTo>
                  <a:lnTo>
                    <a:pt x="3494114" y="3355591"/>
                  </a:lnTo>
                  <a:lnTo>
                    <a:pt x="3565736" y="3363978"/>
                  </a:lnTo>
                  <a:lnTo>
                    <a:pt x="3637359" y="3371817"/>
                  </a:lnTo>
                  <a:lnTo>
                    <a:pt x="3708981" y="3379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0.92 (0.87-0.96)  |  per IQR (Δ = 18.2): 0.20 (0.09-0.49)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2026-05-22T09:54:32Z</dcterms:modified>
  <cp:category/>
</cp:coreProperties>
</file>