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853654" y="2073503"/>
              <a:ext cx="6409024" cy="3437711"/>
            </a:xfrm>
            <a:custGeom>
              <a:avLst/>
              <a:pathLst>
                <a:path w="6409024" h="3437711">
                  <a:moveTo>
                    <a:pt x="3131288" y="0"/>
                  </a:moveTo>
                  <a:lnTo>
                    <a:pt x="3186010" y="245283"/>
                  </a:lnTo>
                  <a:lnTo>
                    <a:pt x="3257633" y="537365"/>
                  </a:lnTo>
                  <a:lnTo>
                    <a:pt x="3329255" y="803103"/>
                  </a:lnTo>
                  <a:lnTo>
                    <a:pt x="3400878" y="1044875"/>
                  </a:lnTo>
                  <a:lnTo>
                    <a:pt x="3472501" y="1264840"/>
                  </a:lnTo>
                  <a:lnTo>
                    <a:pt x="3544123" y="1464967"/>
                  </a:lnTo>
                  <a:lnTo>
                    <a:pt x="3615746" y="1647043"/>
                  </a:lnTo>
                  <a:lnTo>
                    <a:pt x="3687368" y="1812699"/>
                  </a:lnTo>
                  <a:lnTo>
                    <a:pt x="3758991" y="1963413"/>
                  </a:lnTo>
                  <a:lnTo>
                    <a:pt x="3830613" y="2100534"/>
                  </a:lnTo>
                  <a:lnTo>
                    <a:pt x="3902236" y="2225288"/>
                  </a:lnTo>
                  <a:lnTo>
                    <a:pt x="3973858" y="2338790"/>
                  </a:lnTo>
                  <a:lnTo>
                    <a:pt x="4045481" y="2442056"/>
                  </a:lnTo>
                  <a:lnTo>
                    <a:pt x="4117103" y="2536007"/>
                  </a:lnTo>
                  <a:lnTo>
                    <a:pt x="4188726" y="2621485"/>
                  </a:lnTo>
                  <a:lnTo>
                    <a:pt x="4260348" y="2666117"/>
                  </a:lnTo>
                  <a:lnTo>
                    <a:pt x="4331971" y="2685798"/>
                  </a:lnTo>
                  <a:lnTo>
                    <a:pt x="4403593" y="2705006"/>
                  </a:lnTo>
                  <a:lnTo>
                    <a:pt x="4475216" y="2723752"/>
                  </a:lnTo>
                  <a:lnTo>
                    <a:pt x="4546838" y="2742046"/>
                  </a:lnTo>
                  <a:lnTo>
                    <a:pt x="4618461" y="2759900"/>
                  </a:lnTo>
                  <a:lnTo>
                    <a:pt x="4690083" y="2777324"/>
                  </a:lnTo>
                  <a:lnTo>
                    <a:pt x="4761706" y="2794329"/>
                  </a:lnTo>
                  <a:lnTo>
                    <a:pt x="4833328" y="2810925"/>
                  </a:lnTo>
                  <a:lnTo>
                    <a:pt x="4904951" y="2827121"/>
                  </a:lnTo>
                  <a:lnTo>
                    <a:pt x="4976574" y="2842927"/>
                  </a:lnTo>
                  <a:lnTo>
                    <a:pt x="5048196" y="2858352"/>
                  </a:lnTo>
                  <a:lnTo>
                    <a:pt x="5119819" y="2873407"/>
                  </a:lnTo>
                  <a:lnTo>
                    <a:pt x="5191441" y="2888098"/>
                  </a:lnTo>
                  <a:lnTo>
                    <a:pt x="5263064" y="2902437"/>
                  </a:lnTo>
                  <a:lnTo>
                    <a:pt x="5334686" y="2916430"/>
                  </a:lnTo>
                  <a:lnTo>
                    <a:pt x="5406309" y="2930086"/>
                  </a:lnTo>
                  <a:lnTo>
                    <a:pt x="5477931" y="2943414"/>
                  </a:lnTo>
                  <a:lnTo>
                    <a:pt x="5549554" y="2956420"/>
                  </a:lnTo>
                  <a:lnTo>
                    <a:pt x="5621176" y="2969114"/>
                  </a:lnTo>
                  <a:lnTo>
                    <a:pt x="5692799" y="2981502"/>
                  </a:lnTo>
                  <a:lnTo>
                    <a:pt x="5764421" y="2993592"/>
                  </a:lnTo>
                  <a:lnTo>
                    <a:pt x="5836044" y="3005391"/>
                  </a:lnTo>
                  <a:lnTo>
                    <a:pt x="5907666" y="3016906"/>
                  </a:lnTo>
                  <a:lnTo>
                    <a:pt x="5979289" y="3028143"/>
                  </a:lnTo>
                  <a:lnTo>
                    <a:pt x="6050911" y="3039110"/>
                  </a:lnTo>
                  <a:lnTo>
                    <a:pt x="6122534" y="3049813"/>
                  </a:lnTo>
                  <a:lnTo>
                    <a:pt x="6194156" y="3060259"/>
                  </a:lnTo>
                  <a:lnTo>
                    <a:pt x="6265779" y="3070453"/>
                  </a:lnTo>
                  <a:lnTo>
                    <a:pt x="6337402" y="3080402"/>
                  </a:lnTo>
                  <a:lnTo>
                    <a:pt x="6409024" y="3090111"/>
                  </a:lnTo>
                  <a:lnTo>
                    <a:pt x="6409024" y="3437711"/>
                  </a:lnTo>
                  <a:lnTo>
                    <a:pt x="6337402" y="3433148"/>
                  </a:lnTo>
                  <a:lnTo>
                    <a:pt x="6265779" y="3428132"/>
                  </a:lnTo>
                  <a:lnTo>
                    <a:pt x="6194156" y="3422619"/>
                  </a:lnTo>
                  <a:lnTo>
                    <a:pt x="6122534" y="3416559"/>
                  </a:lnTo>
                  <a:lnTo>
                    <a:pt x="6050911" y="3409898"/>
                  </a:lnTo>
                  <a:lnTo>
                    <a:pt x="5979289" y="3402578"/>
                  </a:lnTo>
                  <a:lnTo>
                    <a:pt x="5907666" y="3394531"/>
                  </a:lnTo>
                  <a:lnTo>
                    <a:pt x="5836044" y="3385687"/>
                  </a:lnTo>
                  <a:lnTo>
                    <a:pt x="5764421" y="3375966"/>
                  </a:lnTo>
                  <a:lnTo>
                    <a:pt x="5692799" y="3365282"/>
                  </a:lnTo>
                  <a:lnTo>
                    <a:pt x="5621176" y="3353538"/>
                  </a:lnTo>
                  <a:lnTo>
                    <a:pt x="5549554" y="3340630"/>
                  </a:lnTo>
                  <a:lnTo>
                    <a:pt x="5477931" y="3326443"/>
                  </a:lnTo>
                  <a:lnTo>
                    <a:pt x="5406309" y="3310849"/>
                  </a:lnTo>
                  <a:lnTo>
                    <a:pt x="5334686" y="3293709"/>
                  </a:lnTo>
                  <a:lnTo>
                    <a:pt x="5263064" y="3274870"/>
                  </a:lnTo>
                  <a:lnTo>
                    <a:pt x="5191441" y="3254164"/>
                  </a:lnTo>
                  <a:lnTo>
                    <a:pt x="5119819" y="3231405"/>
                  </a:lnTo>
                  <a:lnTo>
                    <a:pt x="5048196" y="3206390"/>
                  </a:lnTo>
                  <a:lnTo>
                    <a:pt x="4976574" y="3178895"/>
                  </a:lnTo>
                  <a:lnTo>
                    <a:pt x="4904951" y="3148674"/>
                  </a:lnTo>
                  <a:lnTo>
                    <a:pt x="4833328" y="3115458"/>
                  </a:lnTo>
                  <a:lnTo>
                    <a:pt x="4761706" y="3078948"/>
                  </a:lnTo>
                  <a:lnTo>
                    <a:pt x="4690083" y="3038820"/>
                  </a:lnTo>
                  <a:lnTo>
                    <a:pt x="4618461" y="2994713"/>
                  </a:lnTo>
                  <a:lnTo>
                    <a:pt x="4546838" y="2946234"/>
                  </a:lnTo>
                  <a:lnTo>
                    <a:pt x="4475216" y="2892949"/>
                  </a:lnTo>
                  <a:lnTo>
                    <a:pt x="4403593" y="2834382"/>
                  </a:lnTo>
                  <a:lnTo>
                    <a:pt x="4331971" y="2770009"/>
                  </a:lnTo>
                  <a:lnTo>
                    <a:pt x="4260348" y="2699254"/>
                  </a:lnTo>
                  <a:lnTo>
                    <a:pt x="4188726" y="2645949"/>
                  </a:lnTo>
                  <a:lnTo>
                    <a:pt x="4117103" y="2625285"/>
                  </a:lnTo>
                  <a:lnTo>
                    <a:pt x="4045481" y="2604111"/>
                  </a:lnTo>
                  <a:lnTo>
                    <a:pt x="3973858" y="2582414"/>
                  </a:lnTo>
                  <a:lnTo>
                    <a:pt x="3902236" y="2560182"/>
                  </a:lnTo>
                  <a:lnTo>
                    <a:pt x="3830613" y="2537402"/>
                  </a:lnTo>
                  <a:lnTo>
                    <a:pt x="3758991" y="2514060"/>
                  </a:lnTo>
                  <a:lnTo>
                    <a:pt x="3687368" y="2490142"/>
                  </a:lnTo>
                  <a:lnTo>
                    <a:pt x="3615746" y="2465635"/>
                  </a:lnTo>
                  <a:lnTo>
                    <a:pt x="3544123" y="2440523"/>
                  </a:lnTo>
                  <a:lnTo>
                    <a:pt x="3472501" y="2414791"/>
                  </a:lnTo>
                  <a:lnTo>
                    <a:pt x="3400878" y="2388425"/>
                  </a:lnTo>
                  <a:lnTo>
                    <a:pt x="3329255" y="2361408"/>
                  </a:lnTo>
                  <a:lnTo>
                    <a:pt x="3257633" y="2333725"/>
                  </a:lnTo>
                  <a:lnTo>
                    <a:pt x="3186010" y="2305360"/>
                  </a:lnTo>
                  <a:lnTo>
                    <a:pt x="3114388" y="2276294"/>
                  </a:lnTo>
                  <a:lnTo>
                    <a:pt x="3042765" y="2246512"/>
                  </a:lnTo>
                  <a:lnTo>
                    <a:pt x="2971143" y="2215995"/>
                  </a:lnTo>
                  <a:lnTo>
                    <a:pt x="2899520" y="2184725"/>
                  </a:lnTo>
                  <a:lnTo>
                    <a:pt x="2827898" y="2152684"/>
                  </a:lnTo>
                  <a:lnTo>
                    <a:pt x="2756275" y="2119853"/>
                  </a:lnTo>
                  <a:lnTo>
                    <a:pt x="2684653" y="2086212"/>
                  </a:lnTo>
                  <a:lnTo>
                    <a:pt x="2613030" y="2051741"/>
                  </a:lnTo>
                  <a:lnTo>
                    <a:pt x="2541408" y="2016420"/>
                  </a:lnTo>
                  <a:lnTo>
                    <a:pt x="2469785" y="1980228"/>
                  </a:lnTo>
                  <a:lnTo>
                    <a:pt x="2398163" y="1943143"/>
                  </a:lnTo>
                  <a:lnTo>
                    <a:pt x="2326540" y="1905144"/>
                  </a:lnTo>
                  <a:lnTo>
                    <a:pt x="2254918" y="1866207"/>
                  </a:lnTo>
                  <a:lnTo>
                    <a:pt x="2183295" y="1826309"/>
                  </a:lnTo>
                  <a:lnTo>
                    <a:pt x="2111673" y="1785428"/>
                  </a:lnTo>
                  <a:lnTo>
                    <a:pt x="2040050" y="1743538"/>
                  </a:lnTo>
                  <a:lnTo>
                    <a:pt x="1968427" y="1700615"/>
                  </a:lnTo>
                  <a:lnTo>
                    <a:pt x="1896805" y="1656634"/>
                  </a:lnTo>
                  <a:lnTo>
                    <a:pt x="1825182" y="1611567"/>
                  </a:lnTo>
                  <a:lnTo>
                    <a:pt x="1753560" y="1565389"/>
                  </a:lnTo>
                  <a:lnTo>
                    <a:pt x="1681937" y="1518072"/>
                  </a:lnTo>
                  <a:lnTo>
                    <a:pt x="1610315" y="1469588"/>
                  </a:lnTo>
                  <a:lnTo>
                    <a:pt x="1538692" y="1419908"/>
                  </a:lnTo>
                  <a:lnTo>
                    <a:pt x="1467070" y="1369002"/>
                  </a:lnTo>
                  <a:lnTo>
                    <a:pt x="1395447" y="1316841"/>
                  </a:lnTo>
                  <a:lnTo>
                    <a:pt x="1323825" y="1263394"/>
                  </a:lnTo>
                  <a:lnTo>
                    <a:pt x="1252202" y="1208628"/>
                  </a:lnTo>
                  <a:lnTo>
                    <a:pt x="1180580" y="1152511"/>
                  </a:lnTo>
                  <a:lnTo>
                    <a:pt x="1108957" y="1095010"/>
                  </a:lnTo>
                  <a:lnTo>
                    <a:pt x="1037335" y="1036091"/>
                  </a:lnTo>
                  <a:lnTo>
                    <a:pt x="965712" y="975719"/>
                  </a:lnTo>
                  <a:lnTo>
                    <a:pt x="894090" y="913857"/>
                  </a:lnTo>
                  <a:lnTo>
                    <a:pt x="822467" y="850470"/>
                  </a:lnTo>
                  <a:lnTo>
                    <a:pt x="750845" y="785519"/>
                  </a:lnTo>
                  <a:lnTo>
                    <a:pt x="679222" y="718966"/>
                  </a:lnTo>
                  <a:lnTo>
                    <a:pt x="607599" y="650771"/>
                  </a:lnTo>
                  <a:lnTo>
                    <a:pt x="535977" y="580895"/>
                  </a:lnTo>
                  <a:lnTo>
                    <a:pt x="464354" y="509295"/>
                  </a:lnTo>
                  <a:lnTo>
                    <a:pt x="392732" y="435929"/>
                  </a:lnTo>
                  <a:lnTo>
                    <a:pt x="321109" y="360753"/>
                  </a:lnTo>
                  <a:lnTo>
                    <a:pt x="249487" y="283723"/>
                  </a:lnTo>
                  <a:lnTo>
                    <a:pt x="177864" y="204793"/>
                  </a:lnTo>
                  <a:lnTo>
                    <a:pt x="106242" y="123916"/>
                  </a:lnTo>
                  <a:lnTo>
                    <a:pt x="34619" y="41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84943" y="2073503"/>
              <a:ext cx="3277735" cy="3090111"/>
            </a:xfrm>
            <a:custGeom>
              <a:avLst/>
              <a:pathLst>
                <a:path w="3277735" h="3090111">
                  <a:moveTo>
                    <a:pt x="0" y="0"/>
                  </a:moveTo>
                  <a:lnTo>
                    <a:pt x="54722" y="245283"/>
                  </a:lnTo>
                  <a:lnTo>
                    <a:pt x="126344" y="537365"/>
                  </a:lnTo>
                  <a:lnTo>
                    <a:pt x="197967" y="803103"/>
                  </a:lnTo>
                  <a:lnTo>
                    <a:pt x="269589" y="1044875"/>
                  </a:lnTo>
                  <a:lnTo>
                    <a:pt x="341212" y="1264840"/>
                  </a:lnTo>
                  <a:lnTo>
                    <a:pt x="412834" y="1464967"/>
                  </a:lnTo>
                  <a:lnTo>
                    <a:pt x="484457" y="1647043"/>
                  </a:lnTo>
                  <a:lnTo>
                    <a:pt x="556079" y="1812699"/>
                  </a:lnTo>
                  <a:lnTo>
                    <a:pt x="627702" y="1963413"/>
                  </a:lnTo>
                  <a:lnTo>
                    <a:pt x="699324" y="2100534"/>
                  </a:lnTo>
                  <a:lnTo>
                    <a:pt x="770947" y="2225288"/>
                  </a:lnTo>
                  <a:lnTo>
                    <a:pt x="842569" y="2338790"/>
                  </a:lnTo>
                  <a:lnTo>
                    <a:pt x="914192" y="2442056"/>
                  </a:lnTo>
                  <a:lnTo>
                    <a:pt x="985814" y="2536007"/>
                  </a:lnTo>
                  <a:lnTo>
                    <a:pt x="1057437" y="2621485"/>
                  </a:lnTo>
                  <a:lnTo>
                    <a:pt x="1129059" y="2666117"/>
                  </a:lnTo>
                  <a:lnTo>
                    <a:pt x="1200682" y="2685798"/>
                  </a:lnTo>
                  <a:lnTo>
                    <a:pt x="1272305" y="2705006"/>
                  </a:lnTo>
                  <a:lnTo>
                    <a:pt x="1343927" y="2723752"/>
                  </a:lnTo>
                  <a:lnTo>
                    <a:pt x="1415550" y="2742046"/>
                  </a:lnTo>
                  <a:lnTo>
                    <a:pt x="1487172" y="2759900"/>
                  </a:lnTo>
                  <a:lnTo>
                    <a:pt x="1558795" y="2777324"/>
                  </a:lnTo>
                  <a:lnTo>
                    <a:pt x="1630417" y="2794329"/>
                  </a:lnTo>
                  <a:lnTo>
                    <a:pt x="1702040" y="2810925"/>
                  </a:lnTo>
                  <a:lnTo>
                    <a:pt x="1773662" y="2827121"/>
                  </a:lnTo>
                  <a:lnTo>
                    <a:pt x="1845285" y="2842927"/>
                  </a:lnTo>
                  <a:lnTo>
                    <a:pt x="1916907" y="2858352"/>
                  </a:lnTo>
                  <a:lnTo>
                    <a:pt x="1988530" y="2873407"/>
                  </a:lnTo>
                  <a:lnTo>
                    <a:pt x="2060152" y="2888098"/>
                  </a:lnTo>
                  <a:lnTo>
                    <a:pt x="2131775" y="2902437"/>
                  </a:lnTo>
                  <a:lnTo>
                    <a:pt x="2203397" y="2916430"/>
                  </a:lnTo>
                  <a:lnTo>
                    <a:pt x="2275020" y="2930086"/>
                  </a:lnTo>
                  <a:lnTo>
                    <a:pt x="2346642" y="2943414"/>
                  </a:lnTo>
                  <a:lnTo>
                    <a:pt x="2418265" y="2956420"/>
                  </a:lnTo>
                  <a:lnTo>
                    <a:pt x="2489887" y="2969114"/>
                  </a:lnTo>
                  <a:lnTo>
                    <a:pt x="2561510" y="2981502"/>
                  </a:lnTo>
                  <a:lnTo>
                    <a:pt x="2633133" y="2993592"/>
                  </a:lnTo>
                  <a:lnTo>
                    <a:pt x="2704755" y="3005391"/>
                  </a:lnTo>
                  <a:lnTo>
                    <a:pt x="2776378" y="3016906"/>
                  </a:lnTo>
                  <a:lnTo>
                    <a:pt x="2848000" y="3028143"/>
                  </a:lnTo>
                  <a:lnTo>
                    <a:pt x="2919623" y="3039110"/>
                  </a:lnTo>
                  <a:lnTo>
                    <a:pt x="2991245" y="3049813"/>
                  </a:lnTo>
                  <a:lnTo>
                    <a:pt x="3062868" y="3060259"/>
                  </a:lnTo>
                  <a:lnTo>
                    <a:pt x="3134490" y="3070453"/>
                  </a:lnTo>
                  <a:lnTo>
                    <a:pt x="3206113" y="3080402"/>
                  </a:lnTo>
                  <a:lnTo>
                    <a:pt x="3277735" y="30901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53654" y="2073503"/>
              <a:ext cx="6409024" cy="3437711"/>
            </a:xfrm>
            <a:custGeom>
              <a:avLst/>
              <a:pathLst>
                <a:path w="6409024" h="3437711">
                  <a:moveTo>
                    <a:pt x="6409024" y="3437711"/>
                  </a:moveTo>
                  <a:lnTo>
                    <a:pt x="6337402" y="3433148"/>
                  </a:lnTo>
                  <a:lnTo>
                    <a:pt x="6265779" y="3428132"/>
                  </a:lnTo>
                  <a:lnTo>
                    <a:pt x="6194156" y="3422619"/>
                  </a:lnTo>
                  <a:lnTo>
                    <a:pt x="6122534" y="3416559"/>
                  </a:lnTo>
                  <a:lnTo>
                    <a:pt x="6050911" y="3409898"/>
                  </a:lnTo>
                  <a:lnTo>
                    <a:pt x="5979289" y="3402578"/>
                  </a:lnTo>
                  <a:lnTo>
                    <a:pt x="5907666" y="3394531"/>
                  </a:lnTo>
                  <a:lnTo>
                    <a:pt x="5836044" y="3385687"/>
                  </a:lnTo>
                  <a:lnTo>
                    <a:pt x="5764421" y="3375966"/>
                  </a:lnTo>
                  <a:lnTo>
                    <a:pt x="5692799" y="3365282"/>
                  </a:lnTo>
                  <a:lnTo>
                    <a:pt x="5621176" y="3353538"/>
                  </a:lnTo>
                  <a:lnTo>
                    <a:pt x="5549554" y="3340630"/>
                  </a:lnTo>
                  <a:lnTo>
                    <a:pt x="5477931" y="3326443"/>
                  </a:lnTo>
                  <a:lnTo>
                    <a:pt x="5406309" y="3310849"/>
                  </a:lnTo>
                  <a:lnTo>
                    <a:pt x="5334686" y="3293709"/>
                  </a:lnTo>
                  <a:lnTo>
                    <a:pt x="5263064" y="3274870"/>
                  </a:lnTo>
                  <a:lnTo>
                    <a:pt x="5191441" y="3254164"/>
                  </a:lnTo>
                  <a:lnTo>
                    <a:pt x="5119819" y="3231405"/>
                  </a:lnTo>
                  <a:lnTo>
                    <a:pt x="5048196" y="3206390"/>
                  </a:lnTo>
                  <a:lnTo>
                    <a:pt x="4976574" y="3178895"/>
                  </a:lnTo>
                  <a:lnTo>
                    <a:pt x="4904951" y="3148674"/>
                  </a:lnTo>
                  <a:lnTo>
                    <a:pt x="4833328" y="3115458"/>
                  </a:lnTo>
                  <a:lnTo>
                    <a:pt x="4761706" y="3078948"/>
                  </a:lnTo>
                  <a:lnTo>
                    <a:pt x="4690083" y="3038820"/>
                  </a:lnTo>
                  <a:lnTo>
                    <a:pt x="4618461" y="2994713"/>
                  </a:lnTo>
                  <a:lnTo>
                    <a:pt x="4546838" y="2946234"/>
                  </a:lnTo>
                  <a:lnTo>
                    <a:pt x="4475216" y="2892949"/>
                  </a:lnTo>
                  <a:lnTo>
                    <a:pt x="4403593" y="2834382"/>
                  </a:lnTo>
                  <a:lnTo>
                    <a:pt x="4331971" y="2770009"/>
                  </a:lnTo>
                  <a:lnTo>
                    <a:pt x="4260348" y="2699254"/>
                  </a:lnTo>
                  <a:lnTo>
                    <a:pt x="4188726" y="2645949"/>
                  </a:lnTo>
                  <a:lnTo>
                    <a:pt x="4117103" y="2625285"/>
                  </a:lnTo>
                  <a:lnTo>
                    <a:pt x="4045481" y="2604111"/>
                  </a:lnTo>
                  <a:lnTo>
                    <a:pt x="3973858" y="2582414"/>
                  </a:lnTo>
                  <a:lnTo>
                    <a:pt x="3902236" y="2560182"/>
                  </a:lnTo>
                  <a:lnTo>
                    <a:pt x="3830613" y="2537402"/>
                  </a:lnTo>
                  <a:lnTo>
                    <a:pt x="3758991" y="2514060"/>
                  </a:lnTo>
                  <a:lnTo>
                    <a:pt x="3687368" y="2490142"/>
                  </a:lnTo>
                  <a:lnTo>
                    <a:pt x="3615746" y="2465635"/>
                  </a:lnTo>
                  <a:lnTo>
                    <a:pt x="3544123" y="2440523"/>
                  </a:lnTo>
                  <a:lnTo>
                    <a:pt x="3472501" y="2414791"/>
                  </a:lnTo>
                  <a:lnTo>
                    <a:pt x="3400878" y="2388425"/>
                  </a:lnTo>
                  <a:lnTo>
                    <a:pt x="3329255" y="2361408"/>
                  </a:lnTo>
                  <a:lnTo>
                    <a:pt x="3257633" y="2333725"/>
                  </a:lnTo>
                  <a:lnTo>
                    <a:pt x="3186010" y="2305360"/>
                  </a:lnTo>
                  <a:lnTo>
                    <a:pt x="3114388" y="2276294"/>
                  </a:lnTo>
                  <a:lnTo>
                    <a:pt x="3042765" y="2246512"/>
                  </a:lnTo>
                  <a:lnTo>
                    <a:pt x="2971143" y="2215995"/>
                  </a:lnTo>
                  <a:lnTo>
                    <a:pt x="2899520" y="2184725"/>
                  </a:lnTo>
                  <a:lnTo>
                    <a:pt x="2827898" y="2152684"/>
                  </a:lnTo>
                  <a:lnTo>
                    <a:pt x="2756275" y="2119853"/>
                  </a:lnTo>
                  <a:lnTo>
                    <a:pt x="2684653" y="2086212"/>
                  </a:lnTo>
                  <a:lnTo>
                    <a:pt x="2613030" y="2051741"/>
                  </a:lnTo>
                  <a:lnTo>
                    <a:pt x="2541408" y="2016420"/>
                  </a:lnTo>
                  <a:lnTo>
                    <a:pt x="2469785" y="1980228"/>
                  </a:lnTo>
                  <a:lnTo>
                    <a:pt x="2398163" y="1943143"/>
                  </a:lnTo>
                  <a:lnTo>
                    <a:pt x="2326540" y="1905144"/>
                  </a:lnTo>
                  <a:lnTo>
                    <a:pt x="2254918" y="1866207"/>
                  </a:lnTo>
                  <a:lnTo>
                    <a:pt x="2183295" y="1826309"/>
                  </a:lnTo>
                  <a:lnTo>
                    <a:pt x="2111673" y="1785428"/>
                  </a:lnTo>
                  <a:lnTo>
                    <a:pt x="2040050" y="1743538"/>
                  </a:lnTo>
                  <a:lnTo>
                    <a:pt x="1968427" y="1700615"/>
                  </a:lnTo>
                  <a:lnTo>
                    <a:pt x="1896805" y="1656634"/>
                  </a:lnTo>
                  <a:lnTo>
                    <a:pt x="1825182" y="1611567"/>
                  </a:lnTo>
                  <a:lnTo>
                    <a:pt x="1753560" y="1565389"/>
                  </a:lnTo>
                  <a:lnTo>
                    <a:pt x="1681937" y="1518072"/>
                  </a:lnTo>
                  <a:lnTo>
                    <a:pt x="1610315" y="1469588"/>
                  </a:lnTo>
                  <a:lnTo>
                    <a:pt x="1538692" y="1419908"/>
                  </a:lnTo>
                  <a:lnTo>
                    <a:pt x="1467070" y="1369002"/>
                  </a:lnTo>
                  <a:lnTo>
                    <a:pt x="1395447" y="1316841"/>
                  </a:lnTo>
                  <a:lnTo>
                    <a:pt x="1323825" y="1263394"/>
                  </a:lnTo>
                  <a:lnTo>
                    <a:pt x="1252202" y="1208628"/>
                  </a:lnTo>
                  <a:lnTo>
                    <a:pt x="1180580" y="1152511"/>
                  </a:lnTo>
                  <a:lnTo>
                    <a:pt x="1108957" y="1095010"/>
                  </a:lnTo>
                  <a:lnTo>
                    <a:pt x="1037335" y="1036091"/>
                  </a:lnTo>
                  <a:lnTo>
                    <a:pt x="965712" y="975719"/>
                  </a:lnTo>
                  <a:lnTo>
                    <a:pt x="894090" y="913857"/>
                  </a:lnTo>
                  <a:lnTo>
                    <a:pt x="822467" y="850470"/>
                  </a:lnTo>
                  <a:lnTo>
                    <a:pt x="750845" y="785519"/>
                  </a:lnTo>
                  <a:lnTo>
                    <a:pt x="679222" y="718966"/>
                  </a:lnTo>
                  <a:lnTo>
                    <a:pt x="607599" y="650771"/>
                  </a:lnTo>
                  <a:lnTo>
                    <a:pt x="535977" y="580895"/>
                  </a:lnTo>
                  <a:lnTo>
                    <a:pt x="464354" y="509295"/>
                  </a:lnTo>
                  <a:lnTo>
                    <a:pt x="392732" y="435929"/>
                  </a:lnTo>
                  <a:lnTo>
                    <a:pt x="321109" y="360753"/>
                  </a:lnTo>
                  <a:lnTo>
                    <a:pt x="249487" y="283723"/>
                  </a:lnTo>
                  <a:lnTo>
                    <a:pt x="177864" y="204793"/>
                  </a:lnTo>
                  <a:lnTo>
                    <a:pt x="106242" y="123916"/>
                  </a:lnTo>
                  <a:lnTo>
                    <a:pt x="34619" y="410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343079" y="2073503"/>
              <a:ext cx="3919600" cy="3349132"/>
            </a:xfrm>
            <a:custGeom>
              <a:avLst/>
              <a:pathLst>
                <a:path w="3919600" h="3349132">
                  <a:moveTo>
                    <a:pt x="0" y="0"/>
                  </a:moveTo>
                  <a:lnTo>
                    <a:pt x="51983" y="148270"/>
                  </a:lnTo>
                  <a:lnTo>
                    <a:pt x="123606" y="340765"/>
                  </a:lnTo>
                  <a:lnTo>
                    <a:pt x="195228" y="522150"/>
                  </a:lnTo>
                  <a:lnTo>
                    <a:pt x="266851" y="693068"/>
                  </a:lnTo>
                  <a:lnTo>
                    <a:pt x="338473" y="854122"/>
                  </a:lnTo>
                  <a:lnTo>
                    <a:pt x="410096" y="1005881"/>
                  </a:lnTo>
                  <a:lnTo>
                    <a:pt x="481718" y="1148882"/>
                  </a:lnTo>
                  <a:lnTo>
                    <a:pt x="553341" y="1283630"/>
                  </a:lnTo>
                  <a:lnTo>
                    <a:pt x="624964" y="1410602"/>
                  </a:lnTo>
                  <a:lnTo>
                    <a:pt x="696586" y="1530246"/>
                  </a:lnTo>
                  <a:lnTo>
                    <a:pt x="768209" y="1642985"/>
                  </a:lnTo>
                  <a:lnTo>
                    <a:pt x="839831" y="1749218"/>
                  </a:lnTo>
                  <a:lnTo>
                    <a:pt x="911454" y="1849320"/>
                  </a:lnTo>
                  <a:lnTo>
                    <a:pt x="983076" y="1943645"/>
                  </a:lnTo>
                  <a:lnTo>
                    <a:pt x="1054699" y="2032527"/>
                  </a:lnTo>
                  <a:lnTo>
                    <a:pt x="1126321" y="2116278"/>
                  </a:lnTo>
                  <a:lnTo>
                    <a:pt x="1197944" y="2195197"/>
                  </a:lnTo>
                  <a:lnTo>
                    <a:pt x="1269566" y="2269561"/>
                  </a:lnTo>
                  <a:lnTo>
                    <a:pt x="1341189" y="2339633"/>
                  </a:lnTo>
                  <a:lnTo>
                    <a:pt x="1412811" y="2405662"/>
                  </a:lnTo>
                  <a:lnTo>
                    <a:pt x="1484434" y="2467879"/>
                  </a:lnTo>
                  <a:lnTo>
                    <a:pt x="1556056" y="2526506"/>
                  </a:lnTo>
                  <a:lnTo>
                    <a:pt x="1627679" y="2581750"/>
                  </a:lnTo>
                  <a:lnTo>
                    <a:pt x="1699301" y="2633805"/>
                  </a:lnTo>
                  <a:lnTo>
                    <a:pt x="1770924" y="2682857"/>
                  </a:lnTo>
                  <a:lnTo>
                    <a:pt x="1842546" y="2729077"/>
                  </a:lnTo>
                  <a:lnTo>
                    <a:pt x="1914169" y="2772630"/>
                  </a:lnTo>
                  <a:lnTo>
                    <a:pt x="1985792" y="2813670"/>
                  </a:lnTo>
                  <a:lnTo>
                    <a:pt x="2057414" y="2852341"/>
                  </a:lnTo>
                  <a:lnTo>
                    <a:pt x="2129037" y="2888780"/>
                  </a:lnTo>
                  <a:lnTo>
                    <a:pt x="2200659" y="2923116"/>
                  </a:lnTo>
                  <a:lnTo>
                    <a:pt x="2272282" y="2955471"/>
                  </a:lnTo>
                  <a:lnTo>
                    <a:pt x="2343904" y="2985959"/>
                  </a:lnTo>
                  <a:lnTo>
                    <a:pt x="2415527" y="3014687"/>
                  </a:lnTo>
                  <a:lnTo>
                    <a:pt x="2487149" y="3041757"/>
                  </a:lnTo>
                  <a:lnTo>
                    <a:pt x="2558772" y="3067264"/>
                  </a:lnTo>
                  <a:lnTo>
                    <a:pt x="2630394" y="3091300"/>
                  </a:lnTo>
                  <a:lnTo>
                    <a:pt x="2702017" y="3113949"/>
                  </a:lnTo>
                  <a:lnTo>
                    <a:pt x="2773639" y="3135290"/>
                  </a:lnTo>
                  <a:lnTo>
                    <a:pt x="2845262" y="3155400"/>
                  </a:lnTo>
                  <a:lnTo>
                    <a:pt x="2916884" y="3174350"/>
                  </a:lnTo>
                  <a:lnTo>
                    <a:pt x="2988507" y="3192205"/>
                  </a:lnTo>
                  <a:lnTo>
                    <a:pt x="3060129" y="3209030"/>
                  </a:lnTo>
                  <a:lnTo>
                    <a:pt x="3131752" y="3224885"/>
                  </a:lnTo>
                  <a:lnTo>
                    <a:pt x="3203374" y="3239824"/>
                  </a:lnTo>
                  <a:lnTo>
                    <a:pt x="3274997" y="3253901"/>
                  </a:lnTo>
                  <a:lnTo>
                    <a:pt x="3346620" y="3267166"/>
                  </a:lnTo>
                  <a:lnTo>
                    <a:pt x="3418242" y="3279665"/>
                  </a:lnTo>
                  <a:lnTo>
                    <a:pt x="3489865" y="3291443"/>
                  </a:lnTo>
                  <a:lnTo>
                    <a:pt x="3561487" y="3302541"/>
                  </a:lnTo>
                  <a:lnTo>
                    <a:pt x="3633110" y="3312998"/>
                  </a:lnTo>
                  <a:lnTo>
                    <a:pt x="3704732" y="3322853"/>
                  </a:lnTo>
                  <a:lnTo>
                    <a:pt x="3776355" y="3332138"/>
                  </a:lnTo>
                  <a:lnTo>
                    <a:pt x="3847977" y="3340888"/>
                  </a:lnTo>
                  <a:lnTo>
                    <a:pt x="3919600" y="33491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6856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(0.89-0.97)  |  per IQR (Δ = 18.2): 0.25 (0.11-0.56)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2026-05-22T10:32:42Z</dcterms:modified>
  <cp:category/>
</cp:coreProperties>
</file>