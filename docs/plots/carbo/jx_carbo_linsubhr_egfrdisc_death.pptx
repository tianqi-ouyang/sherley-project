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87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73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872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71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1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6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2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620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33771"/>
            </a:xfrm>
            <a:custGeom>
              <a:avLst/>
              <a:pathLst>
                <a:path w="7090630" h="3433771">
                  <a:moveTo>
                    <a:pt x="3781059" y="0"/>
                  </a:moveTo>
                  <a:lnTo>
                    <a:pt x="3795993" y="68499"/>
                  </a:lnTo>
                  <a:lnTo>
                    <a:pt x="3867616" y="368172"/>
                  </a:lnTo>
                  <a:lnTo>
                    <a:pt x="3939238" y="641551"/>
                  </a:lnTo>
                  <a:lnTo>
                    <a:pt x="4010861" y="890941"/>
                  </a:lnTo>
                  <a:lnTo>
                    <a:pt x="4082483" y="1118449"/>
                  </a:lnTo>
                  <a:lnTo>
                    <a:pt x="4154106" y="1325994"/>
                  </a:lnTo>
                  <a:lnTo>
                    <a:pt x="4225729" y="1515328"/>
                  </a:lnTo>
                  <a:lnTo>
                    <a:pt x="4297351" y="1688048"/>
                  </a:lnTo>
                  <a:lnTo>
                    <a:pt x="4368974" y="1845613"/>
                  </a:lnTo>
                  <a:lnTo>
                    <a:pt x="4440596" y="1989352"/>
                  </a:lnTo>
                  <a:lnTo>
                    <a:pt x="4512219" y="2120479"/>
                  </a:lnTo>
                  <a:lnTo>
                    <a:pt x="4583841" y="2240100"/>
                  </a:lnTo>
                  <a:lnTo>
                    <a:pt x="4655464" y="2349225"/>
                  </a:lnTo>
                  <a:lnTo>
                    <a:pt x="4727086" y="2448774"/>
                  </a:lnTo>
                  <a:lnTo>
                    <a:pt x="4798709" y="2539589"/>
                  </a:lnTo>
                  <a:lnTo>
                    <a:pt x="4870331" y="2622435"/>
                  </a:lnTo>
                  <a:lnTo>
                    <a:pt x="4941954" y="2661715"/>
                  </a:lnTo>
                  <a:lnTo>
                    <a:pt x="5013576" y="2674166"/>
                  </a:lnTo>
                  <a:lnTo>
                    <a:pt x="5085199" y="2686428"/>
                  </a:lnTo>
                  <a:lnTo>
                    <a:pt x="5156821" y="2698505"/>
                  </a:lnTo>
                  <a:lnTo>
                    <a:pt x="5228444" y="2710399"/>
                  </a:lnTo>
                  <a:lnTo>
                    <a:pt x="5300066" y="2722112"/>
                  </a:lnTo>
                  <a:lnTo>
                    <a:pt x="5371689" y="2733648"/>
                  </a:lnTo>
                  <a:lnTo>
                    <a:pt x="5443311" y="2745010"/>
                  </a:lnTo>
                  <a:lnTo>
                    <a:pt x="5514934" y="2756199"/>
                  </a:lnTo>
                  <a:lnTo>
                    <a:pt x="5586557" y="2767219"/>
                  </a:lnTo>
                  <a:lnTo>
                    <a:pt x="5658179" y="2778072"/>
                  </a:lnTo>
                  <a:lnTo>
                    <a:pt x="5729802" y="2788760"/>
                  </a:lnTo>
                  <a:lnTo>
                    <a:pt x="5801424" y="2799287"/>
                  </a:lnTo>
                  <a:lnTo>
                    <a:pt x="5873047" y="2809654"/>
                  </a:lnTo>
                  <a:lnTo>
                    <a:pt x="5944669" y="2819864"/>
                  </a:lnTo>
                  <a:lnTo>
                    <a:pt x="6016292" y="2829919"/>
                  </a:lnTo>
                  <a:lnTo>
                    <a:pt x="6087914" y="2839823"/>
                  </a:lnTo>
                  <a:lnTo>
                    <a:pt x="6159537" y="2849576"/>
                  </a:lnTo>
                  <a:lnTo>
                    <a:pt x="6231159" y="2859181"/>
                  </a:lnTo>
                  <a:lnTo>
                    <a:pt x="6302782" y="2868641"/>
                  </a:lnTo>
                  <a:lnTo>
                    <a:pt x="6374404" y="2877958"/>
                  </a:lnTo>
                  <a:lnTo>
                    <a:pt x="6446027" y="2887134"/>
                  </a:lnTo>
                  <a:lnTo>
                    <a:pt x="6517649" y="2896170"/>
                  </a:lnTo>
                  <a:lnTo>
                    <a:pt x="6589272" y="2905070"/>
                  </a:lnTo>
                  <a:lnTo>
                    <a:pt x="6660894" y="2913835"/>
                  </a:lnTo>
                  <a:lnTo>
                    <a:pt x="6732517" y="2922467"/>
                  </a:lnTo>
                  <a:lnTo>
                    <a:pt x="6804139" y="2930968"/>
                  </a:lnTo>
                  <a:lnTo>
                    <a:pt x="6875762" y="2939341"/>
                  </a:lnTo>
                  <a:lnTo>
                    <a:pt x="6947385" y="2947587"/>
                  </a:lnTo>
                  <a:lnTo>
                    <a:pt x="7019007" y="2955708"/>
                  </a:lnTo>
                  <a:lnTo>
                    <a:pt x="7090630" y="2963706"/>
                  </a:lnTo>
                  <a:lnTo>
                    <a:pt x="7090630" y="3433771"/>
                  </a:lnTo>
                  <a:lnTo>
                    <a:pt x="7019007" y="3428965"/>
                  </a:lnTo>
                  <a:lnTo>
                    <a:pt x="6947385" y="3423695"/>
                  </a:lnTo>
                  <a:lnTo>
                    <a:pt x="6875762" y="3417919"/>
                  </a:lnTo>
                  <a:lnTo>
                    <a:pt x="6804139" y="3411588"/>
                  </a:lnTo>
                  <a:lnTo>
                    <a:pt x="6732517" y="3404647"/>
                  </a:lnTo>
                  <a:lnTo>
                    <a:pt x="6660894" y="3397039"/>
                  </a:lnTo>
                  <a:lnTo>
                    <a:pt x="6589272" y="3388699"/>
                  </a:lnTo>
                  <a:lnTo>
                    <a:pt x="6517649" y="3379557"/>
                  </a:lnTo>
                  <a:lnTo>
                    <a:pt x="6446027" y="3369535"/>
                  </a:lnTo>
                  <a:lnTo>
                    <a:pt x="6374404" y="3358549"/>
                  </a:lnTo>
                  <a:lnTo>
                    <a:pt x="6302782" y="3346507"/>
                  </a:lnTo>
                  <a:lnTo>
                    <a:pt x="6231159" y="3333307"/>
                  </a:lnTo>
                  <a:lnTo>
                    <a:pt x="6159537" y="3318837"/>
                  </a:lnTo>
                  <a:lnTo>
                    <a:pt x="6087914" y="3302975"/>
                  </a:lnTo>
                  <a:lnTo>
                    <a:pt x="6016292" y="3285587"/>
                  </a:lnTo>
                  <a:lnTo>
                    <a:pt x="5944669" y="3266527"/>
                  </a:lnTo>
                  <a:lnTo>
                    <a:pt x="5873047" y="3245634"/>
                  </a:lnTo>
                  <a:lnTo>
                    <a:pt x="5801424" y="3222731"/>
                  </a:lnTo>
                  <a:lnTo>
                    <a:pt x="5729802" y="3197625"/>
                  </a:lnTo>
                  <a:lnTo>
                    <a:pt x="5658179" y="3170104"/>
                  </a:lnTo>
                  <a:lnTo>
                    <a:pt x="5586557" y="3139936"/>
                  </a:lnTo>
                  <a:lnTo>
                    <a:pt x="5514934" y="3106866"/>
                  </a:lnTo>
                  <a:lnTo>
                    <a:pt x="5443311" y="3070616"/>
                  </a:lnTo>
                  <a:lnTo>
                    <a:pt x="5371689" y="3030878"/>
                  </a:lnTo>
                  <a:lnTo>
                    <a:pt x="5300066" y="2987319"/>
                  </a:lnTo>
                  <a:lnTo>
                    <a:pt x="5228444" y="2939570"/>
                  </a:lnTo>
                  <a:lnTo>
                    <a:pt x="5156821" y="2887228"/>
                  </a:lnTo>
                  <a:lnTo>
                    <a:pt x="5085199" y="2829851"/>
                  </a:lnTo>
                  <a:lnTo>
                    <a:pt x="5013576" y="2766956"/>
                  </a:lnTo>
                  <a:lnTo>
                    <a:pt x="4941954" y="2698011"/>
                  </a:lnTo>
                  <a:lnTo>
                    <a:pt x="4870331" y="2649073"/>
                  </a:lnTo>
                  <a:lnTo>
                    <a:pt x="4798709" y="2636236"/>
                  </a:lnTo>
                  <a:lnTo>
                    <a:pt x="4727086" y="2623202"/>
                  </a:lnTo>
                  <a:lnTo>
                    <a:pt x="4655464" y="2609967"/>
                  </a:lnTo>
                  <a:lnTo>
                    <a:pt x="4583841" y="2596529"/>
                  </a:lnTo>
                  <a:lnTo>
                    <a:pt x="4512219" y="2582884"/>
                  </a:lnTo>
                  <a:lnTo>
                    <a:pt x="4440596" y="2569029"/>
                  </a:lnTo>
                  <a:lnTo>
                    <a:pt x="4368974" y="2554961"/>
                  </a:lnTo>
                  <a:lnTo>
                    <a:pt x="4297351" y="2540677"/>
                  </a:lnTo>
                  <a:lnTo>
                    <a:pt x="4225729" y="2526173"/>
                  </a:lnTo>
                  <a:lnTo>
                    <a:pt x="4154106" y="2511446"/>
                  </a:lnTo>
                  <a:lnTo>
                    <a:pt x="4082483" y="2496493"/>
                  </a:lnTo>
                  <a:lnTo>
                    <a:pt x="4010861" y="2481309"/>
                  </a:lnTo>
                  <a:lnTo>
                    <a:pt x="3939238" y="2465892"/>
                  </a:lnTo>
                  <a:lnTo>
                    <a:pt x="3867616" y="2450238"/>
                  </a:lnTo>
                  <a:lnTo>
                    <a:pt x="3795993" y="2434344"/>
                  </a:lnTo>
                  <a:lnTo>
                    <a:pt x="3724371" y="2418204"/>
                  </a:lnTo>
                  <a:lnTo>
                    <a:pt x="3652748" y="2401817"/>
                  </a:lnTo>
                  <a:lnTo>
                    <a:pt x="3581126" y="2385177"/>
                  </a:lnTo>
                  <a:lnTo>
                    <a:pt x="3509503" y="2368282"/>
                  </a:lnTo>
                  <a:lnTo>
                    <a:pt x="3437881" y="2351127"/>
                  </a:lnTo>
                  <a:lnTo>
                    <a:pt x="3366258" y="2333708"/>
                  </a:lnTo>
                  <a:lnTo>
                    <a:pt x="3294636" y="2316021"/>
                  </a:lnTo>
                  <a:lnTo>
                    <a:pt x="3223013" y="2298062"/>
                  </a:lnTo>
                  <a:lnTo>
                    <a:pt x="3151391" y="2279827"/>
                  </a:lnTo>
                  <a:lnTo>
                    <a:pt x="3079768" y="2261311"/>
                  </a:lnTo>
                  <a:lnTo>
                    <a:pt x="3008146" y="2242511"/>
                  </a:lnTo>
                  <a:lnTo>
                    <a:pt x="2936523" y="2223421"/>
                  </a:lnTo>
                  <a:lnTo>
                    <a:pt x="2864901" y="2204038"/>
                  </a:lnTo>
                  <a:lnTo>
                    <a:pt x="2793278" y="2184357"/>
                  </a:lnTo>
                  <a:lnTo>
                    <a:pt x="2721655" y="2164373"/>
                  </a:lnTo>
                  <a:lnTo>
                    <a:pt x="2650033" y="2144082"/>
                  </a:lnTo>
                  <a:lnTo>
                    <a:pt x="2578410" y="2123478"/>
                  </a:lnTo>
                  <a:lnTo>
                    <a:pt x="2506788" y="2102558"/>
                  </a:lnTo>
                  <a:lnTo>
                    <a:pt x="2435165" y="2081316"/>
                  </a:lnTo>
                  <a:lnTo>
                    <a:pt x="2363543" y="2059748"/>
                  </a:lnTo>
                  <a:lnTo>
                    <a:pt x="2291920" y="2037847"/>
                  </a:lnTo>
                  <a:lnTo>
                    <a:pt x="2220298" y="2015610"/>
                  </a:lnTo>
                  <a:lnTo>
                    <a:pt x="2148675" y="1993031"/>
                  </a:lnTo>
                  <a:lnTo>
                    <a:pt x="2077053" y="1970105"/>
                  </a:lnTo>
                  <a:lnTo>
                    <a:pt x="2005430" y="1946826"/>
                  </a:lnTo>
                  <a:lnTo>
                    <a:pt x="1933808" y="1923189"/>
                  </a:lnTo>
                  <a:lnTo>
                    <a:pt x="1862185" y="1899188"/>
                  </a:lnTo>
                  <a:lnTo>
                    <a:pt x="1790563" y="1874819"/>
                  </a:lnTo>
                  <a:lnTo>
                    <a:pt x="1718940" y="1850074"/>
                  </a:lnTo>
                  <a:lnTo>
                    <a:pt x="1647318" y="1824949"/>
                  </a:lnTo>
                  <a:lnTo>
                    <a:pt x="1575695" y="1799438"/>
                  </a:lnTo>
                  <a:lnTo>
                    <a:pt x="1504073" y="1773534"/>
                  </a:lnTo>
                  <a:lnTo>
                    <a:pt x="1432450" y="1747232"/>
                  </a:lnTo>
                  <a:lnTo>
                    <a:pt x="1360827" y="1720525"/>
                  </a:lnTo>
                  <a:lnTo>
                    <a:pt x="1289205" y="1693408"/>
                  </a:lnTo>
                  <a:lnTo>
                    <a:pt x="1217582" y="1665874"/>
                  </a:lnTo>
                  <a:lnTo>
                    <a:pt x="1145960" y="1637916"/>
                  </a:lnTo>
                  <a:lnTo>
                    <a:pt x="1074337" y="1609528"/>
                  </a:lnTo>
                  <a:lnTo>
                    <a:pt x="1002715" y="1580704"/>
                  </a:lnTo>
                  <a:lnTo>
                    <a:pt x="931092" y="1551436"/>
                  </a:lnTo>
                  <a:lnTo>
                    <a:pt x="859470" y="1521718"/>
                  </a:lnTo>
                  <a:lnTo>
                    <a:pt x="787847" y="1491543"/>
                  </a:lnTo>
                  <a:lnTo>
                    <a:pt x="716225" y="1460904"/>
                  </a:lnTo>
                  <a:lnTo>
                    <a:pt x="644602" y="1429794"/>
                  </a:lnTo>
                  <a:lnTo>
                    <a:pt x="572980" y="1398205"/>
                  </a:lnTo>
                  <a:lnTo>
                    <a:pt x="501357" y="1366131"/>
                  </a:lnTo>
                  <a:lnTo>
                    <a:pt x="429735" y="1333563"/>
                  </a:lnTo>
                  <a:lnTo>
                    <a:pt x="358112" y="1300494"/>
                  </a:lnTo>
                  <a:lnTo>
                    <a:pt x="286490" y="1266917"/>
                  </a:lnTo>
                  <a:lnTo>
                    <a:pt x="214867" y="1232823"/>
                  </a:lnTo>
                  <a:lnTo>
                    <a:pt x="143245" y="1198206"/>
                  </a:lnTo>
                  <a:lnTo>
                    <a:pt x="71622" y="1163055"/>
                  </a:lnTo>
                  <a:lnTo>
                    <a:pt x="0" y="11273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953108" y="2073503"/>
              <a:ext cx="3309571" cy="2963706"/>
            </a:xfrm>
            <a:custGeom>
              <a:avLst/>
              <a:pathLst>
                <a:path w="3309571" h="2963706">
                  <a:moveTo>
                    <a:pt x="0" y="0"/>
                  </a:moveTo>
                  <a:lnTo>
                    <a:pt x="14934" y="68499"/>
                  </a:lnTo>
                  <a:lnTo>
                    <a:pt x="86557" y="368172"/>
                  </a:lnTo>
                  <a:lnTo>
                    <a:pt x="158179" y="641551"/>
                  </a:lnTo>
                  <a:lnTo>
                    <a:pt x="229802" y="890941"/>
                  </a:lnTo>
                  <a:lnTo>
                    <a:pt x="301424" y="1118449"/>
                  </a:lnTo>
                  <a:lnTo>
                    <a:pt x="373047" y="1325994"/>
                  </a:lnTo>
                  <a:lnTo>
                    <a:pt x="444670" y="1515328"/>
                  </a:lnTo>
                  <a:lnTo>
                    <a:pt x="516292" y="1688048"/>
                  </a:lnTo>
                  <a:lnTo>
                    <a:pt x="587915" y="1845613"/>
                  </a:lnTo>
                  <a:lnTo>
                    <a:pt x="659537" y="1989352"/>
                  </a:lnTo>
                  <a:lnTo>
                    <a:pt x="731160" y="2120479"/>
                  </a:lnTo>
                  <a:lnTo>
                    <a:pt x="802782" y="2240100"/>
                  </a:lnTo>
                  <a:lnTo>
                    <a:pt x="874405" y="2349225"/>
                  </a:lnTo>
                  <a:lnTo>
                    <a:pt x="946027" y="2448774"/>
                  </a:lnTo>
                  <a:lnTo>
                    <a:pt x="1017650" y="2539589"/>
                  </a:lnTo>
                  <a:lnTo>
                    <a:pt x="1089272" y="2622435"/>
                  </a:lnTo>
                  <a:lnTo>
                    <a:pt x="1160895" y="2661715"/>
                  </a:lnTo>
                  <a:lnTo>
                    <a:pt x="1232517" y="2674166"/>
                  </a:lnTo>
                  <a:lnTo>
                    <a:pt x="1304140" y="2686428"/>
                  </a:lnTo>
                  <a:lnTo>
                    <a:pt x="1375762" y="2698505"/>
                  </a:lnTo>
                  <a:lnTo>
                    <a:pt x="1447385" y="2710399"/>
                  </a:lnTo>
                  <a:lnTo>
                    <a:pt x="1519007" y="2722112"/>
                  </a:lnTo>
                  <a:lnTo>
                    <a:pt x="1590630" y="2733648"/>
                  </a:lnTo>
                  <a:lnTo>
                    <a:pt x="1662252" y="2745010"/>
                  </a:lnTo>
                  <a:lnTo>
                    <a:pt x="1733875" y="2756199"/>
                  </a:lnTo>
                  <a:lnTo>
                    <a:pt x="1805498" y="2767219"/>
                  </a:lnTo>
                  <a:lnTo>
                    <a:pt x="1877120" y="2778072"/>
                  </a:lnTo>
                  <a:lnTo>
                    <a:pt x="1948743" y="2788760"/>
                  </a:lnTo>
                  <a:lnTo>
                    <a:pt x="2020365" y="2799287"/>
                  </a:lnTo>
                  <a:lnTo>
                    <a:pt x="2091988" y="2809654"/>
                  </a:lnTo>
                  <a:lnTo>
                    <a:pt x="2163610" y="2819864"/>
                  </a:lnTo>
                  <a:lnTo>
                    <a:pt x="2235233" y="2829919"/>
                  </a:lnTo>
                  <a:lnTo>
                    <a:pt x="2306855" y="2839823"/>
                  </a:lnTo>
                  <a:lnTo>
                    <a:pt x="2378478" y="2849576"/>
                  </a:lnTo>
                  <a:lnTo>
                    <a:pt x="2450100" y="2859181"/>
                  </a:lnTo>
                  <a:lnTo>
                    <a:pt x="2521723" y="2868641"/>
                  </a:lnTo>
                  <a:lnTo>
                    <a:pt x="2593345" y="2877958"/>
                  </a:lnTo>
                  <a:lnTo>
                    <a:pt x="2664968" y="2887134"/>
                  </a:lnTo>
                  <a:lnTo>
                    <a:pt x="2736590" y="2896170"/>
                  </a:lnTo>
                  <a:lnTo>
                    <a:pt x="2808213" y="2905070"/>
                  </a:lnTo>
                  <a:lnTo>
                    <a:pt x="2879835" y="2913835"/>
                  </a:lnTo>
                  <a:lnTo>
                    <a:pt x="2951458" y="2922467"/>
                  </a:lnTo>
                  <a:lnTo>
                    <a:pt x="3023080" y="2930968"/>
                  </a:lnTo>
                  <a:lnTo>
                    <a:pt x="3094703" y="2939341"/>
                  </a:lnTo>
                  <a:lnTo>
                    <a:pt x="3166326" y="2947587"/>
                  </a:lnTo>
                  <a:lnTo>
                    <a:pt x="3237948" y="2955708"/>
                  </a:lnTo>
                  <a:lnTo>
                    <a:pt x="3309571" y="29637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200867"/>
              <a:ext cx="7090630" cy="2306407"/>
            </a:xfrm>
            <a:custGeom>
              <a:avLst/>
              <a:pathLst>
                <a:path w="7090630" h="2306407">
                  <a:moveTo>
                    <a:pt x="7090630" y="2306407"/>
                  </a:moveTo>
                  <a:lnTo>
                    <a:pt x="7019007" y="2301600"/>
                  </a:lnTo>
                  <a:lnTo>
                    <a:pt x="6947385" y="2296331"/>
                  </a:lnTo>
                  <a:lnTo>
                    <a:pt x="6875762" y="2290555"/>
                  </a:lnTo>
                  <a:lnTo>
                    <a:pt x="6804139" y="2284223"/>
                  </a:lnTo>
                  <a:lnTo>
                    <a:pt x="6732517" y="2277282"/>
                  </a:lnTo>
                  <a:lnTo>
                    <a:pt x="6660894" y="2269674"/>
                  </a:lnTo>
                  <a:lnTo>
                    <a:pt x="6589272" y="2261334"/>
                  </a:lnTo>
                  <a:lnTo>
                    <a:pt x="6517649" y="2252192"/>
                  </a:lnTo>
                  <a:lnTo>
                    <a:pt x="6446027" y="2242170"/>
                  </a:lnTo>
                  <a:lnTo>
                    <a:pt x="6374404" y="2231185"/>
                  </a:lnTo>
                  <a:lnTo>
                    <a:pt x="6302782" y="2219143"/>
                  </a:lnTo>
                  <a:lnTo>
                    <a:pt x="6231159" y="2205942"/>
                  </a:lnTo>
                  <a:lnTo>
                    <a:pt x="6159537" y="2191472"/>
                  </a:lnTo>
                  <a:lnTo>
                    <a:pt x="6087914" y="2175610"/>
                  </a:lnTo>
                  <a:lnTo>
                    <a:pt x="6016292" y="2158222"/>
                  </a:lnTo>
                  <a:lnTo>
                    <a:pt x="5944669" y="2139162"/>
                  </a:lnTo>
                  <a:lnTo>
                    <a:pt x="5873047" y="2118269"/>
                  </a:lnTo>
                  <a:lnTo>
                    <a:pt x="5801424" y="2095366"/>
                  </a:lnTo>
                  <a:lnTo>
                    <a:pt x="5729802" y="2070260"/>
                  </a:lnTo>
                  <a:lnTo>
                    <a:pt x="5658179" y="2042739"/>
                  </a:lnTo>
                  <a:lnTo>
                    <a:pt x="5586557" y="2012571"/>
                  </a:lnTo>
                  <a:lnTo>
                    <a:pt x="5514934" y="1979501"/>
                  </a:lnTo>
                  <a:lnTo>
                    <a:pt x="5443311" y="1943251"/>
                  </a:lnTo>
                  <a:lnTo>
                    <a:pt x="5371689" y="1903514"/>
                  </a:lnTo>
                  <a:lnTo>
                    <a:pt x="5300066" y="1859954"/>
                  </a:lnTo>
                  <a:lnTo>
                    <a:pt x="5228444" y="1812205"/>
                  </a:lnTo>
                  <a:lnTo>
                    <a:pt x="5156821" y="1759863"/>
                  </a:lnTo>
                  <a:lnTo>
                    <a:pt x="5085199" y="1702487"/>
                  </a:lnTo>
                  <a:lnTo>
                    <a:pt x="5013576" y="1639591"/>
                  </a:lnTo>
                  <a:lnTo>
                    <a:pt x="4941954" y="1570646"/>
                  </a:lnTo>
                  <a:lnTo>
                    <a:pt x="4870331" y="1521708"/>
                  </a:lnTo>
                  <a:lnTo>
                    <a:pt x="4798709" y="1508871"/>
                  </a:lnTo>
                  <a:lnTo>
                    <a:pt x="4727086" y="1495837"/>
                  </a:lnTo>
                  <a:lnTo>
                    <a:pt x="4655464" y="1482602"/>
                  </a:lnTo>
                  <a:lnTo>
                    <a:pt x="4583841" y="1469164"/>
                  </a:lnTo>
                  <a:lnTo>
                    <a:pt x="4512219" y="1455519"/>
                  </a:lnTo>
                  <a:lnTo>
                    <a:pt x="4440596" y="1441664"/>
                  </a:lnTo>
                  <a:lnTo>
                    <a:pt x="4368974" y="1427596"/>
                  </a:lnTo>
                  <a:lnTo>
                    <a:pt x="4297351" y="1413312"/>
                  </a:lnTo>
                  <a:lnTo>
                    <a:pt x="4225729" y="1398808"/>
                  </a:lnTo>
                  <a:lnTo>
                    <a:pt x="4154106" y="1384081"/>
                  </a:lnTo>
                  <a:lnTo>
                    <a:pt x="4082483" y="1369128"/>
                  </a:lnTo>
                  <a:lnTo>
                    <a:pt x="4010861" y="1353945"/>
                  </a:lnTo>
                  <a:lnTo>
                    <a:pt x="3939238" y="1338528"/>
                  </a:lnTo>
                  <a:lnTo>
                    <a:pt x="3867616" y="1322874"/>
                  </a:lnTo>
                  <a:lnTo>
                    <a:pt x="3795993" y="1306979"/>
                  </a:lnTo>
                  <a:lnTo>
                    <a:pt x="3724371" y="1290840"/>
                  </a:lnTo>
                  <a:lnTo>
                    <a:pt x="3652748" y="1274452"/>
                  </a:lnTo>
                  <a:lnTo>
                    <a:pt x="3581126" y="1257813"/>
                  </a:lnTo>
                  <a:lnTo>
                    <a:pt x="3509503" y="1240917"/>
                  </a:lnTo>
                  <a:lnTo>
                    <a:pt x="3437881" y="1223762"/>
                  </a:lnTo>
                  <a:lnTo>
                    <a:pt x="3366258" y="1206343"/>
                  </a:lnTo>
                  <a:lnTo>
                    <a:pt x="3294636" y="1188656"/>
                  </a:lnTo>
                  <a:lnTo>
                    <a:pt x="3223013" y="1170697"/>
                  </a:lnTo>
                  <a:lnTo>
                    <a:pt x="3151391" y="1152462"/>
                  </a:lnTo>
                  <a:lnTo>
                    <a:pt x="3079768" y="1133946"/>
                  </a:lnTo>
                  <a:lnTo>
                    <a:pt x="3008146" y="1115146"/>
                  </a:lnTo>
                  <a:lnTo>
                    <a:pt x="2936523" y="1096056"/>
                  </a:lnTo>
                  <a:lnTo>
                    <a:pt x="2864901" y="1076673"/>
                  </a:lnTo>
                  <a:lnTo>
                    <a:pt x="2793278" y="1056992"/>
                  </a:lnTo>
                  <a:lnTo>
                    <a:pt x="2721655" y="1037008"/>
                  </a:lnTo>
                  <a:lnTo>
                    <a:pt x="2650033" y="1016717"/>
                  </a:lnTo>
                  <a:lnTo>
                    <a:pt x="2578410" y="996114"/>
                  </a:lnTo>
                  <a:lnTo>
                    <a:pt x="2506788" y="975194"/>
                  </a:lnTo>
                  <a:lnTo>
                    <a:pt x="2435165" y="953952"/>
                  </a:lnTo>
                  <a:lnTo>
                    <a:pt x="2363543" y="932383"/>
                  </a:lnTo>
                  <a:lnTo>
                    <a:pt x="2291920" y="910483"/>
                  </a:lnTo>
                  <a:lnTo>
                    <a:pt x="2220298" y="888246"/>
                  </a:lnTo>
                  <a:lnTo>
                    <a:pt x="2148675" y="865666"/>
                  </a:lnTo>
                  <a:lnTo>
                    <a:pt x="2077053" y="842740"/>
                  </a:lnTo>
                  <a:lnTo>
                    <a:pt x="2005430" y="819461"/>
                  </a:lnTo>
                  <a:lnTo>
                    <a:pt x="1933808" y="795824"/>
                  </a:lnTo>
                  <a:lnTo>
                    <a:pt x="1862185" y="771824"/>
                  </a:lnTo>
                  <a:lnTo>
                    <a:pt x="1790563" y="747454"/>
                  </a:lnTo>
                  <a:lnTo>
                    <a:pt x="1718940" y="722710"/>
                  </a:lnTo>
                  <a:lnTo>
                    <a:pt x="1647318" y="697585"/>
                  </a:lnTo>
                  <a:lnTo>
                    <a:pt x="1575695" y="672073"/>
                  </a:lnTo>
                  <a:lnTo>
                    <a:pt x="1504073" y="646169"/>
                  </a:lnTo>
                  <a:lnTo>
                    <a:pt x="1432450" y="619867"/>
                  </a:lnTo>
                  <a:lnTo>
                    <a:pt x="1360827" y="593161"/>
                  </a:lnTo>
                  <a:lnTo>
                    <a:pt x="1289205" y="566043"/>
                  </a:lnTo>
                  <a:lnTo>
                    <a:pt x="1217582" y="538509"/>
                  </a:lnTo>
                  <a:lnTo>
                    <a:pt x="1145960" y="510551"/>
                  </a:lnTo>
                  <a:lnTo>
                    <a:pt x="1074337" y="482163"/>
                  </a:lnTo>
                  <a:lnTo>
                    <a:pt x="1002715" y="453339"/>
                  </a:lnTo>
                  <a:lnTo>
                    <a:pt x="931092" y="424071"/>
                  </a:lnTo>
                  <a:lnTo>
                    <a:pt x="859470" y="394353"/>
                  </a:lnTo>
                  <a:lnTo>
                    <a:pt x="787847" y="364178"/>
                  </a:lnTo>
                  <a:lnTo>
                    <a:pt x="716225" y="333539"/>
                  </a:lnTo>
                  <a:lnTo>
                    <a:pt x="644602" y="302429"/>
                  </a:lnTo>
                  <a:lnTo>
                    <a:pt x="572980" y="270840"/>
                  </a:lnTo>
                  <a:lnTo>
                    <a:pt x="501357" y="238766"/>
                  </a:lnTo>
                  <a:lnTo>
                    <a:pt x="429735" y="206198"/>
                  </a:lnTo>
                  <a:lnTo>
                    <a:pt x="358112" y="173130"/>
                  </a:lnTo>
                  <a:lnTo>
                    <a:pt x="286490" y="139552"/>
                  </a:lnTo>
                  <a:lnTo>
                    <a:pt x="214867" y="105459"/>
                  </a:lnTo>
                  <a:lnTo>
                    <a:pt x="143245" y="70841"/>
                  </a:lnTo>
                  <a:lnTo>
                    <a:pt x="71622" y="3569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152792" y="2073503"/>
              <a:ext cx="4109887" cy="3322535"/>
            </a:xfrm>
            <a:custGeom>
              <a:avLst/>
              <a:pathLst>
                <a:path w="4109887" h="3322535">
                  <a:moveTo>
                    <a:pt x="0" y="0"/>
                  </a:moveTo>
                  <a:lnTo>
                    <a:pt x="27403" y="71810"/>
                  </a:lnTo>
                  <a:lnTo>
                    <a:pt x="99025" y="249712"/>
                  </a:lnTo>
                  <a:lnTo>
                    <a:pt x="170648" y="418337"/>
                  </a:lnTo>
                  <a:lnTo>
                    <a:pt x="242270" y="578171"/>
                  </a:lnTo>
                  <a:lnTo>
                    <a:pt x="313893" y="729670"/>
                  </a:lnTo>
                  <a:lnTo>
                    <a:pt x="385515" y="873270"/>
                  </a:lnTo>
                  <a:lnTo>
                    <a:pt x="457138" y="1009383"/>
                  </a:lnTo>
                  <a:lnTo>
                    <a:pt x="528760" y="1138399"/>
                  </a:lnTo>
                  <a:lnTo>
                    <a:pt x="600383" y="1260688"/>
                  </a:lnTo>
                  <a:lnTo>
                    <a:pt x="672005" y="1376600"/>
                  </a:lnTo>
                  <a:lnTo>
                    <a:pt x="743628" y="1486469"/>
                  </a:lnTo>
                  <a:lnTo>
                    <a:pt x="815251" y="1590609"/>
                  </a:lnTo>
                  <a:lnTo>
                    <a:pt x="886873" y="1689319"/>
                  </a:lnTo>
                  <a:lnTo>
                    <a:pt x="958496" y="1782882"/>
                  </a:lnTo>
                  <a:lnTo>
                    <a:pt x="1030118" y="1871567"/>
                  </a:lnTo>
                  <a:lnTo>
                    <a:pt x="1101741" y="1955627"/>
                  </a:lnTo>
                  <a:lnTo>
                    <a:pt x="1173363" y="2035305"/>
                  </a:lnTo>
                  <a:lnTo>
                    <a:pt x="1244986" y="2110828"/>
                  </a:lnTo>
                  <a:lnTo>
                    <a:pt x="1316608" y="2182413"/>
                  </a:lnTo>
                  <a:lnTo>
                    <a:pt x="1388231" y="2250266"/>
                  </a:lnTo>
                  <a:lnTo>
                    <a:pt x="1459853" y="2314581"/>
                  </a:lnTo>
                  <a:lnTo>
                    <a:pt x="1531476" y="2375542"/>
                  </a:lnTo>
                  <a:lnTo>
                    <a:pt x="1603098" y="2433325"/>
                  </a:lnTo>
                  <a:lnTo>
                    <a:pt x="1674721" y="2488095"/>
                  </a:lnTo>
                  <a:lnTo>
                    <a:pt x="1746343" y="2540009"/>
                  </a:lnTo>
                  <a:lnTo>
                    <a:pt x="1817966" y="2589217"/>
                  </a:lnTo>
                  <a:lnTo>
                    <a:pt x="1889588" y="2635858"/>
                  </a:lnTo>
                  <a:lnTo>
                    <a:pt x="1961211" y="2680068"/>
                  </a:lnTo>
                  <a:lnTo>
                    <a:pt x="2032833" y="2721973"/>
                  </a:lnTo>
                  <a:lnTo>
                    <a:pt x="2104456" y="2761692"/>
                  </a:lnTo>
                  <a:lnTo>
                    <a:pt x="2176079" y="2799341"/>
                  </a:lnTo>
                  <a:lnTo>
                    <a:pt x="2247701" y="2835026"/>
                  </a:lnTo>
                  <a:lnTo>
                    <a:pt x="2319324" y="2868851"/>
                  </a:lnTo>
                  <a:lnTo>
                    <a:pt x="2390946" y="2900912"/>
                  </a:lnTo>
                  <a:lnTo>
                    <a:pt x="2462569" y="2931302"/>
                  </a:lnTo>
                  <a:lnTo>
                    <a:pt x="2534191" y="2960107"/>
                  </a:lnTo>
                  <a:lnTo>
                    <a:pt x="2605814" y="2987410"/>
                  </a:lnTo>
                  <a:lnTo>
                    <a:pt x="2677436" y="3013289"/>
                  </a:lnTo>
                  <a:lnTo>
                    <a:pt x="2749059" y="3037820"/>
                  </a:lnTo>
                  <a:lnTo>
                    <a:pt x="2820681" y="3061071"/>
                  </a:lnTo>
                  <a:lnTo>
                    <a:pt x="2892304" y="3083109"/>
                  </a:lnTo>
                  <a:lnTo>
                    <a:pt x="2963926" y="3103999"/>
                  </a:lnTo>
                  <a:lnTo>
                    <a:pt x="3035549" y="3123799"/>
                  </a:lnTo>
                  <a:lnTo>
                    <a:pt x="3107171" y="3142567"/>
                  </a:lnTo>
                  <a:lnTo>
                    <a:pt x="3178794" y="3160357"/>
                  </a:lnTo>
                  <a:lnTo>
                    <a:pt x="3250416" y="3177219"/>
                  </a:lnTo>
                  <a:lnTo>
                    <a:pt x="3322039" y="3193201"/>
                  </a:lnTo>
                  <a:lnTo>
                    <a:pt x="3393661" y="3208351"/>
                  </a:lnTo>
                  <a:lnTo>
                    <a:pt x="3465284" y="3222710"/>
                  </a:lnTo>
                  <a:lnTo>
                    <a:pt x="3536907" y="3236321"/>
                  </a:lnTo>
                  <a:lnTo>
                    <a:pt x="3608529" y="3249222"/>
                  </a:lnTo>
                  <a:lnTo>
                    <a:pt x="3680152" y="3261450"/>
                  </a:lnTo>
                  <a:lnTo>
                    <a:pt x="3751774" y="3273041"/>
                  </a:lnTo>
                  <a:lnTo>
                    <a:pt x="3823397" y="3284027"/>
                  </a:lnTo>
                  <a:lnTo>
                    <a:pt x="3895019" y="3294441"/>
                  </a:lnTo>
                  <a:lnTo>
                    <a:pt x="3966642" y="3304311"/>
                  </a:lnTo>
                  <a:lnTo>
                    <a:pt x="4038264" y="3313667"/>
                  </a:lnTo>
                  <a:lnTo>
                    <a:pt x="4109887" y="332253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717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51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33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316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8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8108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998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468565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 mL/min: 0.93 (0.89-0.98)  |  per IQR (Δ = 18.2): 0.28 (0.12-0.70)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2026-05-26T11:33:13Z</dcterms:modified>
  <cp:category/>
</cp:coreProperties>
</file>