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5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3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1"/>
                  </a:lnTo>
                  <a:lnTo>
                    <a:pt x="6875762" y="2290555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3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4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0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5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2026-05-26T13:56:38Z</dcterms:modified>
  <cp:category/>
</cp:coreProperties>
</file>