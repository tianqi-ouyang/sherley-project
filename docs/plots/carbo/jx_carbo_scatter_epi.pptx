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5936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5419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42445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3070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8472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77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06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236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36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4760064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374831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20927" y="273657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12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041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171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5301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334258" y="3555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54888" y="3077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151736" y="319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98964" y="3819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90318" y="4242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677403" y="367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91240" y="38365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387221" y="4071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015" y="421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6821" y="4122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64929" y="325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719670" y="3874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580607" y="3327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134140" y="3675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8233528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60631" y="4055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87376" y="4774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119053" y="4047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149507" y="4061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518550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69810" y="29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73911" y="3769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509186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524664" y="33947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720269" y="2130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29254" y="366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32982" y="2696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479009" y="3480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257444" y="3802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90659" y="4116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88578" y="3589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23441" y="29802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34268" y="43245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060976" y="4549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7174153" y="4465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23931" y="3561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867311" y="468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724172" y="3839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6900594" y="4113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818581" y="297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373464" y="426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854656" y="35473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507417" y="5055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70725" y="4771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1851" y="4053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7847" y="4218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011156" y="3680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801220" y="30652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53952" y="3025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209037" y="378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029542" y="3396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99701" y="4101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15907" y="3729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61782" y="3532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435979" y="3052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863559" y="2693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601954" y="3212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06647" y="38409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60248" y="2550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207483" y="4567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813876" y="444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43845" y="43659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023799" y="4170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26092" y="4131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968340" y="36214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095014" y="3669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747001" y="3796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54915" y="3441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91661" y="3002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676666" y="3180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702652" y="3766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174490" y="2261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454532" y="4958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885820" y="3925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493786" y="2672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280749" y="3765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671737" y="3393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85544" y="41826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636785" y="4246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070824" y="4834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397334" y="2938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2384" y="40623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17102" y="3793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065585" y="342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007246" y="2989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747333" y="31343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18252" y="326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369446" y="2615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989885" y="3703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504655" y="246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786939" y="3556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55772" y="2273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04632" y="4348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5849" y="374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10711" y="33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355487" y="4162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487009" y="3127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888879" y="386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6556204" y="2979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603075" y="4327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27940" y="3227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7960818" y="2205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155716" y="3434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554554" y="351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12411" y="2118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895292" y="3158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517183" y="216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483592" y="39240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872467" y="4810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54229" y="3762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32436" y="3691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187899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305011" y="3854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761320" y="3898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388523" y="367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70108" y="299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025535" y="3256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785628" y="3968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800484" y="3459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688154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810691" y="2804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60805" y="3224380"/>
              <a:ext cx="6797549" cy="938474"/>
            </a:xfrm>
            <a:custGeom>
              <a:avLst/>
              <a:pathLst>
                <a:path w="6797549" h="938474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  <a:lnTo>
                    <a:pt x="6797549" y="938474"/>
                  </a:lnTo>
                  <a:lnTo>
                    <a:pt x="6711504" y="927685"/>
                  </a:lnTo>
                  <a:lnTo>
                    <a:pt x="6625459" y="916918"/>
                  </a:lnTo>
                  <a:lnTo>
                    <a:pt x="6539414" y="906175"/>
                  </a:lnTo>
                  <a:lnTo>
                    <a:pt x="6453369" y="895456"/>
                  </a:lnTo>
                  <a:lnTo>
                    <a:pt x="6367324" y="884764"/>
                  </a:lnTo>
                  <a:lnTo>
                    <a:pt x="6281279" y="874101"/>
                  </a:lnTo>
                  <a:lnTo>
                    <a:pt x="6195234" y="863468"/>
                  </a:lnTo>
                  <a:lnTo>
                    <a:pt x="6109189" y="852869"/>
                  </a:lnTo>
                  <a:lnTo>
                    <a:pt x="6023144" y="842304"/>
                  </a:lnTo>
                  <a:lnTo>
                    <a:pt x="5937100" y="831777"/>
                  </a:lnTo>
                  <a:lnTo>
                    <a:pt x="5851055" y="821291"/>
                  </a:lnTo>
                  <a:lnTo>
                    <a:pt x="5765010" y="810848"/>
                  </a:lnTo>
                  <a:lnTo>
                    <a:pt x="5678965" y="800453"/>
                  </a:lnTo>
                  <a:lnTo>
                    <a:pt x="5592920" y="790109"/>
                  </a:lnTo>
                  <a:lnTo>
                    <a:pt x="5506875" y="779820"/>
                  </a:lnTo>
                  <a:lnTo>
                    <a:pt x="5420830" y="769591"/>
                  </a:lnTo>
                  <a:lnTo>
                    <a:pt x="5334785" y="759427"/>
                  </a:lnTo>
                  <a:lnTo>
                    <a:pt x="5248740" y="749334"/>
                  </a:lnTo>
                  <a:lnTo>
                    <a:pt x="5162695" y="739317"/>
                  </a:lnTo>
                  <a:lnTo>
                    <a:pt x="5076650" y="729384"/>
                  </a:lnTo>
                  <a:lnTo>
                    <a:pt x="4990605" y="719542"/>
                  </a:lnTo>
                  <a:lnTo>
                    <a:pt x="4904560" y="709800"/>
                  </a:lnTo>
                  <a:lnTo>
                    <a:pt x="4818515" y="700167"/>
                  </a:lnTo>
                  <a:lnTo>
                    <a:pt x="4732471" y="690653"/>
                  </a:lnTo>
                  <a:lnTo>
                    <a:pt x="4646426" y="681269"/>
                  </a:lnTo>
                  <a:lnTo>
                    <a:pt x="4560381" y="672028"/>
                  </a:lnTo>
                  <a:lnTo>
                    <a:pt x="4474336" y="662943"/>
                  </a:lnTo>
                  <a:lnTo>
                    <a:pt x="4388291" y="654030"/>
                  </a:lnTo>
                  <a:lnTo>
                    <a:pt x="4302246" y="645304"/>
                  </a:lnTo>
                  <a:lnTo>
                    <a:pt x="4216201" y="636784"/>
                  </a:lnTo>
                  <a:lnTo>
                    <a:pt x="4130156" y="628489"/>
                  </a:lnTo>
                  <a:lnTo>
                    <a:pt x="4044111" y="620437"/>
                  </a:lnTo>
                  <a:lnTo>
                    <a:pt x="3958066" y="612652"/>
                  </a:lnTo>
                  <a:lnTo>
                    <a:pt x="3872021" y="605155"/>
                  </a:lnTo>
                  <a:lnTo>
                    <a:pt x="3785976" y="597969"/>
                  </a:lnTo>
                  <a:lnTo>
                    <a:pt x="3699931" y="591116"/>
                  </a:lnTo>
                  <a:lnTo>
                    <a:pt x="3613886" y="584619"/>
                  </a:lnTo>
                  <a:lnTo>
                    <a:pt x="3527842" y="578498"/>
                  </a:lnTo>
                  <a:lnTo>
                    <a:pt x="3441797" y="572772"/>
                  </a:lnTo>
                  <a:lnTo>
                    <a:pt x="3355752" y="567457"/>
                  </a:lnTo>
                  <a:lnTo>
                    <a:pt x="3269707" y="562565"/>
                  </a:lnTo>
                  <a:lnTo>
                    <a:pt x="3183662" y="558104"/>
                  </a:lnTo>
                  <a:lnTo>
                    <a:pt x="3097617" y="554079"/>
                  </a:lnTo>
                  <a:lnTo>
                    <a:pt x="3011572" y="550487"/>
                  </a:lnTo>
                  <a:lnTo>
                    <a:pt x="2925527" y="547323"/>
                  </a:lnTo>
                  <a:lnTo>
                    <a:pt x="2839482" y="544577"/>
                  </a:lnTo>
                  <a:lnTo>
                    <a:pt x="2753437" y="542233"/>
                  </a:lnTo>
                  <a:lnTo>
                    <a:pt x="2667392" y="540276"/>
                  </a:lnTo>
                  <a:lnTo>
                    <a:pt x="2581347" y="538684"/>
                  </a:lnTo>
                  <a:lnTo>
                    <a:pt x="2495302" y="537436"/>
                  </a:lnTo>
                  <a:lnTo>
                    <a:pt x="2409257" y="536511"/>
                  </a:lnTo>
                  <a:lnTo>
                    <a:pt x="2323213" y="535884"/>
                  </a:lnTo>
                  <a:lnTo>
                    <a:pt x="2237168" y="535534"/>
                  </a:lnTo>
                  <a:lnTo>
                    <a:pt x="2151123" y="535439"/>
                  </a:lnTo>
                  <a:lnTo>
                    <a:pt x="2065078" y="535578"/>
                  </a:lnTo>
                  <a:lnTo>
                    <a:pt x="1979033" y="535932"/>
                  </a:lnTo>
                  <a:lnTo>
                    <a:pt x="1892988" y="536482"/>
                  </a:lnTo>
                  <a:lnTo>
                    <a:pt x="1806943" y="537211"/>
                  </a:lnTo>
                  <a:lnTo>
                    <a:pt x="1720898" y="538103"/>
                  </a:lnTo>
                  <a:lnTo>
                    <a:pt x="1634853" y="539145"/>
                  </a:lnTo>
                  <a:lnTo>
                    <a:pt x="1548808" y="540323"/>
                  </a:lnTo>
                  <a:lnTo>
                    <a:pt x="1462763" y="541626"/>
                  </a:lnTo>
                  <a:lnTo>
                    <a:pt x="1376718" y="543042"/>
                  </a:lnTo>
                  <a:lnTo>
                    <a:pt x="1290673" y="544562"/>
                  </a:lnTo>
                  <a:lnTo>
                    <a:pt x="1204628" y="546178"/>
                  </a:lnTo>
                  <a:lnTo>
                    <a:pt x="1118584" y="547880"/>
                  </a:lnTo>
                  <a:lnTo>
                    <a:pt x="1032539" y="549663"/>
                  </a:lnTo>
                  <a:lnTo>
                    <a:pt x="946494" y="551519"/>
                  </a:lnTo>
                  <a:lnTo>
                    <a:pt x="860449" y="553443"/>
                  </a:lnTo>
                  <a:lnTo>
                    <a:pt x="774404" y="555429"/>
                  </a:lnTo>
                  <a:lnTo>
                    <a:pt x="688359" y="557473"/>
                  </a:lnTo>
                  <a:lnTo>
                    <a:pt x="602314" y="559570"/>
                  </a:lnTo>
                  <a:lnTo>
                    <a:pt x="516269" y="561716"/>
                  </a:lnTo>
                  <a:lnTo>
                    <a:pt x="430224" y="563907"/>
                  </a:lnTo>
                  <a:lnTo>
                    <a:pt x="344179" y="566140"/>
                  </a:lnTo>
                  <a:lnTo>
                    <a:pt x="258134" y="568413"/>
                  </a:lnTo>
                  <a:lnTo>
                    <a:pt x="172089" y="570722"/>
                  </a:lnTo>
                  <a:lnTo>
                    <a:pt x="86044" y="573065"/>
                  </a:lnTo>
                  <a:lnTo>
                    <a:pt x="0" y="57543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3224380"/>
              <a:ext cx="6797549" cy="344105"/>
            </a:xfrm>
            <a:custGeom>
              <a:avLst/>
              <a:pathLst>
                <a:path w="6797549" h="344105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3759819"/>
              <a:ext cx="6797549" cy="403035"/>
            </a:xfrm>
            <a:custGeom>
              <a:avLst/>
              <a:pathLst>
                <a:path w="6797549" h="403035">
                  <a:moveTo>
                    <a:pt x="6797549" y="403035"/>
                  </a:moveTo>
                  <a:lnTo>
                    <a:pt x="6711504" y="392246"/>
                  </a:lnTo>
                  <a:lnTo>
                    <a:pt x="6625459" y="381479"/>
                  </a:lnTo>
                  <a:lnTo>
                    <a:pt x="6539414" y="370735"/>
                  </a:lnTo>
                  <a:lnTo>
                    <a:pt x="6453369" y="360017"/>
                  </a:lnTo>
                  <a:lnTo>
                    <a:pt x="6367324" y="349325"/>
                  </a:lnTo>
                  <a:lnTo>
                    <a:pt x="6281279" y="338661"/>
                  </a:lnTo>
                  <a:lnTo>
                    <a:pt x="6195234" y="328029"/>
                  </a:lnTo>
                  <a:lnTo>
                    <a:pt x="6109189" y="317429"/>
                  </a:lnTo>
                  <a:lnTo>
                    <a:pt x="6023144" y="306864"/>
                  </a:lnTo>
                  <a:lnTo>
                    <a:pt x="5937100" y="296337"/>
                  </a:lnTo>
                  <a:lnTo>
                    <a:pt x="5851055" y="285851"/>
                  </a:lnTo>
                  <a:lnTo>
                    <a:pt x="5765010" y="275409"/>
                  </a:lnTo>
                  <a:lnTo>
                    <a:pt x="5678965" y="265013"/>
                  </a:lnTo>
                  <a:lnTo>
                    <a:pt x="5592920" y="254669"/>
                  </a:lnTo>
                  <a:lnTo>
                    <a:pt x="5506875" y="244380"/>
                  </a:lnTo>
                  <a:lnTo>
                    <a:pt x="5420830" y="234152"/>
                  </a:lnTo>
                  <a:lnTo>
                    <a:pt x="5334785" y="223988"/>
                  </a:lnTo>
                  <a:lnTo>
                    <a:pt x="5248740" y="213894"/>
                  </a:lnTo>
                  <a:lnTo>
                    <a:pt x="5162695" y="203878"/>
                  </a:lnTo>
                  <a:lnTo>
                    <a:pt x="5076650" y="193945"/>
                  </a:lnTo>
                  <a:lnTo>
                    <a:pt x="4990605" y="184103"/>
                  </a:lnTo>
                  <a:lnTo>
                    <a:pt x="4904560" y="174361"/>
                  </a:lnTo>
                  <a:lnTo>
                    <a:pt x="4818515" y="164727"/>
                  </a:lnTo>
                  <a:lnTo>
                    <a:pt x="4732471" y="155213"/>
                  </a:lnTo>
                  <a:lnTo>
                    <a:pt x="4646426" y="145829"/>
                  </a:lnTo>
                  <a:lnTo>
                    <a:pt x="4560381" y="136588"/>
                  </a:lnTo>
                  <a:lnTo>
                    <a:pt x="4474336" y="127503"/>
                  </a:lnTo>
                  <a:lnTo>
                    <a:pt x="4388291" y="118590"/>
                  </a:lnTo>
                  <a:lnTo>
                    <a:pt x="4302246" y="109865"/>
                  </a:lnTo>
                  <a:lnTo>
                    <a:pt x="4216201" y="101345"/>
                  </a:lnTo>
                  <a:lnTo>
                    <a:pt x="4130156" y="93049"/>
                  </a:lnTo>
                  <a:lnTo>
                    <a:pt x="4044111" y="84998"/>
                  </a:lnTo>
                  <a:lnTo>
                    <a:pt x="3958066" y="77213"/>
                  </a:lnTo>
                  <a:lnTo>
                    <a:pt x="3872021" y="69716"/>
                  </a:lnTo>
                  <a:lnTo>
                    <a:pt x="3785976" y="62529"/>
                  </a:lnTo>
                  <a:lnTo>
                    <a:pt x="3699931" y="55676"/>
                  </a:lnTo>
                  <a:lnTo>
                    <a:pt x="3613886" y="49179"/>
                  </a:lnTo>
                  <a:lnTo>
                    <a:pt x="3527842" y="43058"/>
                  </a:lnTo>
                  <a:lnTo>
                    <a:pt x="3441797" y="37332"/>
                  </a:lnTo>
                  <a:lnTo>
                    <a:pt x="3355752" y="32017"/>
                  </a:lnTo>
                  <a:lnTo>
                    <a:pt x="3269707" y="27125"/>
                  </a:lnTo>
                  <a:lnTo>
                    <a:pt x="3183662" y="22664"/>
                  </a:lnTo>
                  <a:lnTo>
                    <a:pt x="3097617" y="18639"/>
                  </a:lnTo>
                  <a:lnTo>
                    <a:pt x="3011572" y="15047"/>
                  </a:lnTo>
                  <a:lnTo>
                    <a:pt x="2925527" y="11883"/>
                  </a:lnTo>
                  <a:lnTo>
                    <a:pt x="2839482" y="9137"/>
                  </a:lnTo>
                  <a:lnTo>
                    <a:pt x="2753437" y="6793"/>
                  </a:lnTo>
                  <a:lnTo>
                    <a:pt x="2667392" y="4836"/>
                  </a:lnTo>
                  <a:lnTo>
                    <a:pt x="2581347" y="3244"/>
                  </a:lnTo>
                  <a:lnTo>
                    <a:pt x="2495302" y="1997"/>
                  </a:lnTo>
                  <a:lnTo>
                    <a:pt x="2409257" y="1071"/>
                  </a:lnTo>
                  <a:lnTo>
                    <a:pt x="2323213" y="444"/>
                  </a:lnTo>
                  <a:lnTo>
                    <a:pt x="2237168" y="94"/>
                  </a:lnTo>
                  <a:lnTo>
                    <a:pt x="2151123" y="0"/>
                  </a:lnTo>
                  <a:lnTo>
                    <a:pt x="2065078" y="139"/>
                  </a:lnTo>
                  <a:lnTo>
                    <a:pt x="1979033" y="492"/>
                  </a:lnTo>
                  <a:lnTo>
                    <a:pt x="1892988" y="1042"/>
                  </a:lnTo>
                  <a:lnTo>
                    <a:pt x="1806943" y="1771"/>
                  </a:lnTo>
                  <a:lnTo>
                    <a:pt x="1720898" y="2663"/>
                  </a:lnTo>
                  <a:lnTo>
                    <a:pt x="1634853" y="3705"/>
                  </a:lnTo>
                  <a:lnTo>
                    <a:pt x="1548808" y="4883"/>
                  </a:lnTo>
                  <a:lnTo>
                    <a:pt x="1462763" y="6186"/>
                  </a:lnTo>
                  <a:lnTo>
                    <a:pt x="1376718" y="7602"/>
                  </a:lnTo>
                  <a:lnTo>
                    <a:pt x="1290673" y="9123"/>
                  </a:lnTo>
                  <a:lnTo>
                    <a:pt x="1204628" y="10738"/>
                  </a:lnTo>
                  <a:lnTo>
                    <a:pt x="1118584" y="12441"/>
                  </a:lnTo>
                  <a:lnTo>
                    <a:pt x="1032539" y="14223"/>
                  </a:lnTo>
                  <a:lnTo>
                    <a:pt x="946494" y="16080"/>
                  </a:lnTo>
                  <a:lnTo>
                    <a:pt x="860449" y="18004"/>
                  </a:lnTo>
                  <a:lnTo>
                    <a:pt x="774404" y="19990"/>
                  </a:lnTo>
                  <a:lnTo>
                    <a:pt x="688359" y="22033"/>
                  </a:lnTo>
                  <a:lnTo>
                    <a:pt x="602314" y="24130"/>
                  </a:lnTo>
                  <a:lnTo>
                    <a:pt x="516269" y="26276"/>
                  </a:lnTo>
                  <a:lnTo>
                    <a:pt x="430224" y="28467"/>
                  </a:lnTo>
                  <a:lnTo>
                    <a:pt x="344179" y="30701"/>
                  </a:lnTo>
                  <a:lnTo>
                    <a:pt x="258134" y="32973"/>
                  </a:lnTo>
                  <a:lnTo>
                    <a:pt x="172089" y="35282"/>
                  </a:lnTo>
                  <a:lnTo>
                    <a:pt x="86044" y="37625"/>
                  </a:lnTo>
                  <a:lnTo>
                    <a:pt x="0" y="4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460805" y="3512100"/>
              <a:ext cx="6797549" cy="326825"/>
            </a:xfrm>
            <a:custGeom>
              <a:avLst/>
              <a:pathLst>
                <a:path w="6797549" h="326825">
                  <a:moveTo>
                    <a:pt x="0" y="0"/>
                  </a:moveTo>
                  <a:lnTo>
                    <a:pt x="86044" y="4137"/>
                  </a:lnTo>
                  <a:lnTo>
                    <a:pt x="172089" y="8274"/>
                  </a:lnTo>
                  <a:lnTo>
                    <a:pt x="258134" y="12411"/>
                  </a:lnTo>
                  <a:lnTo>
                    <a:pt x="344179" y="16548"/>
                  </a:lnTo>
                  <a:lnTo>
                    <a:pt x="430224" y="20685"/>
                  </a:lnTo>
                  <a:lnTo>
                    <a:pt x="516269" y="24822"/>
                  </a:lnTo>
                  <a:lnTo>
                    <a:pt x="602314" y="28959"/>
                  </a:lnTo>
                  <a:lnTo>
                    <a:pt x="688359" y="33096"/>
                  </a:lnTo>
                  <a:lnTo>
                    <a:pt x="774404" y="37233"/>
                  </a:lnTo>
                  <a:lnTo>
                    <a:pt x="860449" y="41370"/>
                  </a:lnTo>
                  <a:lnTo>
                    <a:pt x="946494" y="45507"/>
                  </a:lnTo>
                  <a:lnTo>
                    <a:pt x="1032539" y="49644"/>
                  </a:lnTo>
                  <a:lnTo>
                    <a:pt x="1118584" y="53781"/>
                  </a:lnTo>
                  <a:lnTo>
                    <a:pt x="1204628" y="57918"/>
                  </a:lnTo>
                  <a:lnTo>
                    <a:pt x="1290673" y="62055"/>
                  </a:lnTo>
                  <a:lnTo>
                    <a:pt x="1376718" y="66192"/>
                  </a:lnTo>
                  <a:lnTo>
                    <a:pt x="1462763" y="70329"/>
                  </a:lnTo>
                  <a:lnTo>
                    <a:pt x="1548808" y="74466"/>
                  </a:lnTo>
                  <a:lnTo>
                    <a:pt x="1634853" y="78603"/>
                  </a:lnTo>
                  <a:lnTo>
                    <a:pt x="1720898" y="82740"/>
                  </a:lnTo>
                  <a:lnTo>
                    <a:pt x="1806943" y="86877"/>
                  </a:lnTo>
                  <a:lnTo>
                    <a:pt x="1892988" y="91014"/>
                  </a:lnTo>
                  <a:lnTo>
                    <a:pt x="1979033" y="95151"/>
                  </a:lnTo>
                  <a:lnTo>
                    <a:pt x="2065078" y="99288"/>
                  </a:lnTo>
                  <a:lnTo>
                    <a:pt x="2151123" y="103425"/>
                  </a:lnTo>
                  <a:lnTo>
                    <a:pt x="2237168" y="107562"/>
                  </a:lnTo>
                  <a:lnTo>
                    <a:pt x="2323213" y="111699"/>
                  </a:lnTo>
                  <a:lnTo>
                    <a:pt x="2409257" y="115836"/>
                  </a:lnTo>
                  <a:lnTo>
                    <a:pt x="2495302" y="119973"/>
                  </a:lnTo>
                  <a:lnTo>
                    <a:pt x="2581347" y="124110"/>
                  </a:lnTo>
                  <a:lnTo>
                    <a:pt x="2667392" y="128247"/>
                  </a:lnTo>
                  <a:lnTo>
                    <a:pt x="2753437" y="132384"/>
                  </a:lnTo>
                  <a:lnTo>
                    <a:pt x="2839482" y="136521"/>
                  </a:lnTo>
                  <a:lnTo>
                    <a:pt x="2925527" y="140659"/>
                  </a:lnTo>
                  <a:lnTo>
                    <a:pt x="3011572" y="144796"/>
                  </a:lnTo>
                  <a:lnTo>
                    <a:pt x="3097617" y="148933"/>
                  </a:lnTo>
                  <a:lnTo>
                    <a:pt x="3183662" y="153070"/>
                  </a:lnTo>
                  <a:lnTo>
                    <a:pt x="3269707" y="157207"/>
                  </a:lnTo>
                  <a:lnTo>
                    <a:pt x="3355752" y="161344"/>
                  </a:lnTo>
                  <a:lnTo>
                    <a:pt x="3441797" y="165481"/>
                  </a:lnTo>
                  <a:lnTo>
                    <a:pt x="3527842" y="169618"/>
                  </a:lnTo>
                  <a:lnTo>
                    <a:pt x="3613886" y="173755"/>
                  </a:lnTo>
                  <a:lnTo>
                    <a:pt x="3699931" y="177892"/>
                  </a:lnTo>
                  <a:lnTo>
                    <a:pt x="3785976" y="182029"/>
                  </a:lnTo>
                  <a:lnTo>
                    <a:pt x="3872021" y="186166"/>
                  </a:lnTo>
                  <a:lnTo>
                    <a:pt x="3958066" y="190303"/>
                  </a:lnTo>
                  <a:lnTo>
                    <a:pt x="4044111" y="194440"/>
                  </a:lnTo>
                  <a:lnTo>
                    <a:pt x="4130156" y="198577"/>
                  </a:lnTo>
                  <a:lnTo>
                    <a:pt x="4216201" y="202714"/>
                  </a:lnTo>
                  <a:lnTo>
                    <a:pt x="4302246" y="206851"/>
                  </a:lnTo>
                  <a:lnTo>
                    <a:pt x="4388291" y="210988"/>
                  </a:lnTo>
                  <a:lnTo>
                    <a:pt x="4474336" y="215125"/>
                  </a:lnTo>
                  <a:lnTo>
                    <a:pt x="4560381" y="219262"/>
                  </a:lnTo>
                  <a:lnTo>
                    <a:pt x="4646426" y="223399"/>
                  </a:lnTo>
                  <a:lnTo>
                    <a:pt x="4732471" y="227536"/>
                  </a:lnTo>
                  <a:lnTo>
                    <a:pt x="4818515" y="231673"/>
                  </a:lnTo>
                  <a:lnTo>
                    <a:pt x="4904560" y="235810"/>
                  </a:lnTo>
                  <a:lnTo>
                    <a:pt x="4990605" y="239947"/>
                  </a:lnTo>
                  <a:lnTo>
                    <a:pt x="5076650" y="244084"/>
                  </a:lnTo>
                  <a:lnTo>
                    <a:pt x="5162695" y="248221"/>
                  </a:lnTo>
                  <a:lnTo>
                    <a:pt x="5248740" y="252358"/>
                  </a:lnTo>
                  <a:lnTo>
                    <a:pt x="5334785" y="256495"/>
                  </a:lnTo>
                  <a:lnTo>
                    <a:pt x="5420830" y="260632"/>
                  </a:lnTo>
                  <a:lnTo>
                    <a:pt x="5506875" y="264769"/>
                  </a:lnTo>
                  <a:lnTo>
                    <a:pt x="5592920" y="268906"/>
                  </a:lnTo>
                  <a:lnTo>
                    <a:pt x="5678965" y="273043"/>
                  </a:lnTo>
                  <a:lnTo>
                    <a:pt x="5765010" y="277180"/>
                  </a:lnTo>
                  <a:lnTo>
                    <a:pt x="5851055" y="281318"/>
                  </a:lnTo>
                  <a:lnTo>
                    <a:pt x="5937100" y="285455"/>
                  </a:lnTo>
                  <a:lnTo>
                    <a:pt x="6023144" y="289592"/>
                  </a:lnTo>
                  <a:lnTo>
                    <a:pt x="6109189" y="293729"/>
                  </a:lnTo>
                  <a:lnTo>
                    <a:pt x="6195234" y="297866"/>
                  </a:lnTo>
                  <a:lnTo>
                    <a:pt x="6281279" y="302003"/>
                  </a:lnTo>
                  <a:lnTo>
                    <a:pt x="6367324" y="306140"/>
                  </a:lnTo>
                  <a:lnTo>
                    <a:pt x="6453369" y="310277"/>
                  </a:lnTo>
                  <a:lnTo>
                    <a:pt x="6539414" y="314414"/>
                  </a:lnTo>
                  <a:lnTo>
                    <a:pt x="6625459" y="318551"/>
                  </a:lnTo>
                  <a:lnTo>
                    <a:pt x="6711504" y="322688"/>
                  </a:lnTo>
                  <a:lnTo>
                    <a:pt x="6797549" y="32682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56929" y="4709086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962212" y="36973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804204" y="268559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261221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42251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579866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4116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3101143" y="5870717"/>
              <a:ext cx="3516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53" name="tx153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120927" y="1688767"/>
              <a:ext cx="557052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2026-09-08T16:16:00Z</dcterms:modified>
  <cp:category/>
</cp:coreProperties>
</file>