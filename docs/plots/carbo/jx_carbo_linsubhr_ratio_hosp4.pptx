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70972" cy="3648550"/>
            </a:xfrm>
            <a:custGeom>
              <a:avLst/>
              <a:pathLst>
                <a:path w="7370972" h="3648550">
                  <a:moveTo>
                    <a:pt x="2319301" y="0"/>
                  </a:moveTo>
                  <a:lnTo>
                    <a:pt x="2324759" y="28042"/>
                  </a:lnTo>
                  <a:lnTo>
                    <a:pt x="2402393" y="387378"/>
                  </a:lnTo>
                  <a:lnTo>
                    <a:pt x="2480027" y="711090"/>
                  </a:lnTo>
                  <a:lnTo>
                    <a:pt x="2557661" y="1002710"/>
                  </a:lnTo>
                  <a:lnTo>
                    <a:pt x="2635295" y="1265419"/>
                  </a:lnTo>
                  <a:lnTo>
                    <a:pt x="2712930" y="1502083"/>
                  </a:lnTo>
                  <a:lnTo>
                    <a:pt x="2790564" y="1715286"/>
                  </a:lnTo>
                  <a:lnTo>
                    <a:pt x="2868198" y="1907351"/>
                  </a:lnTo>
                  <a:lnTo>
                    <a:pt x="2945832" y="2080376"/>
                  </a:lnTo>
                  <a:lnTo>
                    <a:pt x="3023466" y="2236248"/>
                  </a:lnTo>
                  <a:lnTo>
                    <a:pt x="3101100" y="2376666"/>
                  </a:lnTo>
                  <a:lnTo>
                    <a:pt x="3178734" y="2503164"/>
                  </a:lnTo>
                  <a:lnTo>
                    <a:pt x="3256368" y="2617121"/>
                  </a:lnTo>
                  <a:lnTo>
                    <a:pt x="3334002" y="2719781"/>
                  </a:lnTo>
                  <a:lnTo>
                    <a:pt x="3411636" y="2788638"/>
                  </a:lnTo>
                  <a:lnTo>
                    <a:pt x="3489270" y="2805691"/>
                  </a:lnTo>
                  <a:lnTo>
                    <a:pt x="3566904" y="2822407"/>
                  </a:lnTo>
                  <a:lnTo>
                    <a:pt x="3644538" y="2838794"/>
                  </a:lnTo>
                  <a:lnTo>
                    <a:pt x="3722172" y="2854857"/>
                  </a:lnTo>
                  <a:lnTo>
                    <a:pt x="3799806" y="2870603"/>
                  </a:lnTo>
                  <a:lnTo>
                    <a:pt x="3877440" y="2886038"/>
                  </a:lnTo>
                  <a:lnTo>
                    <a:pt x="3955074" y="2901169"/>
                  </a:lnTo>
                  <a:lnTo>
                    <a:pt x="4032708" y="2916001"/>
                  </a:lnTo>
                  <a:lnTo>
                    <a:pt x="4110342" y="2930540"/>
                  </a:lnTo>
                  <a:lnTo>
                    <a:pt x="4187976" y="2944792"/>
                  </a:lnTo>
                  <a:lnTo>
                    <a:pt x="4265610" y="2958763"/>
                  </a:lnTo>
                  <a:lnTo>
                    <a:pt x="4343244" y="2972459"/>
                  </a:lnTo>
                  <a:lnTo>
                    <a:pt x="4420879" y="2985884"/>
                  </a:lnTo>
                  <a:lnTo>
                    <a:pt x="4498513" y="2999043"/>
                  </a:lnTo>
                  <a:lnTo>
                    <a:pt x="4576147" y="3011944"/>
                  </a:lnTo>
                  <a:lnTo>
                    <a:pt x="4653781" y="3024589"/>
                  </a:lnTo>
                  <a:lnTo>
                    <a:pt x="4731415" y="3036985"/>
                  </a:lnTo>
                  <a:lnTo>
                    <a:pt x="4809049" y="3049137"/>
                  </a:lnTo>
                  <a:lnTo>
                    <a:pt x="4886683" y="3061048"/>
                  </a:lnTo>
                  <a:lnTo>
                    <a:pt x="4964317" y="3072725"/>
                  </a:lnTo>
                  <a:lnTo>
                    <a:pt x="5041951" y="3084171"/>
                  </a:lnTo>
                  <a:lnTo>
                    <a:pt x="5119585" y="3095391"/>
                  </a:lnTo>
                  <a:lnTo>
                    <a:pt x="5197219" y="3106389"/>
                  </a:lnTo>
                  <a:lnTo>
                    <a:pt x="5274853" y="3117171"/>
                  </a:lnTo>
                  <a:lnTo>
                    <a:pt x="5352487" y="3127739"/>
                  </a:lnTo>
                  <a:lnTo>
                    <a:pt x="5430121" y="3138100"/>
                  </a:lnTo>
                  <a:lnTo>
                    <a:pt x="5507755" y="3148255"/>
                  </a:lnTo>
                  <a:lnTo>
                    <a:pt x="5585389" y="3158210"/>
                  </a:lnTo>
                  <a:lnTo>
                    <a:pt x="5663023" y="3167969"/>
                  </a:lnTo>
                  <a:lnTo>
                    <a:pt x="5740657" y="3177535"/>
                  </a:lnTo>
                  <a:lnTo>
                    <a:pt x="5818291" y="3186912"/>
                  </a:lnTo>
                  <a:lnTo>
                    <a:pt x="5895925" y="3196105"/>
                  </a:lnTo>
                  <a:lnTo>
                    <a:pt x="5973559" y="3205115"/>
                  </a:lnTo>
                  <a:lnTo>
                    <a:pt x="6051193" y="3213948"/>
                  </a:lnTo>
                  <a:lnTo>
                    <a:pt x="6128827" y="3222607"/>
                  </a:lnTo>
                  <a:lnTo>
                    <a:pt x="6206462" y="3231095"/>
                  </a:lnTo>
                  <a:lnTo>
                    <a:pt x="6284096" y="3239415"/>
                  </a:lnTo>
                  <a:lnTo>
                    <a:pt x="6361730" y="3247571"/>
                  </a:lnTo>
                  <a:lnTo>
                    <a:pt x="6439364" y="3255566"/>
                  </a:lnTo>
                  <a:lnTo>
                    <a:pt x="6516998" y="3263403"/>
                  </a:lnTo>
                  <a:lnTo>
                    <a:pt x="6594632" y="3271085"/>
                  </a:lnTo>
                  <a:lnTo>
                    <a:pt x="6672266" y="3278616"/>
                  </a:lnTo>
                  <a:lnTo>
                    <a:pt x="6749900" y="3285999"/>
                  </a:lnTo>
                  <a:lnTo>
                    <a:pt x="6827534" y="3293235"/>
                  </a:lnTo>
                  <a:lnTo>
                    <a:pt x="6905168" y="3300329"/>
                  </a:lnTo>
                  <a:lnTo>
                    <a:pt x="6982802" y="3307283"/>
                  </a:lnTo>
                  <a:lnTo>
                    <a:pt x="7060436" y="3314099"/>
                  </a:lnTo>
                  <a:lnTo>
                    <a:pt x="7138070" y="3320781"/>
                  </a:lnTo>
                  <a:lnTo>
                    <a:pt x="7215704" y="3327331"/>
                  </a:lnTo>
                  <a:lnTo>
                    <a:pt x="7293338" y="3333752"/>
                  </a:lnTo>
                  <a:lnTo>
                    <a:pt x="7370972" y="3340046"/>
                  </a:lnTo>
                  <a:lnTo>
                    <a:pt x="7370972" y="3648550"/>
                  </a:lnTo>
                  <a:lnTo>
                    <a:pt x="7293338" y="3648100"/>
                  </a:lnTo>
                  <a:lnTo>
                    <a:pt x="7215704" y="3647600"/>
                  </a:lnTo>
                  <a:lnTo>
                    <a:pt x="7138070" y="3647045"/>
                  </a:lnTo>
                  <a:lnTo>
                    <a:pt x="7060436" y="3646429"/>
                  </a:lnTo>
                  <a:lnTo>
                    <a:pt x="6982802" y="3645745"/>
                  </a:lnTo>
                  <a:lnTo>
                    <a:pt x="6905168" y="3644986"/>
                  </a:lnTo>
                  <a:lnTo>
                    <a:pt x="6827534" y="3644143"/>
                  </a:lnTo>
                  <a:lnTo>
                    <a:pt x="6749900" y="3643207"/>
                  </a:lnTo>
                  <a:lnTo>
                    <a:pt x="6672266" y="3642169"/>
                  </a:lnTo>
                  <a:lnTo>
                    <a:pt x="6594632" y="3641016"/>
                  </a:lnTo>
                  <a:lnTo>
                    <a:pt x="6516998" y="3639737"/>
                  </a:lnTo>
                  <a:lnTo>
                    <a:pt x="6439364" y="3638317"/>
                  </a:lnTo>
                  <a:lnTo>
                    <a:pt x="6361730" y="3636740"/>
                  </a:lnTo>
                  <a:lnTo>
                    <a:pt x="6284096" y="3634990"/>
                  </a:lnTo>
                  <a:lnTo>
                    <a:pt x="6206462" y="3633047"/>
                  </a:lnTo>
                  <a:lnTo>
                    <a:pt x="6128827" y="3630890"/>
                  </a:lnTo>
                  <a:lnTo>
                    <a:pt x="6051193" y="3628497"/>
                  </a:lnTo>
                  <a:lnTo>
                    <a:pt x="5973559" y="3625839"/>
                  </a:lnTo>
                  <a:lnTo>
                    <a:pt x="5895925" y="3622890"/>
                  </a:lnTo>
                  <a:lnTo>
                    <a:pt x="5818291" y="3619615"/>
                  </a:lnTo>
                  <a:lnTo>
                    <a:pt x="5740657" y="3615981"/>
                  </a:lnTo>
                  <a:lnTo>
                    <a:pt x="5663023" y="3611946"/>
                  </a:lnTo>
                  <a:lnTo>
                    <a:pt x="5585389" y="3607467"/>
                  </a:lnTo>
                  <a:lnTo>
                    <a:pt x="5507755" y="3602496"/>
                  </a:lnTo>
                  <a:lnTo>
                    <a:pt x="5430121" y="3596977"/>
                  </a:lnTo>
                  <a:lnTo>
                    <a:pt x="5352487" y="3590851"/>
                  </a:lnTo>
                  <a:lnTo>
                    <a:pt x="5274853" y="3584051"/>
                  </a:lnTo>
                  <a:lnTo>
                    <a:pt x="5197219" y="3576503"/>
                  </a:lnTo>
                  <a:lnTo>
                    <a:pt x="5119585" y="3568124"/>
                  </a:lnTo>
                  <a:lnTo>
                    <a:pt x="5041951" y="3558822"/>
                  </a:lnTo>
                  <a:lnTo>
                    <a:pt x="4964317" y="3548498"/>
                  </a:lnTo>
                  <a:lnTo>
                    <a:pt x="4886683" y="3537037"/>
                  </a:lnTo>
                  <a:lnTo>
                    <a:pt x="4809049" y="3524314"/>
                  </a:lnTo>
                  <a:lnTo>
                    <a:pt x="4731415" y="3510192"/>
                  </a:lnTo>
                  <a:lnTo>
                    <a:pt x="4653781" y="3494516"/>
                  </a:lnTo>
                  <a:lnTo>
                    <a:pt x="4576147" y="3477114"/>
                  </a:lnTo>
                  <a:lnTo>
                    <a:pt x="4498513" y="3457797"/>
                  </a:lnTo>
                  <a:lnTo>
                    <a:pt x="4420879" y="3436355"/>
                  </a:lnTo>
                  <a:lnTo>
                    <a:pt x="4343244" y="3412553"/>
                  </a:lnTo>
                  <a:lnTo>
                    <a:pt x="4265610" y="3386131"/>
                  </a:lnTo>
                  <a:lnTo>
                    <a:pt x="4187976" y="3356802"/>
                  </a:lnTo>
                  <a:lnTo>
                    <a:pt x="4110342" y="3324245"/>
                  </a:lnTo>
                  <a:lnTo>
                    <a:pt x="4032708" y="3288106"/>
                  </a:lnTo>
                  <a:lnTo>
                    <a:pt x="3955074" y="3247989"/>
                  </a:lnTo>
                  <a:lnTo>
                    <a:pt x="3877440" y="3203458"/>
                  </a:lnTo>
                  <a:lnTo>
                    <a:pt x="3799806" y="3154026"/>
                  </a:lnTo>
                  <a:lnTo>
                    <a:pt x="3722172" y="3099154"/>
                  </a:lnTo>
                  <a:lnTo>
                    <a:pt x="3644538" y="3038244"/>
                  </a:lnTo>
                  <a:lnTo>
                    <a:pt x="3566904" y="2970631"/>
                  </a:lnTo>
                  <a:lnTo>
                    <a:pt x="3489270" y="2895577"/>
                  </a:lnTo>
                  <a:lnTo>
                    <a:pt x="3411636" y="2812263"/>
                  </a:lnTo>
                  <a:lnTo>
                    <a:pt x="3334002" y="2771241"/>
                  </a:lnTo>
                  <a:lnTo>
                    <a:pt x="3256368" y="2753495"/>
                  </a:lnTo>
                  <a:lnTo>
                    <a:pt x="3178734" y="2735391"/>
                  </a:lnTo>
                  <a:lnTo>
                    <a:pt x="3101100" y="2716922"/>
                  </a:lnTo>
                  <a:lnTo>
                    <a:pt x="3023466" y="2698082"/>
                  </a:lnTo>
                  <a:lnTo>
                    <a:pt x="2945832" y="2678862"/>
                  </a:lnTo>
                  <a:lnTo>
                    <a:pt x="2868198" y="2659256"/>
                  </a:lnTo>
                  <a:lnTo>
                    <a:pt x="2790564" y="2639254"/>
                  </a:lnTo>
                  <a:lnTo>
                    <a:pt x="2712930" y="2618850"/>
                  </a:lnTo>
                  <a:lnTo>
                    <a:pt x="2635295" y="2598035"/>
                  </a:lnTo>
                  <a:lnTo>
                    <a:pt x="2557661" y="2576801"/>
                  </a:lnTo>
                  <a:lnTo>
                    <a:pt x="2480027" y="2555139"/>
                  </a:lnTo>
                  <a:lnTo>
                    <a:pt x="2402393" y="2533042"/>
                  </a:lnTo>
                  <a:lnTo>
                    <a:pt x="2324759" y="2510499"/>
                  </a:lnTo>
                  <a:lnTo>
                    <a:pt x="2247125" y="2487502"/>
                  </a:lnTo>
                  <a:lnTo>
                    <a:pt x="2169491" y="2464043"/>
                  </a:lnTo>
                  <a:lnTo>
                    <a:pt x="2091857" y="2440111"/>
                  </a:lnTo>
                  <a:lnTo>
                    <a:pt x="2014223" y="2415697"/>
                  </a:lnTo>
                  <a:lnTo>
                    <a:pt x="1936589" y="2390792"/>
                  </a:lnTo>
                  <a:lnTo>
                    <a:pt x="1858955" y="2365385"/>
                  </a:lnTo>
                  <a:lnTo>
                    <a:pt x="1781321" y="2339466"/>
                  </a:lnTo>
                  <a:lnTo>
                    <a:pt x="1703687" y="2313026"/>
                  </a:lnTo>
                  <a:lnTo>
                    <a:pt x="1626053" y="2286053"/>
                  </a:lnTo>
                  <a:lnTo>
                    <a:pt x="1548419" y="2258538"/>
                  </a:lnTo>
                  <a:lnTo>
                    <a:pt x="1470785" y="2230468"/>
                  </a:lnTo>
                  <a:lnTo>
                    <a:pt x="1393151" y="2201833"/>
                  </a:lnTo>
                  <a:lnTo>
                    <a:pt x="1315517" y="2172622"/>
                  </a:lnTo>
                  <a:lnTo>
                    <a:pt x="1237883" y="2142822"/>
                  </a:lnTo>
                  <a:lnTo>
                    <a:pt x="1160249" y="2112422"/>
                  </a:lnTo>
                  <a:lnTo>
                    <a:pt x="1082615" y="2081411"/>
                  </a:lnTo>
                  <a:lnTo>
                    <a:pt x="1004981" y="2049775"/>
                  </a:lnTo>
                  <a:lnTo>
                    <a:pt x="927346" y="2017502"/>
                  </a:lnTo>
                  <a:lnTo>
                    <a:pt x="849712" y="1984579"/>
                  </a:lnTo>
                  <a:lnTo>
                    <a:pt x="772078" y="1950993"/>
                  </a:lnTo>
                  <a:lnTo>
                    <a:pt x="694444" y="1916731"/>
                  </a:lnTo>
                  <a:lnTo>
                    <a:pt x="616810" y="1881779"/>
                  </a:lnTo>
                  <a:lnTo>
                    <a:pt x="539176" y="1846123"/>
                  </a:lnTo>
                  <a:lnTo>
                    <a:pt x="461542" y="1809750"/>
                  </a:lnTo>
                  <a:lnTo>
                    <a:pt x="383908" y="1772644"/>
                  </a:lnTo>
                  <a:lnTo>
                    <a:pt x="306274" y="1734791"/>
                  </a:lnTo>
                  <a:lnTo>
                    <a:pt x="228640" y="1696176"/>
                  </a:lnTo>
                  <a:lnTo>
                    <a:pt x="151006" y="1656783"/>
                  </a:lnTo>
                  <a:lnTo>
                    <a:pt x="73372" y="1616598"/>
                  </a:lnTo>
                  <a:lnTo>
                    <a:pt x="0" y="15778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136819" y="1896563"/>
              <a:ext cx="5051670" cy="3340046"/>
            </a:xfrm>
            <a:custGeom>
              <a:avLst/>
              <a:pathLst>
                <a:path w="5051670" h="3340046">
                  <a:moveTo>
                    <a:pt x="0" y="0"/>
                  </a:moveTo>
                  <a:lnTo>
                    <a:pt x="5457" y="28042"/>
                  </a:lnTo>
                  <a:lnTo>
                    <a:pt x="83092" y="387378"/>
                  </a:lnTo>
                  <a:lnTo>
                    <a:pt x="160726" y="711090"/>
                  </a:lnTo>
                  <a:lnTo>
                    <a:pt x="238360" y="1002710"/>
                  </a:lnTo>
                  <a:lnTo>
                    <a:pt x="315994" y="1265419"/>
                  </a:lnTo>
                  <a:lnTo>
                    <a:pt x="393628" y="1502083"/>
                  </a:lnTo>
                  <a:lnTo>
                    <a:pt x="471262" y="1715286"/>
                  </a:lnTo>
                  <a:lnTo>
                    <a:pt x="548896" y="1907351"/>
                  </a:lnTo>
                  <a:lnTo>
                    <a:pt x="626530" y="2080376"/>
                  </a:lnTo>
                  <a:lnTo>
                    <a:pt x="704164" y="2236248"/>
                  </a:lnTo>
                  <a:lnTo>
                    <a:pt x="781798" y="2376666"/>
                  </a:lnTo>
                  <a:lnTo>
                    <a:pt x="859432" y="2503164"/>
                  </a:lnTo>
                  <a:lnTo>
                    <a:pt x="937066" y="2617121"/>
                  </a:lnTo>
                  <a:lnTo>
                    <a:pt x="1014700" y="2719781"/>
                  </a:lnTo>
                  <a:lnTo>
                    <a:pt x="1092334" y="2788638"/>
                  </a:lnTo>
                  <a:lnTo>
                    <a:pt x="1169968" y="2805691"/>
                  </a:lnTo>
                  <a:lnTo>
                    <a:pt x="1247602" y="2822407"/>
                  </a:lnTo>
                  <a:lnTo>
                    <a:pt x="1325236" y="2838794"/>
                  </a:lnTo>
                  <a:lnTo>
                    <a:pt x="1402870" y="2854857"/>
                  </a:lnTo>
                  <a:lnTo>
                    <a:pt x="1480504" y="2870603"/>
                  </a:lnTo>
                  <a:lnTo>
                    <a:pt x="1558138" y="2886038"/>
                  </a:lnTo>
                  <a:lnTo>
                    <a:pt x="1635772" y="2901169"/>
                  </a:lnTo>
                  <a:lnTo>
                    <a:pt x="1713406" y="2916001"/>
                  </a:lnTo>
                  <a:lnTo>
                    <a:pt x="1791041" y="2930540"/>
                  </a:lnTo>
                  <a:lnTo>
                    <a:pt x="1868675" y="2944792"/>
                  </a:lnTo>
                  <a:lnTo>
                    <a:pt x="1946309" y="2958763"/>
                  </a:lnTo>
                  <a:lnTo>
                    <a:pt x="2023943" y="2972459"/>
                  </a:lnTo>
                  <a:lnTo>
                    <a:pt x="2101577" y="2985884"/>
                  </a:lnTo>
                  <a:lnTo>
                    <a:pt x="2179211" y="2999043"/>
                  </a:lnTo>
                  <a:lnTo>
                    <a:pt x="2256845" y="3011944"/>
                  </a:lnTo>
                  <a:lnTo>
                    <a:pt x="2334479" y="3024589"/>
                  </a:lnTo>
                  <a:lnTo>
                    <a:pt x="2412113" y="3036985"/>
                  </a:lnTo>
                  <a:lnTo>
                    <a:pt x="2489747" y="3049137"/>
                  </a:lnTo>
                  <a:lnTo>
                    <a:pt x="2567381" y="3061048"/>
                  </a:lnTo>
                  <a:lnTo>
                    <a:pt x="2645015" y="3072725"/>
                  </a:lnTo>
                  <a:lnTo>
                    <a:pt x="2722649" y="3084171"/>
                  </a:lnTo>
                  <a:lnTo>
                    <a:pt x="2800283" y="3095391"/>
                  </a:lnTo>
                  <a:lnTo>
                    <a:pt x="2877917" y="3106389"/>
                  </a:lnTo>
                  <a:lnTo>
                    <a:pt x="2955551" y="3117171"/>
                  </a:lnTo>
                  <a:lnTo>
                    <a:pt x="3033185" y="3127739"/>
                  </a:lnTo>
                  <a:lnTo>
                    <a:pt x="3110819" y="3138100"/>
                  </a:lnTo>
                  <a:lnTo>
                    <a:pt x="3188453" y="3148255"/>
                  </a:lnTo>
                  <a:lnTo>
                    <a:pt x="3266087" y="3158210"/>
                  </a:lnTo>
                  <a:lnTo>
                    <a:pt x="3343721" y="3167969"/>
                  </a:lnTo>
                  <a:lnTo>
                    <a:pt x="3421355" y="3177535"/>
                  </a:lnTo>
                  <a:lnTo>
                    <a:pt x="3498990" y="3186912"/>
                  </a:lnTo>
                  <a:lnTo>
                    <a:pt x="3576624" y="3196105"/>
                  </a:lnTo>
                  <a:lnTo>
                    <a:pt x="3654258" y="3205115"/>
                  </a:lnTo>
                  <a:lnTo>
                    <a:pt x="3731892" y="3213948"/>
                  </a:lnTo>
                  <a:lnTo>
                    <a:pt x="3809526" y="3222607"/>
                  </a:lnTo>
                  <a:lnTo>
                    <a:pt x="3887160" y="3231095"/>
                  </a:lnTo>
                  <a:lnTo>
                    <a:pt x="3964794" y="3239415"/>
                  </a:lnTo>
                  <a:lnTo>
                    <a:pt x="4042428" y="3247571"/>
                  </a:lnTo>
                  <a:lnTo>
                    <a:pt x="4120062" y="3255566"/>
                  </a:lnTo>
                  <a:lnTo>
                    <a:pt x="4197696" y="3263403"/>
                  </a:lnTo>
                  <a:lnTo>
                    <a:pt x="4275330" y="3271085"/>
                  </a:lnTo>
                  <a:lnTo>
                    <a:pt x="4352964" y="3278616"/>
                  </a:lnTo>
                  <a:lnTo>
                    <a:pt x="4430598" y="3285999"/>
                  </a:lnTo>
                  <a:lnTo>
                    <a:pt x="4508232" y="3293235"/>
                  </a:lnTo>
                  <a:lnTo>
                    <a:pt x="4585866" y="3300329"/>
                  </a:lnTo>
                  <a:lnTo>
                    <a:pt x="4663500" y="3307283"/>
                  </a:lnTo>
                  <a:lnTo>
                    <a:pt x="4741134" y="3314099"/>
                  </a:lnTo>
                  <a:lnTo>
                    <a:pt x="4818768" y="3320781"/>
                  </a:lnTo>
                  <a:lnTo>
                    <a:pt x="4896402" y="3327331"/>
                  </a:lnTo>
                  <a:lnTo>
                    <a:pt x="4974036" y="3333752"/>
                  </a:lnTo>
                  <a:lnTo>
                    <a:pt x="5051670" y="33400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474416"/>
              <a:ext cx="7370972" cy="2070697"/>
            </a:xfrm>
            <a:custGeom>
              <a:avLst/>
              <a:pathLst>
                <a:path w="7370972" h="2070697">
                  <a:moveTo>
                    <a:pt x="7370972" y="2070697"/>
                  </a:moveTo>
                  <a:lnTo>
                    <a:pt x="7293338" y="2070246"/>
                  </a:lnTo>
                  <a:lnTo>
                    <a:pt x="7215704" y="2069746"/>
                  </a:lnTo>
                  <a:lnTo>
                    <a:pt x="7138070" y="2069191"/>
                  </a:lnTo>
                  <a:lnTo>
                    <a:pt x="7060436" y="2068575"/>
                  </a:lnTo>
                  <a:lnTo>
                    <a:pt x="6982802" y="2067891"/>
                  </a:lnTo>
                  <a:lnTo>
                    <a:pt x="6905168" y="2067132"/>
                  </a:lnTo>
                  <a:lnTo>
                    <a:pt x="6827534" y="2066289"/>
                  </a:lnTo>
                  <a:lnTo>
                    <a:pt x="6749900" y="2065354"/>
                  </a:lnTo>
                  <a:lnTo>
                    <a:pt x="6672266" y="2064316"/>
                  </a:lnTo>
                  <a:lnTo>
                    <a:pt x="6594632" y="2063163"/>
                  </a:lnTo>
                  <a:lnTo>
                    <a:pt x="6516998" y="2061883"/>
                  </a:lnTo>
                  <a:lnTo>
                    <a:pt x="6439364" y="2060463"/>
                  </a:lnTo>
                  <a:lnTo>
                    <a:pt x="6361730" y="2058886"/>
                  </a:lnTo>
                  <a:lnTo>
                    <a:pt x="6284096" y="2057136"/>
                  </a:lnTo>
                  <a:lnTo>
                    <a:pt x="6206462" y="2055194"/>
                  </a:lnTo>
                  <a:lnTo>
                    <a:pt x="6128827" y="2053037"/>
                  </a:lnTo>
                  <a:lnTo>
                    <a:pt x="6051193" y="2050643"/>
                  </a:lnTo>
                  <a:lnTo>
                    <a:pt x="5973559" y="2047986"/>
                  </a:lnTo>
                  <a:lnTo>
                    <a:pt x="5895925" y="2045036"/>
                  </a:lnTo>
                  <a:lnTo>
                    <a:pt x="5818291" y="2041762"/>
                  </a:lnTo>
                  <a:lnTo>
                    <a:pt x="5740657" y="2038127"/>
                  </a:lnTo>
                  <a:lnTo>
                    <a:pt x="5663023" y="2034093"/>
                  </a:lnTo>
                  <a:lnTo>
                    <a:pt x="5585389" y="2029614"/>
                  </a:lnTo>
                  <a:lnTo>
                    <a:pt x="5507755" y="2024642"/>
                  </a:lnTo>
                  <a:lnTo>
                    <a:pt x="5430121" y="2019124"/>
                  </a:lnTo>
                  <a:lnTo>
                    <a:pt x="5352487" y="2012998"/>
                  </a:lnTo>
                  <a:lnTo>
                    <a:pt x="5274853" y="2006198"/>
                  </a:lnTo>
                  <a:lnTo>
                    <a:pt x="5197219" y="1998649"/>
                  </a:lnTo>
                  <a:lnTo>
                    <a:pt x="5119585" y="1990270"/>
                  </a:lnTo>
                  <a:lnTo>
                    <a:pt x="5041951" y="1980969"/>
                  </a:lnTo>
                  <a:lnTo>
                    <a:pt x="4964317" y="1970644"/>
                  </a:lnTo>
                  <a:lnTo>
                    <a:pt x="4886683" y="1959183"/>
                  </a:lnTo>
                  <a:lnTo>
                    <a:pt x="4809049" y="1946461"/>
                  </a:lnTo>
                  <a:lnTo>
                    <a:pt x="4731415" y="1932339"/>
                  </a:lnTo>
                  <a:lnTo>
                    <a:pt x="4653781" y="1916662"/>
                  </a:lnTo>
                  <a:lnTo>
                    <a:pt x="4576147" y="1899260"/>
                  </a:lnTo>
                  <a:lnTo>
                    <a:pt x="4498513" y="1879944"/>
                  </a:lnTo>
                  <a:lnTo>
                    <a:pt x="4420879" y="1858501"/>
                  </a:lnTo>
                  <a:lnTo>
                    <a:pt x="4343244" y="1834699"/>
                  </a:lnTo>
                  <a:lnTo>
                    <a:pt x="4265610" y="1808278"/>
                  </a:lnTo>
                  <a:lnTo>
                    <a:pt x="4187976" y="1778949"/>
                  </a:lnTo>
                  <a:lnTo>
                    <a:pt x="4110342" y="1746392"/>
                  </a:lnTo>
                  <a:lnTo>
                    <a:pt x="4032708" y="1710252"/>
                  </a:lnTo>
                  <a:lnTo>
                    <a:pt x="3955074" y="1670136"/>
                  </a:lnTo>
                  <a:lnTo>
                    <a:pt x="3877440" y="1625605"/>
                  </a:lnTo>
                  <a:lnTo>
                    <a:pt x="3799806" y="1576173"/>
                  </a:lnTo>
                  <a:lnTo>
                    <a:pt x="3722172" y="1521301"/>
                  </a:lnTo>
                  <a:lnTo>
                    <a:pt x="3644538" y="1460391"/>
                  </a:lnTo>
                  <a:lnTo>
                    <a:pt x="3566904" y="1392777"/>
                  </a:lnTo>
                  <a:lnTo>
                    <a:pt x="3489270" y="1317723"/>
                  </a:lnTo>
                  <a:lnTo>
                    <a:pt x="3411636" y="1234409"/>
                  </a:lnTo>
                  <a:lnTo>
                    <a:pt x="3334002" y="1193388"/>
                  </a:lnTo>
                  <a:lnTo>
                    <a:pt x="3256368" y="1175641"/>
                  </a:lnTo>
                  <a:lnTo>
                    <a:pt x="3178734" y="1157537"/>
                  </a:lnTo>
                  <a:lnTo>
                    <a:pt x="3101100" y="1139069"/>
                  </a:lnTo>
                  <a:lnTo>
                    <a:pt x="3023466" y="1120229"/>
                  </a:lnTo>
                  <a:lnTo>
                    <a:pt x="2945832" y="1101009"/>
                  </a:lnTo>
                  <a:lnTo>
                    <a:pt x="2868198" y="1081402"/>
                  </a:lnTo>
                  <a:lnTo>
                    <a:pt x="2790564" y="1061401"/>
                  </a:lnTo>
                  <a:lnTo>
                    <a:pt x="2712930" y="1040997"/>
                  </a:lnTo>
                  <a:lnTo>
                    <a:pt x="2635295" y="1020182"/>
                  </a:lnTo>
                  <a:lnTo>
                    <a:pt x="2557661" y="998948"/>
                  </a:lnTo>
                  <a:lnTo>
                    <a:pt x="2480027" y="977286"/>
                  </a:lnTo>
                  <a:lnTo>
                    <a:pt x="2402393" y="955188"/>
                  </a:lnTo>
                  <a:lnTo>
                    <a:pt x="2324759" y="932645"/>
                  </a:lnTo>
                  <a:lnTo>
                    <a:pt x="2247125" y="909649"/>
                  </a:lnTo>
                  <a:lnTo>
                    <a:pt x="2169491" y="886189"/>
                  </a:lnTo>
                  <a:lnTo>
                    <a:pt x="2091857" y="862257"/>
                  </a:lnTo>
                  <a:lnTo>
                    <a:pt x="2014223" y="837843"/>
                  </a:lnTo>
                  <a:lnTo>
                    <a:pt x="1936589" y="812938"/>
                  </a:lnTo>
                  <a:lnTo>
                    <a:pt x="1858955" y="787531"/>
                  </a:lnTo>
                  <a:lnTo>
                    <a:pt x="1781321" y="761613"/>
                  </a:lnTo>
                  <a:lnTo>
                    <a:pt x="1703687" y="735173"/>
                  </a:lnTo>
                  <a:lnTo>
                    <a:pt x="1626053" y="708200"/>
                  </a:lnTo>
                  <a:lnTo>
                    <a:pt x="1548419" y="680684"/>
                  </a:lnTo>
                  <a:lnTo>
                    <a:pt x="1470785" y="652615"/>
                  </a:lnTo>
                  <a:lnTo>
                    <a:pt x="1393151" y="623980"/>
                  </a:lnTo>
                  <a:lnTo>
                    <a:pt x="1315517" y="594768"/>
                  </a:lnTo>
                  <a:lnTo>
                    <a:pt x="1237883" y="564969"/>
                  </a:lnTo>
                  <a:lnTo>
                    <a:pt x="1160249" y="534569"/>
                  </a:lnTo>
                  <a:lnTo>
                    <a:pt x="1082615" y="503557"/>
                  </a:lnTo>
                  <a:lnTo>
                    <a:pt x="1004981" y="471921"/>
                  </a:lnTo>
                  <a:lnTo>
                    <a:pt x="927346" y="439648"/>
                  </a:lnTo>
                  <a:lnTo>
                    <a:pt x="849712" y="406725"/>
                  </a:lnTo>
                  <a:lnTo>
                    <a:pt x="772078" y="373139"/>
                  </a:lnTo>
                  <a:lnTo>
                    <a:pt x="694444" y="338877"/>
                  </a:lnTo>
                  <a:lnTo>
                    <a:pt x="616810" y="303926"/>
                  </a:lnTo>
                  <a:lnTo>
                    <a:pt x="539176" y="268270"/>
                  </a:lnTo>
                  <a:lnTo>
                    <a:pt x="461542" y="231897"/>
                  </a:lnTo>
                  <a:lnTo>
                    <a:pt x="383908" y="194791"/>
                  </a:lnTo>
                  <a:lnTo>
                    <a:pt x="306274" y="156938"/>
                  </a:lnTo>
                  <a:lnTo>
                    <a:pt x="228640" y="118323"/>
                  </a:lnTo>
                  <a:lnTo>
                    <a:pt x="151006" y="78930"/>
                  </a:lnTo>
                  <a:lnTo>
                    <a:pt x="73372" y="387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412179" y="1896563"/>
              <a:ext cx="5776311" cy="3616873"/>
            </a:xfrm>
            <a:custGeom>
              <a:avLst/>
              <a:pathLst>
                <a:path w="5776311" h="3616873">
                  <a:moveTo>
                    <a:pt x="0" y="0"/>
                  </a:moveTo>
                  <a:lnTo>
                    <a:pt x="31391" y="92340"/>
                  </a:lnTo>
                  <a:lnTo>
                    <a:pt x="109025" y="306940"/>
                  </a:lnTo>
                  <a:lnTo>
                    <a:pt x="186659" y="508605"/>
                  </a:lnTo>
                  <a:lnTo>
                    <a:pt x="264293" y="698115"/>
                  </a:lnTo>
                  <a:lnTo>
                    <a:pt x="341927" y="876201"/>
                  </a:lnTo>
                  <a:lnTo>
                    <a:pt x="419561" y="1043554"/>
                  </a:lnTo>
                  <a:lnTo>
                    <a:pt x="497195" y="1200819"/>
                  </a:lnTo>
                  <a:lnTo>
                    <a:pt x="574830" y="1348604"/>
                  </a:lnTo>
                  <a:lnTo>
                    <a:pt x="652464" y="1487482"/>
                  </a:lnTo>
                  <a:lnTo>
                    <a:pt x="730098" y="1617989"/>
                  </a:lnTo>
                  <a:lnTo>
                    <a:pt x="807732" y="1740630"/>
                  </a:lnTo>
                  <a:lnTo>
                    <a:pt x="885366" y="1855878"/>
                  </a:lnTo>
                  <a:lnTo>
                    <a:pt x="963000" y="1964179"/>
                  </a:lnTo>
                  <a:lnTo>
                    <a:pt x="1040634" y="2065953"/>
                  </a:lnTo>
                  <a:lnTo>
                    <a:pt x="1118268" y="2161592"/>
                  </a:lnTo>
                  <a:lnTo>
                    <a:pt x="1195902" y="2251466"/>
                  </a:lnTo>
                  <a:lnTo>
                    <a:pt x="1273536" y="2335923"/>
                  </a:lnTo>
                  <a:lnTo>
                    <a:pt x="1351170" y="2415290"/>
                  </a:lnTo>
                  <a:lnTo>
                    <a:pt x="1428804" y="2489872"/>
                  </a:lnTo>
                  <a:lnTo>
                    <a:pt x="1506438" y="2559959"/>
                  </a:lnTo>
                  <a:lnTo>
                    <a:pt x="1584072" y="2625822"/>
                  </a:lnTo>
                  <a:lnTo>
                    <a:pt x="1661706" y="2687714"/>
                  </a:lnTo>
                  <a:lnTo>
                    <a:pt x="1739340" y="2745876"/>
                  </a:lnTo>
                  <a:lnTo>
                    <a:pt x="1816974" y="2800532"/>
                  </a:lnTo>
                  <a:lnTo>
                    <a:pt x="1894608" y="2851894"/>
                  </a:lnTo>
                  <a:lnTo>
                    <a:pt x="1972242" y="2900160"/>
                  </a:lnTo>
                  <a:lnTo>
                    <a:pt x="2049876" y="2945516"/>
                  </a:lnTo>
                  <a:lnTo>
                    <a:pt x="2127510" y="2988139"/>
                  </a:lnTo>
                  <a:lnTo>
                    <a:pt x="2205144" y="3028193"/>
                  </a:lnTo>
                  <a:lnTo>
                    <a:pt x="2282778" y="3065832"/>
                  </a:lnTo>
                  <a:lnTo>
                    <a:pt x="2360413" y="3101202"/>
                  </a:lnTo>
                  <a:lnTo>
                    <a:pt x="2438047" y="3134441"/>
                  </a:lnTo>
                  <a:lnTo>
                    <a:pt x="2515681" y="3165676"/>
                  </a:lnTo>
                  <a:lnTo>
                    <a:pt x="2593315" y="3195028"/>
                  </a:lnTo>
                  <a:lnTo>
                    <a:pt x="2670949" y="3222611"/>
                  </a:lnTo>
                  <a:lnTo>
                    <a:pt x="2748583" y="3248532"/>
                  </a:lnTo>
                  <a:lnTo>
                    <a:pt x="2826217" y="3272890"/>
                  </a:lnTo>
                  <a:lnTo>
                    <a:pt x="2903851" y="3295780"/>
                  </a:lnTo>
                  <a:lnTo>
                    <a:pt x="2981485" y="3317290"/>
                  </a:lnTo>
                  <a:lnTo>
                    <a:pt x="3059119" y="3337504"/>
                  </a:lnTo>
                  <a:lnTo>
                    <a:pt x="3136753" y="3356499"/>
                  </a:lnTo>
                  <a:lnTo>
                    <a:pt x="3214387" y="3374350"/>
                  </a:lnTo>
                  <a:lnTo>
                    <a:pt x="3292021" y="3391124"/>
                  </a:lnTo>
                  <a:lnTo>
                    <a:pt x="3369655" y="3406887"/>
                  </a:lnTo>
                  <a:lnTo>
                    <a:pt x="3447289" y="3421700"/>
                  </a:lnTo>
                  <a:lnTo>
                    <a:pt x="3524923" y="3435621"/>
                  </a:lnTo>
                  <a:lnTo>
                    <a:pt x="3602557" y="3448702"/>
                  </a:lnTo>
                  <a:lnTo>
                    <a:pt x="3680191" y="3460995"/>
                  </a:lnTo>
                  <a:lnTo>
                    <a:pt x="3757825" y="3472546"/>
                  </a:lnTo>
                  <a:lnTo>
                    <a:pt x="3835459" y="3483402"/>
                  </a:lnTo>
                  <a:lnTo>
                    <a:pt x="3913093" y="3493603"/>
                  </a:lnTo>
                  <a:lnTo>
                    <a:pt x="3990727" y="3503189"/>
                  </a:lnTo>
                  <a:lnTo>
                    <a:pt x="4068362" y="3512198"/>
                  </a:lnTo>
                  <a:lnTo>
                    <a:pt x="4145996" y="3520663"/>
                  </a:lnTo>
                  <a:lnTo>
                    <a:pt x="4223630" y="3528618"/>
                  </a:lnTo>
                  <a:lnTo>
                    <a:pt x="4301264" y="3536094"/>
                  </a:lnTo>
                  <a:lnTo>
                    <a:pt x="4378898" y="3543119"/>
                  </a:lnTo>
                  <a:lnTo>
                    <a:pt x="4456532" y="3549721"/>
                  </a:lnTo>
                  <a:lnTo>
                    <a:pt x="4534166" y="3555925"/>
                  </a:lnTo>
                  <a:lnTo>
                    <a:pt x="4611800" y="3561754"/>
                  </a:lnTo>
                  <a:lnTo>
                    <a:pt x="4689434" y="3567233"/>
                  </a:lnTo>
                  <a:lnTo>
                    <a:pt x="4767068" y="3572381"/>
                  </a:lnTo>
                  <a:lnTo>
                    <a:pt x="4844702" y="3577219"/>
                  </a:lnTo>
                  <a:lnTo>
                    <a:pt x="4922336" y="3581765"/>
                  </a:lnTo>
                  <a:lnTo>
                    <a:pt x="4999970" y="3586037"/>
                  </a:lnTo>
                  <a:lnTo>
                    <a:pt x="5077604" y="3590052"/>
                  </a:lnTo>
                  <a:lnTo>
                    <a:pt x="5155238" y="3593825"/>
                  </a:lnTo>
                  <a:lnTo>
                    <a:pt x="5232872" y="3597370"/>
                  </a:lnTo>
                  <a:lnTo>
                    <a:pt x="5310506" y="3600702"/>
                  </a:lnTo>
                  <a:lnTo>
                    <a:pt x="5388140" y="3603833"/>
                  </a:lnTo>
                  <a:lnTo>
                    <a:pt x="5465774" y="3606775"/>
                  </a:lnTo>
                  <a:lnTo>
                    <a:pt x="5543408" y="3609540"/>
                  </a:lnTo>
                  <a:lnTo>
                    <a:pt x="5621042" y="3612138"/>
                  </a:lnTo>
                  <a:lnTo>
                    <a:pt x="5698676" y="3614579"/>
                  </a:lnTo>
                  <a:lnTo>
                    <a:pt x="5776311" y="36168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036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2026-05-22T10:32:45Z</dcterms:modified>
  <cp:category/>
</cp:coreProperties>
</file>