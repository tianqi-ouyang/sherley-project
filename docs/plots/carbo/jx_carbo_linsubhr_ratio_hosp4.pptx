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3637"/>
            </a:xfrm>
            <a:custGeom>
              <a:avLst/>
              <a:pathLst>
                <a:path w="7370972" h="3623637">
                  <a:moveTo>
                    <a:pt x="1704559" y="0"/>
                  </a:moveTo>
                  <a:lnTo>
                    <a:pt x="1781321" y="231690"/>
                  </a:lnTo>
                  <a:lnTo>
                    <a:pt x="1858955" y="450991"/>
                  </a:lnTo>
                  <a:lnTo>
                    <a:pt x="1936589" y="656234"/>
                  </a:lnTo>
                  <a:lnTo>
                    <a:pt x="2014223" y="848319"/>
                  </a:lnTo>
                  <a:lnTo>
                    <a:pt x="2091857" y="1028091"/>
                  </a:lnTo>
                  <a:lnTo>
                    <a:pt x="2169491" y="1196339"/>
                  </a:lnTo>
                  <a:lnTo>
                    <a:pt x="2247125" y="1353801"/>
                  </a:lnTo>
                  <a:lnTo>
                    <a:pt x="2324759" y="1501169"/>
                  </a:lnTo>
                  <a:lnTo>
                    <a:pt x="2402393" y="1639090"/>
                  </a:lnTo>
                  <a:lnTo>
                    <a:pt x="2480027" y="1768169"/>
                  </a:lnTo>
                  <a:lnTo>
                    <a:pt x="2557661" y="1888974"/>
                  </a:lnTo>
                  <a:lnTo>
                    <a:pt x="2635295" y="2002035"/>
                  </a:lnTo>
                  <a:lnTo>
                    <a:pt x="2712930" y="2107847"/>
                  </a:lnTo>
                  <a:lnTo>
                    <a:pt x="2790564" y="2206877"/>
                  </a:lnTo>
                  <a:lnTo>
                    <a:pt x="2868198" y="2299558"/>
                  </a:lnTo>
                  <a:lnTo>
                    <a:pt x="2945832" y="2386298"/>
                  </a:lnTo>
                  <a:lnTo>
                    <a:pt x="3023466" y="2467477"/>
                  </a:lnTo>
                  <a:lnTo>
                    <a:pt x="3101100" y="2543453"/>
                  </a:lnTo>
                  <a:lnTo>
                    <a:pt x="3178734" y="2614558"/>
                  </a:lnTo>
                  <a:lnTo>
                    <a:pt x="3256368" y="2681105"/>
                  </a:lnTo>
                  <a:lnTo>
                    <a:pt x="3334002" y="2743385"/>
                  </a:lnTo>
                  <a:lnTo>
                    <a:pt x="3411636" y="2783680"/>
                  </a:lnTo>
                  <a:lnTo>
                    <a:pt x="3489270" y="2785853"/>
                  </a:lnTo>
                  <a:lnTo>
                    <a:pt x="3566904" y="2788019"/>
                  </a:lnTo>
                  <a:lnTo>
                    <a:pt x="3644538" y="2790181"/>
                  </a:lnTo>
                  <a:lnTo>
                    <a:pt x="3722172" y="2792337"/>
                  </a:lnTo>
                  <a:lnTo>
                    <a:pt x="3799806" y="2794487"/>
                  </a:lnTo>
                  <a:lnTo>
                    <a:pt x="3877440" y="2796632"/>
                  </a:lnTo>
                  <a:lnTo>
                    <a:pt x="3955074" y="2798772"/>
                  </a:lnTo>
                  <a:lnTo>
                    <a:pt x="4032708" y="2800906"/>
                  </a:lnTo>
                  <a:lnTo>
                    <a:pt x="4110342" y="2803036"/>
                  </a:lnTo>
                  <a:lnTo>
                    <a:pt x="4187976" y="2805159"/>
                  </a:lnTo>
                  <a:lnTo>
                    <a:pt x="4265610" y="2807278"/>
                  </a:lnTo>
                  <a:lnTo>
                    <a:pt x="4343244" y="2809391"/>
                  </a:lnTo>
                  <a:lnTo>
                    <a:pt x="4420879" y="2811499"/>
                  </a:lnTo>
                  <a:lnTo>
                    <a:pt x="4498513" y="2813602"/>
                  </a:lnTo>
                  <a:lnTo>
                    <a:pt x="4576147" y="2815699"/>
                  </a:lnTo>
                  <a:lnTo>
                    <a:pt x="4653781" y="2817791"/>
                  </a:lnTo>
                  <a:lnTo>
                    <a:pt x="4731415" y="2819878"/>
                  </a:lnTo>
                  <a:lnTo>
                    <a:pt x="4809049" y="2821960"/>
                  </a:lnTo>
                  <a:lnTo>
                    <a:pt x="4886683" y="2824036"/>
                  </a:lnTo>
                  <a:lnTo>
                    <a:pt x="4964317" y="2826108"/>
                  </a:lnTo>
                  <a:lnTo>
                    <a:pt x="5041951" y="2828174"/>
                  </a:lnTo>
                  <a:lnTo>
                    <a:pt x="5119585" y="2830235"/>
                  </a:lnTo>
                  <a:lnTo>
                    <a:pt x="5197219" y="2832290"/>
                  </a:lnTo>
                  <a:lnTo>
                    <a:pt x="5274853" y="2834341"/>
                  </a:lnTo>
                  <a:lnTo>
                    <a:pt x="5352487" y="2836387"/>
                  </a:lnTo>
                  <a:lnTo>
                    <a:pt x="5430121" y="2838427"/>
                  </a:lnTo>
                  <a:lnTo>
                    <a:pt x="5507755" y="2840462"/>
                  </a:lnTo>
                  <a:lnTo>
                    <a:pt x="5585389" y="2842493"/>
                  </a:lnTo>
                  <a:lnTo>
                    <a:pt x="5663023" y="2844518"/>
                  </a:lnTo>
                  <a:lnTo>
                    <a:pt x="5740657" y="2846538"/>
                  </a:lnTo>
                  <a:lnTo>
                    <a:pt x="5818291" y="2848553"/>
                  </a:lnTo>
                  <a:lnTo>
                    <a:pt x="5895925" y="2850563"/>
                  </a:lnTo>
                  <a:lnTo>
                    <a:pt x="5973559" y="2852568"/>
                  </a:lnTo>
                  <a:lnTo>
                    <a:pt x="6051193" y="2854568"/>
                  </a:lnTo>
                  <a:lnTo>
                    <a:pt x="6128827" y="2856563"/>
                  </a:lnTo>
                  <a:lnTo>
                    <a:pt x="6206462" y="2858553"/>
                  </a:lnTo>
                  <a:lnTo>
                    <a:pt x="6284096" y="2860538"/>
                  </a:lnTo>
                  <a:lnTo>
                    <a:pt x="6361730" y="2862518"/>
                  </a:lnTo>
                  <a:lnTo>
                    <a:pt x="6439364" y="2864493"/>
                  </a:lnTo>
                  <a:lnTo>
                    <a:pt x="6516998" y="2866463"/>
                  </a:lnTo>
                  <a:lnTo>
                    <a:pt x="6594632" y="2868428"/>
                  </a:lnTo>
                  <a:lnTo>
                    <a:pt x="6672266" y="2870389"/>
                  </a:lnTo>
                  <a:lnTo>
                    <a:pt x="6749900" y="2872344"/>
                  </a:lnTo>
                  <a:lnTo>
                    <a:pt x="6827534" y="2874295"/>
                  </a:lnTo>
                  <a:lnTo>
                    <a:pt x="6905168" y="2876240"/>
                  </a:lnTo>
                  <a:lnTo>
                    <a:pt x="6982802" y="2878181"/>
                  </a:lnTo>
                  <a:lnTo>
                    <a:pt x="7060436" y="2880117"/>
                  </a:lnTo>
                  <a:lnTo>
                    <a:pt x="7138070" y="2882048"/>
                  </a:lnTo>
                  <a:lnTo>
                    <a:pt x="7215704" y="2883975"/>
                  </a:lnTo>
                  <a:lnTo>
                    <a:pt x="7293338" y="2885896"/>
                  </a:lnTo>
                  <a:lnTo>
                    <a:pt x="7370972" y="2887813"/>
                  </a:lnTo>
                  <a:lnTo>
                    <a:pt x="7370972" y="3623637"/>
                  </a:lnTo>
                  <a:lnTo>
                    <a:pt x="7293338" y="3621650"/>
                  </a:lnTo>
                  <a:lnTo>
                    <a:pt x="7215704" y="3619527"/>
                  </a:lnTo>
                  <a:lnTo>
                    <a:pt x="7138070" y="3617259"/>
                  </a:lnTo>
                  <a:lnTo>
                    <a:pt x="7060436" y="3614835"/>
                  </a:lnTo>
                  <a:lnTo>
                    <a:pt x="6982802" y="3612246"/>
                  </a:lnTo>
                  <a:lnTo>
                    <a:pt x="6905168" y="3609479"/>
                  </a:lnTo>
                  <a:lnTo>
                    <a:pt x="6827534" y="3606522"/>
                  </a:lnTo>
                  <a:lnTo>
                    <a:pt x="6749900" y="3603363"/>
                  </a:lnTo>
                  <a:lnTo>
                    <a:pt x="6672266" y="3599987"/>
                  </a:lnTo>
                  <a:lnTo>
                    <a:pt x="6594632" y="3596381"/>
                  </a:lnTo>
                  <a:lnTo>
                    <a:pt x="6516998" y="3592527"/>
                  </a:lnTo>
                  <a:lnTo>
                    <a:pt x="6439364" y="3588409"/>
                  </a:lnTo>
                  <a:lnTo>
                    <a:pt x="6361730" y="3584009"/>
                  </a:lnTo>
                  <a:lnTo>
                    <a:pt x="6284096" y="3579308"/>
                  </a:lnTo>
                  <a:lnTo>
                    <a:pt x="6206462" y="3574285"/>
                  </a:lnTo>
                  <a:lnTo>
                    <a:pt x="6128827" y="3568918"/>
                  </a:lnTo>
                  <a:lnTo>
                    <a:pt x="6051193" y="3563183"/>
                  </a:lnTo>
                  <a:lnTo>
                    <a:pt x="5973559" y="3557055"/>
                  </a:lnTo>
                  <a:lnTo>
                    <a:pt x="5895925" y="3550507"/>
                  </a:lnTo>
                  <a:lnTo>
                    <a:pt x="5818291" y="3543512"/>
                  </a:lnTo>
                  <a:lnTo>
                    <a:pt x="5740657" y="3536036"/>
                  </a:lnTo>
                  <a:lnTo>
                    <a:pt x="5663023" y="3528049"/>
                  </a:lnTo>
                  <a:lnTo>
                    <a:pt x="5585389" y="3519515"/>
                  </a:lnTo>
                  <a:lnTo>
                    <a:pt x="5507755" y="3510396"/>
                  </a:lnTo>
                  <a:lnTo>
                    <a:pt x="5430121" y="3500653"/>
                  </a:lnTo>
                  <a:lnTo>
                    <a:pt x="5352487" y="3490242"/>
                  </a:lnTo>
                  <a:lnTo>
                    <a:pt x="5274853" y="3479118"/>
                  </a:lnTo>
                  <a:lnTo>
                    <a:pt x="5197219" y="3467232"/>
                  </a:lnTo>
                  <a:lnTo>
                    <a:pt x="5119585" y="3454533"/>
                  </a:lnTo>
                  <a:lnTo>
                    <a:pt x="5041951" y="3440963"/>
                  </a:lnTo>
                  <a:lnTo>
                    <a:pt x="4964317" y="3426463"/>
                  </a:lnTo>
                  <a:lnTo>
                    <a:pt x="4886683" y="3410971"/>
                  </a:lnTo>
                  <a:lnTo>
                    <a:pt x="4809049" y="3394417"/>
                  </a:lnTo>
                  <a:lnTo>
                    <a:pt x="4731415" y="3376730"/>
                  </a:lnTo>
                  <a:lnTo>
                    <a:pt x="4653781" y="3357831"/>
                  </a:lnTo>
                  <a:lnTo>
                    <a:pt x="4576147" y="3337637"/>
                  </a:lnTo>
                  <a:lnTo>
                    <a:pt x="4498513" y="3316060"/>
                  </a:lnTo>
                  <a:lnTo>
                    <a:pt x="4420879" y="3293006"/>
                  </a:lnTo>
                  <a:lnTo>
                    <a:pt x="4343244" y="3268372"/>
                  </a:lnTo>
                  <a:lnTo>
                    <a:pt x="4265610" y="3242051"/>
                  </a:lnTo>
                  <a:lnTo>
                    <a:pt x="4187976" y="3213927"/>
                  </a:lnTo>
                  <a:lnTo>
                    <a:pt x="4110342" y="3183876"/>
                  </a:lnTo>
                  <a:lnTo>
                    <a:pt x="4032708" y="3151767"/>
                  </a:lnTo>
                  <a:lnTo>
                    <a:pt x="3955074" y="3117459"/>
                  </a:lnTo>
                  <a:lnTo>
                    <a:pt x="3877440" y="3080801"/>
                  </a:lnTo>
                  <a:lnTo>
                    <a:pt x="3799806" y="3041632"/>
                  </a:lnTo>
                  <a:lnTo>
                    <a:pt x="3722172" y="2999780"/>
                  </a:lnTo>
                  <a:lnTo>
                    <a:pt x="3644538" y="2955062"/>
                  </a:lnTo>
                  <a:lnTo>
                    <a:pt x="3566904" y="2907280"/>
                  </a:lnTo>
                  <a:lnTo>
                    <a:pt x="3489270" y="2856225"/>
                  </a:lnTo>
                  <a:lnTo>
                    <a:pt x="3411636" y="2801674"/>
                  </a:lnTo>
                  <a:lnTo>
                    <a:pt x="3334002" y="2781503"/>
                  </a:lnTo>
                  <a:lnTo>
                    <a:pt x="3256368" y="2779320"/>
                  </a:lnTo>
                  <a:lnTo>
                    <a:pt x="3178734" y="2777131"/>
                  </a:lnTo>
                  <a:lnTo>
                    <a:pt x="3101100" y="2774937"/>
                  </a:lnTo>
                  <a:lnTo>
                    <a:pt x="3023466" y="2772738"/>
                  </a:lnTo>
                  <a:lnTo>
                    <a:pt x="2945832" y="2770532"/>
                  </a:lnTo>
                  <a:lnTo>
                    <a:pt x="2868198" y="2768322"/>
                  </a:lnTo>
                  <a:lnTo>
                    <a:pt x="2790564" y="2766106"/>
                  </a:lnTo>
                  <a:lnTo>
                    <a:pt x="2712930" y="2763884"/>
                  </a:lnTo>
                  <a:lnTo>
                    <a:pt x="2635295" y="2761657"/>
                  </a:lnTo>
                  <a:lnTo>
                    <a:pt x="2557661" y="2759424"/>
                  </a:lnTo>
                  <a:lnTo>
                    <a:pt x="2480027" y="2757186"/>
                  </a:lnTo>
                  <a:lnTo>
                    <a:pt x="2402393" y="2754942"/>
                  </a:lnTo>
                  <a:lnTo>
                    <a:pt x="2324759" y="2752692"/>
                  </a:lnTo>
                  <a:lnTo>
                    <a:pt x="2247125" y="2750437"/>
                  </a:lnTo>
                  <a:lnTo>
                    <a:pt x="2169491" y="2748176"/>
                  </a:lnTo>
                  <a:lnTo>
                    <a:pt x="2091857" y="2745909"/>
                  </a:lnTo>
                  <a:lnTo>
                    <a:pt x="2014223" y="2743637"/>
                  </a:lnTo>
                  <a:lnTo>
                    <a:pt x="1936589" y="2741359"/>
                  </a:lnTo>
                  <a:lnTo>
                    <a:pt x="1858955" y="2739075"/>
                  </a:lnTo>
                  <a:lnTo>
                    <a:pt x="1781321" y="2736786"/>
                  </a:lnTo>
                  <a:lnTo>
                    <a:pt x="1703687" y="2734491"/>
                  </a:lnTo>
                  <a:lnTo>
                    <a:pt x="1626053" y="2732190"/>
                  </a:lnTo>
                  <a:lnTo>
                    <a:pt x="1548419" y="2729883"/>
                  </a:lnTo>
                  <a:lnTo>
                    <a:pt x="1470785" y="2727571"/>
                  </a:lnTo>
                  <a:lnTo>
                    <a:pt x="1393151" y="2725253"/>
                  </a:lnTo>
                  <a:lnTo>
                    <a:pt x="1315517" y="2722928"/>
                  </a:lnTo>
                  <a:lnTo>
                    <a:pt x="1237883" y="2720599"/>
                  </a:lnTo>
                  <a:lnTo>
                    <a:pt x="1160249" y="2718263"/>
                  </a:lnTo>
                  <a:lnTo>
                    <a:pt x="1082615" y="2715921"/>
                  </a:lnTo>
                  <a:lnTo>
                    <a:pt x="1004981" y="2713574"/>
                  </a:lnTo>
                  <a:lnTo>
                    <a:pt x="927346" y="2711221"/>
                  </a:lnTo>
                  <a:lnTo>
                    <a:pt x="849712" y="2708861"/>
                  </a:lnTo>
                  <a:lnTo>
                    <a:pt x="772078" y="2706496"/>
                  </a:lnTo>
                  <a:lnTo>
                    <a:pt x="694444" y="2704125"/>
                  </a:lnTo>
                  <a:lnTo>
                    <a:pt x="616810" y="2701748"/>
                  </a:lnTo>
                  <a:lnTo>
                    <a:pt x="539176" y="2699365"/>
                  </a:lnTo>
                  <a:lnTo>
                    <a:pt x="461542" y="2696976"/>
                  </a:lnTo>
                  <a:lnTo>
                    <a:pt x="383908" y="2694582"/>
                  </a:lnTo>
                  <a:lnTo>
                    <a:pt x="306274" y="2692181"/>
                  </a:lnTo>
                  <a:lnTo>
                    <a:pt x="228640" y="2689774"/>
                  </a:lnTo>
                  <a:lnTo>
                    <a:pt x="151006" y="2687361"/>
                  </a:lnTo>
                  <a:lnTo>
                    <a:pt x="73372" y="2684942"/>
                  </a:lnTo>
                  <a:lnTo>
                    <a:pt x="0" y="26826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2077" y="1896563"/>
              <a:ext cx="5666413" cy="2887813"/>
            </a:xfrm>
            <a:custGeom>
              <a:avLst/>
              <a:pathLst>
                <a:path w="5666413" h="2887813">
                  <a:moveTo>
                    <a:pt x="0" y="0"/>
                  </a:moveTo>
                  <a:lnTo>
                    <a:pt x="76761" y="231690"/>
                  </a:lnTo>
                  <a:lnTo>
                    <a:pt x="154396" y="450991"/>
                  </a:lnTo>
                  <a:lnTo>
                    <a:pt x="232030" y="656234"/>
                  </a:lnTo>
                  <a:lnTo>
                    <a:pt x="309664" y="848319"/>
                  </a:lnTo>
                  <a:lnTo>
                    <a:pt x="387298" y="1028091"/>
                  </a:lnTo>
                  <a:lnTo>
                    <a:pt x="464932" y="1196339"/>
                  </a:lnTo>
                  <a:lnTo>
                    <a:pt x="542566" y="1353801"/>
                  </a:lnTo>
                  <a:lnTo>
                    <a:pt x="620200" y="1501169"/>
                  </a:lnTo>
                  <a:lnTo>
                    <a:pt x="697834" y="1639090"/>
                  </a:lnTo>
                  <a:lnTo>
                    <a:pt x="775468" y="1768169"/>
                  </a:lnTo>
                  <a:lnTo>
                    <a:pt x="853102" y="1888974"/>
                  </a:lnTo>
                  <a:lnTo>
                    <a:pt x="930736" y="2002035"/>
                  </a:lnTo>
                  <a:lnTo>
                    <a:pt x="1008370" y="2107847"/>
                  </a:lnTo>
                  <a:lnTo>
                    <a:pt x="1086004" y="2206877"/>
                  </a:lnTo>
                  <a:lnTo>
                    <a:pt x="1163638" y="2299558"/>
                  </a:lnTo>
                  <a:lnTo>
                    <a:pt x="1241272" y="2386298"/>
                  </a:lnTo>
                  <a:lnTo>
                    <a:pt x="1318906" y="2467477"/>
                  </a:lnTo>
                  <a:lnTo>
                    <a:pt x="1396540" y="2543453"/>
                  </a:lnTo>
                  <a:lnTo>
                    <a:pt x="1474174" y="2614558"/>
                  </a:lnTo>
                  <a:lnTo>
                    <a:pt x="1551808" y="2681105"/>
                  </a:lnTo>
                  <a:lnTo>
                    <a:pt x="1629442" y="2743385"/>
                  </a:lnTo>
                  <a:lnTo>
                    <a:pt x="1707076" y="2783680"/>
                  </a:lnTo>
                  <a:lnTo>
                    <a:pt x="1784710" y="2785853"/>
                  </a:lnTo>
                  <a:lnTo>
                    <a:pt x="1862345" y="2788019"/>
                  </a:lnTo>
                  <a:lnTo>
                    <a:pt x="1939979" y="2790181"/>
                  </a:lnTo>
                  <a:lnTo>
                    <a:pt x="2017613" y="2792337"/>
                  </a:lnTo>
                  <a:lnTo>
                    <a:pt x="2095247" y="2794487"/>
                  </a:lnTo>
                  <a:lnTo>
                    <a:pt x="2172881" y="2796632"/>
                  </a:lnTo>
                  <a:lnTo>
                    <a:pt x="2250515" y="2798772"/>
                  </a:lnTo>
                  <a:lnTo>
                    <a:pt x="2328149" y="2800906"/>
                  </a:lnTo>
                  <a:lnTo>
                    <a:pt x="2405783" y="2803036"/>
                  </a:lnTo>
                  <a:lnTo>
                    <a:pt x="2483417" y="2805159"/>
                  </a:lnTo>
                  <a:lnTo>
                    <a:pt x="2561051" y="2807278"/>
                  </a:lnTo>
                  <a:lnTo>
                    <a:pt x="2638685" y="2809391"/>
                  </a:lnTo>
                  <a:lnTo>
                    <a:pt x="2716319" y="2811499"/>
                  </a:lnTo>
                  <a:lnTo>
                    <a:pt x="2793953" y="2813602"/>
                  </a:lnTo>
                  <a:lnTo>
                    <a:pt x="2871587" y="2815699"/>
                  </a:lnTo>
                  <a:lnTo>
                    <a:pt x="2949221" y="2817791"/>
                  </a:lnTo>
                  <a:lnTo>
                    <a:pt x="3026855" y="2819878"/>
                  </a:lnTo>
                  <a:lnTo>
                    <a:pt x="3104489" y="2821960"/>
                  </a:lnTo>
                  <a:lnTo>
                    <a:pt x="3182123" y="2824036"/>
                  </a:lnTo>
                  <a:lnTo>
                    <a:pt x="3259757" y="2826108"/>
                  </a:lnTo>
                  <a:lnTo>
                    <a:pt x="3337391" y="2828174"/>
                  </a:lnTo>
                  <a:lnTo>
                    <a:pt x="3415025" y="2830235"/>
                  </a:lnTo>
                  <a:lnTo>
                    <a:pt x="3492659" y="2832290"/>
                  </a:lnTo>
                  <a:lnTo>
                    <a:pt x="3570294" y="2834341"/>
                  </a:lnTo>
                  <a:lnTo>
                    <a:pt x="3647928" y="2836387"/>
                  </a:lnTo>
                  <a:lnTo>
                    <a:pt x="3725562" y="2838427"/>
                  </a:lnTo>
                  <a:lnTo>
                    <a:pt x="3803196" y="2840462"/>
                  </a:lnTo>
                  <a:lnTo>
                    <a:pt x="3880830" y="2842493"/>
                  </a:lnTo>
                  <a:lnTo>
                    <a:pt x="3958464" y="2844518"/>
                  </a:lnTo>
                  <a:lnTo>
                    <a:pt x="4036098" y="2846538"/>
                  </a:lnTo>
                  <a:lnTo>
                    <a:pt x="4113732" y="2848553"/>
                  </a:lnTo>
                  <a:lnTo>
                    <a:pt x="4191366" y="2850563"/>
                  </a:lnTo>
                  <a:lnTo>
                    <a:pt x="4269000" y="2852568"/>
                  </a:lnTo>
                  <a:lnTo>
                    <a:pt x="4346634" y="2854568"/>
                  </a:lnTo>
                  <a:lnTo>
                    <a:pt x="4424268" y="2856563"/>
                  </a:lnTo>
                  <a:lnTo>
                    <a:pt x="4501902" y="2858553"/>
                  </a:lnTo>
                  <a:lnTo>
                    <a:pt x="4579536" y="2860538"/>
                  </a:lnTo>
                  <a:lnTo>
                    <a:pt x="4657170" y="2862518"/>
                  </a:lnTo>
                  <a:lnTo>
                    <a:pt x="4734804" y="2864493"/>
                  </a:lnTo>
                  <a:lnTo>
                    <a:pt x="4812438" y="2866463"/>
                  </a:lnTo>
                  <a:lnTo>
                    <a:pt x="4890072" y="2868428"/>
                  </a:lnTo>
                  <a:lnTo>
                    <a:pt x="4967706" y="2870389"/>
                  </a:lnTo>
                  <a:lnTo>
                    <a:pt x="5045340" y="2872344"/>
                  </a:lnTo>
                  <a:lnTo>
                    <a:pt x="5122974" y="2874295"/>
                  </a:lnTo>
                  <a:lnTo>
                    <a:pt x="5200608" y="2876240"/>
                  </a:lnTo>
                  <a:lnTo>
                    <a:pt x="5278243" y="2878181"/>
                  </a:lnTo>
                  <a:lnTo>
                    <a:pt x="5355877" y="2880117"/>
                  </a:lnTo>
                  <a:lnTo>
                    <a:pt x="5433511" y="2882048"/>
                  </a:lnTo>
                  <a:lnTo>
                    <a:pt x="5511145" y="2883975"/>
                  </a:lnTo>
                  <a:lnTo>
                    <a:pt x="5588779" y="2885896"/>
                  </a:lnTo>
                  <a:lnTo>
                    <a:pt x="5666413" y="2887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79213"/>
              <a:ext cx="7370972" cy="940987"/>
            </a:xfrm>
            <a:custGeom>
              <a:avLst/>
              <a:pathLst>
                <a:path w="7370972" h="940987">
                  <a:moveTo>
                    <a:pt x="7370972" y="940987"/>
                  </a:moveTo>
                  <a:lnTo>
                    <a:pt x="7293338" y="939000"/>
                  </a:lnTo>
                  <a:lnTo>
                    <a:pt x="7215704" y="936877"/>
                  </a:lnTo>
                  <a:lnTo>
                    <a:pt x="7138070" y="934609"/>
                  </a:lnTo>
                  <a:lnTo>
                    <a:pt x="7060436" y="932185"/>
                  </a:lnTo>
                  <a:lnTo>
                    <a:pt x="6982802" y="929595"/>
                  </a:lnTo>
                  <a:lnTo>
                    <a:pt x="6905168" y="926828"/>
                  </a:lnTo>
                  <a:lnTo>
                    <a:pt x="6827534" y="923872"/>
                  </a:lnTo>
                  <a:lnTo>
                    <a:pt x="6749900" y="920713"/>
                  </a:lnTo>
                  <a:lnTo>
                    <a:pt x="6672266" y="917337"/>
                  </a:lnTo>
                  <a:lnTo>
                    <a:pt x="6594632" y="913730"/>
                  </a:lnTo>
                  <a:lnTo>
                    <a:pt x="6516998" y="909876"/>
                  </a:lnTo>
                  <a:lnTo>
                    <a:pt x="6439364" y="905759"/>
                  </a:lnTo>
                  <a:lnTo>
                    <a:pt x="6361730" y="901359"/>
                  </a:lnTo>
                  <a:lnTo>
                    <a:pt x="6284096" y="896658"/>
                  </a:lnTo>
                  <a:lnTo>
                    <a:pt x="6206462" y="891635"/>
                  </a:lnTo>
                  <a:lnTo>
                    <a:pt x="6128827" y="886267"/>
                  </a:lnTo>
                  <a:lnTo>
                    <a:pt x="6051193" y="880532"/>
                  </a:lnTo>
                  <a:lnTo>
                    <a:pt x="5973559" y="874405"/>
                  </a:lnTo>
                  <a:lnTo>
                    <a:pt x="5895925" y="867857"/>
                  </a:lnTo>
                  <a:lnTo>
                    <a:pt x="5818291" y="860861"/>
                  </a:lnTo>
                  <a:lnTo>
                    <a:pt x="5740657" y="853386"/>
                  </a:lnTo>
                  <a:lnTo>
                    <a:pt x="5663023" y="845399"/>
                  </a:lnTo>
                  <a:lnTo>
                    <a:pt x="5585389" y="836865"/>
                  </a:lnTo>
                  <a:lnTo>
                    <a:pt x="5507755" y="827746"/>
                  </a:lnTo>
                  <a:lnTo>
                    <a:pt x="5430121" y="818003"/>
                  </a:lnTo>
                  <a:lnTo>
                    <a:pt x="5352487" y="807592"/>
                  </a:lnTo>
                  <a:lnTo>
                    <a:pt x="5274853" y="796468"/>
                  </a:lnTo>
                  <a:lnTo>
                    <a:pt x="5197219" y="784582"/>
                  </a:lnTo>
                  <a:lnTo>
                    <a:pt x="5119585" y="771882"/>
                  </a:lnTo>
                  <a:lnTo>
                    <a:pt x="5041951" y="758312"/>
                  </a:lnTo>
                  <a:lnTo>
                    <a:pt x="4964317" y="743813"/>
                  </a:lnTo>
                  <a:lnTo>
                    <a:pt x="4886683" y="728321"/>
                  </a:lnTo>
                  <a:lnTo>
                    <a:pt x="4809049" y="711767"/>
                  </a:lnTo>
                  <a:lnTo>
                    <a:pt x="4731415" y="694079"/>
                  </a:lnTo>
                  <a:lnTo>
                    <a:pt x="4653781" y="675180"/>
                  </a:lnTo>
                  <a:lnTo>
                    <a:pt x="4576147" y="654987"/>
                  </a:lnTo>
                  <a:lnTo>
                    <a:pt x="4498513" y="633410"/>
                  </a:lnTo>
                  <a:lnTo>
                    <a:pt x="4420879" y="610355"/>
                  </a:lnTo>
                  <a:lnTo>
                    <a:pt x="4343244" y="585722"/>
                  </a:lnTo>
                  <a:lnTo>
                    <a:pt x="4265610" y="559400"/>
                  </a:lnTo>
                  <a:lnTo>
                    <a:pt x="4187976" y="531276"/>
                  </a:lnTo>
                  <a:lnTo>
                    <a:pt x="4110342" y="501226"/>
                  </a:lnTo>
                  <a:lnTo>
                    <a:pt x="4032708" y="469117"/>
                  </a:lnTo>
                  <a:lnTo>
                    <a:pt x="3955074" y="434809"/>
                  </a:lnTo>
                  <a:lnTo>
                    <a:pt x="3877440" y="398151"/>
                  </a:lnTo>
                  <a:lnTo>
                    <a:pt x="3799806" y="358982"/>
                  </a:lnTo>
                  <a:lnTo>
                    <a:pt x="3722172" y="317130"/>
                  </a:lnTo>
                  <a:lnTo>
                    <a:pt x="3644538" y="272411"/>
                  </a:lnTo>
                  <a:lnTo>
                    <a:pt x="3566904" y="224629"/>
                  </a:lnTo>
                  <a:lnTo>
                    <a:pt x="3489270" y="173575"/>
                  </a:lnTo>
                  <a:lnTo>
                    <a:pt x="3411636" y="119023"/>
                  </a:lnTo>
                  <a:lnTo>
                    <a:pt x="3334002" y="98852"/>
                  </a:lnTo>
                  <a:lnTo>
                    <a:pt x="3256368" y="96669"/>
                  </a:lnTo>
                  <a:lnTo>
                    <a:pt x="3178734" y="94481"/>
                  </a:lnTo>
                  <a:lnTo>
                    <a:pt x="3101100" y="92287"/>
                  </a:lnTo>
                  <a:lnTo>
                    <a:pt x="3023466" y="90087"/>
                  </a:lnTo>
                  <a:lnTo>
                    <a:pt x="2945832" y="87882"/>
                  </a:lnTo>
                  <a:lnTo>
                    <a:pt x="2868198" y="85672"/>
                  </a:lnTo>
                  <a:lnTo>
                    <a:pt x="2790564" y="83456"/>
                  </a:lnTo>
                  <a:lnTo>
                    <a:pt x="2712930" y="81234"/>
                  </a:lnTo>
                  <a:lnTo>
                    <a:pt x="2635295" y="79007"/>
                  </a:lnTo>
                  <a:lnTo>
                    <a:pt x="2557661" y="76774"/>
                  </a:lnTo>
                  <a:lnTo>
                    <a:pt x="2480027" y="74535"/>
                  </a:lnTo>
                  <a:lnTo>
                    <a:pt x="2402393" y="72291"/>
                  </a:lnTo>
                  <a:lnTo>
                    <a:pt x="2324759" y="70042"/>
                  </a:lnTo>
                  <a:lnTo>
                    <a:pt x="2247125" y="67786"/>
                  </a:lnTo>
                  <a:lnTo>
                    <a:pt x="2169491" y="65526"/>
                  </a:lnTo>
                  <a:lnTo>
                    <a:pt x="2091857" y="63259"/>
                  </a:lnTo>
                  <a:lnTo>
                    <a:pt x="2014223" y="60987"/>
                  </a:lnTo>
                  <a:lnTo>
                    <a:pt x="1936589" y="58709"/>
                  </a:lnTo>
                  <a:lnTo>
                    <a:pt x="1858955" y="56425"/>
                  </a:lnTo>
                  <a:lnTo>
                    <a:pt x="1781321" y="54136"/>
                  </a:lnTo>
                  <a:lnTo>
                    <a:pt x="1703687" y="51840"/>
                  </a:lnTo>
                  <a:lnTo>
                    <a:pt x="1626053" y="49540"/>
                  </a:lnTo>
                  <a:lnTo>
                    <a:pt x="1548419" y="47233"/>
                  </a:lnTo>
                  <a:lnTo>
                    <a:pt x="1470785" y="44920"/>
                  </a:lnTo>
                  <a:lnTo>
                    <a:pt x="1393151" y="42602"/>
                  </a:lnTo>
                  <a:lnTo>
                    <a:pt x="1315517" y="40278"/>
                  </a:lnTo>
                  <a:lnTo>
                    <a:pt x="1237883" y="37948"/>
                  </a:lnTo>
                  <a:lnTo>
                    <a:pt x="1160249" y="35613"/>
                  </a:lnTo>
                  <a:lnTo>
                    <a:pt x="1082615" y="33271"/>
                  </a:lnTo>
                  <a:lnTo>
                    <a:pt x="1004981" y="30924"/>
                  </a:lnTo>
                  <a:lnTo>
                    <a:pt x="927346" y="28570"/>
                  </a:lnTo>
                  <a:lnTo>
                    <a:pt x="849712" y="26211"/>
                  </a:lnTo>
                  <a:lnTo>
                    <a:pt x="772078" y="23846"/>
                  </a:lnTo>
                  <a:lnTo>
                    <a:pt x="694444" y="21475"/>
                  </a:lnTo>
                  <a:lnTo>
                    <a:pt x="616810" y="19098"/>
                  </a:lnTo>
                  <a:lnTo>
                    <a:pt x="539176" y="16715"/>
                  </a:lnTo>
                  <a:lnTo>
                    <a:pt x="461542" y="14326"/>
                  </a:lnTo>
                  <a:lnTo>
                    <a:pt x="383908" y="11931"/>
                  </a:lnTo>
                  <a:lnTo>
                    <a:pt x="306274" y="9530"/>
                  </a:lnTo>
                  <a:lnTo>
                    <a:pt x="228640" y="7123"/>
                  </a:lnTo>
                  <a:lnTo>
                    <a:pt x="151006" y="4710"/>
                  </a:lnTo>
                  <a:lnTo>
                    <a:pt x="73372" y="22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62946" y="1896563"/>
              <a:ext cx="7225544" cy="3503698"/>
            </a:xfrm>
            <a:custGeom>
              <a:avLst/>
              <a:pathLst>
                <a:path w="7225544" h="3503698">
                  <a:moveTo>
                    <a:pt x="0" y="0"/>
                  </a:moveTo>
                  <a:lnTo>
                    <a:pt x="5577" y="9155"/>
                  </a:lnTo>
                  <a:lnTo>
                    <a:pt x="83212" y="132281"/>
                  </a:lnTo>
                  <a:lnTo>
                    <a:pt x="160846" y="251246"/>
                  </a:lnTo>
                  <a:lnTo>
                    <a:pt x="238480" y="366191"/>
                  </a:lnTo>
                  <a:lnTo>
                    <a:pt x="316114" y="477251"/>
                  </a:lnTo>
                  <a:lnTo>
                    <a:pt x="393748" y="584558"/>
                  </a:lnTo>
                  <a:lnTo>
                    <a:pt x="471382" y="688239"/>
                  </a:lnTo>
                  <a:lnTo>
                    <a:pt x="549016" y="788417"/>
                  </a:lnTo>
                  <a:lnTo>
                    <a:pt x="626650" y="885209"/>
                  </a:lnTo>
                  <a:lnTo>
                    <a:pt x="704284" y="978729"/>
                  </a:lnTo>
                  <a:lnTo>
                    <a:pt x="781918" y="1069090"/>
                  </a:lnTo>
                  <a:lnTo>
                    <a:pt x="859552" y="1156397"/>
                  </a:lnTo>
                  <a:lnTo>
                    <a:pt x="937186" y="1240754"/>
                  </a:lnTo>
                  <a:lnTo>
                    <a:pt x="1014820" y="1322260"/>
                  </a:lnTo>
                  <a:lnTo>
                    <a:pt x="1092454" y="1401011"/>
                  </a:lnTo>
                  <a:lnTo>
                    <a:pt x="1170088" y="1477101"/>
                  </a:lnTo>
                  <a:lnTo>
                    <a:pt x="1247722" y="1550620"/>
                  </a:lnTo>
                  <a:lnTo>
                    <a:pt x="1325356" y="1621655"/>
                  </a:lnTo>
                  <a:lnTo>
                    <a:pt x="1402990" y="1690289"/>
                  </a:lnTo>
                  <a:lnTo>
                    <a:pt x="1480624" y="1756603"/>
                  </a:lnTo>
                  <a:lnTo>
                    <a:pt x="1558258" y="1820677"/>
                  </a:lnTo>
                  <a:lnTo>
                    <a:pt x="1635892" y="1882585"/>
                  </a:lnTo>
                  <a:lnTo>
                    <a:pt x="1713526" y="1942401"/>
                  </a:lnTo>
                  <a:lnTo>
                    <a:pt x="1791161" y="2000196"/>
                  </a:lnTo>
                  <a:lnTo>
                    <a:pt x="1868795" y="2056038"/>
                  </a:lnTo>
                  <a:lnTo>
                    <a:pt x="1946429" y="2109993"/>
                  </a:lnTo>
                  <a:lnTo>
                    <a:pt x="2024063" y="2162124"/>
                  </a:lnTo>
                  <a:lnTo>
                    <a:pt x="2101697" y="2212494"/>
                  </a:lnTo>
                  <a:lnTo>
                    <a:pt x="2179331" y="2261161"/>
                  </a:lnTo>
                  <a:lnTo>
                    <a:pt x="2256965" y="2308184"/>
                  </a:lnTo>
                  <a:lnTo>
                    <a:pt x="2334599" y="2353618"/>
                  </a:lnTo>
                  <a:lnTo>
                    <a:pt x="2412233" y="2397517"/>
                  </a:lnTo>
                  <a:lnTo>
                    <a:pt x="2489867" y="2439931"/>
                  </a:lnTo>
                  <a:lnTo>
                    <a:pt x="2567501" y="2480913"/>
                  </a:lnTo>
                  <a:lnTo>
                    <a:pt x="2645135" y="2520510"/>
                  </a:lnTo>
                  <a:lnTo>
                    <a:pt x="2722769" y="2558768"/>
                  </a:lnTo>
                  <a:lnTo>
                    <a:pt x="2800403" y="2595734"/>
                  </a:lnTo>
                  <a:lnTo>
                    <a:pt x="2878037" y="2631451"/>
                  </a:lnTo>
                  <a:lnTo>
                    <a:pt x="2955671" y="2665960"/>
                  </a:lnTo>
                  <a:lnTo>
                    <a:pt x="3033305" y="2699304"/>
                  </a:lnTo>
                  <a:lnTo>
                    <a:pt x="3110939" y="2731520"/>
                  </a:lnTo>
                  <a:lnTo>
                    <a:pt x="3188573" y="2762648"/>
                  </a:lnTo>
                  <a:lnTo>
                    <a:pt x="3266207" y="2792724"/>
                  </a:lnTo>
                  <a:lnTo>
                    <a:pt x="3343841" y="2821784"/>
                  </a:lnTo>
                  <a:lnTo>
                    <a:pt x="3421475" y="2849861"/>
                  </a:lnTo>
                  <a:lnTo>
                    <a:pt x="3499109" y="2876990"/>
                  </a:lnTo>
                  <a:lnTo>
                    <a:pt x="3576744" y="2903202"/>
                  </a:lnTo>
                  <a:lnTo>
                    <a:pt x="3654378" y="2928528"/>
                  </a:lnTo>
                  <a:lnTo>
                    <a:pt x="3732012" y="2952998"/>
                  </a:lnTo>
                  <a:lnTo>
                    <a:pt x="3809646" y="2976642"/>
                  </a:lnTo>
                  <a:lnTo>
                    <a:pt x="3887280" y="2999486"/>
                  </a:lnTo>
                  <a:lnTo>
                    <a:pt x="3964914" y="3021558"/>
                  </a:lnTo>
                  <a:lnTo>
                    <a:pt x="4042548" y="3042885"/>
                  </a:lnTo>
                  <a:lnTo>
                    <a:pt x="4120182" y="3063491"/>
                  </a:lnTo>
                  <a:lnTo>
                    <a:pt x="4197816" y="3083400"/>
                  </a:lnTo>
                  <a:lnTo>
                    <a:pt x="4275450" y="3102637"/>
                  </a:lnTo>
                  <a:lnTo>
                    <a:pt x="4353084" y="3121223"/>
                  </a:lnTo>
                  <a:lnTo>
                    <a:pt x="4430718" y="3139182"/>
                  </a:lnTo>
                  <a:lnTo>
                    <a:pt x="4508352" y="3156533"/>
                  </a:lnTo>
                  <a:lnTo>
                    <a:pt x="4585986" y="3173299"/>
                  </a:lnTo>
                  <a:lnTo>
                    <a:pt x="4663620" y="3189497"/>
                  </a:lnTo>
                  <a:lnTo>
                    <a:pt x="4741254" y="3205149"/>
                  </a:lnTo>
                  <a:lnTo>
                    <a:pt x="4818888" y="3220271"/>
                  </a:lnTo>
                  <a:lnTo>
                    <a:pt x="4896522" y="3234882"/>
                  </a:lnTo>
                  <a:lnTo>
                    <a:pt x="4974156" y="3249000"/>
                  </a:lnTo>
                  <a:lnTo>
                    <a:pt x="5051790" y="3262640"/>
                  </a:lnTo>
                  <a:lnTo>
                    <a:pt x="5129424" y="3275820"/>
                  </a:lnTo>
                  <a:lnTo>
                    <a:pt x="5207058" y="3288554"/>
                  </a:lnTo>
                  <a:lnTo>
                    <a:pt x="5284693" y="3300858"/>
                  </a:lnTo>
                  <a:lnTo>
                    <a:pt x="5362327" y="3312746"/>
                  </a:lnTo>
                  <a:lnTo>
                    <a:pt x="5439961" y="3324232"/>
                  </a:lnTo>
                  <a:lnTo>
                    <a:pt x="5517595" y="3335330"/>
                  </a:lnTo>
                  <a:lnTo>
                    <a:pt x="5595229" y="3346053"/>
                  </a:lnTo>
                  <a:lnTo>
                    <a:pt x="5672863" y="3356414"/>
                  </a:lnTo>
                  <a:lnTo>
                    <a:pt x="5750497" y="3366425"/>
                  </a:lnTo>
                  <a:lnTo>
                    <a:pt x="5828131" y="3376097"/>
                  </a:lnTo>
                  <a:lnTo>
                    <a:pt x="5905765" y="3385442"/>
                  </a:lnTo>
                  <a:lnTo>
                    <a:pt x="5983399" y="3394472"/>
                  </a:lnTo>
                  <a:lnTo>
                    <a:pt x="6061033" y="3403196"/>
                  </a:lnTo>
                  <a:lnTo>
                    <a:pt x="6138667" y="3411626"/>
                  </a:lnTo>
                  <a:lnTo>
                    <a:pt x="6216301" y="3419771"/>
                  </a:lnTo>
                  <a:lnTo>
                    <a:pt x="6293935" y="3427640"/>
                  </a:lnTo>
                  <a:lnTo>
                    <a:pt x="6371569" y="3435244"/>
                  </a:lnTo>
                  <a:lnTo>
                    <a:pt x="6449203" y="3442591"/>
                  </a:lnTo>
                  <a:lnTo>
                    <a:pt x="6526837" y="3449689"/>
                  </a:lnTo>
                  <a:lnTo>
                    <a:pt x="6604471" y="3456548"/>
                  </a:lnTo>
                  <a:lnTo>
                    <a:pt x="6682105" y="3463174"/>
                  </a:lnTo>
                  <a:lnTo>
                    <a:pt x="6759739" y="3469577"/>
                  </a:lnTo>
                  <a:lnTo>
                    <a:pt x="6837373" y="3475764"/>
                  </a:lnTo>
                  <a:lnTo>
                    <a:pt x="6915007" y="3481741"/>
                  </a:lnTo>
                  <a:lnTo>
                    <a:pt x="6992642" y="3487516"/>
                  </a:lnTo>
                  <a:lnTo>
                    <a:pt x="7070276" y="3493096"/>
                  </a:lnTo>
                  <a:lnTo>
                    <a:pt x="7147910" y="3498488"/>
                  </a:lnTo>
                  <a:lnTo>
                    <a:pt x="7225544" y="35036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2026-05-26T13:56:42Z</dcterms:modified>
  <cp:category/>
</cp:coreProperties>
</file>