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70972" cy="3456081"/>
            </a:xfrm>
            <a:custGeom>
              <a:avLst/>
              <a:pathLst>
                <a:path w="7370972" h="3456081">
                  <a:moveTo>
                    <a:pt x="1704559" y="0"/>
                  </a:moveTo>
                  <a:lnTo>
                    <a:pt x="1781321" y="220977"/>
                  </a:lnTo>
                  <a:lnTo>
                    <a:pt x="1858955" y="430137"/>
                  </a:lnTo>
                  <a:lnTo>
                    <a:pt x="1936589" y="625890"/>
                  </a:lnTo>
                  <a:lnTo>
                    <a:pt x="2014223" y="809093"/>
                  </a:lnTo>
                  <a:lnTo>
                    <a:pt x="2091857" y="980553"/>
                  </a:lnTo>
                  <a:lnTo>
                    <a:pt x="2169491" y="1141021"/>
                  </a:lnTo>
                  <a:lnTo>
                    <a:pt x="2247125" y="1291202"/>
                  </a:lnTo>
                  <a:lnTo>
                    <a:pt x="2324759" y="1431756"/>
                  </a:lnTo>
                  <a:lnTo>
                    <a:pt x="2402393" y="1563299"/>
                  </a:lnTo>
                  <a:lnTo>
                    <a:pt x="2480027" y="1686410"/>
                  </a:lnTo>
                  <a:lnTo>
                    <a:pt x="2557661" y="1801629"/>
                  </a:lnTo>
                  <a:lnTo>
                    <a:pt x="2635295" y="1909461"/>
                  </a:lnTo>
                  <a:lnTo>
                    <a:pt x="2712930" y="2010381"/>
                  </a:lnTo>
                  <a:lnTo>
                    <a:pt x="2790564" y="2104832"/>
                  </a:lnTo>
                  <a:lnTo>
                    <a:pt x="2868198" y="2193227"/>
                  </a:lnTo>
                  <a:lnTo>
                    <a:pt x="2945832" y="2275956"/>
                  </a:lnTo>
                  <a:lnTo>
                    <a:pt x="3023466" y="2353382"/>
                  </a:lnTo>
                  <a:lnTo>
                    <a:pt x="3101100" y="2425844"/>
                  </a:lnTo>
                  <a:lnTo>
                    <a:pt x="3178734" y="2493662"/>
                  </a:lnTo>
                  <a:lnTo>
                    <a:pt x="3256368" y="2557131"/>
                  </a:lnTo>
                  <a:lnTo>
                    <a:pt x="3334002" y="2616532"/>
                  </a:lnTo>
                  <a:lnTo>
                    <a:pt x="3411636" y="2654964"/>
                  </a:lnTo>
                  <a:lnTo>
                    <a:pt x="3489270" y="2657036"/>
                  </a:lnTo>
                  <a:lnTo>
                    <a:pt x="3566904" y="2659102"/>
                  </a:lnTo>
                  <a:lnTo>
                    <a:pt x="3644538" y="2661164"/>
                  </a:lnTo>
                  <a:lnTo>
                    <a:pt x="3722172" y="2663220"/>
                  </a:lnTo>
                  <a:lnTo>
                    <a:pt x="3799806" y="2665271"/>
                  </a:lnTo>
                  <a:lnTo>
                    <a:pt x="3877440" y="2667317"/>
                  </a:lnTo>
                  <a:lnTo>
                    <a:pt x="3955074" y="2669358"/>
                  </a:lnTo>
                  <a:lnTo>
                    <a:pt x="4032708" y="2671394"/>
                  </a:lnTo>
                  <a:lnTo>
                    <a:pt x="4110342" y="2673424"/>
                  </a:lnTo>
                  <a:lnTo>
                    <a:pt x="4187976" y="2675450"/>
                  </a:lnTo>
                  <a:lnTo>
                    <a:pt x="4265610" y="2677470"/>
                  </a:lnTo>
                  <a:lnTo>
                    <a:pt x="4343244" y="2679486"/>
                  </a:lnTo>
                  <a:lnTo>
                    <a:pt x="4420879" y="2681496"/>
                  </a:lnTo>
                  <a:lnTo>
                    <a:pt x="4498513" y="2683502"/>
                  </a:lnTo>
                  <a:lnTo>
                    <a:pt x="4576147" y="2685502"/>
                  </a:lnTo>
                  <a:lnTo>
                    <a:pt x="4653781" y="2687498"/>
                  </a:lnTo>
                  <a:lnTo>
                    <a:pt x="4731415" y="2689488"/>
                  </a:lnTo>
                  <a:lnTo>
                    <a:pt x="4809049" y="2691473"/>
                  </a:lnTo>
                  <a:lnTo>
                    <a:pt x="4886683" y="2693454"/>
                  </a:lnTo>
                  <a:lnTo>
                    <a:pt x="4964317" y="2695429"/>
                  </a:lnTo>
                  <a:lnTo>
                    <a:pt x="5041951" y="2697400"/>
                  </a:lnTo>
                  <a:lnTo>
                    <a:pt x="5119585" y="2699366"/>
                  </a:lnTo>
                  <a:lnTo>
                    <a:pt x="5197219" y="2701326"/>
                  </a:lnTo>
                  <a:lnTo>
                    <a:pt x="5274853" y="2703282"/>
                  </a:lnTo>
                  <a:lnTo>
                    <a:pt x="5352487" y="2705233"/>
                  </a:lnTo>
                  <a:lnTo>
                    <a:pt x="5430121" y="2707179"/>
                  </a:lnTo>
                  <a:lnTo>
                    <a:pt x="5507755" y="2709120"/>
                  </a:lnTo>
                  <a:lnTo>
                    <a:pt x="5585389" y="2711057"/>
                  </a:lnTo>
                  <a:lnTo>
                    <a:pt x="5663023" y="2712988"/>
                  </a:lnTo>
                  <a:lnTo>
                    <a:pt x="5740657" y="2714915"/>
                  </a:lnTo>
                  <a:lnTo>
                    <a:pt x="5818291" y="2716837"/>
                  </a:lnTo>
                  <a:lnTo>
                    <a:pt x="5895925" y="2718754"/>
                  </a:lnTo>
                  <a:lnTo>
                    <a:pt x="5973559" y="2720666"/>
                  </a:lnTo>
                  <a:lnTo>
                    <a:pt x="6051193" y="2722574"/>
                  </a:lnTo>
                  <a:lnTo>
                    <a:pt x="6128827" y="2724476"/>
                  </a:lnTo>
                  <a:lnTo>
                    <a:pt x="6206462" y="2726374"/>
                  </a:lnTo>
                  <a:lnTo>
                    <a:pt x="6284096" y="2728268"/>
                  </a:lnTo>
                  <a:lnTo>
                    <a:pt x="6361730" y="2730156"/>
                  </a:lnTo>
                  <a:lnTo>
                    <a:pt x="6439364" y="2732040"/>
                  </a:lnTo>
                  <a:lnTo>
                    <a:pt x="6516998" y="2733919"/>
                  </a:lnTo>
                  <a:lnTo>
                    <a:pt x="6594632" y="2735793"/>
                  </a:lnTo>
                  <a:lnTo>
                    <a:pt x="6672266" y="2737663"/>
                  </a:lnTo>
                  <a:lnTo>
                    <a:pt x="6749900" y="2739528"/>
                  </a:lnTo>
                  <a:lnTo>
                    <a:pt x="6827534" y="2741388"/>
                  </a:lnTo>
                  <a:lnTo>
                    <a:pt x="6905168" y="2743244"/>
                  </a:lnTo>
                  <a:lnTo>
                    <a:pt x="6982802" y="2745095"/>
                  </a:lnTo>
                  <a:lnTo>
                    <a:pt x="7060436" y="2746942"/>
                  </a:lnTo>
                  <a:lnTo>
                    <a:pt x="7138070" y="2748783"/>
                  </a:lnTo>
                  <a:lnTo>
                    <a:pt x="7215704" y="2750621"/>
                  </a:lnTo>
                  <a:lnTo>
                    <a:pt x="7293338" y="2752453"/>
                  </a:lnTo>
                  <a:lnTo>
                    <a:pt x="7370972" y="2754281"/>
                  </a:lnTo>
                  <a:lnTo>
                    <a:pt x="7370972" y="3456081"/>
                  </a:lnTo>
                  <a:lnTo>
                    <a:pt x="7293338" y="3454186"/>
                  </a:lnTo>
                  <a:lnTo>
                    <a:pt x="7215704" y="3452162"/>
                  </a:lnTo>
                  <a:lnTo>
                    <a:pt x="7138070" y="3449998"/>
                  </a:lnTo>
                  <a:lnTo>
                    <a:pt x="7060436" y="3447687"/>
                  </a:lnTo>
                  <a:lnTo>
                    <a:pt x="6982802" y="3445217"/>
                  </a:lnTo>
                  <a:lnTo>
                    <a:pt x="6905168" y="3442578"/>
                  </a:lnTo>
                  <a:lnTo>
                    <a:pt x="6827534" y="3439758"/>
                  </a:lnTo>
                  <a:lnTo>
                    <a:pt x="6749900" y="3436745"/>
                  </a:lnTo>
                  <a:lnTo>
                    <a:pt x="6672266" y="3433525"/>
                  </a:lnTo>
                  <a:lnTo>
                    <a:pt x="6594632" y="3430085"/>
                  </a:lnTo>
                  <a:lnTo>
                    <a:pt x="6516998" y="3426410"/>
                  </a:lnTo>
                  <a:lnTo>
                    <a:pt x="6439364" y="3422482"/>
                  </a:lnTo>
                  <a:lnTo>
                    <a:pt x="6361730" y="3418286"/>
                  </a:lnTo>
                  <a:lnTo>
                    <a:pt x="6284096" y="3413802"/>
                  </a:lnTo>
                  <a:lnTo>
                    <a:pt x="6206462" y="3409011"/>
                  </a:lnTo>
                  <a:lnTo>
                    <a:pt x="6128827" y="3403892"/>
                  </a:lnTo>
                  <a:lnTo>
                    <a:pt x="6051193" y="3398422"/>
                  </a:lnTo>
                  <a:lnTo>
                    <a:pt x="5973559" y="3392578"/>
                  </a:lnTo>
                  <a:lnTo>
                    <a:pt x="5895925" y="3386333"/>
                  </a:lnTo>
                  <a:lnTo>
                    <a:pt x="5818291" y="3379661"/>
                  </a:lnTo>
                  <a:lnTo>
                    <a:pt x="5740657" y="3372531"/>
                  </a:lnTo>
                  <a:lnTo>
                    <a:pt x="5663023" y="3364914"/>
                  </a:lnTo>
                  <a:lnTo>
                    <a:pt x="5585389" y="3356774"/>
                  </a:lnTo>
                  <a:lnTo>
                    <a:pt x="5507755" y="3348077"/>
                  </a:lnTo>
                  <a:lnTo>
                    <a:pt x="5430121" y="3338784"/>
                  </a:lnTo>
                  <a:lnTo>
                    <a:pt x="5352487" y="3328855"/>
                  </a:lnTo>
                  <a:lnTo>
                    <a:pt x="5274853" y="3318245"/>
                  </a:lnTo>
                  <a:lnTo>
                    <a:pt x="5197219" y="3306909"/>
                  </a:lnTo>
                  <a:lnTo>
                    <a:pt x="5119585" y="3294796"/>
                  </a:lnTo>
                  <a:lnTo>
                    <a:pt x="5041951" y="3281854"/>
                  </a:lnTo>
                  <a:lnTo>
                    <a:pt x="4964317" y="3268025"/>
                  </a:lnTo>
                  <a:lnTo>
                    <a:pt x="4886683" y="3253249"/>
                  </a:lnTo>
                  <a:lnTo>
                    <a:pt x="4809049" y="3237461"/>
                  </a:lnTo>
                  <a:lnTo>
                    <a:pt x="4731415" y="3220591"/>
                  </a:lnTo>
                  <a:lnTo>
                    <a:pt x="4653781" y="3202566"/>
                  </a:lnTo>
                  <a:lnTo>
                    <a:pt x="4576147" y="3183306"/>
                  </a:lnTo>
                  <a:lnTo>
                    <a:pt x="4498513" y="3162727"/>
                  </a:lnTo>
                  <a:lnTo>
                    <a:pt x="4420879" y="3140738"/>
                  </a:lnTo>
                  <a:lnTo>
                    <a:pt x="4343244" y="3117244"/>
                  </a:lnTo>
                  <a:lnTo>
                    <a:pt x="4265610" y="3092139"/>
                  </a:lnTo>
                  <a:lnTo>
                    <a:pt x="4187976" y="3065316"/>
                  </a:lnTo>
                  <a:lnTo>
                    <a:pt x="4110342" y="3036655"/>
                  </a:lnTo>
                  <a:lnTo>
                    <a:pt x="4032708" y="3006031"/>
                  </a:lnTo>
                  <a:lnTo>
                    <a:pt x="3955074" y="2973309"/>
                  </a:lnTo>
                  <a:lnTo>
                    <a:pt x="3877440" y="2938346"/>
                  </a:lnTo>
                  <a:lnTo>
                    <a:pt x="3799806" y="2900988"/>
                  </a:lnTo>
                  <a:lnTo>
                    <a:pt x="3722172" y="2861071"/>
                  </a:lnTo>
                  <a:lnTo>
                    <a:pt x="3644538" y="2818421"/>
                  </a:lnTo>
                  <a:lnTo>
                    <a:pt x="3566904" y="2772848"/>
                  </a:lnTo>
                  <a:lnTo>
                    <a:pt x="3489270" y="2724154"/>
                  </a:lnTo>
                  <a:lnTo>
                    <a:pt x="3411636" y="2672125"/>
                  </a:lnTo>
                  <a:lnTo>
                    <a:pt x="3334002" y="2652887"/>
                  </a:lnTo>
                  <a:lnTo>
                    <a:pt x="3256368" y="2650805"/>
                  </a:lnTo>
                  <a:lnTo>
                    <a:pt x="3178734" y="2648718"/>
                  </a:lnTo>
                  <a:lnTo>
                    <a:pt x="3101100" y="2646625"/>
                  </a:lnTo>
                  <a:lnTo>
                    <a:pt x="3023466" y="2644527"/>
                  </a:lnTo>
                  <a:lnTo>
                    <a:pt x="2945832" y="2642424"/>
                  </a:lnTo>
                  <a:lnTo>
                    <a:pt x="2868198" y="2640316"/>
                  </a:lnTo>
                  <a:lnTo>
                    <a:pt x="2790564" y="2638202"/>
                  </a:lnTo>
                  <a:lnTo>
                    <a:pt x="2712930" y="2636083"/>
                  </a:lnTo>
                  <a:lnTo>
                    <a:pt x="2635295" y="2633959"/>
                  </a:lnTo>
                  <a:lnTo>
                    <a:pt x="2557661" y="2631829"/>
                  </a:lnTo>
                  <a:lnTo>
                    <a:pt x="2480027" y="2629694"/>
                  </a:lnTo>
                  <a:lnTo>
                    <a:pt x="2402393" y="2627554"/>
                  </a:lnTo>
                  <a:lnTo>
                    <a:pt x="2324759" y="2625409"/>
                  </a:lnTo>
                  <a:lnTo>
                    <a:pt x="2247125" y="2623258"/>
                  </a:lnTo>
                  <a:lnTo>
                    <a:pt x="2169491" y="2621101"/>
                  </a:lnTo>
                  <a:lnTo>
                    <a:pt x="2091857" y="2618939"/>
                  </a:lnTo>
                  <a:lnTo>
                    <a:pt x="2014223" y="2616772"/>
                  </a:lnTo>
                  <a:lnTo>
                    <a:pt x="1936589" y="2614600"/>
                  </a:lnTo>
                  <a:lnTo>
                    <a:pt x="1858955" y="2612421"/>
                  </a:lnTo>
                  <a:lnTo>
                    <a:pt x="1781321" y="2610238"/>
                  </a:lnTo>
                  <a:lnTo>
                    <a:pt x="1703687" y="2608049"/>
                  </a:lnTo>
                  <a:lnTo>
                    <a:pt x="1626053" y="2605854"/>
                  </a:lnTo>
                  <a:lnTo>
                    <a:pt x="1548419" y="2603654"/>
                  </a:lnTo>
                  <a:lnTo>
                    <a:pt x="1470785" y="2601449"/>
                  </a:lnTo>
                  <a:lnTo>
                    <a:pt x="1393151" y="2599238"/>
                  </a:lnTo>
                  <a:lnTo>
                    <a:pt x="1315517" y="2597021"/>
                  </a:lnTo>
                  <a:lnTo>
                    <a:pt x="1237883" y="2594799"/>
                  </a:lnTo>
                  <a:lnTo>
                    <a:pt x="1160249" y="2592571"/>
                  </a:lnTo>
                  <a:lnTo>
                    <a:pt x="1082615" y="2590338"/>
                  </a:lnTo>
                  <a:lnTo>
                    <a:pt x="1004981" y="2588099"/>
                  </a:lnTo>
                  <a:lnTo>
                    <a:pt x="927346" y="2585855"/>
                  </a:lnTo>
                  <a:lnTo>
                    <a:pt x="849712" y="2583605"/>
                  </a:lnTo>
                  <a:lnTo>
                    <a:pt x="772078" y="2581349"/>
                  </a:lnTo>
                  <a:lnTo>
                    <a:pt x="694444" y="2579087"/>
                  </a:lnTo>
                  <a:lnTo>
                    <a:pt x="616810" y="2576820"/>
                  </a:lnTo>
                  <a:lnTo>
                    <a:pt x="539176" y="2574548"/>
                  </a:lnTo>
                  <a:lnTo>
                    <a:pt x="461542" y="2572269"/>
                  </a:lnTo>
                  <a:lnTo>
                    <a:pt x="383908" y="2569985"/>
                  </a:lnTo>
                  <a:lnTo>
                    <a:pt x="306274" y="2567695"/>
                  </a:lnTo>
                  <a:lnTo>
                    <a:pt x="228640" y="2565400"/>
                  </a:lnTo>
                  <a:lnTo>
                    <a:pt x="151006" y="2563098"/>
                  </a:lnTo>
                  <a:lnTo>
                    <a:pt x="73372" y="2560791"/>
                  </a:lnTo>
                  <a:lnTo>
                    <a:pt x="0" y="25586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2077" y="2073503"/>
              <a:ext cx="5666413" cy="2754281"/>
            </a:xfrm>
            <a:custGeom>
              <a:avLst/>
              <a:pathLst>
                <a:path w="5666413" h="2754281">
                  <a:moveTo>
                    <a:pt x="0" y="0"/>
                  </a:moveTo>
                  <a:lnTo>
                    <a:pt x="76761" y="220977"/>
                  </a:lnTo>
                  <a:lnTo>
                    <a:pt x="154396" y="430137"/>
                  </a:lnTo>
                  <a:lnTo>
                    <a:pt x="232030" y="625890"/>
                  </a:lnTo>
                  <a:lnTo>
                    <a:pt x="309664" y="809093"/>
                  </a:lnTo>
                  <a:lnTo>
                    <a:pt x="387298" y="980553"/>
                  </a:lnTo>
                  <a:lnTo>
                    <a:pt x="464932" y="1141021"/>
                  </a:lnTo>
                  <a:lnTo>
                    <a:pt x="542566" y="1291202"/>
                  </a:lnTo>
                  <a:lnTo>
                    <a:pt x="620200" y="1431756"/>
                  </a:lnTo>
                  <a:lnTo>
                    <a:pt x="697834" y="1563299"/>
                  </a:lnTo>
                  <a:lnTo>
                    <a:pt x="775468" y="1686410"/>
                  </a:lnTo>
                  <a:lnTo>
                    <a:pt x="853102" y="1801629"/>
                  </a:lnTo>
                  <a:lnTo>
                    <a:pt x="930736" y="1909461"/>
                  </a:lnTo>
                  <a:lnTo>
                    <a:pt x="1008370" y="2010381"/>
                  </a:lnTo>
                  <a:lnTo>
                    <a:pt x="1086004" y="2104832"/>
                  </a:lnTo>
                  <a:lnTo>
                    <a:pt x="1163638" y="2193227"/>
                  </a:lnTo>
                  <a:lnTo>
                    <a:pt x="1241272" y="2275956"/>
                  </a:lnTo>
                  <a:lnTo>
                    <a:pt x="1318906" y="2353382"/>
                  </a:lnTo>
                  <a:lnTo>
                    <a:pt x="1396540" y="2425844"/>
                  </a:lnTo>
                  <a:lnTo>
                    <a:pt x="1474174" y="2493662"/>
                  </a:lnTo>
                  <a:lnTo>
                    <a:pt x="1551808" y="2557131"/>
                  </a:lnTo>
                  <a:lnTo>
                    <a:pt x="1629442" y="2616532"/>
                  </a:lnTo>
                  <a:lnTo>
                    <a:pt x="1707076" y="2654964"/>
                  </a:lnTo>
                  <a:lnTo>
                    <a:pt x="1784710" y="2657036"/>
                  </a:lnTo>
                  <a:lnTo>
                    <a:pt x="1862345" y="2659102"/>
                  </a:lnTo>
                  <a:lnTo>
                    <a:pt x="1939979" y="2661164"/>
                  </a:lnTo>
                  <a:lnTo>
                    <a:pt x="2017613" y="2663220"/>
                  </a:lnTo>
                  <a:lnTo>
                    <a:pt x="2095247" y="2665271"/>
                  </a:lnTo>
                  <a:lnTo>
                    <a:pt x="2172881" y="2667317"/>
                  </a:lnTo>
                  <a:lnTo>
                    <a:pt x="2250515" y="2669358"/>
                  </a:lnTo>
                  <a:lnTo>
                    <a:pt x="2328149" y="2671394"/>
                  </a:lnTo>
                  <a:lnTo>
                    <a:pt x="2405783" y="2673424"/>
                  </a:lnTo>
                  <a:lnTo>
                    <a:pt x="2483417" y="2675450"/>
                  </a:lnTo>
                  <a:lnTo>
                    <a:pt x="2561051" y="2677470"/>
                  </a:lnTo>
                  <a:lnTo>
                    <a:pt x="2638685" y="2679486"/>
                  </a:lnTo>
                  <a:lnTo>
                    <a:pt x="2716319" y="2681496"/>
                  </a:lnTo>
                  <a:lnTo>
                    <a:pt x="2793953" y="2683502"/>
                  </a:lnTo>
                  <a:lnTo>
                    <a:pt x="2871587" y="2685502"/>
                  </a:lnTo>
                  <a:lnTo>
                    <a:pt x="2949221" y="2687498"/>
                  </a:lnTo>
                  <a:lnTo>
                    <a:pt x="3026855" y="2689488"/>
                  </a:lnTo>
                  <a:lnTo>
                    <a:pt x="3104489" y="2691473"/>
                  </a:lnTo>
                  <a:lnTo>
                    <a:pt x="3182123" y="2693454"/>
                  </a:lnTo>
                  <a:lnTo>
                    <a:pt x="3259757" y="2695429"/>
                  </a:lnTo>
                  <a:lnTo>
                    <a:pt x="3337391" y="2697400"/>
                  </a:lnTo>
                  <a:lnTo>
                    <a:pt x="3415025" y="2699366"/>
                  </a:lnTo>
                  <a:lnTo>
                    <a:pt x="3492659" y="2701326"/>
                  </a:lnTo>
                  <a:lnTo>
                    <a:pt x="3570294" y="2703282"/>
                  </a:lnTo>
                  <a:lnTo>
                    <a:pt x="3647928" y="2705233"/>
                  </a:lnTo>
                  <a:lnTo>
                    <a:pt x="3725562" y="2707179"/>
                  </a:lnTo>
                  <a:lnTo>
                    <a:pt x="3803196" y="2709120"/>
                  </a:lnTo>
                  <a:lnTo>
                    <a:pt x="3880830" y="2711057"/>
                  </a:lnTo>
                  <a:lnTo>
                    <a:pt x="3958464" y="2712988"/>
                  </a:lnTo>
                  <a:lnTo>
                    <a:pt x="4036098" y="2714915"/>
                  </a:lnTo>
                  <a:lnTo>
                    <a:pt x="4113732" y="2716837"/>
                  </a:lnTo>
                  <a:lnTo>
                    <a:pt x="4191366" y="2718754"/>
                  </a:lnTo>
                  <a:lnTo>
                    <a:pt x="4269000" y="2720666"/>
                  </a:lnTo>
                  <a:lnTo>
                    <a:pt x="4346634" y="2722574"/>
                  </a:lnTo>
                  <a:lnTo>
                    <a:pt x="4424268" y="2724476"/>
                  </a:lnTo>
                  <a:lnTo>
                    <a:pt x="4501902" y="2726374"/>
                  </a:lnTo>
                  <a:lnTo>
                    <a:pt x="4579536" y="2728268"/>
                  </a:lnTo>
                  <a:lnTo>
                    <a:pt x="4657170" y="2730156"/>
                  </a:lnTo>
                  <a:lnTo>
                    <a:pt x="4734804" y="2732040"/>
                  </a:lnTo>
                  <a:lnTo>
                    <a:pt x="4812438" y="2733919"/>
                  </a:lnTo>
                  <a:lnTo>
                    <a:pt x="4890072" y="2735793"/>
                  </a:lnTo>
                  <a:lnTo>
                    <a:pt x="4967706" y="2737663"/>
                  </a:lnTo>
                  <a:lnTo>
                    <a:pt x="5045340" y="2739528"/>
                  </a:lnTo>
                  <a:lnTo>
                    <a:pt x="5122974" y="2741388"/>
                  </a:lnTo>
                  <a:lnTo>
                    <a:pt x="5200608" y="2743244"/>
                  </a:lnTo>
                  <a:lnTo>
                    <a:pt x="5278243" y="2745095"/>
                  </a:lnTo>
                  <a:lnTo>
                    <a:pt x="5355877" y="2746942"/>
                  </a:lnTo>
                  <a:lnTo>
                    <a:pt x="5433511" y="2748783"/>
                  </a:lnTo>
                  <a:lnTo>
                    <a:pt x="5511145" y="2750621"/>
                  </a:lnTo>
                  <a:lnTo>
                    <a:pt x="5588779" y="2752453"/>
                  </a:lnTo>
                  <a:lnTo>
                    <a:pt x="5666413" y="275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32108"/>
              <a:ext cx="7370972" cy="897476"/>
            </a:xfrm>
            <a:custGeom>
              <a:avLst/>
              <a:pathLst>
                <a:path w="7370972" h="897476">
                  <a:moveTo>
                    <a:pt x="7370972" y="897476"/>
                  </a:moveTo>
                  <a:lnTo>
                    <a:pt x="7293338" y="895581"/>
                  </a:lnTo>
                  <a:lnTo>
                    <a:pt x="7215704" y="893556"/>
                  </a:lnTo>
                  <a:lnTo>
                    <a:pt x="7138070" y="891393"/>
                  </a:lnTo>
                  <a:lnTo>
                    <a:pt x="7060436" y="889081"/>
                  </a:lnTo>
                  <a:lnTo>
                    <a:pt x="6982802" y="886611"/>
                  </a:lnTo>
                  <a:lnTo>
                    <a:pt x="6905168" y="883972"/>
                  </a:lnTo>
                  <a:lnTo>
                    <a:pt x="6827534" y="881152"/>
                  </a:lnTo>
                  <a:lnTo>
                    <a:pt x="6749900" y="878139"/>
                  </a:lnTo>
                  <a:lnTo>
                    <a:pt x="6672266" y="874920"/>
                  </a:lnTo>
                  <a:lnTo>
                    <a:pt x="6594632" y="871480"/>
                  </a:lnTo>
                  <a:lnTo>
                    <a:pt x="6516998" y="867804"/>
                  </a:lnTo>
                  <a:lnTo>
                    <a:pt x="6439364" y="863877"/>
                  </a:lnTo>
                  <a:lnTo>
                    <a:pt x="6361730" y="859680"/>
                  </a:lnTo>
                  <a:lnTo>
                    <a:pt x="6284096" y="855197"/>
                  </a:lnTo>
                  <a:lnTo>
                    <a:pt x="6206462" y="850406"/>
                  </a:lnTo>
                  <a:lnTo>
                    <a:pt x="6128827" y="845287"/>
                  </a:lnTo>
                  <a:lnTo>
                    <a:pt x="6051193" y="839817"/>
                  </a:lnTo>
                  <a:lnTo>
                    <a:pt x="5973559" y="833972"/>
                  </a:lnTo>
                  <a:lnTo>
                    <a:pt x="5895925" y="827728"/>
                  </a:lnTo>
                  <a:lnTo>
                    <a:pt x="5818291" y="821055"/>
                  </a:lnTo>
                  <a:lnTo>
                    <a:pt x="5740657" y="813926"/>
                  </a:lnTo>
                  <a:lnTo>
                    <a:pt x="5663023" y="806308"/>
                  </a:lnTo>
                  <a:lnTo>
                    <a:pt x="5585389" y="798168"/>
                  </a:lnTo>
                  <a:lnTo>
                    <a:pt x="5507755" y="789471"/>
                  </a:lnTo>
                  <a:lnTo>
                    <a:pt x="5430121" y="780178"/>
                  </a:lnTo>
                  <a:lnTo>
                    <a:pt x="5352487" y="770249"/>
                  </a:lnTo>
                  <a:lnTo>
                    <a:pt x="5274853" y="759640"/>
                  </a:lnTo>
                  <a:lnTo>
                    <a:pt x="5197219" y="748303"/>
                  </a:lnTo>
                  <a:lnTo>
                    <a:pt x="5119585" y="736191"/>
                  </a:lnTo>
                  <a:lnTo>
                    <a:pt x="5041951" y="723248"/>
                  </a:lnTo>
                  <a:lnTo>
                    <a:pt x="4964317" y="709419"/>
                  </a:lnTo>
                  <a:lnTo>
                    <a:pt x="4886683" y="694643"/>
                  </a:lnTo>
                  <a:lnTo>
                    <a:pt x="4809049" y="678855"/>
                  </a:lnTo>
                  <a:lnTo>
                    <a:pt x="4731415" y="661985"/>
                  </a:lnTo>
                  <a:lnTo>
                    <a:pt x="4653781" y="643960"/>
                  </a:lnTo>
                  <a:lnTo>
                    <a:pt x="4576147" y="624700"/>
                  </a:lnTo>
                  <a:lnTo>
                    <a:pt x="4498513" y="604121"/>
                  </a:lnTo>
                  <a:lnTo>
                    <a:pt x="4420879" y="582133"/>
                  </a:lnTo>
                  <a:lnTo>
                    <a:pt x="4343244" y="558638"/>
                  </a:lnTo>
                  <a:lnTo>
                    <a:pt x="4265610" y="533534"/>
                  </a:lnTo>
                  <a:lnTo>
                    <a:pt x="4187976" y="506710"/>
                  </a:lnTo>
                  <a:lnTo>
                    <a:pt x="4110342" y="478049"/>
                  </a:lnTo>
                  <a:lnTo>
                    <a:pt x="4032708" y="447425"/>
                  </a:lnTo>
                  <a:lnTo>
                    <a:pt x="3955074" y="414704"/>
                  </a:lnTo>
                  <a:lnTo>
                    <a:pt x="3877440" y="379741"/>
                  </a:lnTo>
                  <a:lnTo>
                    <a:pt x="3799806" y="342383"/>
                  </a:lnTo>
                  <a:lnTo>
                    <a:pt x="3722172" y="302466"/>
                  </a:lnTo>
                  <a:lnTo>
                    <a:pt x="3644538" y="259815"/>
                  </a:lnTo>
                  <a:lnTo>
                    <a:pt x="3566904" y="214243"/>
                  </a:lnTo>
                  <a:lnTo>
                    <a:pt x="3489270" y="165549"/>
                  </a:lnTo>
                  <a:lnTo>
                    <a:pt x="3411636" y="113520"/>
                  </a:lnTo>
                  <a:lnTo>
                    <a:pt x="3334002" y="94282"/>
                  </a:lnTo>
                  <a:lnTo>
                    <a:pt x="3256368" y="92199"/>
                  </a:lnTo>
                  <a:lnTo>
                    <a:pt x="3178734" y="90112"/>
                  </a:lnTo>
                  <a:lnTo>
                    <a:pt x="3101100" y="88019"/>
                  </a:lnTo>
                  <a:lnTo>
                    <a:pt x="3023466" y="85922"/>
                  </a:lnTo>
                  <a:lnTo>
                    <a:pt x="2945832" y="83819"/>
                  </a:lnTo>
                  <a:lnTo>
                    <a:pt x="2868198" y="81710"/>
                  </a:lnTo>
                  <a:lnTo>
                    <a:pt x="2790564" y="79597"/>
                  </a:lnTo>
                  <a:lnTo>
                    <a:pt x="2712930" y="77478"/>
                  </a:lnTo>
                  <a:lnTo>
                    <a:pt x="2635295" y="75353"/>
                  </a:lnTo>
                  <a:lnTo>
                    <a:pt x="2557661" y="73224"/>
                  </a:lnTo>
                  <a:lnTo>
                    <a:pt x="2480027" y="71089"/>
                  </a:lnTo>
                  <a:lnTo>
                    <a:pt x="2402393" y="68949"/>
                  </a:lnTo>
                  <a:lnTo>
                    <a:pt x="2324759" y="66803"/>
                  </a:lnTo>
                  <a:lnTo>
                    <a:pt x="2247125" y="64652"/>
                  </a:lnTo>
                  <a:lnTo>
                    <a:pt x="2169491" y="62496"/>
                  </a:lnTo>
                  <a:lnTo>
                    <a:pt x="2091857" y="60334"/>
                  </a:lnTo>
                  <a:lnTo>
                    <a:pt x="2014223" y="58167"/>
                  </a:lnTo>
                  <a:lnTo>
                    <a:pt x="1936589" y="55994"/>
                  </a:lnTo>
                  <a:lnTo>
                    <a:pt x="1858955" y="53816"/>
                  </a:lnTo>
                  <a:lnTo>
                    <a:pt x="1781321" y="51632"/>
                  </a:lnTo>
                  <a:lnTo>
                    <a:pt x="1703687" y="49443"/>
                  </a:lnTo>
                  <a:lnTo>
                    <a:pt x="1626053" y="47249"/>
                  </a:lnTo>
                  <a:lnTo>
                    <a:pt x="1548419" y="45049"/>
                  </a:lnTo>
                  <a:lnTo>
                    <a:pt x="1470785" y="42843"/>
                  </a:lnTo>
                  <a:lnTo>
                    <a:pt x="1393151" y="40632"/>
                  </a:lnTo>
                  <a:lnTo>
                    <a:pt x="1315517" y="38416"/>
                  </a:lnTo>
                  <a:lnTo>
                    <a:pt x="1237883" y="36194"/>
                  </a:lnTo>
                  <a:lnTo>
                    <a:pt x="1160249" y="33966"/>
                  </a:lnTo>
                  <a:lnTo>
                    <a:pt x="1082615" y="31733"/>
                  </a:lnTo>
                  <a:lnTo>
                    <a:pt x="1004981" y="29494"/>
                  </a:lnTo>
                  <a:lnTo>
                    <a:pt x="927346" y="27249"/>
                  </a:lnTo>
                  <a:lnTo>
                    <a:pt x="849712" y="24999"/>
                  </a:lnTo>
                  <a:lnTo>
                    <a:pt x="772078" y="22743"/>
                  </a:lnTo>
                  <a:lnTo>
                    <a:pt x="694444" y="20482"/>
                  </a:lnTo>
                  <a:lnTo>
                    <a:pt x="616810" y="18215"/>
                  </a:lnTo>
                  <a:lnTo>
                    <a:pt x="539176" y="15942"/>
                  </a:lnTo>
                  <a:lnTo>
                    <a:pt x="461542" y="13664"/>
                  </a:lnTo>
                  <a:lnTo>
                    <a:pt x="383908" y="11379"/>
                  </a:lnTo>
                  <a:lnTo>
                    <a:pt x="306274" y="9090"/>
                  </a:lnTo>
                  <a:lnTo>
                    <a:pt x="228640" y="6794"/>
                  </a:lnTo>
                  <a:lnTo>
                    <a:pt x="151006" y="4493"/>
                  </a:lnTo>
                  <a:lnTo>
                    <a:pt x="73372" y="218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62946" y="2073503"/>
              <a:ext cx="7225544" cy="3341688"/>
            </a:xfrm>
            <a:custGeom>
              <a:avLst/>
              <a:pathLst>
                <a:path w="7225544" h="3341688">
                  <a:moveTo>
                    <a:pt x="0" y="0"/>
                  </a:moveTo>
                  <a:lnTo>
                    <a:pt x="5577" y="8732"/>
                  </a:lnTo>
                  <a:lnTo>
                    <a:pt x="83212" y="126165"/>
                  </a:lnTo>
                  <a:lnTo>
                    <a:pt x="160846" y="239629"/>
                  </a:lnTo>
                  <a:lnTo>
                    <a:pt x="238480" y="349258"/>
                  </a:lnTo>
                  <a:lnTo>
                    <a:pt x="316114" y="455183"/>
                  </a:lnTo>
                  <a:lnTo>
                    <a:pt x="393748" y="557529"/>
                  </a:lnTo>
                  <a:lnTo>
                    <a:pt x="471382" y="656415"/>
                  </a:lnTo>
                  <a:lnTo>
                    <a:pt x="549016" y="751960"/>
                  </a:lnTo>
                  <a:lnTo>
                    <a:pt x="626650" y="844277"/>
                  </a:lnTo>
                  <a:lnTo>
                    <a:pt x="704284" y="933473"/>
                  </a:lnTo>
                  <a:lnTo>
                    <a:pt x="781918" y="1019656"/>
                  </a:lnTo>
                  <a:lnTo>
                    <a:pt x="859552" y="1102926"/>
                  </a:lnTo>
                  <a:lnTo>
                    <a:pt x="937186" y="1183382"/>
                  </a:lnTo>
                  <a:lnTo>
                    <a:pt x="1014820" y="1261119"/>
                  </a:lnTo>
                  <a:lnTo>
                    <a:pt x="1092454" y="1336229"/>
                  </a:lnTo>
                  <a:lnTo>
                    <a:pt x="1170088" y="1408801"/>
                  </a:lnTo>
                  <a:lnTo>
                    <a:pt x="1247722" y="1478920"/>
                  </a:lnTo>
                  <a:lnTo>
                    <a:pt x="1325356" y="1546670"/>
                  </a:lnTo>
                  <a:lnTo>
                    <a:pt x="1402990" y="1612130"/>
                  </a:lnTo>
                  <a:lnTo>
                    <a:pt x="1480624" y="1675379"/>
                  </a:lnTo>
                  <a:lnTo>
                    <a:pt x="1558258" y="1736489"/>
                  </a:lnTo>
                  <a:lnTo>
                    <a:pt x="1635892" y="1795535"/>
                  </a:lnTo>
                  <a:lnTo>
                    <a:pt x="1713526" y="1852586"/>
                  </a:lnTo>
                  <a:lnTo>
                    <a:pt x="1791161" y="1907708"/>
                  </a:lnTo>
                  <a:lnTo>
                    <a:pt x="1868795" y="1960968"/>
                  </a:lnTo>
                  <a:lnTo>
                    <a:pt x="1946429" y="2012427"/>
                  </a:lnTo>
                  <a:lnTo>
                    <a:pt x="2024063" y="2062148"/>
                  </a:lnTo>
                  <a:lnTo>
                    <a:pt x="2101697" y="2110189"/>
                  </a:lnTo>
                  <a:lnTo>
                    <a:pt x="2179331" y="2156606"/>
                  </a:lnTo>
                  <a:lnTo>
                    <a:pt x="2256965" y="2201455"/>
                  </a:lnTo>
                  <a:lnTo>
                    <a:pt x="2334599" y="2244788"/>
                  </a:lnTo>
                  <a:lnTo>
                    <a:pt x="2412233" y="2286656"/>
                  </a:lnTo>
                  <a:lnTo>
                    <a:pt x="2489867" y="2327110"/>
                  </a:lnTo>
                  <a:lnTo>
                    <a:pt x="2567501" y="2366197"/>
                  </a:lnTo>
                  <a:lnTo>
                    <a:pt x="2645135" y="2403962"/>
                  </a:lnTo>
                  <a:lnTo>
                    <a:pt x="2722769" y="2440452"/>
                  </a:lnTo>
                  <a:lnTo>
                    <a:pt x="2800403" y="2475708"/>
                  </a:lnTo>
                  <a:lnTo>
                    <a:pt x="2878037" y="2509773"/>
                  </a:lnTo>
                  <a:lnTo>
                    <a:pt x="2955671" y="2542687"/>
                  </a:lnTo>
                  <a:lnTo>
                    <a:pt x="3033305" y="2574489"/>
                  </a:lnTo>
                  <a:lnTo>
                    <a:pt x="3110939" y="2605216"/>
                  </a:lnTo>
                  <a:lnTo>
                    <a:pt x="3188573" y="2634904"/>
                  </a:lnTo>
                  <a:lnTo>
                    <a:pt x="3266207" y="2663589"/>
                  </a:lnTo>
                  <a:lnTo>
                    <a:pt x="3343841" y="2691305"/>
                  </a:lnTo>
                  <a:lnTo>
                    <a:pt x="3421475" y="2718085"/>
                  </a:lnTo>
                  <a:lnTo>
                    <a:pt x="3499109" y="2743959"/>
                  </a:lnTo>
                  <a:lnTo>
                    <a:pt x="3576744" y="2768959"/>
                  </a:lnTo>
                  <a:lnTo>
                    <a:pt x="3654378" y="2793114"/>
                  </a:lnTo>
                  <a:lnTo>
                    <a:pt x="3732012" y="2816453"/>
                  </a:lnTo>
                  <a:lnTo>
                    <a:pt x="3809646" y="2839003"/>
                  </a:lnTo>
                  <a:lnTo>
                    <a:pt x="3887280" y="2860791"/>
                  </a:lnTo>
                  <a:lnTo>
                    <a:pt x="3964914" y="2881843"/>
                  </a:lnTo>
                  <a:lnTo>
                    <a:pt x="4042548" y="2902183"/>
                  </a:lnTo>
                  <a:lnTo>
                    <a:pt x="4120182" y="2921836"/>
                  </a:lnTo>
                  <a:lnTo>
                    <a:pt x="4197816" y="2940825"/>
                  </a:lnTo>
                  <a:lnTo>
                    <a:pt x="4275450" y="2959172"/>
                  </a:lnTo>
                  <a:lnTo>
                    <a:pt x="4353084" y="2976899"/>
                  </a:lnTo>
                  <a:lnTo>
                    <a:pt x="4430718" y="2994027"/>
                  </a:lnTo>
                  <a:lnTo>
                    <a:pt x="4508352" y="3010577"/>
                  </a:lnTo>
                  <a:lnTo>
                    <a:pt x="4585986" y="3026567"/>
                  </a:lnTo>
                  <a:lnTo>
                    <a:pt x="4663620" y="3042016"/>
                  </a:lnTo>
                  <a:lnTo>
                    <a:pt x="4741254" y="3056944"/>
                  </a:lnTo>
                  <a:lnTo>
                    <a:pt x="4818888" y="3071367"/>
                  </a:lnTo>
                  <a:lnTo>
                    <a:pt x="4896522" y="3085303"/>
                  </a:lnTo>
                  <a:lnTo>
                    <a:pt x="4974156" y="3098767"/>
                  </a:lnTo>
                  <a:lnTo>
                    <a:pt x="5051790" y="3111777"/>
                  </a:lnTo>
                  <a:lnTo>
                    <a:pt x="5129424" y="3124347"/>
                  </a:lnTo>
                  <a:lnTo>
                    <a:pt x="5207058" y="3136492"/>
                  </a:lnTo>
                  <a:lnTo>
                    <a:pt x="5284693" y="3148227"/>
                  </a:lnTo>
                  <a:lnTo>
                    <a:pt x="5362327" y="3159566"/>
                  </a:lnTo>
                  <a:lnTo>
                    <a:pt x="5439961" y="3170521"/>
                  </a:lnTo>
                  <a:lnTo>
                    <a:pt x="5517595" y="3181106"/>
                  </a:lnTo>
                  <a:lnTo>
                    <a:pt x="5595229" y="3191333"/>
                  </a:lnTo>
                  <a:lnTo>
                    <a:pt x="5672863" y="3201215"/>
                  </a:lnTo>
                  <a:lnTo>
                    <a:pt x="5750497" y="3210762"/>
                  </a:lnTo>
                  <a:lnTo>
                    <a:pt x="5828131" y="3219987"/>
                  </a:lnTo>
                  <a:lnTo>
                    <a:pt x="5905765" y="3228901"/>
                  </a:lnTo>
                  <a:lnTo>
                    <a:pt x="5983399" y="3237513"/>
                  </a:lnTo>
                  <a:lnTo>
                    <a:pt x="6061033" y="3245834"/>
                  </a:lnTo>
                  <a:lnTo>
                    <a:pt x="6138667" y="3253874"/>
                  </a:lnTo>
                  <a:lnTo>
                    <a:pt x="6216301" y="3261642"/>
                  </a:lnTo>
                  <a:lnTo>
                    <a:pt x="6293935" y="3269148"/>
                  </a:lnTo>
                  <a:lnTo>
                    <a:pt x="6371569" y="3276400"/>
                  </a:lnTo>
                  <a:lnTo>
                    <a:pt x="6449203" y="3283407"/>
                  </a:lnTo>
                  <a:lnTo>
                    <a:pt x="6526837" y="3290177"/>
                  </a:lnTo>
                  <a:lnTo>
                    <a:pt x="6604471" y="3296718"/>
                  </a:lnTo>
                  <a:lnTo>
                    <a:pt x="6682105" y="3303038"/>
                  </a:lnTo>
                  <a:lnTo>
                    <a:pt x="6759739" y="3309145"/>
                  </a:lnTo>
                  <a:lnTo>
                    <a:pt x="6837373" y="3315046"/>
                  </a:lnTo>
                  <a:lnTo>
                    <a:pt x="6915007" y="3320746"/>
                  </a:lnTo>
                  <a:lnTo>
                    <a:pt x="6992642" y="3326255"/>
                  </a:lnTo>
                  <a:lnTo>
                    <a:pt x="7070276" y="3331577"/>
                  </a:lnTo>
                  <a:lnTo>
                    <a:pt x="7147910" y="3336719"/>
                  </a:lnTo>
                  <a:lnTo>
                    <a:pt x="7225544" y="33416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41664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0.47-0.97), p = 0.035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2026-06-02T08:49:34Z</dcterms:modified>
  <cp:category/>
</cp:coreProperties>
</file>