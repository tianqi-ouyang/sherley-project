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49937"/>
            </a:xfrm>
            <a:custGeom>
              <a:avLst/>
              <a:pathLst>
                <a:path w="7370972" h="3649937">
                  <a:moveTo>
                    <a:pt x="2395832" y="0"/>
                  </a:moveTo>
                  <a:lnTo>
                    <a:pt x="2402393" y="36379"/>
                  </a:lnTo>
                  <a:lnTo>
                    <a:pt x="2480027" y="421031"/>
                  </a:lnTo>
                  <a:lnTo>
                    <a:pt x="2557661" y="764769"/>
                  </a:lnTo>
                  <a:lnTo>
                    <a:pt x="2635295" y="1071945"/>
                  </a:lnTo>
                  <a:lnTo>
                    <a:pt x="2712930" y="1346447"/>
                  </a:lnTo>
                  <a:lnTo>
                    <a:pt x="2790564" y="1591751"/>
                  </a:lnTo>
                  <a:lnTo>
                    <a:pt x="2868198" y="1810963"/>
                  </a:lnTo>
                  <a:lnTo>
                    <a:pt x="2945832" y="2006857"/>
                  </a:lnTo>
                  <a:lnTo>
                    <a:pt x="3023466" y="2181915"/>
                  </a:lnTo>
                  <a:lnTo>
                    <a:pt x="3101100" y="2338353"/>
                  </a:lnTo>
                  <a:lnTo>
                    <a:pt x="3178734" y="2478150"/>
                  </a:lnTo>
                  <a:lnTo>
                    <a:pt x="3256368" y="2603078"/>
                  </a:lnTo>
                  <a:lnTo>
                    <a:pt x="3334002" y="2714718"/>
                  </a:lnTo>
                  <a:lnTo>
                    <a:pt x="3411636" y="2789293"/>
                  </a:lnTo>
                  <a:lnTo>
                    <a:pt x="3489270" y="2808287"/>
                  </a:lnTo>
                  <a:lnTo>
                    <a:pt x="3566904" y="2826863"/>
                  </a:lnTo>
                  <a:lnTo>
                    <a:pt x="3644538" y="2845031"/>
                  </a:lnTo>
                  <a:lnTo>
                    <a:pt x="3722172" y="2862799"/>
                  </a:lnTo>
                  <a:lnTo>
                    <a:pt x="3799806" y="2880176"/>
                  </a:lnTo>
                  <a:lnTo>
                    <a:pt x="3877440" y="2897170"/>
                  </a:lnTo>
                  <a:lnTo>
                    <a:pt x="3955074" y="2913791"/>
                  </a:lnTo>
                  <a:lnTo>
                    <a:pt x="4032708" y="2930046"/>
                  </a:lnTo>
                  <a:lnTo>
                    <a:pt x="4110342" y="2945944"/>
                  </a:lnTo>
                  <a:lnTo>
                    <a:pt x="4187976" y="2961491"/>
                  </a:lnTo>
                  <a:lnTo>
                    <a:pt x="4265610" y="2976697"/>
                  </a:lnTo>
                  <a:lnTo>
                    <a:pt x="4343244" y="2991568"/>
                  </a:lnTo>
                  <a:lnTo>
                    <a:pt x="4420879" y="3006112"/>
                  </a:lnTo>
                  <a:lnTo>
                    <a:pt x="4498513" y="3020336"/>
                  </a:lnTo>
                  <a:lnTo>
                    <a:pt x="4576147" y="3034247"/>
                  </a:lnTo>
                  <a:lnTo>
                    <a:pt x="4653781" y="3047852"/>
                  </a:lnTo>
                  <a:lnTo>
                    <a:pt x="4731415" y="3061158"/>
                  </a:lnTo>
                  <a:lnTo>
                    <a:pt x="4809049" y="3074171"/>
                  </a:lnTo>
                  <a:lnTo>
                    <a:pt x="4886683" y="3086897"/>
                  </a:lnTo>
                  <a:lnTo>
                    <a:pt x="4964317" y="3099344"/>
                  </a:lnTo>
                  <a:lnTo>
                    <a:pt x="5041951" y="3111517"/>
                  </a:lnTo>
                  <a:lnTo>
                    <a:pt x="5119585" y="3123422"/>
                  </a:lnTo>
                  <a:lnTo>
                    <a:pt x="5197219" y="3135065"/>
                  </a:lnTo>
                  <a:lnTo>
                    <a:pt x="5274853" y="3146452"/>
                  </a:lnTo>
                  <a:lnTo>
                    <a:pt x="5352487" y="3157588"/>
                  </a:lnTo>
                  <a:lnTo>
                    <a:pt x="5430121" y="3168480"/>
                  </a:lnTo>
                  <a:lnTo>
                    <a:pt x="5507755" y="3179132"/>
                  </a:lnTo>
                  <a:lnTo>
                    <a:pt x="5585389" y="3189549"/>
                  </a:lnTo>
                  <a:lnTo>
                    <a:pt x="5663023" y="3199737"/>
                  </a:lnTo>
                  <a:lnTo>
                    <a:pt x="5740657" y="3209701"/>
                  </a:lnTo>
                  <a:lnTo>
                    <a:pt x="5818291" y="3219446"/>
                  </a:lnTo>
                  <a:lnTo>
                    <a:pt x="5895925" y="3228977"/>
                  </a:lnTo>
                  <a:lnTo>
                    <a:pt x="5973559" y="3238298"/>
                  </a:lnTo>
                  <a:lnTo>
                    <a:pt x="6051193" y="3247414"/>
                  </a:lnTo>
                  <a:lnTo>
                    <a:pt x="6128827" y="3256329"/>
                  </a:lnTo>
                  <a:lnTo>
                    <a:pt x="6206462" y="3265048"/>
                  </a:lnTo>
                  <a:lnTo>
                    <a:pt x="6284096" y="3273575"/>
                  </a:lnTo>
                  <a:lnTo>
                    <a:pt x="6361730" y="3281915"/>
                  </a:lnTo>
                  <a:lnTo>
                    <a:pt x="6439364" y="3290071"/>
                  </a:lnTo>
                  <a:lnTo>
                    <a:pt x="6516998" y="3298048"/>
                  </a:lnTo>
                  <a:lnTo>
                    <a:pt x="6594632" y="3305849"/>
                  </a:lnTo>
                  <a:lnTo>
                    <a:pt x="6672266" y="3313479"/>
                  </a:lnTo>
                  <a:lnTo>
                    <a:pt x="6749900" y="3320940"/>
                  </a:lnTo>
                  <a:lnTo>
                    <a:pt x="6827534" y="3328238"/>
                  </a:lnTo>
                  <a:lnTo>
                    <a:pt x="6905168" y="3335375"/>
                  </a:lnTo>
                  <a:lnTo>
                    <a:pt x="6982802" y="3342355"/>
                  </a:lnTo>
                  <a:lnTo>
                    <a:pt x="7060436" y="3349182"/>
                  </a:lnTo>
                  <a:lnTo>
                    <a:pt x="7138070" y="3355858"/>
                  </a:lnTo>
                  <a:lnTo>
                    <a:pt x="7215704" y="3362387"/>
                  </a:lnTo>
                  <a:lnTo>
                    <a:pt x="7293338" y="3368773"/>
                  </a:lnTo>
                  <a:lnTo>
                    <a:pt x="7370972" y="3375018"/>
                  </a:lnTo>
                  <a:lnTo>
                    <a:pt x="7370972" y="3649937"/>
                  </a:lnTo>
                  <a:lnTo>
                    <a:pt x="7293338" y="3649614"/>
                  </a:lnTo>
                  <a:lnTo>
                    <a:pt x="7215704" y="3649254"/>
                  </a:lnTo>
                  <a:lnTo>
                    <a:pt x="7138070" y="3648850"/>
                  </a:lnTo>
                  <a:lnTo>
                    <a:pt x="7060436" y="3648399"/>
                  </a:lnTo>
                  <a:lnTo>
                    <a:pt x="6982802" y="3647894"/>
                  </a:lnTo>
                  <a:lnTo>
                    <a:pt x="6905168" y="3647329"/>
                  </a:lnTo>
                  <a:lnTo>
                    <a:pt x="6827534" y="3646696"/>
                  </a:lnTo>
                  <a:lnTo>
                    <a:pt x="6749900" y="3645988"/>
                  </a:lnTo>
                  <a:lnTo>
                    <a:pt x="6672266" y="3645196"/>
                  </a:lnTo>
                  <a:lnTo>
                    <a:pt x="6594632" y="3644309"/>
                  </a:lnTo>
                  <a:lnTo>
                    <a:pt x="6516998" y="3643317"/>
                  </a:lnTo>
                  <a:lnTo>
                    <a:pt x="6439364" y="3642207"/>
                  </a:lnTo>
                  <a:lnTo>
                    <a:pt x="6361730" y="3640965"/>
                  </a:lnTo>
                  <a:lnTo>
                    <a:pt x="6284096" y="3639575"/>
                  </a:lnTo>
                  <a:lnTo>
                    <a:pt x="6206462" y="3638020"/>
                  </a:lnTo>
                  <a:lnTo>
                    <a:pt x="6128827" y="3636279"/>
                  </a:lnTo>
                  <a:lnTo>
                    <a:pt x="6051193" y="3634331"/>
                  </a:lnTo>
                  <a:lnTo>
                    <a:pt x="5973559" y="3632152"/>
                  </a:lnTo>
                  <a:lnTo>
                    <a:pt x="5895925" y="3629713"/>
                  </a:lnTo>
                  <a:lnTo>
                    <a:pt x="5818291" y="3626983"/>
                  </a:lnTo>
                  <a:lnTo>
                    <a:pt x="5740657" y="3623929"/>
                  </a:lnTo>
                  <a:lnTo>
                    <a:pt x="5663023" y="3620511"/>
                  </a:lnTo>
                  <a:lnTo>
                    <a:pt x="5585389" y="3616687"/>
                  </a:lnTo>
                  <a:lnTo>
                    <a:pt x="5507755" y="3612407"/>
                  </a:lnTo>
                  <a:lnTo>
                    <a:pt x="5430121" y="3607617"/>
                  </a:lnTo>
                  <a:lnTo>
                    <a:pt x="5352487" y="3602258"/>
                  </a:lnTo>
                  <a:lnTo>
                    <a:pt x="5274853" y="3596261"/>
                  </a:lnTo>
                  <a:lnTo>
                    <a:pt x="5197219" y="3589550"/>
                  </a:lnTo>
                  <a:lnTo>
                    <a:pt x="5119585" y="3582040"/>
                  </a:lnTo>
                  <a:lnTo>
                    <a:pt x="5041951" y="3573636"/>
                  </a:lnTo>
                  <a:lnTo>
                    <a:pt x="4964317" y="3564232"/>
                  </a:lnTo>
                  <a:lnTo>
                    <a:pt x="4886683" y="3553709"/>
                  </a:lnTo>
                  <a:lnTo>
                    <a:pt x="4809049" y="3541933"/>
                  </a:lnTo>
                  <a:lnTo>
                    <a:pt x="4731415" y="3528755"/>
                  </a:lnTo>
                  <a:lnTo>
                    <a:pt x="4653781" y="3514009"/>
                  </a:lnTo>
                  <a:lnTo>
                    <a:pt x="4576147" y="3497507"/>
                  </a:lnTo>
                  <a:lnTo>
                    <a:pt x="4498513" y="3479042"/>
                  </a:lnTo>
                  <a:lnTo>
                    <a:pt x="4420879" y="3458378"/>
                  </a:lnTo>
                  <a:lnTo>
                    <a:pt x="4343244" y="3435255"/>
                  </a:lnTo>
                  <a:lnTo>
                    <a:pt x="4265610" y="3409380"/>
                  </a:lnTo>
                  <a:lnTo>
                    <a:pt x="4187976" y="3380425"/>
                  </a:lnTo>
                  <a:lnTo>
                    <a:pt x="4110342" y="3348023"/>
                  </a:lnTo>
                  <a:lnTo>
                    <a:pt x="4032708" y="3311765"/>
                  </a:lnTo>
                  <a:lnTo>
                    <a:pt x="3955074" y="3271191"/>
                  </a:lnTo>
                  <a:lnTo>
                    <a:pt x="3877440" y="3225787"/>
                  </a:lnTo>
                  <a:lnTo>
                    <a:pt x="3799806" y="3174979"/>
                  </a:lnTo>
                  <a:lnTo>
                    <a:pt x="3722172" y="3118124"/>
                  </a:lnTo>
                  <a:lnTo>
                    <a:pt x="3644538" y="3054501"/>
                  </a:lnTo>
                  <a:lnTo>
                    <a:pt x="3566904" y="2983305"/>
                  </a:lnTo>
                  <a:lnTo>
                    <a:pt x="3489270" y="2903635"/>
                  </a:lnTo>
                  <a:lnTo>
                    <a:pt x="3411636" y="2814482"/>
                  </a:lnTo>
                  <a:lnTo>
                    <a:pt x="3334002" y="2769872"/>
                  </a:lnTo>
                  <a:lnTo>
                    <a:pt x="3256368" y="2750014"/>
                  </a:lnTo>
                  <a:lnTo>
                    <a:pt x="3178734" y="2729709"/>
                  </a:lnTo>
                  <a:lnTo>
                    <a:pt x="3101100" y="2708947"/>
                  </a:lnTo>
                  <a:lnTo>
                    <a:pt x="3023466" y="2687718"/>
                  </a:lnTo>
                  <a:lnTo>
                    <a:pt x="2945832" y="2666012"/>
                  </a:lnTo>
                  <a:lnTo>
                    <a:pt x="2868198" y="2643817"/>
                  </a:lnTo>
                  <a:lnTo>
                    <a:pt x="2790564" y="2621123"/>
                  </a:lnTo>
                  <a:lnTo>
                    <a:pt x="2712930" y="2597919"/>
                  </a:lnTo>
                  <a:lnTo>
                    <a:pt x="2635295" y="2574192"/>
                  </a:lnTo>
                  <a:lnTo>
                    <a:pt x="2557661" y="2549932"/>
                  </a:lnTo>
                  <a:lnTo>
                    <a:pt x="2480027" y="2525126"/>
                  </a:lnTo>
                  <a:lnTo>
                    <a:pt x="2402393" y="2499762"/>
                  </a:lnTo>
                  <a:lnTo>
                    <a:pt x="2324759" y="2473828"/>
                  </a:lnTo>
                  <a:lnTo>
                    <a:pt x="2247125" y="2447310"/>
                  </a:lnTo>
                  <a:lnTo>
                    <a:pt x="2169491" y="2420196"/>
                  </a:lnTo>
                  <a:lnTo>
                    <a:pt x="2091857" y="2392471"/>
                  </a:lnTo>
                  <a:lnTo>
                    <a:pt x="2014223" y="2364123"/>
                  </a:lnTo>
                  <a:lnTo>
                    <a:pt x="1936589" y="2335138"/>
                  </a:lnTo>
                  <a:lnTo>
                    <a:pt x="1858955" y="2305500"/>
                  </a:lnTo>
                  <a:lnTo>
                    <a:pt x="1781321" y="2275195"/>
                  </a:lnTo>
                  <a:lnTo>
                    <a:pt x="1703687" y="2244209"/>
                  </a:lnTo>
                  <a:lnTo>
                    <a:pt x="1626053" y="2212526"/>
                  </a:lnTo>
                  <a:lnTo>
                    <a:pt x="1548419" y="2180130"/>
                  </a:lnTo>
                  <a:lnTo>
                    <a:pt x="1470785" y="2147005"/>
                  </a:lnTo>
                  <a:lnTo>
                    <a:pt x="1393151" y="2113136"/>
                  </a:lnTo>
                  <a:lnTo>
                    <a:pt x="1315517" y="2078504"/>
                  </a:lnTo>
                  <a:lnTo>
                    <a:pt x="1237883" y="2043093"/>
                  </a:lnTo>
                  <a:lnTo>
                    <a:pt x="1160249" y="2006886"/>
                  </a:lnTo>
                  <a:lnTo>
                    <a:pt x="1082615" y="1969864"/>
                  </a:lnTo>
                  <a:lnTo>
                    <a:pt x="1004981" y="1932009"/>
                  </a:lnTo>
                  <a:lnTo>
                    <a:pt x="927346" y="1893303"/>
                  </a:lnTo>
                  <a:lnTo>
                    <a:pt x="849712" y="1853726"/>
                  </a:lnTo>
                  <a:lnTo>
                    <a:pt x="772078" y="1813258"/>
                  </a:lnTo>
                  <a:lnTo>
                    <a:pt x="694444" y="1771881"/>
                  </a:lnTo>
                  <a:lnTo>
                    <a:pt x="616810" y="1729572"/>
                  </a:lnTo>
                  <a:lnTo>
                    <a:pt x="539176" y="1686312"/>
                  </a:lnTo>
                  <a:lnTo>
                    <a:pt x="461542" y="1642079"/>
                  </a:lnTo>
                  <a:lnTo>
                    <a:pt x="383908" y="1596850"/>
                  </a:lnTo>
                  <a:lnTo>
                    <a:pt x="306274" y="1550605"/>
                  </a:lnTo>
                  <a:lnTo>
                    <a:pt x="228640" y="1503319"/>
                  </a:lnTo>
                  <a:lnTo>
                    <a:pt x="151006" y="1454969"/>
                  </a:lnTo>
                  <a:lnTo>
                    <a:pt x="73372" y="1405531"/>
                  </a:lnTo>
                  <a:lnTo>
                    <a:pt x="0" y="13577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13350" y="1896563"/>
              <a:ext cx="4975140" cy="3375018"/>
            </a:xfrm>
            <a:custGeom>
              <a:avLst/>
              <a:pathLst>
                <a:path w="4975140" h="3375018">
                  <a:moveTo>
                    <a:pt x="0" y="0"/>
                  </a:moveTo>
                  <a:lnTo>
                    <a:pt x="6561" y="36379"/>
                  </a:lnTo>
                  <a:lnTo>
                    <a:pt x="84195" y="421031"/>
                  </a:lnTo>
                  <a:lnTo>
                    <a:pt x="161829" y="764769"/>
                  </a:lnTo>
                  <a:lnTo>
                    <a:pt x="239463" y="1071945"/>
                  </a:lnTo>
                  <a:lnTo>
                    <a:pt x="317097" y="1346447"/>
                  </a:lnTo>
                  <a:lnTo>
                    <a:pt x="394731" y="1591751"/>
                  </a:lnTo>
                  <a:lnTo>
                    <a:pt x="472365" y="1810963"/>
                  </a:lnTo>
                  <a:lnTo>
                    <a:pt x="549999" y="2006857"/>
                  </a:lnTo>
                  <a:lnTo>
                    <a:pt x="627633" y="2181915"/>
                  </a:lnTo>
                  <a:lnTo>
                    <a:pt x="705267" y="2338353"/>
                  </a:lnTo>
                  <a:lnTo>
                    <a:pt x="782901" y="2478150"/>
                  </a:lnTo>
                  <a:lnTo>
                    <a:pt x="860535" y="2603078"/>
                  </a:lnTo>
                  <a:lnTo>
                    <a:pt x="938169" y="2714718"/>
                  </a:lnTo>
                  <a:lnTo>
                    <a:pt x="1015803" y="2789293"/>
                  </a:lnTo>
                  <a:lnTo>
                    <a:pt x="1093437" y="2808287"/>
                  </a:lnTo>
                  <a:lnTo>
                    <a:pt x="1171072" y="2826863"/>
                  </a:lnTo>
                  <a:lnTo>
                    <a:pt x="1248706" y="2845031"/>
                  </a:lnTo>
                  <a:lnTo>
                    <a:pt x="1326340" y="2862799"/>
                  </a:lnTo>
                  <a:lnTo>
                    <a:pt x="1403974" y="2880176"/>
                  </a:lnTo>
                  <a:lnTo>
                    <a:pt x="1481608" y="2897170"/>
                  </a:lnTo>
                  <a:lnTo>
                    <a:pt x="1559242" y="2913791"/>
                  </a:lnTo>
                  <a:lnTo>
                    <a:pt x="1636876" y="2930046"/>
                  </a:lnTo>
                  <a:lnTo>
                    <a:pt x="1714510" y="2945944"/>
                  </a:lnTo>
                  <a:lnTo>
                    <a:pt x="1792144" y="2961491"/>
                  </a:lnTo>
                  <a:lnTo>
                    <a:pt x="1869778" y="2976697"/>
                  </a:lnTo>
                  <a:lnTo>
                    <a:pt x="1947412" y="2991568"/>
                  </a:lnTo>
                  <a:lnTo>
                    <a:pt x="2025046" y="3006112"/>
                  </a:lnTo>
                  <a:lnTo>
                    <a:pt x="2102680" y="3020336"/>
                  </a:lnTo>
                  <a:lnTo>
                    <a:pt x="2180314" y="3034247"/>
                  </a:lnTo>
                  <a:lnTo>
                    <a:pt x="2257948" y="3047852"/>
                  </a:lnTo>
                  <a:lnTo>
                    <a:pt x="2335582" y="3061158"/>
                  </a:lnTo>
                  <a:lnTo>
                    <a:pt x="2413216" y="3074171"/>
                  </a:lnTo>
                  <a:lnTo>
                    <a:pt x="2490850" y="3086897"/>
                  </a:lnTo>
                  <a:lnTo>
                    <a:pt x="2568484" y="3099344"/>
                  </a:lnTo>
                  <a:lnTo>
                    <a:pt x="2646118" y="3111517"/>
                  </a:lnTo>
                  <a:lnTo>
                    <a:pt x="2723752" y="3123422"/>
                  </a:lnTo>
                  <a:lnTo>
                    <a:pt x="2801386" y="3135065"/>
                  </a:lnTo>
                  <a:lnTo>
                    <a:pt x="2879021" y="3146452"/>
                  </a:lnTo>
                  <a:lnTo>
                    <a:pt x="2956655" y="3157588"/>
                  </a:lnTo>
                  <a:lnTo>
                    <a:pt x="3034289" y="3168480"/>
                  </a:lnTo>
                  <a:lnTo>
                    <a:pt x="3111923" y="3179132"/>
                  </a:lnTo>
                  <a:lnTo>
                    <a:pt x="3189557" y="3189549"/>
                  </a:lnTo>
                  <a:lnTo>
                    <a:pt x="3267191" y="3199737"/>
                  </a:lnTo>
                  <a:lnTo>
                    <a:pt x="3344825" y="3209701"/>
                  </a:lnTo>
                  <a:lnTo>
                    <a:pt x="3422459" y="3219446"/>
                  </a:lnTo>
                  <a:lnTo>
                    <a:pt x="3500093" y="3228977"/>
                  </a:lnTo>
                  <a:lnTo>
                    <a:pt x="3577727" y="3238298"/>
                  </a:lnTo>
                  <a:lnTo>
                    <a:pt x="3655361" y="3247414"/>
                  </a:lnTo>
                  <a:lnTo>
                    <a:pt x="3732995" y="3256329"/>
                  </a:lnTo>
                  <a:lnTo>
                    <a:pt x="3810629" y="3265048"/>
                  </a:lnTo>
                  <a:lnTo>
                    <a:pt x="3888263" y="3273575"/>
                  </a:lnTo>
                  <a:lnTo>
                    <a:pt x="3965897" y="3281915"/>
                  </a:lnTo>
                  <a:lnTo>
                    <a:pt x="4043531" y="3290071"/>
                  </a:lnTo>
                  <a:lnTo>
                    <a:pt x="4121165" y="3298048"/>
                  </a:lnTo>
                  <a:lnTo>
                    <a:pt x="4198799" y="3305849"/>
                  </a:lnTo>
                  <a:lnTo>
                    <a:pt x="4276433" y="3313479"/>
                  </a:lnTo>
                  <a:lnTo>
                    <a:pt x="4354067" y="3320940"/>
                  </a:lnTo>
                  <a:lnTo>
                    <a:pt x="4431701" y="3328238"/>
                  </a:lnTo>
                  <a:lnTo>
                    <a:pt x="4509335" y="3335375"/>
                  </a:lnTo>
                  <a:lnTo>
                    <a:pt x="4586970" y="3342355"/>
                  </a:lnTo>
                  <a:lnTo>
                    <a:pt x="4664604" y="3349182"/>
                  </a:lnTo>
                  <a:lnTo>
                    <a:pt x="4742238" y="3355858"/>
                  </a:lnTo>
                  <a:lnTo>
                    <a:pt x="4819872" y="3362387"/>
                  </a:lnTo>
                  <a:lnTo>
                    <a:pt x="4897506" y="3368773"/>
                  </a:lnTo>
                  <a:lnTo>
                    <a:pt x="4975140" y="33750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254320"/>
              <a:ext cx="7370972" cy="2292180"/>
            </a:xfrm>
            <a:custGeom>
              <a:avLst/>
              <a:pathLst>
                <a:path w="7370972" h="2292180">
                  <a:moveTo>
                    <a:pt x="7370972" y="2292180"/>
                  </a:moveTo>
                  <a:lnTo>
                    <a:pt x="7293338" y="2291857"/>
                  </a:lnTo>
                  <a:lnTo>
                    <a:pt x="7215704" y="2291497"/>
                  </a:lnTo>
                  <a:lnTo>
                    <a:pt x="7138070" y="2291093"/>
                  </a:lnTo>
                  <a:lnTo>
                    <a:pt x="7060436" y="2290642"/>
                  </a:lnTo>
                  <a:lnTo>
                    <a:pt x="6982802" y="2290137"/>
                  </a:lnTo>
                  <a:lnTo>
                    <a:pt x="6905168" y="2289572"/>
                  </a:lnTo>
                  <a:lnTo>
                    <a:pt x="6827534" y="2288939"/>
                  </a:lnTo>
                  <a:lnTo>
                    <a:pt x="6749900" y="2288231"/>
                  </a:lnTo>
                  <a:lnTo>
                    <a:pt x="6672266" y="2287439"/>
                  </a:lnTo>
                  <a:lnTo>
                    <a:pt x="6594632" y="2286552"/>
                  </a:lnTo>
                  <a:lnTo>
                    <a:pt x="6516998" y="2285560"/>
                  </a:lnTo>
                  <a:lnTo>
                    <a:pt x="6439364" y="2284450"/>
                  </a:lnTo>
                  <a:lnTo>
                    <a:pt x="6361730" y="2283208"/>
                  </a:lnTo>
                  <a:lnTo>
                    <a:pt x="6284096" y="2281818"/>
                  </a:lnTo>
                  <a:lnTo>
                    <a:pt x="6206462" y="2280263"/>
                  </a:lnTo>
                  <a:lnTo>
                    <a:pt x="6128827" y="2278522"/>
                  </a:lnTo>
                  <a:lnTo>
                    <a:pt x="6051193" y="2276574"/>
                  </a:lnTo>
                  <a:lnTo>
                    <a:pt x="5973559" y="2274395"/>
                  </a:lnTo>
                  <a:lnTo>
                    <a:pt x="5895925" y="2271956"/>
                  </a:lnTo>
                  <a:lnTo>
                    <a:pt x="5818291" y="2269226"/>
                  </a:lnTo>
                  <a:lnTo>
                    <a:pt x="5740657" y="2266172"/>
                  </a:lnTo>
                  <a:lnTo>
                    <a:pt x="5663023" y="2262754"/>
                  </a:lnTo>
                  <a:lnTo>
                    <a:pt x="5585389" y="2258930"/>
                  </a:lnTo>
                  <a:lnTo>
                    <a:pt x="5507755" y="2254650"/>
                  </a:lnTo>
                  <a:lnTo>
                    <a:pt x="5430121" y="2249860"/>
                  </a:lnTo>
                  <a:lnTo>
                    <a:pt x="5352487" y="2244501"/>
                  </a:lnTo>
                  <a:lnTo>
                    <a:pt x="5274853" y="2238504"/>
                  </a:lnTo>
                  <a:lnTo>
                    <a:pt x="5197219" y="2231793"/>
                  </a:lnTo>
                  <a:lnTo>
                    <a:pt x="5119585" y="2224283"/>
                  </a:lnTo>
                  <a:lnTo>
                    <a:pt x="5041951" y="2215879"/>
                  </a:lnTo>
                  <a:lnTo>
                    <a:pt x="4964317" y="2206475"/>
                  </a:lnTo>
                  <a:lnTo>
                    <a:pt x="4886683" y="2195952"/>
                  </a:lnTo>
                  <a:lnTo>
                    <a:pt x="4809049" y="2184176"/>
                  </a:lnTo>
                  <a:lnTo>
                    <a:pt x="4731415" y="2170998"/>
                  </a:lnTo>
                  <a:lnTo>
                    <a:pt x="4653781" y="2156252"/>
                  </a:lnTo>
                  <a:lnTo>
                    <a:pt x="4576147" y="2139750"/>
                  </a:lnTo>
                  <a:lnTo>
                    <a:pt x="4498513" y="2121285"/>
                  </a:lnTo>
                  <a:lnTo>
                    <a:pt x="4420879" y="2100621"/>
                  </a:lnTo>
                  <a:lnTo>
                    <a:pt x="4343244" y="2077498"/>
                  </a:lnTo>
                  <a:lnTo>
                    <a:pt x="4265610" y="2051623"/>
                  </a:lnTo>
                  <a:lnTo>
                    <a:pt x="4187976" y="2022668"/>
                  </a:lnTo>
                  <a:lnTo>
                    <a:pt x="4110342" y="1990266"/>
                  </a:lnTo>
                  <a:lnTo>
                    <a:pt x="4032708" y="1954008"/>
                  </a:lnTo>
                  <a:lnTo>
                    <a:pt x="3955074" y="1913434"/>
                  </a:lnTo>
                  <a:lnTo>
                    <a:pt x="3877440" y="1868030"/>
                  </a:lnTo>
                  <a:lnTo>
                    <a:pt x="3799806" y="1817222"/>
                  </a:lnTo>
                  <a:lnTo>
                    <a:pt x="3722172" y="1760367"/>
                  </a:lnTo>
                  <a:lnTo>
                    <a:pt x="3644538" y="1696744"/>
                  </a:lnTo>
                  <a:lnTo>
                    <a:pt x="3566904" y="1625548"/>
                  </a:lnTo>
                  <a:lnTo>
                    <a:pt x="3489270" y="1545878"/>
                  </a:lnTo>
                  <a:lnTo>
                    <a:pt x="3411636" y="1456725"/>
                  </a:lnTo>
                  <a:lnTo>
                    <a:pt x="3334002" y="1412115"/>
                  </a:lnTo>
                  <a:lnTo>
                    <a:pt x="3256368" y="1392256"/>
                  </a:lnTo>
                  <a:lnTo>
                    <a:pt x="3178734" y="1371952"/>
                  </a:lnTo>
                  <a:lnTo>
                    <a:pt x="3101100" y="1351190"/>
                  </a:lnTo>
                  <a:lnTo>
                    <a:pt x="3023466" y="1329961"/>
                  </a:lnTo>
                  <a:lnTo>
                    <a:pt x="2945832" y="1308255"/>
                  </a:lnTo>
                  <a:lnTo>
                    <a:pt x="2868198" y="1286060"/>
                  </a:lnTo>
                  <a:lnTo>
                    <a:pt x="2790564" y="1263366"/>
                  </a:lnTo>
                  <a:lnTo>
                    <a:pt x="2712930" y="1240162"/>
                  </a:lnTo>
                  <a:lnTo>
                    <a:pt x="2635295" y="1216435"/>
                  </a:lnTo>
                  <a:lnTo>
                    <a:pt x="2557661" y="1192175"/>
                  </a:lnTo>
                  <a:lnTo>
                    <a:pt x="2480027" y="1167369"/>
                  </a:lnTo>
                  <a:lnTo>
                    <a:pt x="2402393" y="1142005"/>
                  </a:lnTo>
                  <a:lnTo>
                    <a:pt x="2324759" y="1116071"/>
                  </a:lnTo>
                  <a:lnTo>
                    <a:pt x="2247125" y="1089553"/>
                  </a:lnTo>
                  <a:lnTo>
                    <a:pt x="2169491" y="1062439"/>
                  </a:lnTo>
                  <a:lnTo>
                    <a:pt x="2091857" y="1034714"/>
                  </a:lnTo>
                  <a:lnTo>
                    <a:pt x="2014223" y="1006366"/>
                  </a:lnTo>
                  <a:lnTo>
                    <a:pt x="1936589" y="977381"/>
                  </a:lnTo>
                  <a:lnTo>
                    <a:pt x="1858955" y="947743"/>
                  </a:lnTo>
                  <a:lnTo>
                    <a:pt x="1781321" y="917438"/>
                  </a:lnTo>
                  <a:lnTo>
                    <a:pt x="1703687" y="886452"/>
                  </a:lnTo>
                  <a:lnTo>
                    <a:pt x="1626053" y="854769"/>
                  </a:lnTo>
                  <a:lnTo>
                    <a:pt x="1548419" y="822373"/>
                  </a:lnTo>
                  <a:lnTo>
                    <a:pt x="1470785" y="789248"/>
                  </a:lnTo>
                  <a:lnTo>
                    <a:pt x="1393151" y="755378"/>
                  </a:lnTo>
                  <a:lnTo>
                    <a:pt x="1315517" y="720747"/>
                  </a:lnTo>
                  <a:lnTo>
                    <a:pt x="1237883" y="685336"/>
                  </a:lnTo>
                  <a:lnTo>
                    <a:pt x="1160249" y="649128"/>
                  </a:lnTo>
                  <a:lnTo>
                    <a:pt x="1082615" y="612107"/>
                  </a:lnTo>
                  <a:lnTo>
                    <a:pt x="1004981" y="574252"/>
                  </a:lnTo>
                  <a:lnTo>
                    <a:pt x="927346" y="535546"/>
                  </a:lnTo>
                  <a:lnTo>
                    <a:pt x="849712" y="495969"/>
                  </a:lnTo>
                  <a:lnTo>
                    <a:pt x="772078" y="455501"/>
                  </a:lnTo>
                  <a:lnTo>
                    <a:pt x="694444" y="414124"/>
                  </a:lnTo>
                  <a:lnTo>
                    <a:pt x="616810" y="371815"/>
                  </a:lnTo>
                  <a:lnTo>
                    <a:pt x="539176" y="328555"/>
                  </a:lnTo>
                  <a:lnTo>
                    <a:pt x="461542" y="284322"/>
                  </a:lnTo>
                  <a:lnTo>
                    <a:pt x="383908" y="239093"/>
                  </a:lnTo>
                  <a:lnTo>
                    <a:pt x="306274" y="192848"/>
                  </a:lnTo>
                  <a:lnTo>
                    <a:pt x="228640" y="145562"/>
                  </a:lnTo>
                  <a:lnTo>
                    <a:pt x="151006" y="97212"/>
                  </a:lnTo>
                  <a:lnTo>
                    <a:pt x="73372" y="477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50146" y="1896563"/>
              <a:ext cx="5638344" cy="3625231"/>
            </a:xfrm>
            <a:custGeom>
              <a:avLst/>
              <a:pathLst>
                <a:path w="5638344" h="3625231">
                  <a:moveTo>
                    <a:pt x="0" y="0"/>
                  </a:moveTo>
                  <a:lnTo>
                    <a:pt x="48693" y="152937"/>
                  </a:lnTo>
                  <a:lnTo>
                    <a:pt x="126327" y="380891"/>
                  </a:lnTo>
                  <a:lnTo>
                    <a:pt x="203961" y="593997"/>
                  </a:lnTo>
                  <a:lnTo>
                    <a:pt x="281595" y="793222"/>
                  </a:lnTo>
                  <a:lnTo>
                    <a:pt x="359229" y="979471"/>
                  </a:lnTo>
                  <a:lnTo>
                    <a:pt x="436863" y="1153588"/>
                  </a:lnTo>
                  <a:lnTo>
                    <a:pt x="514497" y="1316365"/>
                  </a:lnTo>
                  <a:lnTo>
                    <a:pt x="592131" y="1468538"/>
                  </a:lnTo>
                  <a:lnTo>
                    <a:pt x="669765" y="1610800"/>
                  </a:lnTo>
                  <a:lnTo>
                    <a:pt x="747399" y="1743796"/>
                  </a:lnTo>
                  <a:lnTo>
                    <a:pt x="825033" y="1868129"/>
                  </a:lnTo>
                  <a:lnTo>
                    <a:pt x="902667" y="1984364"/>
                  </a:lnTo>
                  <a:lnTo>
                    <a:pt x="980301" y="2093027"/>
                  </a:lnTo>
                  <a:lnTo>
                    <a:pt x="1057935" y="2194613"/>
                  </a:lnTo>
                  <a:lnTo>
                    <a:pt x="1135569" y="2289582"/>
                  </a:lnTo>
                  <a:lnTo>
                    <a:pt x="1213203" y="2378365"/>
                  </a:lnTo>
                  <a:lnTo>
                    <a:pt x="1290837" y="2461366"/>
                  </a:lnTo>
                  <a:lnTo>
                    <a:pt x="1368471" y="2538960"/>
                  </a:lnTo>
                  <a:lnTo>
                    <a:pt x="1446105" y="2611500"/>
                  </a:lnTo>
                  <a:lnTo>
                    <a:pt x="1523739" y="2679315"/>
                  </a:lnTo>
                  <a:lnTo>
                    <a:pt x="1601373" y="2742713"/>
                  </a:lnTo>
                  <a:lnTo>
                    <a:pt x="1679008" y="2801981"/>
                  </a:lnTo>
                  <a:lnTo>
                    <a:pt x="1756642" y="2857389"/>
                  </a:lnTo>
                  <a:lnTo>
                    <a:pt x="1834276" y="2909188"/>
                  </a:lnTo>
                  <a:lnTo>
                    <a:pt x="1911910" y="2957613"/>
                  </a:lnTo>
                  <a:lnTo>
                    <a:pt x="1989544" y="3002884"/>
                  </a:lnTo>
                  <a:lnTo>
                    <a:pt x="2067178" y="3045206"/>
                  </a:lnTo>
                  <a:lnTo>
                    <a:pt x="2144812" y="3084772"/>
                  </a:lnTo>
                  <a:lnTo>
                    <a:pt x="2222446" y="3121760"/>
                  </a:lnTo>
                  <a:lnTo>
                    <a:pt x="2300080" y="3156339"/>
                  </a:lnTo>
                  <a:lnTo>
                    <a:pt x="2377714" y="3188666"/>
                  </a:lnTo>
                  <a:lnTo>
                    <a:pt x="2455348" y="3218887"/>
                  </a:lnTo>
                  <a:lnTo>
                    <a:pt x="2532982" y="3247140"/>
                  </a:lnTo>
                  <a:lnTo>
                    <a:pt x="2610616" y="3273553"/>
                  </a:lnTo>
                  <a:lnTo>
                    <a:pt x="2688250" y="3298245"/>
                  </a:lnTo>
                  <a:lnTo>
                    <a:pt x="2765884" y="3321328"/>
                  </a:lnTo>
                  <a:lnTo>
                    <a:pt x="2843518" y="3342909"/>
                  </a:lnTo>
                  <a:lnTo>
                    <a:pt x="2921152" y="3363083"/>
                  </a:lnTo>
                  <a:lnTo>
                    <a:pt x="2998786" y="3381944"/>
                  </a:lnTo>
                  <a:lnTo>
                    <a:pt x="3076420" y="3399576"/>
                  </a:lnTo>
                  <a:lnTo>
                    <a:pt x="3154054" y="3416059"/>
                  </a:lnTo>
                  <a:lnTo>
                    <a:pt x="3231688" y="3431469"/>
                  </a:lnTo>
                  <a:lnTo>
                    <a:pt x="3309322" y="3445876"/>
                  </a:lnTo>
                  <a:lnTo>
                    <a:pt x="3386956" y="3459343"/>
                  </a:lnTo>
                  <a:lnTo>
                    <a:pt x="3464591" y="3471934"/>
                  </a:lnTo>
                  <a:lnTo>
                    <a:pt x="3542225" y="3483705"/>
                  </a:lnTo>
                  <a:lnTo>
                    <a:pt x="3619859" y="3494708"/>
                  </a:lnTo>
                  <a:lnTo>
                    <a:pt x="3697493" y="3504996"/>
                  </a:lnTo>
                  <a:lnTo>
                    <a:pt x="3775127" y="3514613"/>
                  </a:lnTo>
                  <a:lnTo>
                    <a:pt x="3852761" y="3523603"/>
                  </a:lnTo>
                  <a:lnTo>
                    <a:pt x="3930395" y="3532008"/>
                  </a:lnTo>
                  <a:lnTo>
                    <a:pt x="4008029" y="3539866"/>
                  </a:lnTo>
                  <a:lnTo>
                    <a:pt x="4085663" y="3547212"/>
                  </a:lnTo>
                  <a:lnTo>
                    <a:pt x="4163297" y="3554079"/>
                  </a:lnTo>
                  <a:lnTo>
                    <a:pt x="4240931" y="3560499"/>
                  </a:lnTo>
                  <a:lnTo>
                    <a:pt x="4318565" y="3566501"/>
                  </a:lnTo>
                  <a:lnTo>
                    <a:pt x="4396199" y="3572112"/>
                  </a:lnTo>
                  <a:lnTo>
                    <a:pt x="4473833" y="3577357"/>
                  </a:lnTo>
                  <a:lnTo>
                    <a:pt x="4551467" y="3582261"/>
                  </a:lnTo>
                  <a:lnTo>
                    <a:pt x="4629101" y="3586845"/>
                  </a:lnTo>
                  <a:lnTo>
                    <a:pt x="4706735" y="3591131"/>
                  </a:lnTo>
                  <a:lnTo>
                    <a:pt x="4784369" y="3595138"/>
                  </a:lnTo>
                  <a:lnTo>
                    <a:pt x="4862003" y="3598883"/>
                  </a:lnTo>
                  <a:lnTo>
                    <a:pt x="4939637" y="3602385"/>
                  </a:lnTo>
                  <a:lnTo>
                    <a:pt x="5017271" y="3605659"/>
                  </a:lnTo>
                  <a:lnTo>
                    <a:pt x="5094905" y="3608719"/>
                  </a:lnTo>
                  <a:lnTo>
                    <a:pt x="5172540" y="3611580"/>
                  </a:lnTo>
                  <a:lnTo>
                    <a:pt x="5250174" y="3614255"/>
                  </a:lnTo>
                  <a:lnTo>
                    <a:pt x="5327808" y="3616755"/>
                  </a:lnTo>
                  <a:lnTo>
                    <a:pt x="5405442" y="3619093"/>
                  </a:lnTo>
                  <a:lnTo>
                    <a:pt x="5483076" y="3621278"/>
                  </a:lnTo>
                  <a:lnTo>
                    <a:pt x="5560710" y="3623321"/>
                  </a:lnTo>
                  <a:lnTo>
                    <a:pt x="5638344" y="36252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8584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2026-05-22T09:54:36Z</dcterms:modified>
  <cp:category/>
</cp:coreProperties>
</file>