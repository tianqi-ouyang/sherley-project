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560662"/>
            </a:xfrm>
            <a:custGeom>
              <a:avLst/>
              <a:pathLst>
                <a:path w="7370972" h="3560662">
                  <a:moveTo>
                    <a:pt x="840831" y="0"/>
                  </a:moveTo>
                  <a:lnTo>
                    <a:pt x="849712" y="18600"/>
                  </a:lnTo>
                  <a:lnTo>
                    <a:pt x="927346" y="174224"/>
                  </a:lnTo>
                  <a:lnTo>
                    <a:pt x="1004981" y="323184"/>
                  </a:lnTo>
                  <a:lnTo>
                    <a:pt x="1082615" y="465765"/>
                  </a:lnTo>
                  <a:lnTo>
                    <a:pt x="1160249" y="602240"/>
                  </a:lnTo>
                  <a:lnTo>
                    <a:pt x="1237883" y="732871"/>
                  </a:lnTo>
                  <a:lnTo>
                    <a:pt x="1315517" y="857907"/>
                  </a:lnTo>
                  <a:lnTo>
                    <a:pt x="1393151" y="977589"/>
                  </a:lnTo>
                  <a:lnTo>
                    <a:pt x="1470785" y="1092145"/>
                  </a:lnTo>
                  <a:lnTo>
                    <a:pt x="1548419" y="1201796"/>
                  </a:lnTo>
                  <a:lnTo>
                    <a:pt x="1626053" y="1306751"/>
                  </a:lnTo>
                  <a:lnTo>
                    <a:pt x="1703687" y="1407212"/>
                  </a:lnTo>
                  <a:lnTo>
                    <a:pt x="1781321" y="1503370"/>
                  </a:lnTo>
                  <a:lnTo>
                    <a:pt x="1858955" y="1595411"/>
                  </a:lnTo>
                  <a:lnTo>
                    <a:pt x="1936589" y="1683510"/>
                  </a:lnTo>
                  <a:lnTo>
                    <a:pt x="2014223" y="1767836"/>
                  </a:lnTo>
                  <a:lnTo>
                    <a:pt x="2091857" y="1848551"/>
                  </a:lnTo>
                  <a:lnTo>
                    <a:pt x="2169491" y="1925810"/>
                  </a:lnTo>
                  <a:lnTo>
                    <a:pt x="2247125" y="1999760"/>
                  </a:lnTo>
                  <a:lnTo>
                    <a:pt x="2324759" y="2070543"/>
                  </a:lnTo>
                  <a:lnTo>
                    <a:pt x="2402393" y="2138295"/>
                  </a:lnTo>
                  <a:lnTo>
                    <a:pt x="2480027" y="2203145"/>
                  </a:lnTo>
                  <a:lnTo>
                    <a:pt x="2557661" y="2265218"/>
                  </a:lnTo>
                  <a:lnTo>
                    <a:pt x="2635295" y="2324634"/>
                  </a:lnTo>
                  <a:lnTo>
                    <a:pt x="2712930" y="2381504"/>
                  </a:lnTo>
                  <a:lnTo>
                    <a:pt x="2790564" y="2435940"/>
                  </a:lnTo>
                  <a:lnTo>
                    <a:pt x="2868198" y="2488044"/>
                  </a:lnTo>
                  <a:lnTo>
                    <a:pt x="2945832" y="2537917"/>
                  </a:lnTo>
                  <a:lnTo>
                    <a:pt x="3023466" y="2585654"/>
                  </a:lnTo>
                  <a:lnTo>
                    <a:pt x="3101100" y="2631346"/>
                  </a:lnTo>
                  <a:lnTo>
                    <a:pt x="3178734" y="2675083"/>
                  </a:lnTo>
                  <a:lnTo>
                    <a:pt x="3256368" y="2716946"/>
                  </a:lnTo>
                  <a:lnTo>
                    <a:pt x="3334002" y="2757016"/>
                  </a:lnTo>
                  <a:lnTo>
                    <a:pt x="3411636" y="2783161"/>
                  </a:lnTo>
                  <a:lnTo>
                    <a:pt x="3489270" y="2783755"/>
                  </a:lnTo>
                  <a:lnTo>
                    <a:pt x="3566904" y="2784349"/>
                  </a:lnTo>
                  <a:lnTo>
                    <a:pt x="3644538" y="2784942"/>
                  </a:lnTo>
                  <a:lnTo>
                    <a:pt x="3722172" y="2785534"/>
                  </a:lnTo>
                  <a:lnTo>
                    <a:pt x="3799806" y="2786127"/>
                  </a:lnTo>
                  <a:lnTo>
                    <a:pt x="3877440" y="2786719"/>
                  </a:lnTo>
                  <a:lnTo>
                    <a:pt x="3955074" y="2787310"/>
                  </a:lnTo>
                  <a:lnTo>
                    <a:pt x="4032708" y="2787901"/>
                  </a:lnTo>
                  <a:lnTo>
                    <a:pt x="4110342" y="2788492"/>
                  </a:lnTo>
                  <a:lnTo>
                    <a:pt x="4187976" y="2789082"/>
                  </a:lnTo>
                  <a:lnTo>
                    <a:pt x="4265610" y="2789672"/>
                  </a:lnTo>
                  <a:lnTo>
                    <a:pt x="4343244" y="2790262"/>
                  </a:lnTo>
                  <a:lnTo>
                    <a:pt x="4420879" y="2790851"/>
                  </a:lnTo>
                  <a:lnTo>
                    <a:pt x="4498513" y="2791439"/>
                  </a:lnTo>
                  <a:lnTo>
                    <a:pt x="4576147" y="2792028"/>
                  </a:lnTo>
                  <a:lnTo>
                    <a:pt x="4653781" y="2792615"/>
                  </a:lnTo>
                  <a:lnTo>
                    <a:pt x="4731415" y="2793203"/>
                  </a:lnTo>
                  <a:lnTo>
                    <a:pt x="4809049" y="2793790"/>
                  </a:lnTo>
                  <a:lnTo>
                    <a:pt x="4886683" y="2794377"/>
                  </a:lnTo>
                  <a:lnTo>
                    <a:pt x="4964317" y="2794963"/>
                  </a:lnTo>
                  <a:lnTo>
                    <a:pt x="5041951" y="2795549"/>
                  </a:lnTo>
                  <a:lnTo>
                    <a:pt x="5119585" y="2796134"/>
                  </a:lnTo>
                  <a:lnTo>
                    <a:pt x="5197219" y="2796719"/>
                  </a:lnTo>
                  <a:lnTo>
                    <a:pt x="5274853" y="2797304"/>
                  </a:lnTo>
                  <a:lnTo>
                    <a:pt x="5352487" y="2797888"/>
                  </a:lnTo>
                  <a:lnTo>
                    <a:pt x="5430121" y="2798472"/>
                  </a:lnTo>
                  <a:lnTo>
                    <a:pt x="5507755" y="2799056"/>
                  </a:lnTo>
                  <a:lnTo>
                    <a:pt x="5585389" y="2799639"/>
                  </a:lnTo>
                  <a:lnTo>
                    <a:pt x="5663023" y="2800221"/>
                  </a:lnTo>
                  <a:lnTo>
                    <a:pt x="5740657" y="2800804"/>
                  </a:lnTo>
                  <a:lnTo>
                    <a:pt x="5818291" y="2801385"/>
                  </a:lnTo>
                  <a:lnTo>
                    <a:pt x="5895925" y="2801967"/>
                  </a:lnTo>
                  <a:lnTo>
                    <a:pt x="5973559" y="2802548"/>
                  </a:lnTo>
                  <a:lnTo>
                    <a:pt x="6051193" y="2803129"/>
                  </a:lnTo>
                  <a:lnTo>
                    <a:pt x="6128827" y="2803709"/>
                  </a:lnTo>
                  <a:lnTo>
                    <a:pt x="6206462" y="2804289"/>
                  </a:lnTo>
                  <a:lnTo>
                    <a:pt x="6284096" y="2804868"/>
                  </a:lnTo>
                  <a:lnTo>
                    <a:pt x="6361730" y="2805447"/>
                  </a:lnTo>
                  <a:lnTo>
                    <a:pt x="6439364" y="2806026"/>
                  </a:lnTo>
                  <a:lnTo>
                    <a:pt x="6516998" y="2806604"/>
                  </a:lnTo>
                  <a:lnTo>
                    <a:pt x="6594632" y="2807182"/>
                  </a:lnTo>
                  <a:lnTo>
                    <a:pt x="6672266" y="2807760"/>
                  </a:lnTo>
                  <a:lnTo>
                    <a:pt x="6749900" y="2808337"/>
                  </a:lnTo>
                  <a:lnTo>
                    <a:pt x="6827534" y="2808914"/>
                  </a:lnTo>
                  <a:lnTo>
                    <a:pt x="6905168" y="2809490"/>
                  </a:lnTo>
                  <a:lnTo>
                    <a:pt x="6982802" y="2810066"/>
                  </a:lnTo>
                  <a:lnTo>
                    <a:pt x="7060436" y="2810642"/>
                  </a:lnTo>
                  <a:lnTo>
                    <a:pt x="7138070" y="2811217"/>
                  </a:lnTo>
                  <a:lnTo>
                    <a:pt x="7215704" y="2811791"/>
                  </a:lnTo>
                  <a:lnTo>
                    <a:pt x="7293338" y="2812366"/>
                  </a:lnTo>
                  <a:lnTo>
                    <a:pt x="7370972" y="2812940"/>
                  </a:lnTo>
                  <a:lnTo>
                    <a:pt x="7370972" y="3560662"/>
                  </a:lnTo>
                  <a:lnTo>
                    <a:pt x="7293338" y="3556547"/>
                  </a:lnTo>
                  <a:lnTo>
                    <a:pt x="7215704" y="3552247"/>
                  </a:lnTo>
                  <a:lnTo>
                    <a:pt x="7138070" y="3547755"/>
                  </a:lnTo>
                  <a:lnTo>
                    <a:pt x="7060436" y="3543063"/>
                  </a:lnTo>
                  <a:lnTo>
                    <a:pt x="6982802" y="3538160"/>
                  </a:lnTo>
                  <a:lnTo>
                    <a:pt x="6905168" y="3533038"/>
                  </a:lnTo>
                  <a:lnTo>
                    <a:pt x="6827534" y="3527687"/>
                  </a:lnTo>
                  <a:lnTo>
                    <a:pt x="6749900" y="3522097"/>
                  </a:lnTo>
                  <a:lnTo>
                    <a:pt x="6672266" y="3516256"/>
                  </a:lnTo>
                  <a:lnTo>
                    <a:pt x="6594632" y="3510154"/>
                  </a:lnTo>
                  <a:lnTo>
                    <a:pt x="6516998" y="3503779"/>
                  </a:lnTo>
                  <a:lnTo>
                    <a:pt x="6439364" y="3497119"/>
                  </a:lnTo>
                  <a:lnTo>
                    <a:pt x="6361730" y="3490161"/>
                  </a:lnTo>
                  <a:lnTo>
                    <a:pt x="6284096" y="3482891"/>
                  </a:lnTo>
                  <a:lnTo>
                    <a:pt x="6206462" y="3475296"/>
                  </a:lnTo>
                  <a:lnTo>
                    <a:pt x="6128827" y="3467362"/>
                  </a:lnTo>
                  <a:lnTo>
                    <a:pt x="6051193" y="3459072"/>
                  </a:lnTo>
                  <a:lnTo>
                    <a:pt x="5973559" y="3450412"/>
                  </a:lnTo>
                  <a:lnTo>
                    <a:pt x="5895925" y="3441364"/>
                  </a:lnTo>
                  <a:lnTo>
                    <a:pt x="5818291" y="3431912"/>
                  </a:lnTo>
                  <a:lnTo>
                    <a:pt x="5740657" y="3422036"/>
                  </a:lnTo>
                  <a:lnTo>
                    <a:pt x="5663023" y="3411719"/>
                  </a:lnTo>
                  <a:lnTo>
                    <a:pt x="5585389" y="3400940"/>
                  </a:lnTo>
                  <a:lnTo>
                    <a:pt x="5507755" y="3389679"/>
                  </a:lnTo>
                  <a:lnTo>
                    <a:pt x="5430121" y="3377914"/>
                  </a:lnTo>
                  <a:lnTo>
                    <a:pt x="5352487" y="3365622"/>
                  </a:lnTo>
                  <a:lnTo>
                    <a:pt x="5274853" y="3352781"/>
                  </a:lnTo>
                  <a:lnTo>
                    <a:pt x="5197219" y="3339365"/>
                  </a:lnTo>
                  <a:lnTo>
                    <a:pt x="5119585" y="3325349"/>
                  </a:lnTo>
                  <a:lnTo>
                    <a:pt x="5041951" y="3310706"/>
                  </a:lnTo>
                  <a:lnTo>
                    <a:pt x="4964317" y="3295408"/>
                  </a:lnTo>
                  <a:lnTo>
                    <a:pt x="4886683" y="3279425"/>
                  </a:lnTo>
                  <a:lnTo>
                    <a:pt x="4809049" y="3262727"/>
                  </a:lnTo>
                  <a:lnTo>
                    <a:pt x="4731415" y="3245282"/>
                  </a:lnTo>
                  <a:lnTo>
                    <a:pt x="4653781" y="3227057"/>
                  </a:lnTo>
                  <a:lnTo>
                    <a:pt x="4576147" y="3208016"/>
                  </a:lnTo>
                  <a:lnTo>
                    <a:pt x="4498513" y="3188124"/>
                  </a:lnTo>
                  <a:lnTo>
                    <a:pt x="4420879" y="3167341"/>
                  </a:lnTo>
                  <a:lnTo>
                    <a:pt x="4343244" y="3145629"/>
                  </a:lnTo>
                  <a:lnTo>
                    <a:pt x="4265610" y="3122945"/>
                  </a:lnTo>
                  <a:lnTo>
                    <a:pt x="4187976" y="3099246"/>
                  </a:lnTo>
                  <a:lnTo>
                    <a:pt x="4110342" y="3074487"/>
                  </a:lnTo>
                  <a:lnTo>
                    <a:pt x="4032708" y="3048620"/>
                  </a:lnTo>
                  <a:lnTo>
                    <a:pt x="3955074" y="3021596"/>
                  </a:lnTo>
                  <a:lnTo>
                    <a:pt x="3877440" y="2993363"/>
                  </a:lnTo>
                  <a:lnTo>
                    <a:pt x="3799806" y="2963867"/>
                  </a:lnTo>
                  <a:lnTo>
                    <a:pt x="3722172" y="2933051"/>
                  </a:lnTo>
                  <a:lnTo>
                    <a:pt x="3644538" y="2900857"/>
                  </a:lnTo>
                  <a:lnTo>
                    <a:pt x="3566904" y="2867222"/>
                  </a:lnTo>
                  <a:lnTo>
                    <a:pt x="3489270" y="2832082"/>
                  </a:lnTo>
                  <a:lnTo>
                    <a:pt x="3411636" y="2795370"/>
                  </a:lnTo>
                  <a:lnTo>
                    <a:pt x="3334002" y="2782567"/>
                  </a:lnTo>
                  <a:lnTo>
                    <a:pt x="3256368" y="2781972"/>
                  </a:lnTo>
                  <a:lnTo>
                    <a:pt x="3178734" y="2781377"/>
                  </a:lnTo>
                  <a:lnTo>
                    <a:pt x="3101100" y="2780781"/>
                  </a:lnTo>
                  <a:lnTo>
                    <a:pt x="3023466" y="2780186"/>
                  </a:lnTo>
                  <a:lnTo>
                    <a:pt x="2945832" y="2779589"/>
                  </a:lnTo>
                  <a:lnTo>
                    <a:pt x="2868198" y="2778992"/>
                  </a:lnTo>
                  <a:lnTo>
                    <a:pt x="2790564" y="2778395"/>
                  </a:lnTo>
                  <a:lnTo>
                    <a:pt x="2712930" y="2777798"/>
                  </a:lnTo>
                  <a:lnTo>
                    <a:pt x="2635295" y="2777200"/>
                  </a:lnTo>
                  <a:lnTo>
                    <a:pt x="2557661" y="2776601"/>
                  </a:lnTo>
                  <a:lnTo>
                    <a:pt x="2480027" y="2776002"/>
                  </a:lnTo>
                  <a:lnTo>
                    <a:pt x="2402393" y="2775403"/>
                  </a:lnTo>
                  <a:lnTo>
                    <a:pt x="2324759" y="2774804"/>
                  </a:lnTo>
                  <a:lnTo>
                    <a:pt x="2247125" y="2774203"/>
                  </a:lnTo>
                  <a:lnTo>
                    <a:pt x="2169491" y="2773603"/>
                  </a:lnTo>
                  <a:lnTo>
                    <a:pt x="2091857" y="2773002"/>
                  </a:lnTo>
                  <a:lnTo>
                    <a:pt x="2014223" y="2772401"/>
                  </a:lnTo>
                  <a:lnTo>
                    <a:pt x="1936589" y="2771799"/>
                  </a:lnTo>
                  <a:lnTo>
                    <a:pt x="1858955" y="2771197"/>
                  </a:lnTo>
                  <a:lnTo>
                    <a:pt x="1781321" y="2770595"/>
                  </a:lnTo>
                  <a:lnTo>
                    <a:pt x="1703687" y="2769992"/>
                  </a:lnTo>
                  <a:lnTo>
                    <a:pt x="1626053" y="2769388"/>
                  </a:lnTo>
                  <a:lnTo>
                    <a:pt x="1548419" y="2768785"/>
                  </a:lnTo>
                  <a:lnTo>
                    <a:pt x="1470785" y="2768180"/>
                  </a:lnTo>
                  <a:lnTo>
                    <a:pt x="1393151" y="2767576"/>
                  </a:lnTo>
                  <a:lnTo>
                    <a:pt x="1315517" y="2766971"/>
                  </a:lnTo>
                  <a:lnTo>
                    <a:pt x="1237883" y="2766366"/>
                  </a:lnTo>
                  <a:lnTo>
                    <a:pt x="1160249" y="2765760"/>
                  </a:lnTo>
                  <a:lnTo>
                    <a:pt x="1082615" y="2765153"/>
                  </a:lnTo>
                  <a:lnTo>
                    <a:pt x="1004981" y="2764547"/>
                  </a:lnTo>
                  <a:lnTo>
                    <a:pt x="927346" y="2763940"/>
                  </a:lnTo>
                  <a:lnTo>
                    <a:pt x="849712" y="2763332"/>
                  </a:lnTo>
                  <a:lnTo>
                    <a:pt x="772078" y="2762724"/>
                  </a:lnTo>
                  <a:lnTo>
                    <a:pt x="694444" y="2762116"/>
                  </a:lnTo>
                  <a:lnTo>
                    <a:pt x="616810" y="2761507"/>
                  </a:lnTo>
                  <a:lnTo>
                    <a:pt x="539176" y="2760898"/>
                  </a:lnTo>
                  <a:lnTo>
                    <a:pt x="461542" y="2760289"/>
                  </a:lnTo>
                  <a:lnTo>
                    <a:pt x="383908" y="2759679"/>
                  </a:lnTo>
                  <a:lnTo>
                    <a:pt x="306274" y="2759068"/>
                  </a:lnTo>
                  <a:lnTo>
                    <a:pt x="228640" y="2758458"/>
                  </a:lnTo>
                  <a:lnTo>
                    <a:pt x="151006" y="2757846"/>
                  </a:lnTo>
                  <a:lnTo>
                    <a:pt x="73372" y="2757235"/>
                  </a:lnTo>
                  <a:lnTo>
                    <a:pt x="0" y="275665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58349" y="1896563"/>
              <a:ext cx="6530141" cy="2812940"/>
            </a:xfrm>
            <a:custGeom>
              <a:avLst/>
              <a:pathLst>
                <a:path w="6530141" h="2812940">
                  <a:moveTo>
                    <a:pt x="0" y="0"/>
                  </a:moveTo>
                  <a:lnTo>
                    <a:pt x="8881" y="18600"/>
                  </a:lnTo>
                  <a:lnTo>
                    <a:pt x="86515" y="174224"/>
                  </a:lnTo>
                  <a:lnTo>
                    <a:pt x="164149" y="323184"/>
                  </a:lnTo>
                  <a:lnTo>
                    <a:pt x="241783" y="465765"/>
                  </a:lnTo>
                  <a:lnTo>
                    <a:pt x="319417" y="602240"/>
                  </a:lnTo>
                  <a:lnTo>
                    <a:pt x="397051" y="732871"/>
                  </a:lnTo>
                  <a:lnTo>
                    <a:pt x="474685" y="857907"/>
                  </a:lnTo>
                  <a:lnTo>
                    <a:pt x="552319" y="977589"/>
                  </a:lnTo>
                  <a:lnTo>
                    <a:pt x="629953" y="1092145"/>
                  </a:lnTo>
                  <a:lnTo>
                    <a:pt x="707588" y="1201796"/>
                  </a:lnTo>
                  <a:lnTo>
                    <a:pt x="785222" y="1306751"/>
                  </a:lnTo>
                  <a:lnTo>
                    <a:pt x="862856" y="1407212"/>
                  </a:lnTo>
                  <a:lnTo>
                    <a:pt x="940490" y="1503370"/>
                  </a:lnTo>
                  <a:lnTo>
                    <a:pt x="1018124" y="1595411"/>
                  </a:lnTo>
                  <a:lnTo>
                    <a:pt x="1095758" y="1683510"/>
                  </a:lnTo>
                  <a:lnTo>
                    <a:pt x="1173392" y="1767836"/>
                  </a:lnTo>
                  <a:lnTo>
                    <a:pt x="1251026" y="1848551"/>
                  </a:lnTo>
                  <a:lnTo>
                    <a:pt x="1328660" y="1925810"/>
                  </a:lnTo>
                  <a:lnTo>
                    <a:pt x="1406294" y="1999760"/>
                  </a:lnTo>
                  <a:lnTo>
                    <a:pt x="1483928" y="2070543"/>
                  </a:lnTo>
                  <a:lnTo>
                    <a:pt x="1561562" y="2138295"/>
                  </a:lnTo>
                  <a:lnTo>
                    <a:pt x="1639196" y="2203145"/>
                  </a:lnTo>
                  <a:lnTo>
                    <a:pt x="1716830" y="2265218"/>
                  </a:lnTo>
                  <a:lnTo>
                    <a:pt x="1794464" y="2324634"/>
                  </a:lnTo>
                  <a:lnTo>
                    <a:pt x="1872098" y="2381504"/>
                  </a:lnTo>
                  <a:lnTo>
                    <a:pt x="1949732" y="2435940"/>
                  </a:lnTo>
                  <a:lnTo>
                    <a:pt x="2027366" y="2488044"/>
                  </a:lnTo>
                  <a:lnTo>
                    <a:pt x="2105000" y="2537917"/>
                  </a:lnTo>
                  <a:lnTo>
                    <a:pt x="2182634" y="2585654"/>
                  </a:lnTo>
                  <a:lnTo>
                    <a:pt x="2260268" y="2631346"/>
                  </a:lnTo>
                  <a:lnTo>
                    <a:pt x="2337902" y="2675083"/>
                  </a:lnTo>
                  <a:lnTo>
                    <a:pt x="2415536" y="2716946"/>
                  </a:lnTo>
                  <a:lnTo>
                    <a:pt x="2493171" y="2757016"/>
                  </a:lnTo>
                  <a:lnTo>
                    <a:pt x="2570805" y="2783161"/>
                  </a:lnTo>
                  <a:lnTo>
                    <a:pt x="2648439" y="2783755"/>
                  </a:lnTo>
                  <a:lnTo>
                    <a:pt x="2726073" y="2784349"/>
                  </a:lnTo>
                  <a:lnTo>
                    <a:pt x="2803707" y="2784942"/>
                  </a:lnTo>
                  <a:lnTo>
                    <a:pt x="2881341" y="2785534"/>
                  </a:lnTo>
                  <a:lnTo>
                    <a:pt x="2958975" y="2786127"/>
                  </a:lnTo>
                  <a:lnTo>
                    <a:pt x="3036609" y="2786719"/>
                  </a:lnTo>
                  <a:lnTo>
                    <a:pt x="3114243" y="2787310"/>
                  </a:lnTo>
                  <a:lnTo>
                    <a:pt x="3191877" y="2787901"/>
                  </a:lnTo>
                  <a:lnTo>
                    <a:pt x="3269511" y="2788492"/>
                  </a:lnTo>
                  <a:lnTo>
                    <a:pt x="3347145" y="2789082"/>
                  </a:lnTo>
                  <a:lnTo>
                    <a:pt x="3424779" y="2789672"/>
                  </a:lnTo>
                  <a:lnTo>
                    <a:pt x="3502413" y="2790262"/>
                  </a:lnTo>
                  <a:lnTo>
                    <a:pt x="3580047" y="2790851"/>
                  </a:lnTo>
                  <a:lnTo>
                    <a:pt x="3657681" y="2791439"/>
                  </a:lnTo>
                  <a:lnTo>
                    <a:pt x="3735315" y="2792028"/>
                  </a:lnTo>
                  <a:lnTo>
                    <a:pt x="3812949" y="2792615"/>
                  </a:lnTo>
                  <a:lnTo>
                    <a:pt x="3890583" y="2793203"/>
                  </a:lnTo>
                  <a:lnTo>
                    <a:pt x="3968217" y="2793790"/>
                  </a:lnTo>
                  <a:lnTo>
                    <a:pt x="4045851" y="2794377"/>
                  </a:lnTo>
                  <a:lnTo>
                    <a:pt x="4123485" y="2794963"/>
                  </a:lnTo>
                  <a:lnTo>
                    <a:pt x="4201120" y="2795549"/>
                  </a:lnTo>
                  <a:lnTo>
                    <a:pt x="4278754" y="2796134"/>
                  </a:lnTo>
                  <a:lnTo>
                    <a:pt x="4356388" y="2796719"/>
                  </a:lnTo>
                  <a:lnTo>
                    <a:pt x="4434022" y="2797304"/>
                  </a:lnTo>
                  <a:lnTo>
                    <a:pt x="4511656" y="2797888"/>
                  </a:lnTo>
                  <a:lnTo>
                    <a:pt x="4589290" y="2798472"/>
                  </a:lnTo>
                  <a:lnTo>
                    <a:pt x="4666924" y="2799056"/>
                  </a:lnTo>
                  <a:lnTo>
                    <a:pt x="4744558" y="2799639"/>
                  </a:lnTo>
                  <a:lnTo>
                    <a:pt x="4822192" y="2800221"/>
                  </a:lnTo>
                  <a:lnTo>
                    <a:pt x="4899826" y="2800804"/>
                  </a:lnTo>
                  <a:lnTo>
                    <a:pt x="4977460" y="2801385"/>
                  </a:lnTo>
                  <a:lnTo>
                    <a:pt x="5055094" y="2801967"/>
                  </a:lnTo>
                  <a:lnTo>
                    <a:pt x="5132728" y="2802548"/>
                  </a:lnTo>
                  <a:lnTo>
                    <a:pt x="5210362" y="2803129"/>
                  </a:lnTo>
                  <a:lnTo>
                    <a:pt x="5287996" y="2803709"/>
                  </a:lnTo>
                  <a:lnTo>
                    <a:pt x="5365630" y="2804289"/>
                  </a:lnTo>
                  <a:lnTo>
                    <a:pt x="5443264" y="2804868"/>
                  </a:lnTo>
                  <a:lnTo>
                    <a:pt x="5520898" y="2805447"/>
                  </a:lnTo>
                  <a:lnTo>
                    <a:pt x="5598532" y="2806026"/>
                  </a:lnTo>
                  <a:lnTo>
                    <a:pt x="5676166" y="2806604"/>
                  </a:lnTo>
                  <a:lnTo>
                    <a:pt x="5753800" y="2807182"/>
                  </a:lnTo>
                  <a:lnTo>
                    <a:pt x="5831434" y="2807760"/>
                  </a:lnTo>
                  <a:lnTo>
                    <a:pt x="5909069" y="2808337"/>
                  </a:lnTo>
                  <a:lnTo>
                    <a:pt x="5986703" y="2808914"/>
                  </a:lnTo>
                  <a:lnTo>
                    <a:pt x="6064337" y="2809490"/>
                  </a:lnTo>
                  <a:lnTo>
                    <a:pt x="6141971" y="2810066"/>
                  </a:lnTo>
                  <a:lnTo>
                    <a:pt x="6219605" y="2810642"/>
                  </a:lnTo>
                  <a:lnTo>
                    <a:pt x="6297239" y="2811217"/>
                  </a:lnTo>
                  <a:lnTo>
                    <a:pt x="6374873" y="2811791"/>
                  </a:lnTo>
                  <a:lnTo>
                    <a:pt x="6452507" y="2812366"/>
                  </a:lnTo>
                  <a:lnTo>
                    <a:pt x="6530141" y="28129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53220"/>
              <a:ext cx="7370972" cy="804005"/>
            </a:xfrm>
            <a:custGeom>
              <a:avLst/>
              <a:pathLst>
                <a:path w="7370972" h="804005">
                  <a:moveTo>
                    <a:pt x="7370972" y="804005"/>
                  </a:moveTo>
                  <a:lnTo>
                    <a:pt x="7293338" y="799890"/>
                  </a:lnTo>
                  <a:lnTo>
                    <a:pt x="7215704" y="795590"/>
                  </a:lnTo>
                  <a:lnTo>
                    <a:pt x="7138070" y="791099"/>
                  </a:lnTo>
                  <a:lnTo>
                    <a:pt x="7060436" y="786406"/>
                  </a:lnTo>
                  <a:lnTo>
                    <a:pt x="6982802" y="781503"/>
                  </a:lnTo>
                  <a:lnTo>
                    <a:pt x="6905168" y="776381"/>
                  </a:lnTo>
                  <a:lnTo>
                    <a:pt x="6827534" y="771030"/>
                  </a:lnTo>
                  <a:lnTo>
                    <a:pt x="6749900" y="765440"/>
                  </a:lnTo>
                  <a:lnTo>
                    <a:pt x="6672266" y="759599"/>
                  </a:lnTo>
                  <a:lnTo>
                    <a:pt x="6594632" y="753497"/>
                  </a:lnTo>
                  <a:lnTo>
                    <a:pt x="6516998" y="747122"/>
                  </a:lnTo>
                  <a:lnTo>
                    <a:pt x="6439364" y="740462"/>
                  </a:lnTo>
                  <a:lnTo>
                    <a:pt x="6361730" y="733504"/>
                  </a:lnTo>
                  <a:lnTo>
                    <a:pt x="6284096" y="726234"/>
                  </a:lnTo>
                  <a:lnTo>
                    <a:pt x="6206462" y="718640"/>
                  </a:lnTo>
                  <a:lnTo>
                    <a:pt x="6128827" y="710705"/>
                  </a:lnTo>
                  <a:lnTo>
                    <a:pt x="6051193" y="702416"/>
                  </a:lnTo>
                  <a:lnTo>
                    <a:pt x="5973559" y="693755"/>
                  </a:lnTo>
                  <a:lnTo>
                    <a:pt x="5895925" y="684707"/>
                  </a:lnTo>
                  <a:lnTo>
                    <a:pt x="5818291" y="675255"/>
                  </a:lnTo>
                  <a:lnTo>
                    <a:pt x="5740657" y="665379"/>
                  </a:lnTo>
                  <a:lnTo>
                    <a:pt x="5663023" y="655062"/>
                  </a:lnTo>
                  <a:lnTo>
                    <a:pt x="5585389" y="644283"/>
                  </a:lnTo>
                  <a:lnTo>
                    <a:pt x="5507755" y="633022"/>
                  </a:lnTo>
                  <a:lnTo>
                    <a:pt x="5430121" y="621257"/>
                  </a:lnTo>
                  <a:lnTo>
                    <a:pt x="5352487" y="608965"/>
                  </a:lnTo>
                  <a:lnTo>
                    <a:pt x="5274853" y="596124"/>
                  </a:lnTo>
                  <a:lnTo>
                    <a:pt x="5197219" y="582708"/>
                  </a:lnTo>
                  <a:lnTo>
                    <a:pt x="5119585" y="568692"/>
                  </a:lnTo>
                  <a:lnTo>
                    <a:pt x="5041951" y="554049"/>
                  </a:lnTo>
                  <a:lnTo>
                    <a:pt x="4964317" y="538751"/>
                  </a:lnTo>
                  <a:lnTo>
                    <a:pt x="4886683" y="522768"/>
                  </a:lnTo>
                  <a:lnTo>
                    <a:pt x="4809049" y="506070"/>
                  </a:lnTo>
                  <a:lnTo>
                    <a:pt x="4731415" y="488625"/>
                  </a:lnTo>
                  <a:lnTo>
                    <a:pt x="4653781" y="470400"/>
                  </a:lnTo>
                  <a:lnTo>
                    <a:pt x="4576147" y="451359"/>
                  </a:lnTo>
                  <a:lnTo>
                    <a:pt x="4498513" y="431467"/>
                  </a:lnTo>
                  <a:lnTo>
                    <a:pt x="4420879" y="410684"/>
                  </a:lnTo>
                  <a:lnTo>
                    <a:pt x="4343244" y="388972"/>
                  </a:lnTo>
                  <a:lnTo>
                    <a:pt x="4265610" y="366288"/>
                  </a:lnTo>
                  <a:lnTo>
                    <a:pt x="4187976" y="342589"/>
                  </a:lnTo>
                  <a:lnTo>
                    <a:pt x="4110342" y="317830"/>
                  </a:lnTo>
                  <a:lnTo>
                    <a:pt x="4032708" y="291964"/>
                  </a:lnTo>
                  <a:lnTo>
                    <a:pt x="3955074" y="264940"/>
                  </a:lnTo>
                  <a:lnTo>
                    <a:pt x="3877440" y="236707"/>
                  </a:lnTo>
                  <a:lnTo>
                    <a:pt x="3799806" y="207210"/>
                  </a:lnTo>
                  <a:lnTo>
                    <a:pt x="3722172" y="176395"/>
                  </a:lnTo>
                  <a:lnTo>
                    <a:pt x="3644538" y="144200"/>
                  </a:lnTo>
                  <a:lnTo>
                    <a:pt x="3566904" y="110565"/>
                  </a:lnTo>
                  <a:lnTo>
                    <a:pt x="3489270" y="75425"/>
                  </a:lnTo>
                  <a:lnTo>
                    <a:pt x="3411636" y="38714"/>
                  </a:lnTo>
                  <a:lnTo>
                    <a:pt x="3334002" y="25910"/>
                  </a:lnTo>
                  <a:lnTo>
                    <a:pt x="3256368" y="25315"/>
                  </a:lnTo>
                  <a:lnTo>
                    <a:pt x="3178734" y="24720"/>
                  </a:lnTo>
                  <a:lnTo>
                    <a:pt x="3101100" y="24125"/>
                  </a:lnTo>
                  <a:lnTo>
                    <a:pt x="3023466" y="23529"/>
                  </a:lnTo>
                  <a:lnTo>
                    <a:pt x="2945832" y="22932"/>
                  </a:lnTo>
                  <a:lnTo>
                    <a:pt x="2868198" y="22336"/>
                  </a:lnTo>
                  <a:lnTo>
                    <a:pt x="2790564" y="21738"/>
                  </a:lnTo>
                  <a:lnTo>
                    <a:pt x="2712930" y="21141"/>
                  </a:lnTo>
                  <a:lnTo>
                    <a:pt x="2635295" y="20543"/>
                  </a:lnTo>
                  <a:lnTo>
                    <a:pt x="2557661" y="19944"/>
                  </a:lnTo>
                  <a:lnTo>
                    <a:pt x="2480027" y="19346"/>
                  </a:lnTo>
                  <a:lnTo>
                    <a:pt x="2402393" y="18746"/>
                  </a:lnTo>
                  <a:lnTo>
                    <a:pt x="2324759" y="18147"/>
                  </a:lnTo>
                  <a:lnTo>
                    <a:pt x="2247125" y="17547"/>
                  </a:lnTo>
                  <a:lnTo>
                    <a:pt x="2169491" y="16946"/>
                  </a:lnTo>
                  <a:lnTo>
                    <a:pt x="2091857" y="16345"/>
                  </a:lnTo>
                  <a:lnTo>
                    <a:pt x="2014223" y="15744"/>
                  </a:lnTo>
                  <a:lnTo>
                    <a:pt x="1936589" y="15142"/>
                  </a:lnTo>
                  <a:lnTo>
                    <a:pt x="1858955" y="14540"/>
                  </a:lnTo>
                  <a:lnTo>
                    <a:pt x="1781321" y="13938"/>
                  </a:lnTo>
                  <a:lnTo>
                    <a:pt x="1703687" y="13335"/>
                  </a:lnTo>
                  <a:lnTo>
                    <a:pt x="1626053" y="12732"/>
                  </a:lnTo>
                  <a:lnTo>
                    <a:pt x="1548419" y="12128"/>
                  </a:lnTo>
                  <a:lnTo>
                    <a:pt x="1470785" y="11524"/>
                  </a:lnTo>
                  <a:lnTo>
                    <a:pt x="1393151" y="10919"/>
                  </a:lnTo>
                  <a:lnTo>
                    <a:pt x="1315517" y="10314"/>
                  </a:lnTo>
                  <a:lnTo>
                    <a:pt x="1237883" y="9709"/>
                  </a:lnTo>
                  <a:lnTo>
                    <a:pt x="1160249" y="9103"/>
                  </a:lnTo>
                  <a:lnTo>
                    <a:pt x="1082615" y="8497"/>
                  </a:lnTo>
                  <a:lnTo>
                    <a:pt x="1004981" y="7890"/>
                  </a:lnTo>
                  <a:lnTo>
                    <a:pt x="927346" y="7283"/>
                  </a:lnTo>
                  <a:lnTo>
                    <a:pt x="849712" y="6676"/>
                  </a:lnTo>
                  <a:lnTo>
                    <a:pt x="772078" y="6068"/>
                  </a:lnTo>
                  <a:lnTo>
                    <a:pt x="694444" y="5459"/>
                  </a:lnTo>
                  <a:lnTo>
                    <a:pt x="616810" y="4851"/>
                  </a:lnTo>
                  <a:lnTo>
                    <a:pt x="539176" y="4241"/>
                  </a:lnTo>
                  <a:lnTo>
                    <a:pt x="461542" y="3632"/>
                  </a:lnTo>
                  <a:lnTo>
                    <a:pt x="383908" y="3022"/>
                  </a:lnTo>
                  <a:lnTo>
                    <a:pt x="306274" y="2412"/>
                  </a:lnTo>
                  <a:lnTo>
                    <a:pt x="228640" y="1801"/>
                  </a:lnTo>
                  <a:lnTo>
                    <a:pt x="151006" y="1190"/>
                  </a:lnTo>
                  <a:lnTo>
                    <a:pt x="73372" y="57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256361"/>
              <a:ext cx="7370972" cy="2014930"/>
            </a:xfrm>
            <a:custGeom>
              <a:avLst/>
              <a:pathLst>
                <a:path w="7370972" h="2014930">
                  <a:moveTo>
                    <a:pt x="0" y="0"/>
                  </a:moveTo>
                  <a:lnTo>
                    <a:pt x="73372" y="47688"/>
                  </a:lnTo>
                  <a:lnTo>
                    <a:pt x="151006" y="97038"/>
                  </a:lnTo>
                  <a:lnTo>
                    <a:pt x="228640" y="145303"/>
                  </a:lnTo>
                  <a:lnTo>
                    <a:pt x="306274" y="192507"/>
                  </a:lnTo>
                  <a:lnTo>
                    <a:pt x="383908" y="238674"/>
                  </a:lnTo>
                  <a:lnTo>
                    <a:pt x="461542" y="283825"/>
                  </a:lnTo>
                  <a:lnTo>
                    <a:pt x="539176" y="327985"/>
                  </a:lnTo>
                  <a:lnTo>
                    <a:pt x="616810" y="371173"/>
                  </a:lnTo>
                  <a:lnTo>
                    <a:pt x="694444" y="413413"/>
                  </a:lnTo>
                  <a:lnTo>
                    <a:pt x="772078" y="454723"/>
                  </a:lnTo>
                  <a:lnTo>
                    <a:pt x="849712" y="495126"/>
                  </a:lnTo>
                  <a:lnTo>
                    <a:pt x="927346" y="534641"/>
                  </a:lnTo>
                  <a:lnTo>
                    <a:pt x="1004981" y="573287"/>
                  </a:lnTo>
                  <a:lnTo>
                    <a:pt x="1082615" y="611084"/>
                  </a:lnTo>
                  <a:lnTo>
                    <a:pt x="1160249" y="648050"/>
                  </a:lnTo>
                  <a:lnTo>
                    <a:pt x="1237883" y="684203"/>
                  </a:lnTo>
                  <a:lnTo>
                    <a:pt x="1315517" y="719562"/>
                  </a:lnTo>
                  <a:lnTo>
                    <a:pt x="1393151" y="754144"/>
                  </a:lnTo>
                  <a:lnTo>
                    <a:pt x="1470785" y="787965"/>
                  </a:lnTo>
                  <a:lnTo>
                    <a:pt x="1548419" y="821043"/>
                  </a:lnTo>
                  <a:lnTo>
                    <a:pt x="1626053" y="853394"/>
                  </a:lnTo>
                  <a:lnTo>
                    <a:pt x="1703687" y="885034"/>
                  </a:lnTo>
                  <a:lnTo>
                    <a:pt x="1781321" y="915978"/>
                  </a:lnTo>
                  <a:lnTo>
                    <a:pt x="1858955" y="946242"/>
                  </a:lnTo>
                  <a:lnTo>
                    <a:pt x="1936589" y="975841"/>
                  </a:lnTo>
                  <a:lnTo>
                    <a:pt x="2014223" y="1004790"/>
                  </a:lnTo>
                  <a:lnTo>
                    <a:pt x="2091857" y="1033102"/>
                  </a:lnTo>
                  <a:lnTo>
                    <a:pt x="2169491" y="1060792"/>
                  </a:lnTo>
                  <a:lnTo>
                    <a:pt x="2247125" y="1087873"/>
                  </a:lnTo>
                  <a:lnTo>
                    <a:pt x="2324759" y="1114359"/>
                  </a:lnTo>
                  <a:lnTo>
                    <a:pt x="2402393" y="1140263"/>
                  </a:lnTo>
                  <a:lnTo>
                    <a:pt x="2480027" y="1165597"/>
                  </a:lnTo>
                  <a:lnTo>
                    <a:pt x="2557661" y="1190374"/>
                  </a:lnTo>
                  <a:lnTo>
                    <a:pt x="2635295" y="1214607"/>
                  </a:lnTo>
                  <a:lnTo>
                    <a:pt x="2712930" y="1238307"/>
                  </a:lnTo>
                  <a:lnTo>
                    <a:pt x="2790564" y="1261487"/>
                  </a:lnTo>
                  <a:lnTo>
                    <a:pt x="2868198" y="1284157"/>
                  </a:lnTo>
                  <a:lnTo>
                    <a:pt x="2945832" y="1306328"/>
                  </a:lnTo>
                  <a:lnTo>
                    <a:pt x="3023466" y="1328012"/>
                  </a:lnTo>
                  <a:lnTo>
                    <a:pt x="3101100" y="1349220"/>
                  </a:lnTo>
                  <a:lnTo>
                    <a:pt x="3178734" y="1369961"/>
                  </a:lnTo>
                  <a:lnTo>
                    <a:pt x="3256368" y="1390246"/>
                  </a:lnTo>
                  <a:lnTo>
                    <a:pt x="3334002" y="1410086"/>
                  </a:lnTo>
                  <a:lnTo>
                    <a:pt x="3411636" y="1429490"/>
                  </a:lnTo>
                  <a:lnTo>
                    <a:pt x="3489270" y="1448467"/>
                  </a:lnTo>
                  <a:lnTo>
                    <a:pt x="3566904" y="1467026"/>
                  </a:lnTo>
                  <a:lnTo>
                    <a:pt x="3644538" y="1485178"/>
                  </a:lnTo>
                  <a:lnTo>
                    <a:pt x="3722172" y="1502931"/>
                  </a:lnTo>
                  <a:lnTo>
                    <a:pt x="3799806" y="1520294"/>
                  </a:lnTo>
                  <a:lnTo>
                    <a:pt x="3877440" y="1537275"/>
                  </a:lnTo>
                  <a:lnTo>
                    <a:pt x="3955074" y="1553883"/>
                  </a:lnTo>
                  <a:lnTo>
                    <a:pt x="4032708" y="1570126"/>
                  </a:lnTo>
                  <a:lnTo>
                    <a:pt x="4110342" y="1586011"/>
                  </a:lnTo>
                  <a:lnTo>
                    <a:pt x="4187976" y="1601548"/>
                  </a:lnTo>
                  <a:lnTo>
                    <a:pt x="4265610" y="1616743"/>
                  </a:lnTo>
                  <a:lnTo>
                    <a:pt x="4343244" y="1631604"/>
                  </a:lnTo>
                  <a:lnTo>
                    <a:pt x="4420879" y="1646138"/>
                  </a:lnTo>
                  <a:lnTo>
                    <a:pt x="4498513" y="1660353"/>
                  </a:lnTo>
                  <a:lnTo>
                    <a:pt x="4576147" y="1674256"/>
                  </a:lnTo>
                  <a:lnTo>
                    <a:pt x="4653781" y="1687853"/>
                  </a:lnTo>
                  <a:lnTo>
                    <a:pt x="4731415" y="1701151"/>
                  </a:lnTo>
                  <a:lnTo>
                    <a:pt x="4809049" y="1714157"/>
                  </a:lnTo>
                  <a:lnTo>
                    <a:pt x="4886683" y="1726876"/>
                  </a:lnTo>
                  <a:lnTo>
                    <a:pt x="4964317" y="1739317"/>
                  </a:lnTo>
                  <a:lnTo>
                    <a:pt x="5041951" y="1751484"/>
                  </a:lnTo>
                  <a:lnTo>
                    <a:pt x="5119585" y="1763383"/>
                  </a:lnTo>
                  <a:lnTo>
                    <a:pt x="5197219" y="1775021"/>
                  </a:lnTo>
                  <a:lnTo>
                    <a:pt x="5274853" y="1786403"/>
                  </a:lnTo>
                  <a:lnTo>
                    <a:pt x="5352487" y="1797535"/>
                  </a:lnTo>
                  <a:lnTo>
                    <a:pt x="5430121" y="1808422"/>
                  </a:lnTo>
                  <a:lnTo>
                    <a:pt x="5507755" y="1819070"/>
                  </a:lnTo>
                  <a:lnTo>
                    <a:pt x="5585389" y="1829484"/>
                  </a:lnTo>
                  <a:lnTo>
                    <a:pt x="5663023" y="1839669"/>
                  </a:lnTo>
                  <a:lnTo>
                    <a:pt x="5740657" y="1849630"/>
                  </a:lnTo>
                  <a:lnTo>
                    <a:pt x="5818291" y="1859372"/>
                  </a:lnTo>
                  <a:lnTo>
                    <a:pt x="5895925" y="1868900"/>
                  </a:lnTo>
                  <a:lnTo>
                    <a:pt x="5973559" y="1878218"/>
                  </a:lnTo>
                  <a:lnTo>
                    <a:pt x="6051193" y="1887332"/>
                  </a:lnTo>
                  <a:lnTo>
                    <a:pt x="6128827" y="1896245"/>
                  </a:lnTo>
                  <a:lnTo>
                    <a:pt x="6206462" y="1904963"/>
                  </a:lnTo>
                  <a:lnTo>
                    <a:pt x="6284096" y="1913489"/>
                  </a:lnTo>
                  <a:lnTo>
                    <a:pt x="6361730" y="1921827"/>
                  </a:lnTo>
                  <a:lnTo>
                    <a:pt x="6439364" y="1929982"/>
                  </a:lnTo>
                  <a:lnTo>
                    <a:pt x="6516998" y="1937958"/>
                  </a:lnTo>
                  <a:lnTo>
                    <a:pt x="6594632" y="1945759"/>
                  </a:lnTo>
                  <a:lnTo>
                    <a:pt x="6672266" y="1953388"/>
                  </a:lnTo>
                  <a:lnTo>
                    <a:pt x="6749900" y="1960849"/>
                  </a:lnTo>
                  <a:lnTo>
                    <a:pt x="6827534" y="1968147"/>
                  </a:lnTo>
                  <a:lnTo>
                    <a:pt x="6905168" y="1975284"/>
                  </a:lnTo>
                  <a:lnTo>
                    <a:pt x="6982802" y="1982264"/>
                  </a:lnTo>
                  <a:lnTo>
                    <a:pt x="7060436" y="1989091"/>
                  </a:lnTo>
                  <a:lnTo>
                    <a:pt x="7138070" y="1995767"/>
                  </a:lnTo>
                  <a:lnTo>
                    <a:pt x="7215704" y="2002297"/>
                  </a:lnTo>
                  <a:lnTo>
                    <a:pt x="7293338" y="2008684"/>
                  </a:lnTo>
                  <a:lnTo>
                    <a:pt x="7370972" y="201493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2026-05-22T13:29:51Z</dcterms:modified>
  <cp:category/>
</cp:coreProperties>
</file>