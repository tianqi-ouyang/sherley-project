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70173"/>
            </a:xfrm>
            <a:custGeom>
              <a:avLst/>
              <a:pathLst>
                <a:path w="7370972" h="3570173">
                  <a:moveTo>
                    <a:pt x="959025" y="0"/>
                  </a:moveTo>
                  <a:lnTo>
                    <a:pt x="1004981" y="98797"/>
                  </a:lnTo>
                  <a:lnTo>
                    <a:pt x="1082615" y="258212"/>
                  </a:lnTo>
                  <a:lnTo>
                    <a:pt x="1160249" y="410477"/>
                  </a:lnTo>
                  <a:lnTo>
                    <a:pt x="1237883" y="555912"/>
                  </a:lnTo>
                  <a:lnTo>
                    <a:pt x="1315517" y="694822"/>
                  </a:lnTo>
                  <a:lnTo>
                    <a:pt x="1393151" y="827502"/>
                  </a:lnTo>
                  <a:lnTo>
                    <a:pt x="1470785" y="954230"/>
                  </a:lnTo>
                  <a:lnTo>
                    <a:pt x="1548419" y="1075273"/>
                  </a:lnTo>
                  <a:lnTo>
                    <a:pt x="1626053" y="1190887"/>
                  </a:lnTo>
                  <a:lnTo>
                    <a:pt x="1703687" y="1301314"/>
                  </a:lnTo>
                  <a:lnTo>
                    <a:pt x="1781321" y="1406788"/>
                  </a:lnTo>
                  <a:lnTo>
                    <a:pt x="1858955" y="1507531"/>
                  </a:lnTo>
                  <a:lnTo>
                    <a:pt x="1936589" y="1603755"/>
                  </a:lnTo>
                  <a:lnTo>
                    <a:pt x="2014223" y="1695662"/>
                  </a:lnTo>
                  <a:lnTo>
                    <a:pt x="2091857" y="1783447"/>
                  </a:lnTo>
                  <a:lnTo>
                    <a:pt x="2169491" y="1867294"/>
                  </a:lnTo>
                  <a:lnTo>
                    <a:pt x="2247125" y="1947380"/>
                  </a:lnTo>
                  <a:lnTo>
                    <a:pt x="2324759" y="2023873"/>
                  </a:lnTo>
                  <a:lnTo>
                    <a:pt x="2402393" y="2096935"/>
                  </a:lnTo>
                  <a:lnTo>
                    <a:pt x="2480027" y="2166720"/>
                  </a:lnTo>
                  <a:lnTo>
                    <a:pt x="2557661" y="2233374"/>
                  </a:lnTo>
                  <a:lnTo>
                    <a:pt x="2635295" y="2297039"/>
                  </a:lnTo>
                  <a:lnTo>
                    <a:pt x="2712930" y="2357847"/>
                  </a:lnTo>
                  <a:lnTo>
                    <a:pt x="2790564" y="2415928"/>
                  </a:lnTo>
                  <a:lnTo>
                    <a:pt x="2868198" y="2471404"/>
                  </a:lnTo>
                  <a:lnTo>
                    <a:pt x="2945832" y="2524391"/>
                  </a:lnTo>
                  <a:lnTo>
                    <a:pt x="3023466" y="2575001"/>
                  </a:lnTo>
                  <a:lnTo>
                    <a:pt x="3101100" y="2623341"/>
                  </a:lnTo>
                  <a:lnTo>
                    <a:pt x="3178734" y="2669513"/>
                  </a:lnTo>
                  <a:lnTo>
                    <a:pt x="3256368" y="2713613"/>
                  </a:lnTo>
                  <a:lnTo>
                    <a:pt x="3334002" y="2755736"/>
                  </a:lnTo>
                  <a:lnTo>
                    <a:pt x="3411636" y="2784441"/>
                  </a:lnTo>
                  <a:lnTo>
                    <a:pt x="3489270" y="2788921"/>
                  </a:lnTo>
                  <a:lnTo>
                    <a:pt x="3566904" y="2793377"/>
                  </a:lnTo>
                  <a:lnTo>
                    <a:pt x="3644538" y="2797810"/>
                  </a:lnTo>
                  <a:lnTo>
                    <a:pt x="3722172" y="2802220"/>
                  </a:lnTo>
                  <a:lnTo>
                    <a:pt x="3799806" y="2806607"/>
                  </a:lnTo>
                  <a:lnTo>
                    <a:pt x="3877440" y="2810972"/>
                  </a:lnTo>
                  <a:lnTo>
                    <a:pt x="3955074" y="2815314"/>
                  </a:lnTo>
                  <a:lnTo>
                    <a:pt x="4032708" y="2819634"/>
                  </a:lnTo>
                  <a:lnTo>
                    <a:pt x="4110342" y="2823931"/>
                  </a:lnTo>
                  <a:lnTo>
                    <a:pt x="4187976" y="2828207"/>
                  </a:lnTo>
                  <a:lnTo>
                    <a:pt x="4265610" y="2832460"/>
                  </a:lnTo>
                  <a:lnTo>
                    <a:pt x="4343244" y="2836691"/>
                  </a:lnTo>
                  <a:lnTo>
                    <a:pt x="4420879" y="2840901"/>
                  </a:lnTo>
                  <a:lnTo>
                    <a:pt x="4498513" y="2845089"/>
                  </a:lnTo>
                  <a:lnTo>
                    <a:pt x="4576147" y="2849255"/>
                  </a:lnTo>
                  <a:lnTo>
                    <a:pt x="4653781" y="2853400"/>
                  </a:lnTo>
                  <a:lnTo>
                    <a:pt x="4731415" y="2857523"/>
                  </a:lnTo>
                  <a:lnTo>
                    <a:pt x="4809049" y="2861625"/>
                  </a:lnTo>
                  <a:lnTo>
                    <a:pt x="4886683" y="2865706"/>
                  </a:lnTo>
                  <a:lnTo>
                    <a:pt x="4964317" y="2869766"/>
                  </a:lnTo>
                  <a:lnTo>
                    <a:pt x="5041951" y="2873805"/>
                  </a:lnTo>
                  <a:lnTo>
                    <a:pt x="5119585" y="2877823"/>
                  </a:lnTo>
                  <a:lnTo>
                    <a:pt x="5197219" y="2881820"/>
                  </a:lnTo>
                  <a:lnTo>
                    <a:pt x="5274853" y="2885797"/>
                  </a:lnTo>
                  <a:lnTo>
                    <a:pt x="5352487" y="2889753"/>
                  </a:lnTo>
                  <a:lnTo>
                    <a:pt x="5430121" y="2893689"/>
                  </a:lnTo>
                  <a:lnTo>
                    <a:pt x="5507755" y="2897605"/>
                  </a:lnTo>
                  <a:lnTo>
                    <a:pt x="5585389" y="2901500"/>
                  </a:lnTo>
                  <a:lnTo>
                    <a:pt x="5663023" y="2905375"/>
                  </a:lnTo>
                  <a:lnTo>
                    <a:pt x="5740657" y="2909230"/>
                  </a:lnTo>
                  <a:lnTo>
                    <a:pt x="5818291" y="2913066"/>
                  </a:lnTo>
                  <a:lnTo>
                    <a:pt x="5895925" y="2916881"/>
                  </a:lnTo>
                  <a:lnTo>
                    <a:pt x="5973559" y="2920677"/>
                  </a:lnTo>
                  <a:lnTo>
                    <a:pt x="6051193" y="2924453"/>
                  </a:lnTo>
                  <a:lnTo>
                    <a:pt x="6128827" y="2928210"/>
                  </a:lnTo>
                  <a:lnTo>
                    <a:pt x="6206462" y="2931947"/>
                  </a:lnTo>
                  <a:lnTo>
                    <a:pt x="6284096" y="2935666"/>
                  </a:lnTo>
                  <a:lnTo>
                    <a:pt x="6361730" y="2939364"/>
                  </a:lnTo>
                  <a:lnTo>
                    <a:pt x="6439364" y="2943044"/>
                  </a:lnTo>
                  <a:lnTo>
                    <a:pt x="6516998" y="2946705"/>
                  </a:lnTo>
                  <a:lnTo>
                    <a:pt x="6594632" y="2950347"/>
                  </a:lnTo>
                  <a:lnTo>
                    <a:pt x="6672266" y="2953970"/>
                  </a:lnTo>
                  <a:lnTo>
                    <a:pt x="6749900" y="2957575"/>
                  </a:lnTo>
                  <a:lnTo>
                    <a:pt x="6827534" y="2961161"/>
                  </a:lnTo>
                  <a:lnTo>
                    <a:pt x="6905168" y="2964728"/>
                  </a:lnTo>
                  <a:lnTo>
                    <a:pt x="6982802" y="2968277"/>
                  </a:lnTo>
                  <a:lnTo>
                    <a:pt x="7060436" y="2971808"/>
                  </a:lnTo>
                  <a:lnTo>
                    <a:pt x="7138070" y="2975320"/>
                  </a:lnTo>
                  <a:lnTo>
                    <a:pt x="7215704" y="2978815"/>
                  </a:lnTo>
                  <a:lnTo>
                    <a:pt x="7293338" y="2982291"/>
                  </a:lnTo>
                  <a:lnTo>
                    <a:pt x="7370972" y="2985749"/>
                  </a:lnTo>
                  <a:lnTo>
                    <a:pt x="7370972" y="3570173"/>
                  </a:lnTo>
                  <a:lnTo>
                    <a:pt x="7293338" y="3566300"/>
                  </a:lnTo>
                  <a:lnTo>
                    <a:pt x="7215704" y="3562244"/>
                  </a:lnTo>
                  <a:lnTo>
                    <a:pt x="7138070" y="3557999"/>
                  </a:lnTo>
                  <a:lnTo>
                    <a:pt x="7060436" y="3553554"/>
                  </a:lnTo>
                  <a:lnTo>
                    <a:pt x="6982802" y="3548901"/>
                  </a:lnTo>
                  <a:lnTo>
                    <a:pt x="6905168" y="3544028"/>
                  </a:lnTo>
                  <a:lnTo>
                    <a:pt x="6827534" y="3538927"/>
                  </a:lnTo>
                  <a:lnTo>
                    <a:pt x="6749900" y="3533587"/>
                  </a:lnTo>
                  <a:lnTo>
                    <a:pt x="6672266" y="3527995"/>
                  </a:lnTo>
                  <a:lnTo>
                    <a:pt x="6594632" y="3522142"/>
                  </a:lnTo>
                  <a:lnTo>
                    <a:pt x="6516998" y="3516013"/>
                  </a:lnTo>
                  <a:lnTo>
                    <a:pt x="6439364" y="3509596"/>
                  </a:lnTo>
                  <a:lnTo>
                    <a:pt x="6361730" y="3502878"/>
                  </a:lnTo>
                  <a:lnTo>
                    <a:pt x="6284096" y="3495844"/>
                  </a:lnTo>
                  <a:lnTo>
                    <a:pt x="6206462" y="3488480"/>
                  </a:lnTo>
                  <a:lnTo>
                    <a:pt x="6128827" y="3480771"/>
                  </a:lnTo>
                  <a:lnTo>
                    <a:pt x="6051193" y="3472699"/>
                  </a:lnTo>
                  <a:lnTo>
                    <a:pt x="5973559" y="3464248"/>
                  </a:lnTo>
                  <a:lnTo>
                    <a:pt x="5895925" y="3455400"/>
                  </a:lnTo>
                  <a:lnTo>
                    <a:pt x="5818291" y="3446137"/>
                  </a:lnTo>
                  <a:lnTo>
                    <a:pt x="5740657" y="3436439"/>
                  </a:lnTo>
                  <a:lnTo>
                    <a:pt x="5663023" y="3426285"/>
                  </a:lnTo>
                  <a:lnTo>
                    <a:pt x="5585389" y="3415654"/>
                  </a:lnTo>
                  <a:lnTo>
                    <a:pt x="5507755" y="3404524"/>
                  </a:lnTo>
                  <a:lnTo>
                    <a:pt x="5430121" y="3392872"/>
                  </a:lnTo>
                  <a:lnTo>
                    <a:pt x="5352487" y="3380672"/>
                  </a:lnTo>
                  <a:lnTo>
                    <a:pt x="5274853" y="3367899"/>
                  </a:lnTo>
                  <a:lnTo>
                    <a:pt x="5197219" y="3354526"/>
                  </a:lnTo>
                  <a:lnTo>
                    <a:pt x="5119585" y="3340525"/>
                  </a:lnTo>
                  <a:lnTo>
                    <a:pt x="5041951" y="3325867"/>
                  </a:lnTo>
                  <a:lnTo>
                    <a:pt x="4964317" y="3310520"/>
                  </a:lnTo>
                  <a:lnTo>
                    <a:pt x="4886683" y="3294453"/>
                  </a:lnTo>
                  <a:lnTo>
                    <a:pt x="4809049" y="3277631"/>
                  </a:lnTo>
                  <a:lnTo>
                    <a:pt x="4731415" y="3260019"/>
                  </a:lnTo>
                  <a:lnTo>
                    <a:pt x="4653781" y="3241580"/>
                  </a:lnTo>
                  <a:lnTo>
                    <a:pt x="4576147" y="3222275"/>
                  </a:lnTo>
                  <a:lnTo>
                    <a:pt x="4498513" y="3202063"/>
                  </a:lnTo>
                  <a:lnTo>
                    <a:pt x="4420879" y="3180902"/>
                  </a:lnTo>
                  <a:lnTo>
                    <a:pt x="4343244" y="3158747"/>
                  </a:lnTo>
                  <a:lnTo>
                    <a:pt x="4265610" y="3135552"/>
                  </a:lnTo>
                  <a:lnTo>
                    <a:pt x="4187976" y="3111267"/>
                  </a:lnTo>
                  <a:lnTo>
                    <a:pt x="4110342" y="3085842"/>
                  </a:lnTo>
                  <a:lnTo>
                    <a:pt x="4032708" y="3059223"/>
                  </a:lnTo>
                  <a:lnTo>
                    <a:pt x="3955074" y="3031354"/>
                  </a:lnTo>
                  <a:lnTo>
                    <a:pt x="3877440" y="3002175"/>
                  </a:lnTo>
                  <a:lnTo>
                    <a:pt x="3799806" y="2971627"/>
                  </a:lnTo>
                  <a:lnTo>
                    <a:pt x="3722172" y="2939644"/>
                  </a:lnTo>
                  <a:lnTo>
                    <a:pt x="3644538" y="2906159"/>
                  </a:lnTo>
                  <a:lnTo>
                    <a:pt x="3566904" y="2871101"/>
                  </a:lnTo>
                  <a:lnTo>
                    <a:pt x="3489270" y="2834396"/>
                  </a:lnTo>
                  <a:lnTo>
                    <a:pt x="3411636" y="2795968"/>
                  </a:lnTo>
                  <a:lnTo>
                    <a:pt x="3334002" y="2779939"/>
                  </a:lnTo>
                  <a:lnTo>
                    <a:pt x="3256368" y="2775413"/>
                  </a:lnTo>
                  <a:lnTo>
                    <a:pt x="3178734" y="2770864"/>
                  </a:lnTo>
                  <a:lnTo>
                    <a:pt x="3101100" y="2766291"/>
                  </a:lnTo>
                  <a:lnTo>
                    <a:pt x="3023466" y="2761695"/>
                  </a:lnTo>
                  <a:lnTo>
                    <a:pt x="2945832" y="2757075"/>
                  </a:lnTo>
                  <a:lnTo>
                    <a:pt x="2868198" y="2752430"/>
                  </a:lnTo>
                  <a:lnTo>
                    <a:pt x="2790564" y="2747762"/>
                  </a:lnTo>
                  <a:lnTo>
                    <a:pt x="2712930" y="2743070"/>
                  </a:lnTo>
                  <a:lnTo>
                    <a:pt x="2635295" y="2738353"/>
                  </a:lnTo>
                  <a:lnTo>
                    <a:pt x="2557661" y="2733611"/>
                  </a:lnTo>
                  <a:lnTo>
                    <a:pt x="2480027" y="2728845"/>
                  </a:lnTo>
                  <a:lnTo>
                    <a:pt x="2402393" y="2724055"/>
                  </a:lnTo>
                  <a:lnTo>
                    <a:pt x="2324759" y="2719239"/>
                  </a:lnTo>
                  <a:lnTo>
                    <a:pt x="2247125" y="2714399"/>
                  </a:lnTo>
                  <a:lnTo>
                    <a:pt x="2169491" y="2709533"/>
                  </a:lnTo>
                  <a:lnTo>
                    <a:pt x="2091857" y="2704642"/>
                  </a:lnTo>
                  <a:lnTo>
                    <a:pt x="2014223" y="2699726"/>
                  </a:lnTo>
                  <a:lnTo>
                    <a:pt x="1936589" y="2694785"/>
                  </a:lnTo>
                  <a:lnTo>
                    <a:pt x="1858955" y="2689817"/>
                  </a:lnTo>
                  <a:lnTo>
                    <a:pt x="1781321" y="2684824"/>
                  </a:lnTo>
                  <a:lnTo>
                    <a:pt x="1703687" y="2679805"/>
                  </a:lnTo>
                  <a:lnTo>
                    <a:pt x="1626053" y="2674760"/>
                  </a:lnTo>
                  <a:lnTo>
                    <a:pt x="1548419" y="2669689"/>
                  </a:lnTo>
                  <a:lnTo>
                    <a:pt x="1470785" y="2664592"/>
                  </a:lnTo>
                  <a:lnTo>
                    <a:pt x="1393151" y="2659468"/>
                  </a:lnTo>
                  <a:lnTo>
                    <a:pt x="1315517" y="2654318"/>
                  </a:lnTo>
                  <a:lnTo>
                    <a:pt x="1237883" y="2649140"/>
                  </a:lnTo>
                  <a:lnTo>
                    <a:pt x="1160249" y="2643937"/>
                  </a:lnTo>
                  <a:lnTo>
                    <a:pt x="1082615" y="2638706"/>
                  </a:lnTo>
                  <a:lnTo>
                    <a:pt x="1004981" y="2633447"/>
                  </a:lnTo>
                  <a:lnTo>
                    <a:pt x="927346" y="2628162"/>
                  </a:lnTo>
                  <a:lnTo>
                    <a:pt x="849712" y="2622849"/>
                  </a:lnTo>
                  <a:lnTo>
                    <a:pt x="772078" y="2617509"/>
                  </a:lnTo>
                  <a:lnTo>
                    <a:pt x="694444" y="2612141"/>
                  </a:lnTo>
                  <a:lnTo>
                    <a:pt x="616810" y="2606745"/>
                  </a:lnTo>
                  <a:lnTo>
                    <a:pt x="539176" y="2601321"/>
                  </a:lnTo>
                  <a:lnTo>
                    <a:pt x="461542" y="2595869"/>
                  </a:lnTo>
                  <a:lnTo>
                    <a:pt x="383908" y="2590389"/>
                  </a:lnTo>
                  <a:lnTo>
                    <a:pt x="306274" y="2584880"/>
                  </a:lnTo>
                  <a:lnTo>
                    <a:pt x="228640" y="2579343"/>
                  </a:lnTo>
                  <a:lnTo>
                    <a:pt x="151006" y="2573777"/>
                  </a:lnTo>
                  <a:lnTo>
                    <a:pt x="73372" y="2568182"/>
                  </a:lnTo>
                  <a:lnTo>
                    <a:pt x="0" y="25628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6543" y="1896563"/>
              <a:ext cx="6411946" cy="2985749"/>
            </a:xfrm>
            <a:custGeom>
              <a:avLst/>
              <a:pathLst>
                <a:path w="6411946" h="2985749">
                  <a:moveTo>
                    <a:pt x="0" y="0"/>
                  </a:moveTo>
                  <a:lnTo>
                    <a:pt x="45955" y="98797"/>
                  </a:lnTo>
                  <a:lnTo>
                    <a:pt x="123589" y="258212"/>
                  </a:lnTo>
                  <a:lnTo>
                    <a:pt x="201223" y="410477"/>
                  </a:lnTo>
                  <a:lnTo>
                    <a:pt x="278857" y="555912"/>
                  </a:lnTo>
                  <a:lnTo>
                    <a:pt x="356491" y="694822"/>
                  </a:lnTo>
                  <a:lnTo>
                    <a:pt x="434125" y="827502"/>
                  </a:lnTo>
                  <a:lnTo>
                    <a:pt x="511759" y="954230"/>
                  </a:lnTo>
                  <a:lnTo>
                    <a:pt x="589393" y="1075273"/>
                  </a:lnTo>
                  <a:lnTo>
                    <a:pt x="667027" y="1190887"/>
                  </a:lnTo>
                  <a:lnTo>
                    <a:pt x="744661" y="1301314"/>
                  </a:lnTo>
                  <a:lnTo>
                    <a:pt x="822295" y="1406788"/>
                  </a:lnTo>
                  <a:lnTo>
                    <a:pt x="899929" y="1507531"/>
                  </a:lnTo>
                  <a:lnTo>
                    <a:pt x="977563" y="1603755"/>
                  </a:lnTo>
                  <a:lnTo>
                    <a:pt x="1055197" y="1695662"/>
                  </a:lnTo>
                  <a:lnTo>
                    <a:pt x="1132831" y="1783447"/>
                  </a:lnTo>
                  <a:lnTo>
                    <a:pt x="1210465" y="1867294"/>
                  </a:lnTo>
                  <a:lnTo>
                    <a:pt x="1288099" y="1947380"/>
                  </a:lnTo>
                  <a:lnTo>
                    <a:pt x="1365733" y="2023873"/>
                  </a:lnTo>
                  <a:lnTo>
                    <a:pt x="1443368" y="2096935"/>
                  </a:lnTo>
                  <a:lnTo>
                    <a:pt x="1521002" y="2166720"/>
                  </a:lnTo>
                  <a:lnTo>
                    <a:pt x="1598636" y="2233374"/>
                  </a:lnTo>
                  <a:lnTo>
                    <a:pt x="1676270" y="2297039"/>
                  </a:lnTo>
                  <a:lnTo>
                    <a:pt x="1753904" y="2357847"/>
                  </a:lnTo>
                  <a:lnTo>
                    <a:pt x="1831538" y="2415928"/>
                  </a:lnTo>
                  <a:lnTo>
                    <a:pt x="1909172" y="2471404"/>
                  </a:lnTo>
                  <a:lnTo>
                    <a:pt x="1986806" y="2524391"/>
                  </a:lnTo>
                  <a:lnTo>
                    <a:pt x="2064440" y="2575001"/>
                  </a:lnTo>
                  <a:lnTo>
                    <a:pt x="2142074" y="2623341"/>
                  </a:lnTo>
                  <a:lnTo>
                    <a:pt x="2219708" y="2669513"/>
                  </a:lnTo>
                  <a:lnTo>
                    <a:pt x="2297342" y="2713613"/>
                  </a:lnTo>
                  <a:lnTo>
                    <a:pt x="2374976" y="2755736"/>
                  </a:lnTo>
                  <a:lnTo>
                    <a:pt x="2452610" y="2784441"/>
                  </a:lnTo>
                  <a:lnTo>
                    <a:pt x="2530244" y="2788921"/>
                  </a:lnTo>
                  <a:lnTo>
                    <a:pt x="2607878" y="2793377"/>
                  </a:lnTo>
                  <a:lnTo>
                    <a:pt x="2685512" y="2797810"/>
                  </a:lnTo>
                  <a:lnTo>
                    <a:pt x="2763146" y="2802220"/>
                  </a:lnTo>
                  <a:lnTo>
                    <a:pt x="2840780" y="2806607"/>
                  </a:lnTo>
                  <a:lnTo>
                    <a:pt x="2918414" y="2810972"/>
                  </a:lnTo>
                  <a:lnTo>
                    <a:pt x="2996048" y="2815314"/>
                  </a:lnTo>
                  <a:lnTo>
                    <a:pt x="3073682" y="2819634"/>
                  </a:lnTo>
                  <a:lnTo>
                    <a:pt x="3151317" y="2823931"/>
                  </a:lnTo>
                  <a:lnTo>
                    <a:pt x="3228951" y="2828207"/>
                  </a:lnTo>
                  <a:lnTo>
                    <a:pt x="3306585" y="2832460"/>
                  </a:lnTo>
                  <a:lnTo>
                    <a:pt x="3384219" y="2836691"/>
                  </a:lnTo>
                  <a:lnTo>
                    <a:pt x="3461853" y="2840901"/>
                  </a:lnTo>
                  <a:lnTo>
                    <a:pt x="3539487" y="2845089"/>
                  </a:lnTo>
                  <a:lnTo>
                    <a:pt x="3617121" y="2849255"/>
                  </a:lnTo>
                  <a:lnTo>
                    <a:pt x="3694755" y="2853400"/>
                  </a:lnTo>
                  <a:lnTo>
                    <a:pt x="3772389" y="2857523"/>
                  </a:lnTo>
                  <a:lnTo>
                    <a:pt x="3850023" y="2861625"/>
                  </a:lnTo>
                  <a:lnTo>
                    <a:pt x="3927657" y="2865706"/>
                  </a:lnTo>
                  <a:lnTo>
                    <a:pt x="4005291" y="2869766"/>
                  </a:lnTo>
                  <a:lnTo>
                    <a:pt x="4082925" y="2873805"/>
                  </a:lnTo>
                  <a:lnTo>
                    <a:pt x="4160559" y="2877823"/>
                  </a:lnTo>
                  <a:lnTo>
                    <a:pt x="4238193" y="2881820"/>
                  </a:lnTo>
                  <a:lnTo>
                    <a:pt x="4315827" y="2885797"/>
                  </a:lnTo>
                  <a:lnTo>
                    <a:pt x="4393461" y="2889753"/>
                  </a:lnTo>
                  <a:lnTo>
                    <a:pt x="4471095" y="2893689"/>
                  </a:lnTo>
                  <a:lnTo>
                    <a:pt x="4548729" y="2897605"/>
                  </a:lnTo>
                  <a:lnTo>
                    <a:pt x="4626363" y="2901500"/>
                  </a:lnTo>
                  <a:lnTo>
                    <a:pt x="4703997" y="2905375"/>
                  </a:lnTo>
                  <a:lnTo>
                    <a:pt x="4781631" y="2909230"/>
                  </a:lnTo>
                  <a:lnTo>
                    <a:pt x="4859265" y="2913066"/>
                  </a:lnTo>
                  <a:lnTo>
                    <a:pt x="4936900" y="2916881"/>
                  </a:lnTo>
                  <a:lnTo>
                    <a:pt x="5014534" y="2920677"/>
                  </a:lnTo>
                  <a:lnTo>
                    <a:pt x="5092168" y="2924453"/>
                  </a:lnTo>
                  <a:lnTo>
                    <a:pt x="5169802" y="2928210"/>
                  </a:lnTo>
                  <a:lnTo>
                    <a:pt x="5247436" y="2931947"/>
                  </a:lnTo>
                  <a:lnTo>
                    <a:pt x="5325070" y="2935666"/>
                  </a:lnTo>
                  <a:lnTo>
                    <a:pt x="5402704" y="2939364"/>
                  </a:lnTo>
                  <a:lnTo>
                    <a:pt x="5480338" y="2943044"/>
                  </a:lnTo>
                  <a:lnTo>
                    <a:pt x="5557972" y="2946705"/>
                  </a:lnTo>
                  <a:lnTo>
                    <a:pt x="5635606" y="2950347"/>
                  </a:lnTo>
                  <a:lnTo>
                    <a:pt x="5713240" y="2953970"/>
                  </a:lnTo>
                  <a:lnTo>
                    <a:pt x="5790874" y="2957575"/>
                  </a:lnTo>
                  <a:lnTo>
                    <a:pt x="5868508" y="2961161"/>
                  </a:lnTo>
                  <a:lnTo>
                    <a:pt x="5946142" y="2964728"/>
                  </a:lnTo>
                  <a:lnTo>
                    <a:pt x="6023776" y="2968277"/>
                  </a:lnTo>
                  <a:lnTo>
                    <a:pt x="6101410" y="2971808"/>
                  </a:lnTo>
                  <a:lnTo>
                    <a:pt x="6179044" y="2975320"/>
                  </a:lnTo>
                  <a:lnTo>
                    <a:pt x="6256678" y="2978815"/>
                  </a:lnTo>
                  <a:lnTo>
                    <a:pt x="6334312" y="2982291"/>
                  </a:lnTo>
                  <a:lnTo>
                    <a:pt x="6411946" y="2985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59431"/>
              <a:ext cx="7370972" cy="1007305"/>
            </a:xfrm>
            <a:custGeom>
              <a:avLst/>
              <a:pathLst>
                <a:path w="7370972" h="1007305">
                  <a:moveTo>
                    <a:pt x="7370972" y="1007305"/>
                  </a:moveTo>
                  <a:lnTo>
                    <a:pt x="7293338" y="1003432"/>
                  </a:lnTo>
                  <a:lnTo>
                    <a:pt x="7215704" y="999377"/>
                  </a:lnTo>
                  <a:lnTo>
                    <a:pt x="7138070" y="995131"/>
                  </a:lnTo>
                  <a:lnTo>
                    <a:pt x="7060436" y="990686"/>
                  </a:lnTo>
                  <a:lnTo>
                    <a:pt x="6982802" y="986033"/>
                  </a:lnTo>
                  <a:lnTo>
                    <a:pt x="6905168" y="981161"/>
                  </a:lnTo>
                  <a:lnTo>
                    <a:pt x="6827534" y="976060"/>
                  </a:lnTo>
                  <a:lnTo>
                    <a:pt x="6749900" y="970719"/>
                  </a:lnTo>
                  <a:lnTo>
                    <a:pt x="6672266" y="965128"/>
                  </a:lnTo>
                  <a:lnTo>
                    <a:pt x="6594632" y="959274"/>
                  </a:lnTo>
                  <a:lnTo>
                    <a:pt x="6516998" y="953145"/>
                  </a:lnTo>
                  <a:lnTo>
                    <a:pt x="6439364" y="946728"/>
                  </a:lnTo>
                  <a:lnTo>
                    <a:pt x="6361730" y="940010"/>
                  </a:lnTo>
                  <a:lnTo>
                    <a:pt x="6284096" y="932976"/>
                  </a:lnTo>
                  <a:lnTo>
                    <a:pt x="6206462" y="925613"/>
                  </a:lnTo>
                  <a:lnTo>
                    <a:pt x="6128827" y="917903"/>
                  </a:lnTo>
                  <a:lnTo>
                    <a:pt x="6051193" y="909831"/>
                  </a:lnTo>
                  <a:lnTo>
                    <a:pt x="5973559" y="901380"/>
                  </a:lnTo>
                  <a:lnTo>
                    <a:pt x="5895925" y="892532"/>
                  </a:lnTo>
                  <a:lnTo>
                    <a:pt x="5818291" y="883269"/>
                  </a:lnTo>
                  <a:lnTo>
                    <a:pt x="5740657" y="873571"/>
                  </a:lnTo>
                  <a:lnTo>
                    <a:pt x="5663023" y="863417"/>
                  </a:lnTo>
                  <a:lnTo>
                    <a:pt x="5585389" y="852786"/>
                  </a:lnTo>
                  <a:lnTo>
                    <a:pt x="5507755" y="841656"/>
                  </a:lnTo>
                  <a:lnTo>
                    <a:pt x="5430121" y="830004"/>
                  </a:lnTo>
                  <a:lnTo>
                    <a:pt x="5352487" y="817804"/>
                  </a:lnTo>
                  <a:lnTo>
                    <a:pt x="5274853" y="805031"/>
                  </a:lnTo>
                  <a:lnTo>
                    <a:pt x="5197219" y="791658"/>
                  </a:lnTo>
                  <a:lnTo>
                    <a:pt x="5119585" y="777658"/>
                  </a:lnTo>
                  <a:lnTo>
                    <a:pt x="5041951" y="762999"/>
                  </a:lnTo>
                  <a:lnTo>
                    <a:pt x="4964317" y="747653"/>
                  </a:lnTo>
                  <a:lnTo>
                    <a:pt x="4886683" y="731585"/>
                  </a:lnTo>
                  <a:lnTo>
                    <a:pt x="4809049" y="714763"/>
                  </a:lnTo>
                  <a:lnTo>
                    <a:pt x="4731415" y="697151"/>
                  </a:lnTo>
                  <a:lnTo>
                    <a:pt x="4653781" y="678712"/>
                  </a:lnTo>
                  <a:lnTo>
                    <a:pt x="4576147" y="659407"/>
                  </a:lnTo>
                  <a:lnTo>
                    <a:pt x="4498513" y="639195"/>
                  </a:lnTo>
                  <a:lnTo>
                    <a:pt x="4420879" y="618034"/>
                  </a:lnTo>
                  <a:lnTo>
                    <a:pt x="4343244" y="595879"/>
                  </a:lnTo>
                  <a:lnTo>
                    <a:pt x="4265610" y="572684"/>
                  </a:lnTo>
                  <a:lnTo>
                    <a:pt x="4187976" y="548399"/>
                  </a:lnTo>
                  <a:lnTo>
                    <a:pt x="4110342" y="522974"/>
                  </a:lnTo>
                  <a:lnTo>
                    <a:pt x="4032708" y="496355"/>
                  </a:lnTo>
                  <a:lnTo>
                    <a:pt x="3955074" y="468486"/>
                  </a:lnTo>
                  <a:lnTo>
                    <a:pt x="3877440" y="439308"/>
                  </a:lnTo>
                  <a:lnTo>
                    <a:pt x="3799806" y="408759"/>
                  </a:lnTo>
                  <a:lnTo>
                    <a:pt x="3722172" y="376776"/>
                  </a:lnTo>
                  <a:lnTo>
                    <a:pt x="3644538" y="343291"/>
                  </a:lnTo>
                  <a:lnTo>
                    <a:pt x="3566904" y="308233"/>
                  </a:lnTo>
                  <a:lnTo>
                    <a:pt x="3489270" y="271529"/>
                  </a:lnTo>
                  <a:lnTo>
                    <a:pt x="3411636" y="233101"/>
                  </a:lnTo>
                  <a:lnTo>
                    <a:pt x="3334002" y="217071"/>
                  </a:lnTo>
                  <a:lnTo>
                    <a:pt x="3256368" y="212546"/>
                  </a:lnTo>
                  <a:lnTo>
                    <a:pt x="3178734" y="207996"/>
                  </a:lnTo>
                  <a:lnTo>
                    <a:pt x="3101100" y="203424"/>
                  </a:lnTo>
                  <a:lnTo>
                    <a:pt x="3023466" y="198827"/>
                  </a:lnTo>
                  <a:lnTo>
                    <a:pt x="2945832" y="194207"/>
                  </a:lnTo>
                  <a:lnTo>
                    <a:pt x="2868198" y="189563"/>
                  </a:lnTo>
                  <a:lnTo>
                    <a:pt x="2790564" y="184894"/>
                  </a:lnTo>
                  <a:lnTo>
                    <a:pt x="2712930" y="180202"/>
                  </a:lnTo>
                  <a:lnTo>
                    <a:pt x="2635295" y="175485"/>
                  </a:lnTo>
                  <a:lnTo>
                    <a:pt x="2557661" y="170744"/>
                  </a:lnTo>
                  <a:lnTo>
                    <a:pt x="2480027" y="165978"/>
                  </a:lnTo>
                  <a:lnTo>
                    <a:pt x="2402393" y="161187"/>
                  </a:lnTo>
                  <a:lnTo>
                    <a:pt x="2324759" y="156371"/>
                  </a:lnTo>
                  <a:lnTo>
                    <a:pt x="2247125" y="151531"/>
                  </a:lnTo>
                  <a:lnTo>
                    <a:pt x="2169491" y="146665"/>
                  </a:lnTo>
                  <a:lnTo>
                    <a:pt x="2091857" y="141775"/>
                  </a:lnTo>
                  <a:lnTo>
                    <a:pt x="2014223" y="136858"/>
                  </a:lnTo>
                  <a:lnTo>
                    <a:pt x="1936589" y="131917"/>
                  </a:lnTo>
                  <a:lnTo>
                    <a:pt x="1858955" y="126950"/>
                  </a:lnTo>
                  <a:lnTo>
                    <a:pt x="1781321" y="121956"/>
                  </a:lnTo>
                  <a:lnTo>
                    <a:pt x="1703687" y="116938"/>
                  </a:lnTo>
                  <a:lnTo>
                    <a:pt x="1626053" y="111893"/>
                  </a:lnTo>
                  <a:lnTo>
                    <a:pt x="1548419" y="106821"/>
                  </a:lnTo>
                  <a:lnTo>
                    <a:pt x="1470785" y="101724"/>
                  </a:lnTo>
                  <a:lnTo>
                    <a:pt x="1393151" y="96600"/>
                  </a:lnTo>
                  <a:lnTo>
                    <a:pt x="1315517" y="91450"/>
                  </a:lnTo>
                  <a:lnTo>
                    <a:pt x="1237883" y="86273"/>
                  </a:lnTo>
                  <a:lnTo>
                    <a:pt x="1160249" y="81069"/>
                  </a:lnTo>
                  <a:lnTo>
                    <a:pt x="1082615" y="75838"/>
                  </a:lnTo>
                  <a:lnTo>
                    <a:pt x="1004981" y="70580"/>
                  </a:lnTo>
                  <a:lnTo>
                    <a:pt x="927346" y="65294"/>
                  </a:lnTo>
                  <a:lnTo>
                    <a:pt x="849712" y="59981"/>
                  </a:lnTo>
                  <a:lnTo>
                    <a:pt x="772078" y="54641"/>
                  </a:lnTo>
                  <a:lnTo>
                    <a:pt x="694444" y="49273"/>
                  </a:lnTo>
                  <a:lnTo>
                    <a:pt x="616810" y="43877"/>
                  </a:lnTo>
                  <a:lnTo>
                    <a:pt x="539176" y="38453"/>
                  </a:lnTo>
                  <a:lnTo>
                    <a:pt x="461542" y="33001"/>
                  </a:lnTo>
                  <a:lnTo>
                    <a:pt x="383908" y="27521"/>
                  </a:lnTo>
                  <a:lnTo>
                    <a:pt x="306274" y="22013"/>
                  </a:lnTo>
                  <a:lnTo>
                    <a:pt x="228640" y="16475"/>
                  </a:lnTo>
                  <a:lnTo>
                    <a:pt x="151006" y="10909"/>
                  </a:lnTo>
                  <a:lnTo>
                    <a:pt x="73372" y="5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00499"/>
              <a:ext cx="7370972" cy="2414188"/>
            </a:xfrm>
            <a:custGeom>
              <a:avLst/>
              <a:pathLst>
                <a:path w="7370972" h="2414188">
                  <a:moveTo>
                    <a:pt x="0" y="0"/>
                  </a:moveTo>
                  <a:lnTo>
                    <a:pt x="73372" y="63196"/>
                  </a:lnTo>
                  <a:lnTo>
                    <a:pt x="151006" y="128377"/>
                  </a:lnTo>
                  <a:lnTo>
                    <a:pt x="228640" y="191915"/>
                  </a:lnTo>
                  <a:lnTo>
                    <a:pt x="306274" y="253852"/>
                  </a:lnTo>
                  <a:lnTo>
                    <a:pt x="383908" y="314226"/>
                  </a:lnTo>
                  <a:lnTo>
                    <a:pt x="461542" y="373079"/>
                  </a:lnTo>
                  <a:lnTo>
                    <a:pt x="539176" y="430448"/>
                  </a:lnTo>
                  <a:lnTo>
                    <a:pt x="616810" y="486371"/>
                  </a:lnTo>
                  <a:lnTo>
                    <a:pt x="694444" y="540884"/>
                  </a:lnTo>
                  <a:lnTo>
                    <a:pt x="772078" y="594022"/>
                  </a:lnTo>
                  <a:lnTo>
                    <a:pt x="849712" y="645821"/>
                  </a:lnTo>
                  <a:lnTo>
                    <a:pt x="927346" y="696315"/>
                  </a:lnTo>
                  <a:lnTo>
                    <a:pt x="1004981" y="745535"/>
                  </a:lnTo>
                  <a:lnTo>
                    <a:pt x="1082615" y="793514"/>
                  </a:lnTo>
                  <a:lnTo>
                    <a:pt x="1160249" y="840284"/>
                  </a:lnTo>
                  <a:lnTo>
                    <a:pt x="1237883" y="885875"/>
                  </a:lnTo>
                  <a:lnTo>
                    <a:pt x="1315517" y="930316"/>
                  </a:lnTo>
                  <a:lnTo>
                    <a:pt x="1393151" y="973637"/>
                  </a:lnTo>
                  <a:lnTo>
                    <a:pt x="1470785" y="1015866"/>
                  </a:lnTo>
                  <a:lnTo>
                    <a:pt x="1548419" y="1057030"/>
                  </a:lnTo>
                  <a:lnTo>
                    <a:pt x="1626053" y="1097157"/>
                  </a:lnTo>
                  <a:lnTo>
                    <a:pt x="1703687" y="1136272"/>
                  </a:lnTo>
                  <a:lnTo>
                    <a:pt x="1781321" y="1174400"/>
                  </a:lnTo>
                  <a:lnTo>
                    <a:pt x="1858955" y="1211568"/>
                  </a:lnTo>
                  <a:lnTo>
                    <a:pt x="1936589" y="1247799"/>
                  </a:lnTo>
                  <a:lnTo>
                    <a:pt x="2014223" y="1283116"/>
                  </a:lnTo>
                  <a:lnTo>
                    <a:pt x="2091857" y="1317543"/>
                  </a:lnTo>
                  <a:lnTo>
                    <a:pt x="2169491" y="1351102"/>
                  </a:lnTo>
                  <a:lnTo>
                    <a:pt x="2247125" y="1383814"/>
                  </a:lnTo>
                  <a:lnTo>
                    <a:pt x="2324759" y="1415703"/>
                  </a:lnTo>
                  <a:lnTo>
                    <a:pt x="2402393" y="1446787"/>
                  </a:lnTo>
                  <a:lnTo>
                    <a:pt x="2480027" y="1477088"/>
                  </a:lnTo>
                  <a:lnTo>
                    <a:pt x="2557661" y="1506624"/>
                  </a:lnTo>
                  <a:lnTo>
                    <a:pt x="2635295" y="1535417"/>
                  </a:lnTo>
                  <a:lnTo>
                    <a:pt x="2712930" y="1563483"/>
                  </a:lnTo>
                  <a:lnTo>
                    <a:pt x="2790564" y="1590842"/>
                  </a:lnTo>
                  <a:lnTo>
                    <a:pt x="2868198" y="1617511"/>
                  </a:lnTo>
                  <a:lnTo>
                    <a:pt x="2945832" y="1643507"/>
                  </a:lnTo>
                  <a:lnTo>
                    <a:pt x="3023466" y="1668849"/>
                  </a:lnTo>
                  <a:lnTo>
                    <a:pt x="3101100" y="1693551"/>
                  </a:lnTo>
                  <a:lnTo>
                    <a:pt x="3178734" y="1717631"/>
                  </a:lnTo>
                  <a:lnTo>
                    <a:pt x="3256368" y="1741103"/>
                  </a:lnTo>
                  <a:lnTo>
                    <a:pt x="3334002" y="1763984"/>
                  </a:lnTo>
                  <a:lnTo>
                    <a:pt x="3411636" y="1786288"/>
                  </a:lnTo>
                  <a:lnTo>
                    <a:pt x="3489270" y="1808030"/>
                  </a:lnTo>
                  <a:lnTo>
                    <a:pt x="3566904" y="1829224"/>
                  </a:lnTo>
                  <a:lnTo>
                    <a:pt x="3644538" y="1849883"/>
                  </a:lnTo>
                  <a:lnTo>
                    <a:pt x="3722172" y="1870022"/>
                  </a:lnTo>
                  <a:lnTo>
                    <a:pt x="3799806" y="1889652"/>
                  </a:lnTo>
                  <a:lnTo>
                    <a:pt x="3877440" y="1908788"/>
                  </a:lnTo>
                  <a:lnTo>
                    <a:pt x="3955074" y="1927442"/>
                  </a:lnTo>
                  <a:lnTo>
                    <a:pt x="4032708" y="1945625"/>
                  </a:lnTo>
                  <a:lnTo>
                    <a:pt x="4110342" y="1963350"/>
                  </a:lnTo>
                  <a:lnTo>
                    <a:pt x="4187976" y="1980628"/>
                  </a:lnTo>
                  <a:lnTo>
                    <a:pt x="4265610" y="1997470"/>
                  </a:lnTo>
                  <a:lnTo>
                    <a:pt x="4343244" y="2013888"/>
                  </a:lnTo>
                  <a:lnTo>
                    <a:pt x="4420879" y="2029892"/>
                  </a:lnTo>
                  <a:lnTo>
                    <a:pt x="4498513" y="2045493"/>
                  </a:lnTo>
                  <a:lnTo>
                    <a:pt x="4576147" y="2060700"/>
                  </a:lnTo>
                  <a:lnTo>
                    <a:pt x="4653781" y="2075523"/>
                  </a:lnTo>
                  <a:lnTo>
                    <a:pt x="4731415" y="2089974"/>
                  </a:lnTo>
                  <a:lnTo>
                    <a:pt x="4809049" y="2104059"/>
                  </a:lnTo>
                  <a:lnTo>
                    <a:pt x="4886683" y="2117790"/>
                  </a:lnTo>
                  <a:lnTo>
                    <a:pt x="4964317" y="2131175"/>
                  </a:lnTo>
                  <a:lnTo>
                    <a:pt x="5041951" y="2144222"/>
                  </a:lnTo>
                  <a:lnTo>
                    <a:pt x="5119585" y="2156940"/>
                  </a:lnTo>
                  <a:lnTo>
                    <a:pt x="5197219" y="2169337"/>
                  </a:lnTo>
                  <a:lnTo>
                    <a:pt x="5274853" y="2181422"/>
                  </a:lnTo>
                  <a:lnTo>
                    <a:pt x="5352487" y="2193203"/>
                  </a:lnTo>
                  <a:lnTo>
                    <a:pt x="5430121" y="2204686"/>
                  </a:lnTo>
                  <a:lnTo>
                    <a:pt x="5507755" y="2215880"/>
                  </a:lnTo>
                  <a:lnTo>
                    <a:pt x="5585389" y="2226792"/>
                  </a:lnTo>
                  <a:lnTo>
                    <a:pt x="5663023" y="2237428"/>
                  </a:lnTo>
                  <a:lnTo>
                    <a:pt x="5740657" y="2247797"/>
                  </a:lnTo>
                  <a:lnTo>
                    <a:pt x="5818291" y="2257904"/>
                  </a:lnTo>
                  <a:lnTo>
                    <a:pt x="5895925" y="2267756"/>
                  </a:lnTo>
                  <a:lnTo>
                    <a:pt x="5973559" y="2277360"/>
                  </a:lnTo>
                  <a:lnTo>
                    <a:pt x="6051193" y="2286722"/>
                  </a:lnTo>
                  <a:lnTo>
                    <a:pt x="6128827" y="2295847"/>
                  </a:lnTo>
                  <a:lnTo>
                    <a:pt x="6206462" y="2304743"/>
                  </a:lnTo>
                  <a:lnTo>
                    <a:pt x="6284096" y="2313414"/>
                  </a:lnTo>
                  <a:lnTo>
                    <a:pt x="6361730" y="2321867"/>
                  </a:lnTo>
                  <a:lnTo>
                    <a:pt x="6439364" y="2330107"/>
                  </a:lnTo>
                  <a:lnTo>
                    <a:pt x="6516998" y="2338139"/>
                  </a:lnTo>
                  <a:lnTo>
                    <a:pt x="6594632" y="2345968"/>
                  </a:lnTo>
                  <a:lnTo>
                    <a:pt x="6672266" y="2353601"/>
                  </a:lnTo>
                  <a:lnTo>
                    <a:pt x="6749900" y="2361040"/>
                  </a:lnTo>
                  <a:lnTo>
                    <a:pt x="6827534" y="2368292"/>
                  </a:lnTo>
                  <a:lnTo>
                    <a:pt x="6905168" y="2375362"/>
                  </a:lnTo>
                  <a:lnTo>
                    <a:pt x="6982802" y="2382253"/>
                  </a:lnTo>
                  <a:lnTo>
                    <a:pt x="7060436" y="2388970"/>
                  </a:lnTo>
                  <a:lnTo>
                    <a:pt x="7138070" y="2395518"/>
                  </a:lnTo>
                  <a:lnTo>
                    <a:pt x="7215704" y="2401901"/>
                  </a:lnTo>
                  <a:lnTo>
                    <a:pt x="7293338" y="2408123"/>
                  </a:lnTo>
                  <a:lnTo>
                    <a:pt x="7370972" y="24141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2026-05-22T09:54:27Z</dcterms:modified>
  <cp:category/>
</cp:coreProperties>
</file>