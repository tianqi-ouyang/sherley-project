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4993"/>
            </a:xfrm>
            <a:custGeom>
              <a:avLst/>
              <a:pathLst>
                <a:path w="7370972" h="3564993">
                  <a:moveTo>
                    <a:pt x="894586" y="0"/>
                  </a:moveTo>
                  <a:lnTo>
                    <a:pt x="927346" y="69141"/>
                  </a:lnTo>
                  <a:lnTo>
                    <a:pt x="1004981" y="225822"/>
                  </a:lnTo>
                  <a:lnTo>
                    <a:pt x="1082615" y="375654"/>
                  </a:lnTo>
                  <a:lnTo>
                    <a:pt x="1160249" y="518934"/>
                  </a:lnTo>
                  <a:lnTo>
                    <a:pt x="1237883" y="655949"/>
                  </a:lnTo>
                  <a:lnTo>
                    <a:pt x="1315517" y="786974"/>
                  </a:lnTo>
                  <a:lnTo>
                    <a:pt x="1393151" y="912270"/>
                  </a:lnTo>
                  <a:lnTo>
                    <a:pt x="1470785" y="1032087"/>
                  </a:lnTo>
                  <a:lnTo>
                    <a:pt x="1548419" y="1146666"/>
                  </a:lnTo>
                  <a:lnTo>
                    <a:pt x="1626053" y="1256235"/>
                  </a:lnTo>
                  <a:lnTo>
                    <a:pt x="1703687" y="1361014"/>
                  </a:lnTo>
                  <a:lnTo>
                    <a:pt x="1781321" y="1461211"/>
                  </a:lnTo>
                  <a:lnTo>
                    <a:pt x="1858955" y="1557027"/>
                  </a:lnTo>
                  <a:lnTo>
                    <a:pt x="1936589" y="1648654"/>
                  </a:lnTo>
                  <a:lnTo>
                    <a:pt x="2014223" y="1736274"/>
                  </a:lnTo>
                  <a:lnTo>
                    <a:pt x="2091857" y="1820064"/>
                  </a:lnTo>
                  <a:lnTo>
                    <a:pt x="2169491" y="1900190"/>
                  </a:lnTo>
                  <a:lnTo>
                    <a:pt x="2247125" y="1976813"/>
                  </a:lnTo>
                  <a:lnTo>
                    <a:pt x="2324759" y="2050085"/>
                  </a:lnTo>
                  <a:lnTo>
                    <a:pt x="2402393" y="2120154"/>
                  </a:lnTo>
                  <a:lnTo>
                    <a:pt x="2480027" y="2187159"/>
                  </a:lnTo>
                  <a:lnTo>
                    <a:pt x="2557661" y="2251235"/>
                  </a:lnTo>
                  <a:lnTo>
                    <a:pt x="2635295" y="2312509"/>
                  </a:lnTo>
                  <a:lnTo>
                    <a:pt x="2712930" y="2371103"/>
                  </a:lnTo>
                  <a:lnTo>
                    <a:pt x="2790564" y="2427136"/>
                  </a:lnTo>
                  <a:lnTo>
                    <a:pt x="2868198" y="2480719"/>
                  </a:lnTo>
                  <a:lnTo>
                    <a:pt x="2945832" y="2531959"/>
                  </a:lnTo>
                  <a:lnTo>
                    <a:pt x="3023466" y="2580959"/>
                  </a:lnTo>
                  <a:lnTo>
                    <a:pt x="3101100" y="2627816"/>
                  </a:lnTo>
                  <a:lnTo>
                    <a:pt x="3178734" y="2672625"/>
                  </a:lnTo>
                  <a:lnTo>
                    <a:pt x="3256368" y="2715474"/>
                  </a:lnTo>
                  <a:lnTo>
                    <a:pt x="3334002" y="2756450"/>
                  </a:lnTo>
                  <a:lnTo>
                    <a:pt x="3411636" y="2783407"/>
                  </a:lnTo>
                  <a:lnTo>
                    <a:pt x="3489270" y="2784750"/>
                  </a:lnTo>
                  <a:lnTo>
                    <a:pt x="3566904" y="2786090"/>
                  </a:lnTo>
                  <a:lnTo>
                    <a:pt x="3644538" y="2787428"/>
                  </a:lnTo>
                  <a:lnTo>
                    <a:pt x="3722172" y="2788764"/>
                  </a:lnTo>
                  <a:lnTo>
                    <a:pt x="3799806" y="2790098"/>
                  </a:lnTo>
                  <a:lnTo>
                    <a:pt x="3877440" y="2791430"/>
                  </a:lnTo>
                  <a:lnTo>
                    <a:pt x="3955074" y="2792760"/>
                  </a:lnTo>
                  <a:lnTo>
                    <a:pt x="4032708" y="2794088"/>
                  </a:lnTo>
                  <a:lnTo>
                    <a:pt x="4110342" y="2795413"/>
                  </a:lnTo>
                  <a:lnTo>
                    <a:pt x="4187976" y="2796737"/>
                  </a:lnTo>
                  <a:lnTo>
                    <a:pt x="4265610" y="2798059"/>
                  </a:lnTo>
                  <a:lnTo>
                    <a:pt x="4343244" y="2799379"/>
                  </a:lnTo>
                  <a:lnTo>
                    <a:pt x="4420879" y="2800696"/>
                  </a:lnTo>
                  <a:lnTo>
                    <a:pt x="4498513" y="2802012"/>
                  </a:lnTo>
                  <a:lnTo>
                    <a:pt x="4576147" y="2803325"/>
                  </a:lnTo>
                  <a:lnTo>
                    <a:pt x="4653781" y="2804637"/>
                  </a:lnTo>
                  <a:lnTo>
                    <a:pt x="4731415" y="2805946"/>
                  </a:lnTo>
                  <a:lnTo>
                    <a:pt x="4809049" y="2807254"/>
                  </a:lnTo>
                  <a:lnTo>
                    <a:pt x="4886683" y="2808559"/>
                  </a:lnTo>
                  <a:lnTo>
                    <a:pt x="4964317" y="2809863"/>
                  </a:lnTo>
                  <a:lnTo>
                    <a:pt x="5041951" y="2811164"/>
                  </a:lnTo>
                  <a:lnTo>
                    <a:pt x="5119585" y="2812464"/>
                  </a:lnTo>
                  <a:lnTo>
                    <a:pt x="5197219" y="2813761"/>
                  </a:lnTo>
                  <a:lnTo>
                    <a:pt x="5274853" y="2815056"/>
                  </a:lnTo>
                  <a:lnTo>
                    <a:pt x="5352487" y="2816350"/>
                  </a:lnTo>
                  <a:lnTo>
                    <a:pt x="5430121" y="2817641"/>
                  </a:lnTo>
                  <a:lnTo>
                    <a:pt x="5507755" y="2818931"/>
                  </a:lnTo>
                  <a:lnTo>
                    <a:pt x="5585389" y="2820218"/>
                  </a:lnTo>
                  <a:lnTo>
                    <a:pt x="5663023" y="2821503"/>
                  </a:lnTo>
                  <a:lnTo>
                    <a:pt x="5740657" y="2822787"/>
                  </a:lnTo>
                  <a:lnTo>
                    <a:pt x="5818291" y="2824068"/>
                  </a:lnTo>
                  <a:lnTo>
                    <a:pt x="5895925" y="2825348"/>
                  </a:lnTo>
                  <a:lnTo>
                    <a:pt x="5973559" y="2826625"/>
                  </a:lnTo>
                  <a:lnTo>
                    <a:pt x="6051193" y="2827901"/>
                  </a:lnTo>
                  <a:lnTo>
                    <a:pt x="6128827" y="2829175"/>
                  </a:lnTo>
                  <a:lnTo>
                    <a:pt x="6206462" y="2830446"/>
                  </a:lnTo>
                  <a:lnTo>
                    <a:pt x="6284096" y="2831716"/>
                  </a:lnTo>
                  <a:lnTo>
                    <a:pt x="6361730" y="2832983"/>
                  </a:lnTo>
                  <a:lnTo>
                    <a:pt x="6439364" y="2834249"/>
                  </a:lnTo>
                  <a:lnTo>
                    <a:pt x="6516998" y="2835513"/>
                  </a:lnTo>
                  <a:lnTo>
                    <a:pt x="6594632" y="2836775"/>
                  </a:lnTo>
                  <a:lnTo>
                    <a:pt x="6672266" y="2838035"/>
                  </a:lnTo>
                  <a:lnTo>
                    <a:pt x="6749900" y="2839293"/>
                  </a:lnTo>
                  <a:lnTo>
                    <a:pt x="6827534" y="2840549"/>
                  </a:lnTo>
                  <a:lnTo>
                    <a:pt x="6905168" y="2841803"/>
                  </a:lnTo>
                  <a:lnTo>
                    <a:pt x="6982802" y="2843055"/>
                  </a:lnTo>
                  <a:lnTo>
                    <a:pt x="7060436" y="2844305"/>
                  </a:lnTo>
                  <a:lnTo>
                    <a:pt x="7138070" y="2845553"/>
                  </a:lnTo>
                  <a:lnTo>
                    <a:pt x="7215704" y="2846799"/>
                  </a:lnTo>
                  <a:lnTo>
                    <a:pt x="7293338" y="2848044"/>
                  </a:lnTo>
                  <a:lnTo>
                    <a:pt x="7370972" y="2849286"/>
                  </a:lnTo>
                  <a:lnTo>
                    <a:pt x="7370972" y="3564993"/>
                  </a:lnTo>
                  <a:lnTo>
                    <a:pt x="7293338" y="3560986"/>
                  </a:lnTo>
                  <a:lnTo>
                    <a:pt x="7215704" y="3556795"/>
                  </a:lnTo>
                  <a:lnTo>
                    <a:pt x="7138070" y="3552412"/>
                  </a:lnTo>
                  <a:lnTo>
                    <a:pt x="7060436" y="3547830"/>
                  </a:lnTo>
                  <a:lnTo>
                    <a:pt x="6982802" y="3543037"/>
                  </a:lnTo>
                  <a:lnTo>
                    <a:pt x="6905168" y="3538026"/>
                  </a:lnTo>
                  <a:lnTo>
                    <a:pt x="6827534" y="3532785"/>
                  </a:lnTo>
                  <a:lnTo>
                    <a:pt x="6749900" y="3527305"/>
                  </a:lnTo>
                  <a:lnTo>
                    <a:pt x="6672266" y="3521574"/>
                  </a:lnTo>
                  <a:lnTo>
                    <a:pt x="6594632" y="3515582"/>
                  </a:lnTo>
                  <a:lnTo>
                    <a:pt x="6516998" y="3509315"/>
                  </a:lnTo>
                  <a:lnTo>
                    <a:pt x="6439364" y="3502762"/>
                  </a:lnTo>
                  <a:lnTo>
                    <a:pt x="6361730" y="3495909"/>
                  </a:lnTo>
                  <a:lnTo>
                    <a:pt x="6284096" y="3488743"/>
                  </a:lnTo>
                  <a:lnTo>
                    <a:pt x="6206462" y="3481249"/>
                  </a:lnTo>
                  <a:lnTo>
                    <a:pt x="6128827" y="3473412"/>
                  </a:lnTo>
                  <a:lnTo>
                    <a:pt x="6051193" y="3465217"/>
                  </a:lnTo>
                  <a:lnTo>
                    <a:pt x="5973559" y="3456648"/>
                  </a:lnTo>
                  <a:lnTo>
                    <a:pt x="5895925" y="3447686"/>
                  </a:lnTo>
                  <a:lnTo>
                    <a:pt x="5818291" y="3438315"/>
                  </a:lnTo>
                  <a:lnTo>
                    <a:pt x="5740657" y="3428516"/>
                  </a:lnTo>
                  <a:lnTo>
                    <a:pt x="5663023" y="3418268"/>
                  </a:lnTo>
                  <a:lnTo>
                    <a:pt x="5585389" y="3407552"/>
                  </a:lnTo>
                  <a:lnTo>
                    <a:pt x="5507755" y="3396346"/>
                  </a:lnTo>
                  <a:lnTo>
                    <a:pt x="5430121" y="3384627"/>
                  </a:lnTo>
                  <a:lnTo>
                    <a:pt x="5352487" y="3372373"/>
                  </a:lnTo>
                  <a:lnTo>
                    <a:pt x="5274853" y="3359559"/>
                  </a:lnTo>
                  <a:lnTo>
                    <a:pt x="5197219" y="3346158"/>
                  </a:lnTo>
                  <a:lnTo>
                    <a:pt x="5119585" y="3332145"/>
                  </a:lnTo>
                  <a:lnTo>
                    <a:pt x="5041951" y="3317491"/>
                  </a:lnTo>
                  <a:lnTo>
                    <a:pt x="4964317" y="3302167"/>
                  </a:lnTo>
                  <a:lnTo>
                    <a:pt x="4886683" y="3286143"/>
                  </a:lnTo>
                  <a:lnTo>
                    <a:pt x="4809049" y="3269385"/>
                  </a:lnTo>
                  <a:lnTo>
                    <a:pt x="4731415" y="3251862"/>
                  </a:lnTo>
                  <a:lnTo>
                    <a:pt x="4653781" y="3233537"/>
                  </a:lnTo>
                  <a:lnTo>
                    <a:pt x="4576147" y="3214375"/>
                  </a:lnTo>
                  <a:lnTo>
                    <a:pt x="4498513" y="3194336"/>
                  </a:lnTo>
                  <a:lnTo>
                    <a:pt x="4420879" y="3173381"/>
                  </a:lnTo>
                  <a:lnTo>
                    <a:pt x="4343244" y="3151468"/>
                  </a:lnTo>
                  <a:lnTo>
                    <a:pt x="4265610" y="3128554"/>
                  </a:lnTo>
                  <a:lnTo>
                    <a:pt x="4187976" y="3104591"/>
                  </a:lnTo>
                  <a:lnTo>
                    <a:pt x="4110342" y="3079533"/>
                  </a:lnTo>
                  <a:lnTo>
                    <a:pt x="4032708" y="3053329"/>
                  </a:lnTo>
                  <a:lnTo>
                    <a:pt x="3955074" y="3025927"/>
                  </a:lnTo>
                  <a:lnTo>
                    <a:pt x="3877440" y="2997272"/>
                  </a:lnTo>
                  <a:lnTo>
                    <a:pt x="3799806" y="2967307"/>
                  </a:lnTo>
                  <a:lnTo>
                    <a:pt x="3722172" y="2935972"/>
                  </a:lnTo>
                  <a:lnTo>
                    <a:pt x="3644538" y="2903204"/>
                  </a:lnTo>
                  <a:lnTo>
                    <a:pt x="3566904" y="2868938"/>
                  </a:lnTo>
                  <a:lnTo>
                    <a:pt x="3489270" y="2833106"/>
                  </a:lnTo>
                  <a:lnTo>
                    <a:pt x="3411636" y="2795635"/>
                  </a:lnTo>
                  <a:lnTo>
                    <a:pt x="3334002" y="2782063"/>
                  </a:lnTo>
                  <a:lnTo>
                    <a:pt x="3256368" y="2780716"/>
                  </a:lnTo>
                  <a:lnTo>
                    <a:pt x="3178734" y="2779368"/>
                  </a:lnTo>
                  <a:lnTo>
                    <a:pt x="3101100" y="2778017"/>
                  </a:lnTo>
                  <a:lnTo>
                    <a:pt x="3023466" y="2776665"/>
                  </a:lnTo>
                  <a:lnTo>
                    <a:pt x="2945832" y="2775310"/>
                  </a:lnTo>
                  <a:lnTo>
                    <a:pt x="2868198" y="2773953"/>
                  </a:lnTo>
                  <a:lnTo>
                    <a:pt x="2790564" y="2772594"/>
                  </a:lnTo>
                  <a:lnTo>
                    <a:pt x="2712930" y="2771233"/>
                  </a:lnTo>
                  <a:lnTo>
                    <a:pt x="2635295" y="2769870"/>
                  </a:lnTo>
                  <a:lnTo>
                    <a:pt x="2557661" y="2768504"/>
                  </a:lnTo>
                  <a:lnTo>
                    <a:pt x="2480027" y="2767137"/>
                  </a:lnTo>
                  <a:lnTo>
                    <a:pt x="2402393" y="2765767"/>
                  </a:lnTo>
                  <a:lnTo>
                    <a:pt x="2324759" y="2764396"/>
                  </a:lnTo>
                  <a:lnTo>
                    <a:pt x="2247125" y="2763022"/>
                  </a:lnTo>
                  <a:lnTo>
                    <a:pt x="2169491" y="2761646"/>
                  </a:lnTo>
                  <a:lnTo>
                    <a:pt x="2091857" y="2760268"/>
                  </a:lnTo>
                  <a:lnTo>
                    <a:pt x="2014223" y="2758888"/>
                  </a:lnTo>
                  <a:lnTo>
                    <a:pt x="1936589" y="2757506"/>
                  </a:lnTo>
                  <a:lnTo>
                    <a:pt x="1858955" y="2756121"/>
                  </a:lnTo>
                  <a:lnTo>
                    <a:pt x="1781321" y="2754735"/>
                  </a:lnTo>
                  <a:lnTo>
                    <a:pt x="1703687" y="2753346"/>
                  </a:lnTo>
                  <a:lnTo>
                    <a:pt x="1626053" y="2751955"/>
                  </a:lnTo>
                  <a:lnTo>
                    <a:pt x="1548419" y="2750562"/>
                  </a:lnTo>
                  <a:lnTo>
                    <a:pt x="1470785" y="2749167"/>
                  </a:lnTo>
                  <a:lnTo>
                    <a:pt x="1393151" y="2747770"/>
                  </a:lnTo>
                  <a:lnTo>
                    <a:pt x="1315517" y="2746370"/>
                  </a:lnTo>
                  <a:lnTo>
                    <a:pt x="1237883" y="2744969"/>
                  </a:lnTo>
                  <a:lnTo>
                    <a:pt x="1160249" y="2743565"/>
                  </a:lnTo>
                  <a:lnTo>
                    <a:pt x="1082615" y="2742159"/>
                  </a:lnTo>
                  <a:lnTo>
                    <a:pt x="1004981" y="2740751"/>
                  </a:lnTo>
                  <a:lnTo>
                    <a:pt x="927346" y="2739340"/>
                  </a:lnTo>
                  <a:lnTo>
                    <a:pt x="849712" y="2737928"/>
                  </a:lnTo>
                  <a:lnTo>
                    <a:pt x="772078" y="2736513"/>
                  </a:lnTo>
                  <a:lnTo>
                    <a:pt x="694444" y="2735096"/>
                  </a:lnTo>
                  <a:lnTo>
                    <a:pt x="616810" y="2733677"/>
                  </a:lnTo>
                  <a:lnTo>
                    <a:pt x="539176" y="2732256"/>
                  </a:lnTo>
                  <a:lnTo>
                    <a:pt x="461542" y="2730832"/>
                  </a:lnTo>
                  <a:lnTo>
                    <a:pt x="383908" y="2729407"/>
                  </a:lnTo>
                  <a:lnTo>
                    <a:pt x="306274" y="2727979"/>
                  </a:lnTo>
                  <a:lnTo>
                    <a:pt x="228640" y="2726549"/>
                  </a:lnTo>
                  <a:lnTo>
                    <a:pt x="151006" y="2725116"/>
                  </a:lnTo>
                  <a:lnTo>
                    <a:pt x="73372" y="2723682"/>
                  </a:lnTo>
                  <a:lnTo>
                    <a:pt x="0" y="27223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2104" y="1896563"/>
              <a:ext cx="6476386" cy="2849286"/>
            </a:xfrm>
            <a:custGeom>
              <a:avLst/>
              <a:pathLst>
                <a:path w="6476386" h="2849286">
                  <a:moveTo>
                    <a:pt x="0" y="0"/>
                  </a:moveTo>
                  <a:lnTo>
                    <a:pt x="32760" y="69141"/>
                  </a:lnTo>
                  <a:lnTo>
                    <a:pt x="110394" y="225822"/>
                  </a:lnTo>
                  <a:lnTo>
                    <a:pt x="188028" y="375654"/>
                  </a:lnTo>
                  <a:lnTo>
                    <a:pt x="265662" y="518934"/>
                  </a:lnTo>
                  <a:lnTo>
                    <a:pt x="343296" y="655949"/>
                  </a:lnTo>
                  <a:lnTo>
                    <a:pt x="420930" y="786974"/>
                  </a:lnTo>
                  <a:lnTo>
                    <a:pt x="498564" y="912270"/>
                  </a:lnTo>
                  <a:lnTo>
                    <a:pt x="576199" y="1032087"/>
                  </a:lnTo>
                  <a:lnTo>
                    <a:pt x="653833" y="1146666"/>
                  </a:lnTo>
                  <a:lnTo>
                    <a:pt x="731467" y="1256235"/>
                  </a:lnTo>
                  <a:lnTo>
                    <a:pt x="809101" y="1361014"/>
                  </a:lnTo>
                  <a:lnTo>
                    <a:pt x="886735" y="1461211"/>
                  </a:lnTo>
                  <a:lnTo>
                    <a:pt x="964369" y="1557027"/>
                  </a:lnTo>
                  <a:lnTo>
                    <a:pt x="1042003" y="1648654"/>
                  </a:lnTo>
                  <a:lnTo>
                    <a:pt x="1119637" y="1736274"/>
                  </a:lnTo>
                  <a:lnTo>
                    <a:pt x="1197271" y="1820064"/>
                  </a:lnTo>
                  <a:lnTo>
                    <a:pt x="1274905" y="1900190"/>
                  </a:lnTo>
                  <a:lnTo>
                    <a:pt x="1352539" y="1976813"/>
                  </a:lnTo>
                  <a:lnTo>
                    <a:pt x="1430173" y="2050085"/>
                  </a:lnTo>
                  <a:lnTo>
                    <a:pt x="1507807" y="2120154"/>
                  </a:lnTo>
                  <a:lnTo>
                    <a:pt x="1585441" y="2187159"/>
                  </a:lnTo>
                  <a:lnTo>
                    <a:pt x="1663075" y="2251235"/>
                  </a:lnTo>
                  <a:lnTo>
                    <a:pt x="1740709" y="2312509"/>
                  </a:lnTo>
                  <a:lnTo>
                    <a:pt x="1818343" y="2371103"/>
                  </a:lnTo>
                  <a:lnTo>
                    <a:pt x="1895977" y="2427136"/>
                  </a:lnTo>
                  <a:lnTo>
                    <a:pt x="1973611" y="2480719"/>
                  </a:lnTo>
                  <a:lnTo>
                    <a:pt x="2051245" y="2531959"/>
                  </a:lnTo>
                  <a:lnTo>
                    <a:pt x="2128879" y="2580959"/>
                  </a:lnTo>
                  <a:lnTo>
                    <a:pt x="2206513" y="2627816"/>
                  </a:lnTo>
                  <a:lnTo>
                    <a:pt x="2284148" y="2672625"/>
                  </a:lnTo>
                  <a:lnTo>
                    <a:pt x="2361782" y="2715474"/>
                  </a:lnTo>
                  <a:lnTo>
                    <a:pt x="2439416" y="2756450"/>
                  </a:lnTo>
                  <a:lnTo>
                    <a:pt x="2517050" y="2783407"/>
                  </a:lnTo>
                  <a:lnTo>
                    <a:pt x="2594684" y="2784750"/>
                  </a:lnTo>
                  <a:lnTo>
                    <a:pt x="2672318" y="2786090"/>
                  </a:lnTo>
                  <a:lnTo>
                    <a:pt x="2749952" y="2787428"/>
                  </a:lnTo>
                  <a:lnTo>
                    <a:pt x="2827586" y="2788764"/>
                  </a:lnTo>
                  <a:lnTo>
                    <a:pt x="2905220" y="2790098"/>
                  </a:lnTo>
                  <a:lnTo>
                    <a:pt x="2982854" y="2791430"/>
                  </a:lnTo>
                  <a:lnTo>
                    <a:pt x="3060488" y="2792760"/>
                  </a:lnTo>
                  <a:lnTo>
                    <a:pt x="3138122" y="2794088"/>
                  </a:lnTo>
                  <a:lnTo>
                    <a:pt x="3215756" y="2795413"/>
                  </a:lnTo>
                  <a:lnTo>
                    <a:pt x="3293390" y="2796737"/>
                  </a:lnTo>
                  <a:lnTo>
                    <a:pt x="3371024" y="2798059"/>
                  </a:lnTo>
                  <a:lnTo>
                    <a:pt x="3448658" y="2799379"/>
                  </a:lnTo>
                  <a:lnTo>
                    <a:pt x="3526292" y="2800696"/>
                  </a:lnTo>
                  <a:lnTo>
                    <a:pt x="3603926" y="2802012"/>
                  </a:lnTo>
                  <a:lnTo>
                    <a:pt x="3681560" y="2803325"/>
                  </a:lnTo>
                  <a:lnTo>
                    <a:pt x="3759194" y="2804637"/>
                  </a:lnTo>
                  <a:lnTo>
                    <a:pt x="3836828" y="2805946"/>
                  </a:lnTo>
                  <a:lnTo>
                    <a:pt x="3914462" y="2807254"/>
                  </a:lnTo>
                  <a:lnTo>
                    <a:pt x="3992097" y="2808559"/>
                  </a:lnTo>
                  <a:lnTo>
                    <a:pt x="4069731" y="2809863"/>
                  </a:lnTo>
                  <a:lnTo>
                    <a:pt x="4147365" y="2811164"/>
                  </a:lnTo>
                  <a:lnTo>
                    <a:pt x="4224999" y="2812464"/>
                  </a:lnTo>
                  <a:lnTo>
                    <a:pt x="4302633" y="2813761"/>
                  </a:lnTo>
                  <a:lnTo>
                    <a:pt x="4380267" y="2815056"/>
                  </a:lnTo>
                  <a:lnTo>
                    <a:pt x="4457901" y="2816350"/>
                  </a:lnTo>
                  <a:lnTo>
                    <a:pt x="4535535" y="2817641"/>
                  </a:lnTo>
                  <a:lnTo>
                    <a:pt x="4613169" y="2818931"/>
                  </a:lnTo>
                  <a:lnTo>
                    <a:pt x="4690803" y="2820218"/>
                  </a:lnTo>
                  <a:lnTo>
                    <a:pt x="4768437" y="2821503"/>
                  </a:lnTo>
                  <a:lnTo>
                    <a:pt x="4846071" y="2822787"/>
                  </a:lnTo>
                  <a:lnTo>
                    <a:pt x="4923705" y="2824068"/>
                  </a:lnTo>
                  <a:lnTo>
                    <a:pt x="5001339" y="2825348"/>
                  </a:lnTo>
                  <a:lnTo>
                    <a:pt x="5078973" y="2826625"/>
                  </a:lnTo>
                  <a:lnTo>
                    <a:pt x="5156607" y="2827901"/>
                  </a:lnTo>
                  <a:lnTo>
                    <a:pt x="5234241" y="2829175"/>
                  </a:lnTo>
                  <a:lnTo>
                    <a:pt x="5311875" y="2830446"/>
                  </a:lnTo>
                  <a:lnTo>
                    <a:pt x="5389509" y="2831716"/>
                  </a:lnTo>
                  <a:lnTo>
                    <a:pt x="5467143" y="2832983"/>
                  </a:lnTo>
                  <a:lnTo>
                    <a:pt x="5544777" y="2834249"/>
                  </a:lnTo>
                  <a:lnTo>
                    <a:pt x="5622411" y="2835513"/>
                  </a:lnTo>
                  <a:lnTo>
                    <a:pt x="5700046" y="2836775"/>
                  </a:lnTo>
                  <a:lnTo>
                    <a:pt x="5777680" y="2838035"/>
                  </a:lnTo>
                  <a:lnTo>
                    <a:pt x="5855314" y="2839293"/>
                  </a:lnTo>
                  <a:lnTo>
                    <a:pt x="5932948" y="2840549"/>
                  </a:lnTo>
                  <a:lnTo>
                    <a:pt x="6010582" y="2841803"/>
                  </a:lnTo>
                  <a:lnTo>
                    <a:pt x="6088216" y="2843055"/>
                  </a:lnTo>
                  <a:lnTo>
                    <a:pt x="6165850" y="2844305"/>
                  </a:lnTo>
                  <a:lnTo>
                    <a:pt x="6243484" y="2845553"/>
                  </a:lnTo>
                  <a:lnTo>
                    <a:pt x="6321118" y="2846799"/>
                  </a:lnTo>
                  <a:lnTo>
                    <a:pt x="6398752" y="2848044"/>
                  </a:lnTo>
                  <a:lnTo>
                    <a:pt x="6476386" y="284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18888"/>
              <a:ext cx="7370972" cy="842669"/>
            </a:xfrm>
            <a:custGeom>
              <a:avLst/>
              <a:pathLst>
                <a:path w="7370972" h="842669">
                  <a:moveTo>
                    <a:pt x="7370972" y="842669"/>
                  </a:moveTo>
                  <a:lnTo>
                    <a:pt x="7293338" y="838661"/>
                  </a:lnTo>
                  <a:lnTo>
                    <a:pt x="7215704" y="834470"/>
                  </a:lnTo>
                  <a:lnTo>
                    <a:pt x="7138070" y="830088"/>
                  </a:lnTo>
                  <a:lnTo>
                    <a:pt x="7060436" y="825505"/>
                  </a:lnTo>
                  <a:lnTo>
                    <a:pt x="6982802" y="820713"/>
                  </a:lnTo>
                  <a:lnTo>
                    <a:pt x="6905168" y="815701"/>
                  </a:lnTo>
                  <a:lnTo>
                    <a:pt x="6827534" y="810461"/>
                  </a:lnTo>
                  <a:lnTo>
                    <a:pt x="6749900" y="804981"/>
                  </a:lnTo>
                  <a:lnTo>
                    <a:pt x="6672266" y="799250"/>
                  </a:lnTo>
                  <a:lnTo>
                    <a:pt x="6594632" y="793257"/>
                  </a:lnTo>
                  <a:lnTo>
                    <a:pt x="6516998" y="786990"/>
                  </a:lnTo>
                  <a:lnTo>
                    <a:pt x="6439364" y="780437"/>
                  </a:lnTo>
                  <a:lnTo>
                    <a:pt x="6361730" y="773584"/>
                  </a:lnTo>
                  <a:lnTo>
                    <a:pt x="6284096" y="766418"/>
                  </a:lnTo>
                  <a:lnTo>
                    <a:pt x="6206462" y="758924"/>
                  </a:lnTo>
                  <a:lnTo>
                    <a:pt x="6128827" y="751087"/>
                  </a:lnTo>
                  <a:lnTo>
                    <a:pt x="6051193" y="742893"/>
                  </a:lnTo>
                  <a:lnTo>
                    <a:pt x="5973559" y="734323"/>
                  </a:lnTo>
                  <a:lnTo>
                    <a:pt x="5895925" y="725362"/>
                  </a:lnTo>
                  <a:lnTo>
                    <a:pt x="5818291" y="715991"/>
                  </a:lnTo>
                  <a:lnTo>
                    <a:pt x="5740657" y="706191"/>
                  </a:lnTo>
                  <a:lnTo>
                    <a:pt x="5663023" y="695944"/>
                  </a:lnTo>
                  <a:lnTo>
                    <a:pt x="5585389" y="685227"/>
                  </a:lnTo>
                  <a:lnTo>
                    <a:pt x="5507755" y="674021"/>
                  </a:lnTo>
                  <a:lnTo>
                    <a:pt x="5430121" y="662303"/>
                  </a:lnTo>
                  <a:lnTo>
                    <a:pt x="5352487" y="650048"/>
                  </a:lnTo>
                  <a:lnTo>
                    <a:pt x="5274853" y="637234"/>
                  </a:lnTo>
                  <a:lnTo>
                    <a:pt x="5197219" y="623833"/>
                  </a:lnTo>
                  <a:lnTo>
                    <a:pt x="5119585" y="609820"/>
                  </a:lnTo>
                  <a:lnTo>
                    <a:pt x="5041951" y="595166"/>
                  </a:lnTo>
                  <a:lnTo>
                    <a:pt x="4964317" y="579842"/>
                  </a:lnTo>
                  <a:lnTo>
                    <a:pt x="4886683" y="563818"/>
                  </a:lnTo>
                  <a:lnTo>
                    <a:pt x="4809049" y="547061"/>
                  </a:lnTo>
                  <a:lnTo>
                    <a:pt x="4731415" y="529537"/>
                  </a:lnTo>
                  <a:lnTo>
                    <a:pt x="4653781" y="511213"/>
                  </a:lnTo>
                  <a:lnTo>
                    <a:pt x="4576147" y="492050"/>
                  </a:lnTo>
                  <a:lnTo>
                    <a:pt x="4498513" y="472012"/>
                  </a:lnTo>
                  <a:lnTo>
                    <a:pt x="4420879" y="451057"/>
                  </a:lnTo>
                  <a:lnTo>
                    <a:pt x="4343244" y="429144"/>
                  </a:lnTo>
                  <a:lnTo>
                    <a:pt x="4265610" y="406229"/>
                  </a:lnTo>
                  <a:lnTo>
                    <a:pt x="4187976" y="382267"/>
                  </a:lnTo>
                  <a:lnTo>
                    <a:pt x="4110342" y="357208"/>
                  </a:lnTo>
                  <a:lnTo>
                    <a:pt x="4032708" y="331005"/>
                  </a:lnTo>
                  <a:lnTo>
                    <a:pt x="3955074" y="303603"/>
                  </a:lnTo>
                  <a:lnTo>
                    <a:pt x="3877440" y="274948"/>
                  </a:lnTo>
                  <a:lnTo>
                    <a:pt x="3799806" y="244983"/>
                  </a:lnTo>
                  <a:lnTo>
                    <a:pt x="3722172" y="213648"/>
                  </a:lnTo>
                  <a:lnTo>
                    <a:pt x="3644538" y="180880"/>
                  </a:lnTo>
                  <a:lnTo>
                    <a:pt x="3566904" y="146614"/>
                  </a:lnTo>
                  <a:lnTo>
                    <a:pt x="3489270" y="110781"/>
                  </a:lnTo>
                  <a:lnTo>
                    <a:pt x="3411636" y="73310"/>
                  </a:lnTo>
                  <a:lnTo>
                    <a:pt x="3334002" y="59738"/>
                  </a:lnTo>
                  <a:lnTo>
                    <a:pt x="3256368" y="58392"/>
                  </a:lnTo>
                  <a:lnTo>
                    <a:pt x="3178734" y="57043"/>
                  </a:lnTo>
                  <a:lnTo>
                    <a:pt x="3101100" y="55693"/>
                  </a:lnTo>
                  <a:lnTo>
                    <a:pt x="3023466" y="54340"/>
                  </a:lnTo>
                  <a:lnTo>
                    <a:pt x="2945832" y="52985"/>
                  </a:lnTo>
                  <a:lnTo>
                    <a:pt x="2868198" y="51628"/>
                  </a:lnTo>
                  <a:lnTo>
                    <a:pt x="2790564" y="50269"/>
                  </a:lnTo>
                  <a:lnTo>
                    <a:pt x="2712930" y="48908"/>
                  </a:lnTo>
                  <a:lnTo>
                    <a:pt x="2635295" y="47545"/>
                  </a:lnTo>
                  <a:lnTo>
                    <a:pt x="2557661" y="46180"/>
                  </a:lnTo>
                  <a:lnTo>
                    <a:pt x="2480027" y="44812"/>
                  </a:lnTo>
                  <a:lnTo>
                    <a:pt x="2402393" y="43443"/>
                  </a:lnTo>
                  <a:lnTo>
                    <a:pt x="2324759" y="42071"/>
                  </a:lnTo>
                  <a:lnTo>
                    <a:pt x="2247125" y="40697"/>
                  </a:lnTo>
                  <a:lnTo>
                    <a:pt x="2169491" y="39322"/>
                  </a:lnTo>
                  <a:lnTo>
                    <a:pt x="2091857" y="37944"/>
                  </a:lnTo>
                  <a:lnTo>
                    <a:pt x="2014223" y="36563"/>
                  </a:lnTo>
                  <a:lnTo>
                    <a:pt x="1936589" y="35181"/>
                  </a:lnTo>
                  <a:lnTo>
                    <a:pt x="1858955" y="33797"/>
                  </a:lnTo>
                  <a:lnTo>
                    <a:pt x="1781321" y="32410"/>
                  </a:lnTo>
                  <a:lnTo>
                    <a:pt x="1703687" y="31021"/>
                  </a:lnTo>
                  <a:lnTo>
                    <a:pt x="1626053" y="29631"/>
                  </a:lnTo>
                  <a:lnTo>
                    <a:pt x="1548419" y="28238"/>
                  </a:lnTo>
                  <a:lnTo>
                    <a:pt x="1470785" y="26842"/>
                  </a:lnTo>
                  <a:lnTo>
                    <a:pt x="1393151" y="25445"/>
                  </a:lnTo>
                  <a:lnTo>
                    <a:pt x="1315517" y="24046"/>
                  </a:lnTo>
                  <a:lnTo>
                    <a:pt x="1237883" y="22644"/>
                  </a:lnTo>
                  <a:lnTo>
                    <a:pt x="1160249" y="21240"/>
                  </a:lnTo>
                  <a:lnTo>
                    <a:pt x="1082615" y="19834"/>
                  </a:lnTo>
                  <a:lnTo>
                    <a:pt x="1004981" y="18426"/>
                  </a:lnTo>
                  <a:lnTo>
                    <a:pt x="927346" y="17016"/>
                  </a:lnTo>
                  <a:lnTo>
                    <a:pt x="849712" y="15603"/>
                  </a:lnTo>
                  <a:lnTo>
                    <a:pt x="772078" y="14189"/>
                  </a:lnTo>
                  <a:lnTo>
                    <a:pt x="694444" y="12772"/>
                  </a:lnTo>
                  <a:lnTo>
                    <a:pt x="616810" y="11353"/>
                  </a:lnTo>
                  <a:lnTo>
                    <a:pt x="539176" y="9931"/>
                  </a:lnTo>
                  <a:lnTo>
                    <a:pt x="461542" y="8508"/>
                  </a:lnTo>
                  <a:lnTo>
                    <a:pt x="383908" y="7082"/>
                  </a:lnTo>
                  <a:lnTo>
                    <a:pt x="306274" y="5654"/>
                  </a:lnTo>
                  <a:lnTo>
                    <a:pt x="228640" y="4224"/>
                  </a:lnTo>
                  <a:lnTo>
                    <a:pt x="151006" y="2792"/>
                  </a:lnTo>
                  <a:lnTo>
                    <a:pt x="73372" y="13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64467"/>
              <a:ext cx="7370972" cy="2119382"/>
            </a:xfrm>
            <a:custGeom>
              <a:avLst/>
              <a:pathLst>
                <a:path w="7370972" h="2119382">
                  <a:moveTo>
                    <a:pt x="0" y="0"/>
                  </a:moveTo>
                  <a:lnTo>
                    <a:pt x="73372" y="51590"/>
                  </a:lnTo>
                  <a:lnTo>
                    <a:pt x="151006" y="104928"/>
                  </a:lnTo>
                  <a:lnTo>
                    <a:pt x="228640" y="157047"/>
                  </a:lnTo>
                  <a:lnTo>
                    <a:pt x="306274" y="207975"/>
                  </a:lnTo>
                  <a:lnTo>
                    <a:pt x="383908" y="257739"/>
                  </a:lnTo>
                  <a:lnTo>
                    <a:pt x="461542" y="306364"/>
                  </a:lnTo>
                  <a:lnTo>
                    <a:pt x="539176" y="353879"/>
                  </a:lnTo>
                  <a:lnTo>
                    <a:pt x="616810" y="400306"/>
                  </a:lnTo>
                  <a:lnTo>
                    <a:pt x="694444" y="445673"/>
                  </a:lnTo>
                  <a:lnTo>
                    <a:pt x="772078" y="490002"/>
                  </a:lnTo>
                  <a:lnTo>
                    <a:pt x="849712" y="533318"/>
                  </a:lnTo>
                  <a:lnTo>
                    <a:pt x="927346" y="575644"/>
                  </a:lnTo>
                  <a:lnTo>
                    <a:pt x="1004981" y="617002"/>
                  </a:lnTo>
                  <a:lnTo>
                    <a:pt x="1082615" y="657415"/>
                  </a:lnTo>
                  <a:lnTo>
                    <a:pt x="1160249" y="696903"/>
                  </a:lnTo>
                  <a:lnTo>
                    <a:pt x="1237883" y="735489"/>
                  </a:lnTo>
                  <a:lnTo>
                    <a:pt x="1315517" y="773193"/>
                  </a:lnTo>
                  <a:lnTo>
                    <a:pt x="1393151" y="810035"/>
                  </a:lnTo>
                  <a:lnTo>
                    <a:pt x="1470785" y="846035"/>
                  </a:lnTo>
                  <a:lnTo>
                    <a:pt x="1548419" y="881211"/>
                  </a:lnTo>
                  <a:lnTo>
                    <a:pt x="1626053" y="915584"/>
                  </a:lnTo>
                  <a:lnTo>
                    <a:pt x="1703687" y="949170"/>
                  </a:lnTo>
                  <a:lnTo>
                    <a:pt x="1781321" y="981989"/>
                  </a:lnTo>
                  <a:lnTo>
                    <a:pt x="1858955" y="1014058"/>
                  </a:lnTo>
                  <a:lnTo>
                    <a:pt x="1936589" y="1045393"/>
                  </a:lnTo>
                  <a:lnTo>
                    <a:pt x="2014223" y="1076012"/>
                  </a:lnTo>
                  <a:lnTo>
                    <a:pt x="2091857" y="1105931"/>
                  </a:lnTo>
                  <a:lnTo>
                    <a:pt x="2169491" y="1135166"/>
                  </a:lnTo>
                  <a:lnTo>
                    <a:pt x="2247125" y="1163733"/>
                  </a:lnTo>
                  <a:lnTo>
                    <a:pt x="2324759" y="1191647"/>
                  </a:lnTo>
                  <a:lnTo>
                    <a:pt x="2402393" y="1218922"/>
                  </a:lnTo>
                  <a:lnTo>
                    <a:pt x="2480027" y="1245574"/>
                  </a:lnTo>
                  <a:lnTo>
                    <a:pt x="2557661" y="1271617"/>
                  </a:lnTo>
                  <a:lnTo>
                    <a:pt x="2635295" y="1297064"/>
                  </a:lnTo>
                  <a:lnTo>
                    <a:pt x="2712930" y="1321930"/>
                  </a:lnTo>
                  <a:lnTo>
                    <a:pt x="2790564" y="1346227"/>
                  </a:lnTo>
                  <a:lnTo>
                    <a:pt x="2868198" y="1369969"/>
                  </a:lnTo>
                  <a:lnTo>
                    <a:pt x="2945832" y="1393167"/>
                  </a:lnTo>
                  <a:lnTo>
                    <a:pt x="3023466" y="1415836"/>
                  </a:lnTo>
                  <a:lnTo>
                    <a:pt x="3101100" y="1437986"/>
                  </a:lnTo>
                  <a:lnTo>
                    <a:pt x="3178734" y="1459630"/>
                  </a:lnTo>
                  <a:lnTo>
                    <a:pt x="3256368" y="1480779"/>
                  </a:lnTo>
                  <a:lnTo>
                    <a:pt x="3334002" y="1501445"/>
                  </a:lnTo>
                  <a:lnTo>
                    <a:pt x="3411636" y="1521638"/>
                  </a:lnTo>
                  <a:lnTo>
                    <a:pt x="3489270" y="1541370"/>
                  </a:lnTo>
                  <a:lnTo>
                    <a:pt x="3566904" y="1560650"/>
                  </a:lnTo>
                  <a:lnTo>
                    <a:pt x="3644538" y="1579490"/>
                  </a:lnTo>
                  <a:lnTo>
                    <a:pt x="3722172" y="1597899"/>
                  </a:lnTo>
                  <a:lnTo>
                    <a:pt x="3799806" y="1615887"/>
                  </a:lnTo>
                  <a:lnTo>
                    <a:pt x="3877440" y="1633464"/>
                  </a:lnTo>
                  <a:lnTo>
                    <a:pt x="3955074" y="1650639"/>
                  </a:lnTo>
                  <a:lnTo>
                    <a:pt x="4032708" y="1667421"/>
                  </a:lnTo>
                  <a:lnTo>
                    <a:pt x="4110342" y="1683820"/>
                  </a:lnTo>
                  <a:lnTo>
                    <a:pt x="4187976" y="1699844"/>
                  </a:lnTo>
                  <a:lnTo>
                    <a:pt x="4265610" y="1715501"/>
                  </a:lnTo>
                  <a:lnTo>
                    <a:pt x="4343244" y="1730801"/>
                  </a:lnTo>
                  <a:lnTo>
                    <a:pt x="4420879" y="1745751"/>
                  </a:lnTo>
                  <a:lnTo>
                    <a:pt x="4498513" y="1760359"/>
                  </a:lnTo>
                  <a:lnTo>
                    <a:pt x="4576147" y="1774633"/>
                  </a:lnTo>
                  <a:lnTo>
                    <a:pt x="4653781" y="1788581"/>
                  </a:lnTo>
                  <a:lnTo>
                    <a:pt x="4731415" y="1802209"/>
                  </a:lnTo>
                  <a:lnTo>
                    <a:pt x="4809049" y="1815527"/>
                  </a:lnTo>
                  <a:lnTo>
                    <a:pt x="4886683" y="1828540"/>
                  </a:lnTo>
                  <a:lnTo>
                    <a:pt x="4964317" y="1841255"/>
                  </a:lnTo>
                  <a:lnTo>
                    <a:pt x="5041951" y="1853680"/>
                  </a:lnTo>
                  <a:lnTo>
                    <a:pt x="5119585" y="1865820"/>
                  </a:lnTo>
                  <a:lnTo>
                    <a:pt x="5197219" y="1877683"/>
                  </a:lnTo>
                  <a:lnTo>
                    <a:pt x="5274853" y="1889275"/>
                  </a:lnTo>
                  <a:lnTo>
                    <a:pt x="5352487" y="1900602"/>
                  </a:lnTo>
                  <a:lnTo>
                    <a:pt x="5430121" y="1911670"/>
                  </a:lnTo>
                  <a:lnTo>
                    <a:pt x="5507755" y="1922485"/>
                  </a:lnTo>
                  <a:lnTo>
                    <a:pt x="5585389" y="1933053"/>
                  </a:lnTo>
                  <a:lnTo>
                    <a:pt x="5663023" y="1943379"/>
                  </a:lnTo>
                  <a:lnTo>
                    <a:pt x="5740657" y="1953469"/>
                  </a:lnTo>
                  <a:lnTo>
                    <a:pt x="5818291" y="1963328"/>
                  </a:lnTo>
                  <a:lnTo>
                    <a:pt x="5895925" y="1972962"/>
                  </a:lnTo>
                  <a:lnTo>
                    <a:pt x="5973559" y="1982376"/>
                  </a:lnTo>
                  <a:lnTo>
                    <a:pt x="6051193" y="1991574"/>
                  </a:lnTo>
                  <a:lnTo>
                    <a:pt x="6128827" y="2000563"/>
                  </a:lnTo>
                  <a:lnTo>
                    <a:pt x="6206462" y="2009345"/>
                  </a:lnTo>
                  <a:lnTo>
                    <a:pt x="6284096" y="2017927"/>
                  </a:lnTo>
                  <a:lnTo>
                    <a:pt x="6361730" y="2026313"/>
                  </a:lnTo>
                  <a:lnTo>
                    <a:pt x="6439364" y="2034507"/>
                  </a:lnTo>
                  <a:lnTo>
                    <a:pt x="6516998" y="2042514"/>
                  </a:lnTo>
                  <a:lnTo>
                    <a:pt x="6594632" y="2050337"/>
                  </a:lnTo>
                  <a:lnTo>
                    <a:pt x="6672266" y="2057982"/>
                  </a:lnTo>
                  <a:lnTo>
                    <a:pt x="6749900" y="2065452"/>
                  </a:lnTo>
                  <a:lnTo>
                    <a:pt x="6827534" y="2072752"/>
                  </a:lnTo>
                  <a:lnTo>
                    <a:pt x="6905168" y="2079884"/>
                  </a:lnTo>
                  <a:lnTo>
                    <a:pt x="6982802" y="2086853"/>
                  </a:lnTo>
                  <a:lnTo>
                    <a:pt x="7060436" y="2093663"/>
                  </a:lnTo>
                  <a:lnTo>
                    <a:pt x="7138070" y="2100318"/>
                  </a:lnTo>
                  <a:lnTo>
                    <a:pt x="7215704" y="2106820"/>
                  </a:lnTo>
                  <a:lnTo>
                    <a:pt x="7293338" y="2113174"/>
                  </a:lnTo>
                  <a:lnTo>
                    <a:pt x="7370972" y="211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2026-05-22T10:32:36Z</dcterms:modified>
  <cp:category/>
</cp:coreProperties>
</file>