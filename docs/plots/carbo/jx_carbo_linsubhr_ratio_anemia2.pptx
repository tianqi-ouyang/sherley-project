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396018"/>
            </a:xfrm>
            <a:custGeom>
              <a:avLst/>
              <a:pathLst>
                <a:path w="7370972" h="3396018">
                  <a:moveTo>
                    <a:pt x="840831" y="0"/>
                  </a:moveTo>
                  <a:lnTo>
                    <a:pt x="849712" y="17740"/>
                  </a:lnTo>
                  <a:lnTo>
                    <a:pt x="927346" y="166168"/>
                  </a:lnTo>
                  <a:lnTo>
                    <a:pt x="1004981" y="308240"/>
                  </a:lnTo>
                  <a:lnTo>
                    <a:pt x="1082615" y="444228"/>
                  </a:lnTo>
                  <a:lnTo>
                    <a:pt x="1160249" y="574393"/>
                  </a:lnTo>
                  <a:lnTo>
                    <a:pt x="1237883" y="698983"/>
                  </a:lnTo>
                  <a:lnTo>
                    <a:pt x="1315517" y="818238"/>
                  </a:lnTo>
                  <a:lnTo>
                    <a:pt x="1393151" y="932385"/>
                  </a:lnTo>
                  <a:lnTo>
                    <a:pt x="1470785" y="1041645"/>
                  </a:lnTo>
                  <a:lnTo>
                    <a:pt x="1548419" y="1146226"/>
                  </a:lnTo>
                  <a:lnTo>
                    <a:pt x="1626053" y="1246328"/>
                  </a:lnTo>
                  <a:lnTo>
                    <a:pt x="1703687" y="1342143"/>
                  </a:lnTo>
                  <a:lnTo>
                    <a:pt x="1781321" y="1433855"/>
                  </a:lnTo>
                  <a:lnTo>
                    <a:pt x="1858955" y="1521640"/>
                  </a:lnTo>
                  <a:lnTo>
                    <a:pt x="1936589" y="1605665"/>
                  </a:lnTo>
                  <a:lnTo>
                    <a:pt x="2014223" y="1686092"/>
                  </a:lnTo>
                  <a:lnTo>
                    <a:pt x="2091857" y="1763075"/>
                  </a:lnTo>
                  <a:lnTo>
                    <a:pt x="2169491" y="1836761"/>
                  </a:lnTo>
                  <a:lnTo>
                    <a:pt x="2247125" y="1907291"/>
                  </a:lnTo>
                  <a:lnTo>
                    <a:pt x="2324759" y="1974802"/>
                  </a:lnTo>
                  <a:lnTo>
                    <a:pt x="2402393" y="2039421"/>
                  </a:lnTo>
                  <a:lnTo>
                    <a:pt x="2480027" y="2101272"/>
                  </a:lnTo>
                  <a:lnTo>
                    <a:pt x="2557661" y="2160476"/>
                  </a:lnTo>
                  <a:lnTo>
                    <a:pt x="2635295" y="2217143"/>
                  </a:lnTo>
                  <a:lnTo>
                    <a:pt x="2712930" y="2271384"/>
                  </a:lnTo>
                  <a:lnTo>
                    <a:pt x="2790564" y="2323303"/>
                  </a:lnTo>
                  <a:lnTo>
                    <a:pt x="2868198" y="2372998"/>
                  </a:lnTo>
                  <a:lnTo>
                    <a:pt x="2945832" y="2420564"/>
                  </a:lnTo>
                  <a:lnTo>
                    <a:pt x="3023466" y="2466094"/>
                  </a:lnTo>
                  <a:lnTo>
                    <a:pt x="3101100" y="2509674"/>
                  </a:lnTo>
                  <a:lnTo>
                    <a:pt x="3178734" y="2551388"/>
                  </a:lnTo>
                  <a:lnTo>
                    <a:pt x="3256368" y="2591315"/>
                  </a:lnTo>
                  <a:lnTo>
                    <a:pt x="3334002" y="2629533"/>
                  </a:lnTo>
                  <a:lnTo>
                    <a:pt x="3411636" y="2654469"/>
                  </a:lnTo>
                  <a:lnTo>
                    <a:pt x="3489270" y="2655035"/>
                  </a:lnTo>
                  <a:lnTo>
                    <a:pt x="3566904" y="2655601"/>
                  </a:lnTo>
                  <a:lnTo>
                    <a:pt x="3644538" y="2656167"/>
                  </a:lnTo>
                  <a:lnTo>
                    <a:pt x="3722172" y="2656732"/>
                  </a:lnTo>
                  <a:lnTo>
                    <a:pt x="3799806" y="2657297"/>
                  </a:lnTo>
                  <a:lnTo>
                    <a:pt x="3877440" y="2657862"/>
                  </a:lnTo>
                  <a:lnTo>
                    <a:pt x="3955074" y="2658426"/>
                  </a:lnTo>
                  <a:lnTo>
                    <a:pt x="4032708" y="2658990"/>
                  </a:lnTo>
                  <a:lnTo>
                    <a:pt x="4110342" y="2659553"/>
                  </a:lnTo>
                  <a:lnTo>
                    <a:pt x="4187976" y="2660116"/>
                  </a:lnTo>
                  <a:lnTo>
                    <a:pt x="4265610" y="2660679"/>
                  </a:lnTo>
                  <a:lnTo>
                    <a:pt x="4343244" y="2661241"/>
                  </a:lnTo>
                  <a:lnTo>
                    <a:pt x="4420879" y="2661803"/>
                  </a:lnTo>
                  <a:lnTo>
                    <a:pt x="4498513" y="2662364"/>
                  </a:lnTo>
                  <a:lnTo>
                    <a:pt x="4576147" y="2662925"/>
                  </a:lnTo>
                  <a:lnTo>
                    <a:pt x="4653781" y="2663486"/>
                  </a:lnTo>
                  <a:lnTo>
                    <a:pt x="4731415" y="2664046"/>
                  </a:lnTo>
                  <a:lnTo>
                    <a:pt x="4809049" y="2664606"/>
                  </a:lnTo>
                  <a:lnTo>
                    <a:pt x="4886683" y="2665166"/>
                  </a:lnTo>
                  <a:lnTo>
                    <a:pt x="4964317" y="2665725"/>
                  </a:lnTo>
                  <a:lnTo>
                    <a:pt x="5041951" y="2666284"/>
                  </a:lnTo>
                  <a:lnTo>
                    <a:pt x="5119585" y="2666842"/>
                  </a:lnTo>
                  <a:lnTo>
                    <a:pt x="5197219" y="2667400"/>
                  </a:lnTo>
                  <a:lnTo>
                    <a:pt x="5274853" y="2667958"/>
                  </a:lnTo>
                  <a:lnTo>
                    <a:pt x="5352487" y="2668515"/>
                  </a:lnTo>
                  <a:lnTo>
                    <a:pt x="5430121" y="2669072"/>
                  </a:lnTo>
                  <a:lnTo>
                    <a:pt x="5507755" y="2669628"/>
                  </a:lnTo>
                  <a:lnTo>
                    <a:pt x="5585389" y="2670184"/>
                  </a:lnTo>
                  <a:lnTo>
                    <a:pt x="5663023" y="2670740"/>
                  </a:lnTo>
                  <a:lnTo>
                    <a:pt x="5740657" y="2671295"/>
                  </a:lnTo>
                  <a:lnTo>
                    <a:pt x="5818291" y="2671850"/>
                  </a:lnTo>
                  <a:lnTo>
                    <a:pt x="5895925" y="2672405"/>
                  </a:lnTo>
                  <a:lnTo>
                    <a:pt x="5973559" y="2672959"/>
                  </a:lnTo>
                  <a:lnTo>
                    <a:pt x="6051193" y="2673513"/>
                  </a:lnTo>
                  <a:lnTo>
                    <a:pt x="6128827" y="2674067"/>
                  </a:lnTo>
                  <a:lnTo>
                    <a:pt x="6206462" y="2674620"/>
                  </a:lnTo>
                  <a:lnTo>
                    <a:pt x="6284096" y="2675172"/>
                  </a:lnTo>
                  <a:lnTo>
                    <a:pt x="6361730" y="2675725"/>
                  </a:lnTo>
                  <a:lnTo>
                    <a:pt x="6439364" y="2676277"/>
                  </a:lnTo>
                  <a:lnTo>
                    <a:pt x="6516998" y="2676828"/>
                  </a:lnTo>
                  <a:lnTo>
                    <a:pt x="6594632" y="2677379"/>
                  </a:lnTo>
                  <a:lnTo>
                    <a:pt x="6672266" y="2677930"/>
                  </a:lnTo>
                  <a:lnTo>
                    <a:pt x="6749900" y="2678481"/>
                  </a:lnTo>
                  <a:lnTo>
                    <a:pt x="6827534" y="2679031"/>
                  </a:lnTo>
                  <a:lnTo>
                    <a:pt x="6905168" y="2679580"/>
                  </a:lnTo>
                  <a:lnTo>
                    <a:pt x="6982802" y="2680130"/>
                  </a:lnTo>
                  <a:lnTo>
                    <a:pt x="7060436" y="2680679"/>
                  </a:lnTo>
                  <a:lnTo>
                    <a:pt x="7138070" y="2681227"/>
                  </a:lnTo>
                  <a:lnTo>
                    <a:pt x="7215704" y="2681775"/>
                  </a:lnTo>
                  <a:lnTo>
                    <a:pt x="7293338" y="2682323"/>
                  </a:lnTo>
                  <a:lnTo>
                    <a:pt x="7370972" y="2682871"/>
                  </a:lnTo>
                  <a:lnTo>
                    <a:pt x="7370972" y="3396018"/>
                  </a:lnTo>
                  <a:lnTo>
                    <a:pt x="7293338" y="3392093"/>
                  </a:lnTo>
                  <a:lnTo>
                    <a:pt x="7215704" y="3387993"/>
                  </a:lnTo>
                  <a:lnTo>
                    <a:pt x="7138070" y="3383709"/>
                  </a:lnTo>
                  <a:lnTo>
                    <a:pt x="7060436" y="3379233"/>
                  </a:lnTo>
                  <a:lnTo>
                    <a:pt x="6982802" y="3374557"/>
                  </a:lnTo>
                  <a:lnTo>
                    <a:pt x="6905168" y="3369672"/>
                  </a:lnTo>
                  <a:lnTo>
                    <a:pt x="6827534" y="3364568"/>
                  </a:lnTo>
                  <a:lnTo>
                    <a:pt x="6749900" y="3359236"/>
                  </a:lnTo>
                  <a:lnTo>
                    <a:pt x="6672266" y="3353666"/>
                  </a:lnTo>
                  <a:lnTo>
                    <a:pt x="6594632" y="3347846"/>
                  </a:lnTo>
                  <a:lnTo>
                    <a:pt x="6516998" y="3341765"/>
                  </a:lnTo>
                  <a:lnTo>
                    <a:pt x="6439364" y="3335413"/>
                  </a:lnTo>
                  <a:lnTo>
                    <a:pt x="6361730" y="3328777"/>
                  </a:lnTo>
                  <a:lnTo>
                    <a:pt x="6284096" y="3321844"/>
                  </a:lnTo>
                  <a:lnTo>
                    <a:pt x="6206462" y="3314600"/>
                  </a:lnTo>
                  <a:lnTo>
                    <a:pt x="6128827" y="3307032"/>
                  </a:lnTo>
                  <a:lnTo>
                    <a:pt x="6051193" y="3299126"/>
                  </a:lnTo>
                  <a:lnTo>
                    <a:pt x="5973559" y="3290866"/>
                  </a:lnTo>
                  <a:lnTo>
                    <a:pt x="5895925" y="3282237"/>
                  </a:lnTo>
                  <a:lnTo>
                    <a:pt x="5818291" y="3273221"/>
                  </a:lnTo>
                  <a:lnTo>
                    <a:pt x="5740657" y="3263802"/>
                  </a:lnTo>
                  <a:lnTo>
                    <a:pt x="5663023" y="3253962"/>
                  </a:lnTo>
                  <a:lnTo>
                    <a:pt x="5585389" y="3243682"/>
                  </a:lnTo>
                  <a:lnTo>
                    <a:pt x="5507755" y="3232941"/>
                  </a:lnTo>
                  <a:lnTo>
                    <a:pt x="5430121" y="3221720"/>
                  </a:lnTo>
                  <a:lnTo>
                    <a:pt x="5352487" y="3209997"/>
                  </a:lnTo>
                  <a:lnTo>
                    <a:pt x="5274853" y="3197749"/>
                  </a:lnTo>
                  <a:lnTo>
                    <a:pt x="5197219" y="3184954"/>
                  </a:lnTo>
                  <a:lnTo>
                    <a:pt x="5119585" y="3171586"/>
                  </a:lnTo>
                  <a:lnTo>
                    <a:pt x="5041951" y="3157620"/>
                  </a:lnTo>
                  <a:lnTo>
                    <a:pt x="4964317" y="3143029"/>
                  </a:lnTo>
                  <a:lnTo>
                    <a:pt x="4886683" y="3127785"/>
                  </a:lnTo>
                  <a:lnTo>
                    <a:pt x="4809049" y="3111860"/>
                  </a:lnTo>
                  <a:lnTo>
                    <a:pt x="4731415" y="3095222"/>
                  </a:lnTo>
                  <a:lnTo>
                    <a:pt x="4653781" y="3077839"/>
                  </a:lnTo>
                  <a:lnTo>
                    <a:pt x="4576147" y="3059679"/>
                  </a:lnTo>
                  <a:lnTo>
                    <a:pt x="4498513" y="3040706"/>
                  </a:lnTo>
                  <a:lnTo>
                    <a:pt x="4420879" y="3020884"/>
                  </a:lnTo>
                  <a:lnTo>
                    <a:pt x="4343244" y="3000176"/>
                  </a:lnTo>
                  <a:lnTo>
                    <a:pt x="4265610" y="2978541"/>
                  </a:lnTo>
                  <a:lnTo>
                    <a:pt x="4187976" y="2955938"/>
                  </a:lnTo>
                  <a:lnTo>
                    <a:pt x="4110342" y="2932324"/>
                  </a:lnTo>
                  <a:lnTo>
                    <a:pt x="4032708" y="2907653"/>
                  </a:lnTo>
                  <a:lnTo>
                    <a:pt x="3955074" y="2881879"/>
                  </a:lnTo>
                  <a:lnTo>
                    <a:pt x="3877440" y="2854951"/>
                  </a:lnTo>
                  <a:lnTo>
                    <a:pt x="3799806" y="2826819"/>
                  </a:lnTo>
                  <a:lnTo>
                    <a:pt x="3722172" y="2797428"/>
                  </a:lnTo>
                  <a:lnTo>
                    <a:pt x="3644538" y="2766722"/>
                  </a:lnTo>
                  <a:lnTo>
                    <a:pt x="3566904" y="2734643"/>
                  </a:lnTo>
                  <a:lnTo>
                    <a:pt x="3489270" y="2701128"/>
                  </a:lnTo>
                  <a:lnTo>
                    <a:pt x="3411636" y="2666113"/>
                  </a:lnTo>
                  <a:lnTo>
                    <a:pt x="3334002" y="2653902"/>
                  </a:lnTo>
                  <a:lnTo>
                    <a:pt x="3256368" y="2653335"/>
                  </a:lnTo>
                  <a:lnTo>
                    <a:pt x="3178734" y="2652767"/>
                  </a:lnTo>
                  <a:lnTo>
                    <a:pt x="3101100" y="2652199"/>
                  </a:lnTo>
                  <a:lnTo>
                    <a:pt x="3023466" y="2651631"/>
                  </a:lnTo>
                  <a:lnTo>
                    <a:pt x="2945832" y="2651062"/>
                  </a:lnTo>
                  <a:lnTo>
                    <a:pt x="2868198" y="2650493"/>
                  </a:lnTo>
                  <a:lnTo>
                    <a:pt x="2790564" y="2649923"/>
                  </a:lnTo>
                  <a:lnTo>
                    <a:pt x="2712930" y="2649353"/>
                  </a:lnTo>
                  <a:lnTo>
                    <a:pt x="2635295" y="2648783"/>
                  </a:lnTo>
                  <a:lnTo>
                    <a:pt x="2557661" y="2648212"/>
                  </a:lnTo>
                  <a:lnTo>
                    <a:pt x="2480027" y="2647641"/>
                  </a:lnTo>
                  <a:lnTo>
                    <a:pt x="2402393" y="2647070"/>
                  </a:lnTo>
                  <a:lnTo>
                    <a:pt x="2324759" y="2646498"/>
                  </a:lnTo>
                  <a:lnTo>
                    <a:pt x="2247125" y="2645925"/>
                  </a:lnTo>
                  <a:lnTo>
                    <a:pt x="2169491" y="2645353"/>
                  </a:lnTo>
                  <a:lnTo>
                    <a:pt x="2091857" y="2644780"/>
                  </a:lnTo>
                  <a:lnTo>
                    <a:pt x="2014223" y="2644206"/>
                  </a:lnTo>
                  <a:lnTo>
                    <a:pt x="1936589" y="2643632"/>
                  </a:lnTo>
                  <a:lnTo>
                    <a:pt x="1858955" y="2643058"/>
                  </a:lnTo>
                  <a:lnTo>
                    <a:pt x="1781321" y="2642483"/>
                  </a:lnTo>
                  <a:lnTo>
                    <a:pt x="1703687" y="2641908"/>
                  </a:lnTo>
                  <a:lnTo>
                    <a:pt x="1626053" y="2641333"/>
                  </a:lnTo>
                  <a:lnTo>
                    <a:pt x="1548419" y="2640757"/>
                  </a:lnTo>
                  <a:lnTo>
                    <a:pt x="1470785" y="2640181"/>
                  </a:lnTo>
                  <a:lnTo>
                    <a:pt x="1393151" y="2639604"/>
                  </a:lnTo>
                  <a:lnTo>
                    <a:pt x="1315517" y="2639027"/>
                  </a:lnTo>
                  <a:lnTo>
                    <a:pt x="1237883" y="2638450"/>
                  </a:lnTo>
                  <a:lnTo>
                    <a:pt x="1160249" y="2637872"/>
                  </a:lnTo>
                  <a:lnTo>
                    <a:pt x="1082615" y="2637294"/>
                  </a:lnTo>
                  <a:lnTo>
                    <a:pt x="1004981" y="2636715"/>
                  </a:lnTo>
                  <a:lnTo>
                    <a:pt x="927346" y="2636136"/>
                  </a:lnTo>
                  <a:lnTo>
                    <a:pt x="849712" y="2635557"/>
                  </a:lnTo>
                  <a:lnTo>
                    <a:pt x="772078" y="2634977"/>
                  </a:lnTo>
                  <a:lnTo>
                    <a:pt x="694444" y="2634397"/>
                  </a:lnTo>
                  <a:lnTo>
                    <a:pt x="616810" y="2633816"/>
                  </a:lnTo>
                  <a:lnTo>
                    <a:pt x="539176" y="2633235"/>
                  </a:lnTo>
                  <a:lnTo>
                    <a:pt x="461542" y="2632654"/>
                  </a:lnTo>
                  <a:lnTo>
                    <a:pt x="383908" y="2632072"/>
                  </a:lnTo>
                  <a:lnTo>
                    <a:pt x="306274" y="2631490"/>
                  </a:lnTo>
                  <a:lnTo>
                    <a:pt x="228640" y="2630908"/>
                  </a:lnTo>
                  <a:lnTo>
                    <a:pt x="151006" y="2630325"/>
                  </a:lnTo>
                  <a:lnTo>
                    <a:pt x="73372" y="2629741"/>
                  </a:lnTo>
                  <a:lnTo>
                    <a:pt x="0" y="26291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58349" y="2073503"/>
              <a:ext cx="6530141" cy="2682871"/>
            </a:xfrm>
            <a:custGeom>
              <a:avLst/>
              <a:pathLst>
                <a:path w="6530141" h="2682871">
                  <a:moveTo>
                    <a:pt x="0" y="0"/>
                  </a:moveTo>
                  <a:lnTo>
                    <a:pt x="8881" y="17740"/>
                  </a:lnTo>
                  <a:lnTo>
                    <a:pt x="86515" y="166168"/>
                  </a:lnTo>
                  <a:lnTo>
                    <a:pt x="164149" y="308240"/>
                  </a:lnTo>
                  <a:lnTo>
                    <a:pt x="241783" y="444228"/>
                  </a:lnTo>
                  <a:lnTo>
                    <a:pt x="319417" y="574393"/>
                  </a:lnTo>
                  <a:lnTo>
                    <a:pt x="397051" y="698983"/>
                  </a:lnTo>
                  <a:lnTo>
                    <a:pt x="474685" y="818238"/>
                  </a:lnTo>
                  <a:lnTo>
                    <a:pt x="552319" y="932385"/>
                  </a:lnTo>
                  <a:lnTo>
                    <a:pt x="629953" y="1041645"/>
                  </a:lnTo>
                  <a:lnTo>
                    <a:pt x="707587" y="1146226"/>
                  </a:lnTo>
                  <a:lnTo>
                    <a:pt x="785222" y="1246328"/>
                  </a:lnTo>
                  <a:lnTo>
                    <a:pt x="862856" y="1342143"/>
                  </a:lnTo>
                  <a:lnTo>
                    <a:pt x="940490" y="1433855"/>
                  </a:lnTo>
                  <a:lnTo>
                    <a:pt x="1018124" y="1521640"/>
                  </a:lnTo>
                  <a:lnTo>
                    <a:pt x="1095758" y="1605665"/>
                  </a:lnTo>
                  <a:lnTo>
                    <a:pt x="1173392" y="1686092"/>
                  </a:lnTo>
                  <a:lnTo>
                    <a:pt x="1251026" y="1763075"/>
                  </a:lnTo>
                  <a:lnTo>
                    <a:pt x="1328660" y="1836761"/>
                  </a:lnTo>
                  <a:lnTo>
                    <a:pt x="1406294" y="1907291"/>
                  </a:lnTo>
                  <a:lnTo>
                    <a:pt x="1483928" y="1974802"/>
                  </a:lnTo>
                  <a:lnTo>
                    <a:pt x="1561562" y="2039421"/>
                  </a:lnTo>
                  <a:lnTo>
                    <a:pt x="1639196" y="2101272"/>
                  </a:lnTo>
                  <a:lnTo>
                    <a:pt x="1716830" y="2160476"/>
                  </a:lnTo>
                  <a:lnTo>
                    <a:pt x="1794464" y="2217143"/>
                  </a:lnTo>
                  <a:lnTo>
                    <a:pt x="1872098" y="2271384"/>
                  </a:lnTo>
                  <a:lnTo>
                    <a:pt x="1949732" y="2323303"/>
                  </a:lnTo>
                  <a:lnTo>
                    <a:pt x="2027366" y="2372998"/>
                  </a:lnTo>
                  <a:lnTo>
                    <a:pt x="2105000" y="2420564"/>
                  </a:lnTo>
                  <a:lnTo>
                    <a:pt x="2182634" y="2466094"/>
                  </a:lnTo>
                  <a:lnTo>
                    <a:pt x="2260268" y="2509674"/>
                  </a:lnTo>
                  <a:lnTo>
                    <a:pt x="2337902" y="2551388"/>
                  </a:lnTo>
                  <a:lnTo>
                    <a:pt x="2415536" y="2591315"/>
                  </a:lnTo>
                  <a:lnTo>
                    <a:pt x="2493170" y="2629533"/>
                  </a:lnTo>
                  <a:lnTo>
                    <a:pt x="2570805" y="2654469"/>
                  </a:lnTo>
                  <a:lnTo>
                    <a:pt x="2648439" y="2655035"/>
                  </a:lnTo>
                  <a:lnTo>
                    <a:pt x="2726073" y="2655601"/>
                  </a:lnTo>
                  <a:lnTo>
                    <a:pt x="2803707" y="2656167"/>
                  </a:lnTo>
                  <a:lnTo>
                    <a:pt x="2881341" y="2656732"/>
                  </a:lnTo>
                  <a:lnTo>
                    <a:pt x="2958975" y="2657297"/>
                  </a:lnTo>
                  <a:lnTo>
                    <a:pt x="3036609" y="2657862"/>
                  </a:lnTo>
                  <a:lnTo>
                    <a:pt x="3114243" y="2658426"/>
                  </a:lnTo>
                  <a:lnTo>
                    <a:pt x="3191877" y="2658990"/>
                  </a:lnTo>
                  <a:lnTo>
                    <a:pt x="3269511" y="2659553"/>
                  </a:lnTo>
                  <a:lnTo>
                    <a:pt x="3347145" y="2660116"/>
                  </a:lnTo>
                  <a:lnTo>
                    <a:pt x="3424779" y="2660679"/>
                  </a:lnTo>
                  <a:lnTo>
                    <a:pt x="3502413" y="2661241"/>
                  </a:lnTo>
                  <a:lnTo>
                    <a:pt x="3580047" y="2661803"/>
                  </a:lnTo>
                  <a:lnTo>
                    <a:pt x="3657681" y="2662364"/>
                  </a:lnTo>
                  <a:lnTo>
                    <a:pt x="3735315" y="2662925"/>
                  </a:lnTo>
                  <a:lnTo>
                    <a:pt x="3812949" y="2663486"/>
                  </a:lnTo>
                  <a:lnTo>
                    <a:pt x="3890583" y="2664046"/>
                  </a:lnTo>
                  <a:lnTo>
                    <a:pt x="3968217" y="2664606"/>
                  </a:lnTo>
                  <a:lnTo>
                    <a:pt x="4045851" y="2665166"/>
                  </a:lnTo>
                  <a:lnTo>
                    <a:pt x="4123485" y="2665725"/>
                  </a:lnTo>
                  <a:lnTo>
                    <a:pt x="4201119" y="2666284"/>
                  </a:lnTo>
                  <a:lnTo>
                    <a:pt x="4278754" y="2666842"/>
                  </a:lnTo>
                  <a:lnTo>
                    <a:pt x="4356388" y="2667400"/>
                  </a:lnTo>
                  <a:lnTo>
                    <a:pt x="4434022" y="2667958"/>
                  </a:lnTo>
                  <a:lnTo>
                    <a:pt x="4511656" y="2668515"/>
                  </a:lnTo>
                  <a:lnTo>
                    <a:pt x="4589290" y="2669072"/>
                  </a:lnTo>
                  <a:lnTo>
                    <a:pt x="4666924" y="2669628"/>
                  </a:lnTo>
                  <a:lnTo>
                    <a:pt x="4744558" y="2670184"/>
                  </a:lnTo>
                  <a:lnTo>
                    <a:pt x="4822192" y="2670740"/>
                  </a:lnTo>
                  <a:lnTo>
                    <a:pt x="4899826" y="2671295"/>
                  </a:lnTo>
                  <a:lnTo>
                    <a:pt x="4977460" y="2671850"/>
                  </a:lnTo>
                  <a:lnTo>
                    <a:pt x="5055094" y="2672405"/>
                  </a:lnTo>
                  <a:lnTo>
                    <a:pt x="5132728" y="2672959"/>
                  </a:lnTo>
                  <a:lnTo>
                    <a:pt x="5210362" y="2673513"/>
                  </a:lnTo>
                  <a:lnTo>
                    <a:pt x="5287996" y="2674067"/>
                  </a:lnTo>
                  <a:lnTo>
                    <a:pt x="5365630" y="2674620"/>
                  </a:lnTo>
                  <a:lnTo>
                    <a:pt x="5443264" y="2675172"/>
                  </a:lnTo>
                  <a:lnTo>
                    <a:pt x="5520898" y="2675725"/>
                  </a:lnTo>
                  <a:lnTo>
                    <a:pt x="5598532" y="2676277"/>
                  </a:lnTo>
                  <a:lnTo>
                    <a:pt x="5676166" y="2676828"/>
                  </a:lnTo>
                  <a:lnTo>
                    <a:pt x="5753800" y="2677379"/>
                  </a:lnTo>
                  <a:lnTo>
                    <a:pt x="5831434" y="2677930"/>
                  </a:lnTo>
                  <a:lnTo>
                    <a:pt x="5909068" y="2678481"/>
                  </a:lnTo>
                  <a:lnTo>
                    <a:pt x="5986703" y="2679031"/>
                  </a:lnTo>
                  <a:lnTo>
                    <a:pt x="6064337" y="2679580"/>
                  </a:lnTo>
                  <a:lnTo>
                    <a:pt x="6141971" y="2680130"/>
                  </a:lnTo>
                  <a:lnTo>
                    <a:pt x="6219605" y="2680679"/>
                  </a:lnTo>
                  <a:lnTo>
                    <a:pt x="6297239" y="2681227"/>
                  </a:lnTo>
                  <a:lnTo>
                    <a:pt x="6374873" y="2681775"/>
                  </a:lnTo>
                  <a:lnTo>
                    <a:pt x="6452507" y="2682323"/>
                  </a:lnTo>
                  <a:lnTo>
                    <a:pt x="6530141" y="2682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02693"/>
              <a:ext cx="7370972" cy="766828"/>
            </a:xfrm>
            <a:custGeom>
              <a:avLst/>
              <a:pathLst>
                <a:path w="7370972" h="766828">
                  <a:moveTo>
                    <a:pt x="7370972" y="766828"/>
                  </a:moveTo>
                  <a:lnTo>
                    <a:pt x="7293338" y="762903"/>
                  </a:lnTo>
                  <a:lnTo>
                    <a:pt x="7215704" y="758803"/>
                  </a:lnTo>
                  <a:lnTo>
                    <a:pt x="7138070" y="754519"/>
                  </a:lnTo>
                  <a:lnTo>
                    <a:pt x="7060436" y="750043"/>
                  </a:lnTo>
                  <a:lnTo>
                    <a:pt x="6982802" y="745367"/>
                  </a:lnTo>
                  <a:lnTo>
                    <a:pt x="6905168" y="740482"/>
                  </a:lnTo>
                  <a:lnTo>
                    <a:pt x="6827534" y="735378"/>
                  </a:lnTo>
                  <a:lnTo>
                    <a:pt x="6749900" y="730046"/>
                  </a:lnTo>
                  <a:lnTo>
                    <a:pt x="6672266" y="724475"/>
                  </a:lnTo>
                  <a:lnTo>
                    <a:pt x="6594632" y="718656"/>
                  </a:lnTo>
                  <a:lnTo>
                    <a:pt x="6516998" y="712575"/>
                  </a:lnTo>
                  <a:lnTo>
                    <a:pt x="6439364" y="706223"/>
                  </a:lnTo>
                  <a:lnTo>
                    <a:pt x="6361730" y="699587"/>
                  </a:lnTo>
                  <a:lnTo>
                    <a:pt x="6284096" y="692654"/>
                  </a:lnTo>
                  <a:lnTo>
                    <a:pt x="6206462" y="685410"/>
                  </a:lnTo>
                  <a:lnTo>
                    <a:pt x="6128827" y="677842"/>
                  </a:lnTo>
                  <a:lnTo>
                    <a:pt x="6051193" y="669936"/>
                  </a:lnTo>
                  <a:lnTo>
                    <a:pt x="5973559" y="661676"/>
                  </a:lnTo>
                  <a:lnTo>
                    <a:pt x="5895925" y="653047"/>
                  </a:lnTo>
                  <a:lnTo>
                    <a:pt x="5818291" y="644031"/>
                  </a:lnTo>
                  <a:lnTo>
                    <a:pt x="5740657" y="634612"/>
                  </a:lnTo>
                  <a:lnTo>
                    <a:pt x="5663023" y="624772"/>
                  </a:lnTo>
                  <a:lnTo>
                    <a:pt x="5585389" y="614492"/>
                  </a:lnTo>
                  <a:lnTo>
                    <a:pt x="5507755" y="603751"/>
                  </a:lnTo>
                  <a:lnTo>
                    <a:pt x="5430121" y="592530"/>
                  </a:lnTo>
                  <a:lnTo>
                    <a:pt x="5352487" y="580807"/>
                  </a:lnTo>
                  <a:lnTo>
                    <a:pt x="5274853" y="568559"/>
                  </a:lnTo>
                  <a:lnTo>
                    <a:pt x="5197219" y="555764"/>
                  </a:lnTo>
                  <a:lnTo>
                    <a:pt x="5119585" y="542396"/>
                  </a:lnTo>
                  <a:lnTo>
                    <a:pt x="5041951" y="528430"/>
                  </a:lnTo>
                  <a:lnTo>
                    <a:pt x="4964317" y="513839"/>
                  </a:lnTo>
                  <a:lnTo>
                    <a:pt x="4886683" y="498595"/>
                  </a:lnTo>
                  <a:lnTo>
                    <a:pt x="4809049" y="482670"/>
                  </a:lnTo>
                  <a:lnTo>
                    <a:pt x="4731415" y="466032"/>
                  </a:lnTo>
                  <a:lnTo>
                    <a:pt x="4653781" y="448649"/>
                  </a:lnTo>
                  <a:lnTo>
                    <a:pt x="4576147" y="430489"/>
                  </a:lnTo>
                  <a:lnTo>
                    <a:pt x="4498513" y="411516"/>
                  </a:lnTo>
                  <a:lnTo>
                    <a:pt x="4420879" y="391694"/>
                  </a:lnTo>
                  <a:lnTo>
                    <a:pt x="4343244" y="370986"/>
                  </a:lnTo>
                  <a:lnTo>
                    <a:pt x="4265610" y="349351"/>
                  </a:lnTo>
                  <a:lnTo>
                    <a:pt x="4187976" y="326748"/>
                  </a:lnTo>
                  <a:lnTo>
                    <a:pt x="4110342" y="303134"/>
                  </a:lnTo>
                  <a:lnTo>
                    <a:pt x="4032708" y="278463"/>
                  </a:lnTo>
                  <a:lnTo>
                    <a:pt x="3955074" y="252689"/>
                  </a:lnTo>
                  <a:lnTo>
                    <a:pt x="3877440" y="225761"/>
                  </a:lnTo>
                  <a:lnTo>
                    <a:pt x="3799806" y="197629"/>
                  </a:lnTo>
                  <a:lnTo>
                    <a:pt x="3722172" y="168238"/>
                  </a:lnTo>
                  <a:lnTo>
                    <a:pt x="3644538" y="137532"/>
                  </a:lnTo>
                  <a:lnTo>
                    <a:pt x="3566904" y="105453"/>
                  </a:lnTo>
                  <a:lnTo>
                    <a:pt x="3489270" y="71938"/>
                  </a:lnTo>
                  <a:lnTo>
                    <a:pt x="3411636" y="36923"/>
                  </a:lnTo>
                  <a:lnTo>
                    <a:pt x="3334002" y="24712"/>
                  </a:lnTo>
                  <a:lnTo>
                    <a:pt x="3256368" y="24145"/>
                  </a:lnTo>
                  <a:lnTo>
                    <a:pt x="3178734" y="23577"/>
                  </a:lnTo>
                  <a:lnTo>
                    <a:pt x="3101100" y="23009"/>
                  </a:lnTo>
                  <a:lnTo>
                    <a:pt x="3023466" y="22441"/>
                  </a:lnTo>
                  <a:lnTo>
                    <a:pt x="2945832" y="21872"/>
                  </a:lnTo>
                  <a:lnTo>
                    <a:pt x="2868198" y="21303"/>
                  </a:lnTo>
                  <a:lnTo>
                    <a:pt x="2790564" y="20733"/>
                  </a:lnTo>
                  <a:lnTo>
                    <a:pt x="2712930" y="20163"/>
                  </a:lnTo>
                  <a:lnTo>
                    <a:pt x="2635295" y="19593"/>
                  </a:lnTo>
                  <a:lnTo>
                    <a:pt x="2557661" y="19022"/>
                  </a:lnTo>
                  <a:lnTo>
                    <a:pt x="2480027" y="18451"/>
                  </a:lnTo>
                  <a:lnTo>
                    <a:pt x="2402393" y="17880"/>
                  </a:lnTo>
                  <a:lnTo>
                    <a:pt x="2324759" y="17308"/>
                  </a:lnTo>
                  <a:lnTo>
                    <a:pt x="2247125" y="16735"/>
                  </a:lnTo>
                  <a:lnTo>
                    <a:pt x="2169491" y="16163"/>
                  </a:lnTo>
                  <a:lnTo>
                    <a:pt x="2091857" y="15590"/>
                  </a:lnTo>
                  <a:lnTo>
                    <a:pt x="2014223" y="15016"/>
                  </a:lnTo>
                  <a:lnTo>
                    <a:pt x="1936589" y="14442"/>
                  </a:lnTo>
                  <a:lnTo>
                    <a:pt x="1858955" y="13868"/>
                  </a:lnTo>
                  <a:lnTo>
                    <a:pt x="1781321" y="13293"/>
                  </a:lnTo>
                  <a:lnTo>
                    <a:pt x="1703687" y="12718"/>
                  </a:lnTo>
                  <a:lnTo>
                    <a:pt x="1626053" y="12143"/>
                  </a:lnTo>
                  <a:lnTo>
                    <a:pt x="1548419" y="11567"/>
                  </a:lnTo>
                  <a:lnTo>
                    <a:pt x="1470785" y="10991"/>
                  </a:lnTo>
                  <a:lnTo>
                    <a:pt x="1393151" y="10414"/>
                  </a:lnTo>
                  <a:lnTo>
                    <a:pt x="1315517" y="9837"/>
                  </a:lnTo>
                  <a:lnTo>
                    <a:pt x="1237883" y="9260"/>
                  </a:lnTo>
                  <a:lnTo>
                    <a:pt x="1160249" y="8682"/>
                  </a:lnTo>
                  <a:lnTo>
                    <a:pt x="1082615" y="8104"/>
                  </a:lnTo>
                  <a:lnTo>
                    <a:pt x="1004981" y="7525"/>
                  </a:lnTo>
                  <a:lnTo>
                    <a:pt x="927346" y="6946"/>
                  </a:lnTo>
                  <a:lnTo>
                    <a:pt x="849712" y="6367"/>
                  </a:lnTo>
                  <a:lnTo>
                    <a:pt x="772078" y="5787"/>
                  </a:lnTo>
                  <a:lnTo>
                    <a:pt x="694444" y="5207"/>
                  </a:lnTo>
                  <a:lnTo>
                    <a:pt x="616810" y="4626"/>
                  </a:lnTo>
                  <a:lnTo>
                    <a:pt x="539176" y="4045"/>
                  </a:lnTo>
                  <a:lnTo>
                    <a:pt x="461542" y="3464"/>
                  </a:lnTo>
                  <a:lnTo>
                    <a:pt x="383908" y="2882"/>
                  </a:lnTo>
                  <a:lnTo>
                    <a:pt x="306274" y="2300"/>
                  </a:lnTo>
                  <a:lnTo>
                    <a:pt x="228640" y="1718"/>
                  </a:lnTo>
                  <a:lnTo>
                    <a:pt x="151006" y="1135"/>
                  </a:lnTo>
                  <a:lnTo>
                    <a:pt x="73372" y="5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70424"/>
              <a:ext cx="7370972" cy="1921760"/>
            </a:xfrm>
            <a:custGeom>
              <a:avLst/>
              <a:pathLst>
                <a:path w="7370972" h="1921760">
                  <a:moveTo>
                    <a:pt x="0" y="0"/>
                  </a:moveTo>
                  <a:lnTo>
                    <a:pt x="73372" y="45483"/>
                  </a:lnTo>
                  <a:lnTo>
                    <a:pt x="151006" y="92551"/>
                  </a:lnTo>
                  <a:lnTo>
                    <a:pt x="228640" y="138584"/>
                  </a:lnTo>
                  <a:lnTo>
                    <a:pt x="306274" y="183606"/>
                  </a:lnTo>
                  <a:lnTo>
                    <a:pt x="383908" y="227637"/>
                  </a:lnTo>
                  <a:lnTo>
                    <a:pt x="461542" y="270701"/>
                  </a:lnTo>
                  <a:lnTo>
                    <a:pt x="539176" y="312819"/>
                  </a:lnTo>
                  <a:lnTo>
                    <a:pt x="616810" y="354010"/>
                  </a:lnTo>
                  <a:lnTo>
                    <a:pt x="694444" y="394296"/>
                  </a:lnTo>
                  <a:lnTo>
                    <a:pt x="772078" y="433697"/>
                  </a:lnTo>
                  <a:lnTo>
                    <a:pt x="849712" y="472232"/>
                  </a:lnTo>
                  <a:lnTo>
                    <a:pt x="927346" y="509919"/>
                  </a:lnTo>
                  <a:lnTo>
                    <a:pt x="1004981" y="546779"/>
                  </a:lnTo>
                  <a:lnTo>
                    <a:pt x="1082615" y="582828"/>
                  </a:lnTo>
                  <a:lnTo>
                    <a:pt x="1160249" y="618084"/>
                  </a:lnTo>
                  <a:lnTo>
                    <a:pt x="1237883" y="652566"/>
                  </a:lnTo>
                  <a:lnTo>
                    <a:pt x="1315517" y="686290"/>
                  </a:lnTo>
                  <a:lnTo>
                    <a:pt x="1393151" y="719272"/>
                  </a:lnTo>
                  <a:lnTo>
                    <a:pt x="1470785" y="751530"/>
                  </a:lnTo>
                  <a:lnTo>
                    <a:pt x="1548419" y="783078"/>
                  </a:lnTo>
                  <a:lnTo>
                    <a:pt x="1626053" y="813933"/>
                  </a:lnTo>
                  <a:lnTo>
                    <a:pt x="1703687" y="844110"/>
                  </a:lnTo>
                  <a:lnTo>
                    <a:pt x="1781321" y="873624"/>
                  </a:lnTo>
                  <a:lnTo>
                    <a:pt x="1858955" y="902489"/>
                  </a:lnTo>
                  <a:lnTo>
                    <a:pt x="1936589" y="930719"/>
                  </a:lnTo>
                  <a:lnTo>
                    <a:pt x="2014223" y="958329"/>
                  </a:lnTo>
                  <a:lnTo>
                    <a:pt x="2091857" y="985332"/>
                  </a:lnTo>
                  <a:lnTo>
                    <a:pt x="2169491" y="1011741"/>
                  </a:lnTo>
                  <a:lnTo>
                    <a:pt x="2247125" y="1037570"/>
                  </a:lnTo>
                  <a:lnTo>
                    <a:pt x="2324759" y="1062831"/>
                  </a:lnTo>
                  <a:lnTo>
                    <a:pt x="2402393" y="1087537"/>
                  </a:lnTo>
                  <a:lnTo>
                    <a:pt x="2480027" y="1111700"/>
                  </a:lnTo>
                  <a:lnTo>
                    <a:pt x="2557661" y="1135332"/>
                  </a:lnTo>
                  <a:lnTo>
                    <a:pt x="2635295" y="1158444"/>
                  </a:lnTo>
                  <a:lnTo>
                    <a:pt x="2712930" y="1181049"/>
                  </a:lnTo>
                  <a:lnTo>
                    <a:pt x="2790564" y="1203156"/>
                  </a:lnTo>
                  <a:lnTo>
                    <a:pt x="2868198" y="1224778"/>
                  </a:lnTo>
                  <a:lnTo>
                    <a:pt x="2945832" y="1245924"/>
                  </a:lnTo>
                  <a:lnTo>
                    <a:pt x="3023466" y="1266605"/>
                  </a:lnTo>
                  <a:lnTo>
                    <a:pt x="3101100" y="1286832"/>
                  </a:lnTo>
                  <a:lnTo>
                    <a:pt x="3178734" y="1306615"/>
                  </a:lnTo>
                  <a:lnTo>
                    <a:pt x="3256368" y="1325962"/>
                  </a:lnTo>
                  <a:lnTo>
                    <a:pt x="3334002" y="1344884"/>
                  </a:lnTo>
                  <a:lnTo>
                    <a:pt x="3411636" y="1363390"/>
                  </a:lnTo>
                  <a:lnTo>
                    <a:pt x="3489270" y="1381490"/>
                  </a:lnTo>
                  <a:lnTo>
                    <a:pt x="3566904" y="1399192"/>
                  </a:lnTo>
                  <a:lnTo>
                    <a:pt x="3644538" y="1416504"/>
                  </a:lnTo>
                  <a:lnTo>
                    <a:pt x="3722172" y="1433436"/>
                  </a:lnTo>
                  <a:lnTo>
                    <a:pt x="3799806" y="1449996"/>
                  </a:lnTo>
                  <a:lnTo>
                    <a:pt x="3877440" y="1466192"/>
                  </a:lnTo>
                  <a:lnTo>
                    <a:pt x="3955074" y="1482032"/>
                  </a:lnTo>
                  <a:lnTo>
                    <a:pt x="4032708" y="1497524"/>
                  </a:lnTo>
                  <a:lnTo>
                    <a:pt x="4110342" y="1512675"/>
                  </a:lnTo>
                  <a:lnTo>
                    <a:pt x="4187976" y="1527493"/>
                  </a:lnTo>
                  <a:lnTo>
                    <a:pt x="4265610" y="1541985"/>
                  </a:lnTo>
                  <a:lnTo>
                    <a:pt x="4343244" y="1556159"/>
                  </a:lnTo>
                  <a:lnTo>
                    <a:pt x="4420879" y="1570022"/>
                  </a:lnTo>
                  <a:lnTo>
                    <a:pt x="4498513" y="1583579"/>
                  </a:lnTo>
                  <a:lnTo>
                    <a:pt x="4576147" y="1596839"/>
                  </a:lnTo>
                  <a:lnTo>
                    <a:pt x="4653781" y="1609807"/>
                  </a:lnTo>
                  <a:lnTo>
                    <a:pt x="4731415" y="1622490"/>
                  </a:lnTo>
                  <a:lnTo>
                    <a:pt x="4809049" y="1634895"/>
                  </a:lnTo>
                  <a:lnTo>
                    <a:pt x="4886683" y="1647026"/>
                  </a:lnTo>
                  <a:lnTo>
                    <a:pt x="4964317" y="1658891"/>
                  </a:lnTo>
                  <a:lnTo>
                    <a:pt x="5041951" y="1670496"/>
                  </a:lnTo>
                  <a:lnTo>
                    <a:pt x="5119585" y="1681845"/>
                  </a:lnTo>
                  <a:lnTo>
                    <a:pt x="5197219" y="1692945"/>
                  </a:lnTo>
                  <a:lnTo>
                    <a:pt x="5274853" y="1703800"/>
                  </a:lnTo>
                  <a:lnTo>
                    <a:pt x="5352487" y="1714417"/>
                  </a:lnTo>
                  <a:lnTo>
                    <a:pt x="5430121" y="1724801"/>
                  </a:lnTo>
                  <a:lnTo>
                    <a:pt x="5507755" y="1734957"/>
                  </a:lnTo>
                  <a:lnTo>
                    <a:pt x="5585389" y="1744889"/>
                  </a:lnTo>
                  <a:lnTo>
                    <a:pt x="5663023" y="1754603"/>
                  </a:lnTo>
                  <a:lnTo>
                    <a:pt x="5740657" y="1764103"/>
                  </a:lnTo>
                  <a:lnTo>
                    <a:pt x="5818291" y="1773395"/>
                  </a:lnTo>
                  <a:lnTo>
                    <a:pt x="5895925" y="1782482"/>
                  </a:lnTo>
                  <a:lnTo>
                    <a:pt x="5973559" y="1791370"/>
                  </a:lnTo>
                  <a:lnTo>
                    <a:pt x="6051193" y="1800062"/>
                  </a:lnTo>
                  <a:lnTo>
                    <a:pt x="6128827" y="1808564"/>
                  </a:lnTo>
                  <a:lnTo>
                    <a:pt x="6206462" y="1816878"/>
                  </a:lnTo>
                  <a:lnTo>
                    <a:pt x="6284096" y="1825010"/>
                  </a:lnTo>
                  <a:lnTo>
                    <a:pt x="6361730" y="1832963"/>
                  </a:lnTo>
                  <a:lnTo>
                    <a:pt x="6439364" y="1840741"/>
                  </a:lnTo>
                  <a:lnTo>
                    <a:pt x="6516998" y="1848348"/>
                  </a:lnTo>
                  <a:lnTo>
                    <a:pt x="6594632" y="1855788"/>
                  </a:lnTo>
                  <a:lnTo>
                    <a:pt x="6672266" y="1863064"/>
                  </a:lnTo>
                  <a:lnTo>
                    <a:pt x="6749900" y="1870180"/>
                  </a:lnTo>
                  <a:lnTo>
                    <a:pt x="6827534" y="1877140"/>
                  </a:lnTo>
                  <a:lnTo>
                    <a:pt x="6905168" y="1883947"/>
                  </a:lnTo>
                  <a:lnTo>
                    <a:pt x="6982802" y="1890605"/>
                  </a:lnTo>
                  <a:lnTo>
                    <a:pt x="7060436" y="1897116"/>
                  </a:lnTo>
                  <a:lnTo>
                    <a:pt x="7138070" y="1903484"/>
                  </a:lnTo>
                  <a:lnTo>
                    <a:pt x="7215704" y="1909712"/>
                  </a:lnTo>
                  <a:lnTo>
                    <a:pt x="7293338" y="1915803"/>
                  </a:lnTo>
                  <a:lnTo>
                    <a:pt x="7370972" y="19217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2026-06-02T08:49:26Z</dcterms:modified>
  <cp:category/>
</cp:coreProperties>
</file>