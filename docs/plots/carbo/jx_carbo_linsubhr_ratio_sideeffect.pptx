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44666"/>
            </a:xfrm>
            <a:custGeom>
              <a:avLst/>
              <a:pathLst>
                <a:path w="7370972" h="3444666">
                  <a:moveTo>
                    <a:pt x="1514958" y="0"/>
                  </a:moveTo>
                  <a:lnTo>
                    <a:pt x="1548419" y="89714"/>
                  </a:lnTo>
                  <a:lnTo>
                    <a:pt x="1626053" y="285839"/>
                  </a:lnTo>
                  <a:lnTo>
                    <a:pt x="1703687" y="470631"/>
                  </a:lnTo>
                  <a:lnTo>
                    <a:pt x="1781321" y="644745"/>
                  </a:lnTo>
                  <a:lnTo>
                    <a:pt x="1858955" y="808798"/>
                  </a:lnTo>
                  <a:lnTo>
                    <a:pt x="1936589" y="963371"/>
                  </a:lnTo>
                  <a:lnTo>
                    <a:pt x="2014223" y="1109011"/>
                  </a:lnTo>
                  <a:lnTo>
                    <a:pt x="2091857" y="1246236"/>
                  </a:lnTo>
                  <a:lnTo>
                    <a:pt x="2169491" y="1375531"/>
                  </a:lnTo>
                  <a:lnTo>
                    <a:pt x="2247125" y="1497355"/>
                  </a:lnTo>
                  <a:lnTo>
                    <a:pt x="2324759" y="1612140"/>
                  </a:lnTo>
                  <a:lnTo>
                    <a:pt x="2402393" y="1720291"/>
                  </a:lnTo>
                  <a:lnTo>
                    <a:pt x="2480027" y="1822193"/>
                  </a:lnTo>
                  <a:lnTo>
                    <a:pt x="2557661" y="1918206"/>
                  </a:lnTo>
                  <a:lnTo>
                    <a:pt x="2635295" y="2008671"/>
                  </a:lnTo>
                  <a:lnTo>
                    <a:pt x="2712930" y="2093909"/>
                  </a:lnTo>
                  <a:lnTo>
                    <a:pt x="2790564" y="2174221"/>
                  </a:lnTo>
                  <a:lnTo>
                    <a:pt x="2868198" y="2249893"/>
                  </a:lnTo>
                  <a:lnTo>
                    <a:pt x="2945832" y="2321191"/>
                  </a:lnTo>
                  <a:lnTo>
                    <a:pt x="3023466" y="2388370"/>
                  </a:lnTo>
                  <a:lnTo>
                    <a:pt x="3101100" y="2451667"/>
                  </a:lnTo>
                  <a:lnTo>
                    <a:pt x="3178734" y="2511306"/>
                  </a:lnTo>
                  <a:lnTo>
                    <a:pt x="3256368" y="2567498"/>
                  </a:lnTo>
                  <a:lnTo>
                    <a:pt x="3334002" y="2620444"/>
                  </a:lnTo>
                  <a:lnTo>
                    <a:pt x="3411636" y="2659569"/>
                  </a:lnTo>
                  <a:lnTo>
                    <a:pt x="3489270" y="2675468"/>
                  </a:lnTo>
                  <a:lnTo>
                    <a:pt x="3566904" y="2691060"/>
                  </a:lnTo>
                  <a:lnTo>
                    <a:pt x="3644538" y="2706351"/>
                  </a:lnTo>
                  <a:lnTo>
                    <a:pt x="3722172" y="2721347"/>
                  </a:lnTo>
                  <a:lnTo>
                    <a:pt x="3799806" y="2736055"/>
                  </a:lnTo>
                  <a:lnTo>
                    <a:pt x="3877440" y="2750478"/>
                  </a:lnTo>
                  <a:lnTo>
                    <a:pt x="3955074" y="2764623"/>
                  </a:lnTo>
                  <a:lnTo>
                    <a:pt x="4032708" y="2778495"/>
                  </a:lnTo>
                  <a:lnTo>
                    <a:pt x="4110342" y="2792100"/>
                  </a:lnTo>
                  <a:lnTo>
                    <a:pt x="4187976" y="2805442"/>
                  </a:lnTo>
                  <a:lnTo>
                    <a:pt x="4265610" y="2818527"/>
                  </a:lnTo>
                  <a:lnTo>
                    <a:pt x="4343244" y="2831359"/>
                  </a:lnTo>
                  <a:lnTo>
                    <a:pt x="4420879" y="2843944"/>
                  </a:lnTo>
                  <a:lnTo>
                    <a:pt x="4498513" y="2856286"/>
                  </a:lnTo>
                  <a:lnTo>
                    <a:pt x="4576147" y="2868390"/>
                  </a:lnTo>
                  <a:lnTo>
                    <a:pt x="4653781" y="2880261"/>
                  </a:lnTo>
                  <a:lnTo>
                    <a:pt x="4731415" y="2891902"/>
                  </a:lnTo>
                  <a:lnTo>
                    <a:pt x="4809049" y="2903319"/>
                  </a:lnTo>
                  <a:lnTo>
                    <a:pt x="4886683" y="2914516"/>
                  </a:lnTo>
                  <a:lnTo>
                    <a:pt x="4964317" y="2925497"/>
                  </a:lnTo>
                  <a:lnTo>
                    <a:pt x="5041951" y="2936265"/>
                  </a:lnTo>
                  <a:lnTo>
                    <a:pt x="5119585" y="2946827"/>
                  </a:lnTo>
                  <a:lnTo>
                    <a:pt x="5197219" y="2957184"/>
                  </a:lnTo>
                  <a:lnTo>
                    <a:pt x="5274853" y="2967342"/>
                  </a:lnTo>
                  <a:lnTo>
                    <a:pt x="5352487" y="2977303"/>
                  </a:lnTo>
                  <a:lnTo>
                    <a:pt x="5430121" y="2987073"/>
                  </a:lnTo>
                  <a:lnTo>
                    <a:pt x="5507755" y="2996654"/>
                  </a:lnTo>
                  <a:lnTo>
                    <a:pt x="5585389" y="3006050"/>
                  </a:lnTo>
                  <a:lnTo>
                    <a:pt x="5663023" y="3015265"/>
                  </a:lnTo>
                  <a:lnTo>
                    <a:pt x="5740657" y="3024302"/>
                  </a:lnTo>
                  <a:lnTo>
                    <a:pt x="5818291" y="3033165"/>
                  </a:lnTo>
                  <a:lnTo>
                    <a:pt x="5895925" y="3041857"/>
                  </a:lnTo>
                  <a:lnTo>
                    <a:pt x="5973559" y="3050381"/>
                  </a:lnTo>
                  <a:lnTo>
                    <a:pt x="6051193" y="3058741"/>
                  </a:lnTo>
                  <a:lnTo>
                    <a:pt x="6128827" y="3066940"/>
                  </a:lnTo>
                  <a:lnTo>
                    <a:pt x="6206462" y="3074980"/>
                  </a:lnTo>
                  <a:lnTo>
                    <a:pt x="6284096" y="3082866"/>
                  </a:lnTo>
                  <a:lnTo>
                    <a:pt x="6361730" y="3090599"/>
                  </a:lnTo>
                  <a:lnTo>
                    <a:pt x="6439364" y="3098183"/>
                  </a:lnTo>
                  <a:lnTo>
                    <a:pt x="6516998" y="3105620"/>
                  </a:lnTo>
                  <a:lnTo>
                    <a:pt x="6594632" y="3112915"/>
                  </a:lnTo>
                  <a:lnTo>
                    <a:pt x="6672266" y="3120068"/>
                  </a:lnTo>
                  <a:lnTo>
                    <a:pt x="6749900" y="3127084"/>
                  </a:lnTo>
                  <a:lnTo>
                    <a:pt x="6827534" y="3133964"/>
                  </a:lnTo>
                  <a:lnTo>
                    <a:pt x="6905168" y="3140711"/>
                  </a:lnTo>
                  <a:lnTo>
                    <a:pt x="6982802" y="3147329"/>
                  </a:lnTo>
                  <a:lnTo>
                    <a:pt x="7060436" y="3153818"/>
                  </a:lnTo>
                  <a:lnTo>
                    <a:pt x="7138070" y="3160183"/>
                  </a:lnTo>
                  <a:lnTo>
                    <a:pt x="7215704" y="3166424"/>
                  </a:lnTo>
                  <a:lnTo>
                    <a:pt x="7293338" y="3172546"/>
                  </a:lnTo>
                  <a:lnTo>
                    <a:pt x="7370972" y="3178549"/>
                  </a:lnTo>
                  <a:lnTo>
                    <a:pt x="7370972" y="3444666"/>
                  </a:lnTo>
                  <a:lnTo>
                    <a:pt x="7293338" y="3442270"/>
                  </a:lnTo>
                  <a:lnTo>
                    <a:pt x="7215704" y="3439726"/>
                  </a:lnTo>
                  <a:lnTo>
                    <a:pt x="7138070" y="3437026"/>
                  </a:lnTo>
                  <a:lnTo>
                    <a:pt x="7060436" y="3434161"/>
                  </a:lnTo>
                  <a:lnTo>
                    <a:pt x="6982802" y="3431120"/>
                  </a:lnTo>
                  <a:lnTo>
                    <a:pt x="6905168" y="3427892"/>
                  </a:lnTo>
                  <a:lnTo>
                    <a:pt x="6827534" y="3424467"/>
                  </a:lnTo>
                  <a:lnTo>
                    <a:pt x="6749900" y="3420831"/>
                  </a:lnTo>
                  <a:lnTo>
                    <a:pt x="6672266" y="3416972"/>
                  </a:lnTo>
                  <a:lnTo>
                    <a:pt x="6594632" y="3412877"/>
                  </a:lnTo>
                  <a:lnTo>
                    <a:pt x="6516998" y="3408531"/>
                  </a:lnTo>
                  <a:lnTo>
                    <a:pt x="6439364" y="3403918"/>
                  </a:lnTo>
                  <a:lnTo>
                    <a:pt x="6361730" y="3399022"/>
                  </a:lnTo>
                  <a:lnTo>
                    <a:pt x="6284096" y="3393826"/>
                  </a:lnTo>
                  <a:lnTo>
                    <a:pt x="6206462" y="3388311"/>
                  </a:lnTo>
                  <a:lnTo>
                    <a:pt x="6128827" y="3382458"/>
                  </a:lnTo>
                  <a:lnTo>
                    <a:pt x="6051193" y="3376246"/>
                  </a:lnTo>
                  <a:lnTo>
                    <a:pt x="5973559" y="3369654"/>
                  </a:lnTo>
                  <a:lnTo>
                    <a:pt x="5895925" y="3362656"/>
                  </a:lnTo>
                  <a:lnTo>
                    <a:pt x="5818291" y="3355230"/>
                  </a:lnTo>
                  <a:lnTo>
                    <a:pt x="5740657" y="3347348"/>
                  </a:lnTo>
                  <a:lnTo>
                    <a:pt x="5663023" y="3338983"/>
                  </a:lnTo>
                  <a:lnTo>
                    <a:pt x="5585389" y="3330105"/>
                  </a:lnTo>
                  <a:lnTo>
                    <a:pt x="5507755" y="3320682"/>
                  </a:lnTo>
                  <a:lnTo>
                    <a:pt x="5430121" y="3310681"/>
                  </a:lnTo>
                  <a:lnTo>
                    <a:pt x="5352487" y="3300067"/>
                  </a:lnTo>
                  <a:lnTo>
                    <a:pt x="5274853" y="3288803"/>
                  </a:lnTo>
                  <a:lnTo>
                    <a:pt x="5197219" y="3276847"/>
                  </a:lnTo>
                  <a:lnTo>
                    <a:pt x="5119585" y="3264158"/>
                  </a:lnTo>
                  <a:lnTo>
                    <a:pt x="5041951" y="3250691"/>
                  </a:lnTo>
                  <a:lnTo>
                    <a:pt x="4964317" y="3236397"/>
                  </a:lnTo>
                  <a:lnTo>
                    <a:pt x="4886683" y="3221228"/>
                  </a:lnTo>
                  <a:lnTo>
                    <a:pt x="4809049" y="3205128"/>
                  </a:lnTo>
                  <a:lnTo>
                    <a:pt x="4731415" y="3188040"/>
                  </a:lnTo>
                  <a:lnTo>
                    <a:pt x="4653781" y="3169905"/>
                  </a:lnTo>
                  <a:lnTo>
                    <a:pt x="4576147" y="3150657"/>
                  </a:lnTo>
                  <a:lnTo>
                    <a:pt x="4498513" y="3130229"/>
                  </a:lnTo>
                  <a:lnTo>
                    <a:pt x="4420879" y="3108548"/>
                  </a:lnTo>
                  <a:lnTo>
                    <a:pt x="4343244" y="3085537"/>
                  </a:lnTo>
                  <a:lnTo>
                    <a:pt x="4265610" y="3061115"/>
                  </a:lnTo>
                  <a:lnTo>
                    <a:pt x="4187976" y="3035196"/>
                  </a:lnTo>
                  <a:lnTo>
                    <a:pt x="4110342" y="3007687"/>
                  </a:lnTo>
                  <a:lnTo>
                    <a:pt x="4032708" y="2978490"/>
                  </a:lnTo>
                  <a:lnTo>
                    <a:pt x="3955074" y="2947503"/>
                  </a:lnTo>
                  <a:lnTo>
                    <a:pt x="3877440" y="2914616"/>
                  </a:lnTo>
                  <a:lnTo>
                    <a:pt x="3799806" y="2879711"/>
                  </a:lnTo>
                  <a:lnTo>
                    <a:pt x="3722172" y="2842666"/>
                  </a:lnTo>
                  <a:lnTo>
                    <a:pt x="3644538" y="2803349"/>
                  </a:lnTo>
                  <a:lnTo>
                    <a:pt x="3566904" y="2761621"/>
                  </a:lnTo>
                  <a:lnTo>
                    <a:pt x="3489270" y="2717334"/>
                  </a:lnTo>
                  <a:lnTo>
                    <a:pt x="3411636" y="2670330"/>
                  </a:lnTo>
                  <a:lnTo>
                    <a:pt x="3334002" y="2643358"/>
                  </a:lnTo>
                  <a:lnTo>
                    <a:pt x="3256368" y="2626827"/>
                  </a:lnTo>
                  <a:lnTo>
                    <a:pt x="3178734" y="2609972"/>
                  </a:lnTo>
                  <a:lnTo>
                    <a:pt x="3101100" y="2592785"/>
                  </a:lnTo>
                  <a:lnTo>
                    <a:pt x="3023466" y="2575259"/>
                  </a:lnTo>
                  <a:lnTo>
                    <a:pt x="2945832" y="2557390"/>
                  </a:lnTo>
                  <a:lnTo>
                    <a:pt x="2868198" y="2539168"/>
                  </a:lnTo>
                  <a:lnTo>
                    <a:pt x="2790564" y="2520588"/>
                  </a:lnTo>
                  <a:lnTo>
                    <a:pt x="2712930" y="2501643"/>
                  </a:lnTo>
                  <a:lnTo>
                    <a:pt x="2635295" y="2482325"/>
                  </a:lnTo>
                  <a:lnTo>
                    <a:pt x="2557661" y="2462627"/>
                  </a:lnTo>
                  <a:lnTo>
                    <a:pt x="2480027" y="2442542"/>
                  </a:lnTo>
                  <a:lnTo>
                    <a:pt x="2402393" y="2422062"/>
                  </a:lnTo>
                  <a:lnTo>
                    <a:pt x="2324759" y="2401179"/>
                  </a:lnTo>
                  <a:lnTo>
                    <a:pt x="2247125" y="2379885"/>
                  </a:lnTo>
                  <a:lnTo>
                    <a:pt x="2169491" y="2358172"/>
                  </a:lnTo>
                  <a:lnTo>
                    <a:pt x="2091857" y="2336032"/>
                  </a:lnTo>
                  <a:lnTo>
                    <a:pt x="2014223" y="2313456"/>
                  </a:lnTo>
                  <a:lnTo>
                    <a:pt x="1936589" y="2290437"/>
                  </a:lnTo>
                  <a:lnTo>
                    <a:pt x="1858955" y="2266964"/>
                  </a:lnTo>
                  <a:lnTo>
                    <a:pt x="1781321" y="2243030"/>
                  </a:lnTo>
                  <a:lnTo>
                    <a:pt x="1703687" y="2218626"/>
                  </a:lnTo>
                  <a:lnTo>
                    <a:pt x="1626053" y="2193741"/>
                  </a:lnTo>
                  <a:lnTo>
                    <a:pt x="1548419" y="2168367"/>
                  </a:lnTo>
                  <a:lnTo>
                    <a:pt x="1470785" y="2142493"/>
                  </a:lnTo>
                  <a:lnTo>
                    <a:pt x="1393151" y="2116111"/>
                  </a:lnTo>
                  <a:lnTo>
                    <a:pt x="1315517" y="2089210"/>
                  </a:lnTo>
                  <a:lnTo>
                    <a:pt x="1237883" y="2061779"/>
                  </a:lnTo>
                  <a:lnTo>
                    <a:pt x="1160249" y="2033809"/>
                  </a:lnTo>
                  <a:lnTo>
                    <a:pt x="1082615" y="2005289"/>
                  </a:lnTo>
                  <a:lnTo>
                    <a:pt x="1004981" y="1976208"/>
                  </a:lnTo>
                  <a:lnTo>
                    <a:pt x="927346" y="1946555"/>
                  </a:lnTo>
                  <a:lnTo>
                    <a:pt x="849712" y="1916318"/>
                  </a:lnTo>
                  <a:lnTo>
                    <a:pt x="772078" y="1885487"/>
                  </a:lnTo>
                  <a:lnTo>
                    <a:pt x="694444" y="1854050"/>
                  </a:lnTo>
                  <a:lnTo>
                    <a:pt x="616810" y="1821994"/>
                  </a:lnTo>
                  <a:lnTo>
                    <a:pt x="539176" y="1789307"/>
                  </a:lnTo>
                  <a:lnTo>
                    <a:pt x="461542" y="1755978"/>
                  </a:lnTo>
                  <a:lnTo>
                    <a:pt x="383908" y="1721993"/>
                  </a:lnTo>
                  <a:lnTo>
                    <a:pt x="306274" y="1687339"/>
                  </a:lnTo>
                  <a:lnTo>
                    <a:pt x="228640" y="1652004"/>
                  </a:lnTo>
                  <a:lnTo>
                    <a:pt x="151006" y="1615974"/>
                  </a:lnTo>
                  <a:lnTo>
                    <a:pt x="73372" y="1579235"/>
                  </a:lnTo>
                  <a:lnTo>
                    <a:pt x="0" y="15438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2073503"/>
              <a:ext cx="5856013" cy="3178549"/>
            </a:xfrm>
            <a:custGeom>
              <a:avLst/>
              <a:pathLst>
                <a:path w="5856013" h="3178549">
                  <a:moveTo>
                    <a:pt x="0" y="0"/>
                  </a:moveTo>
                  <a:lnTo>
                    <a:pt x="33460" y="89714"/>
                  </a:lnTo>
                  <a:lnTo>
                    <a:pt x="111094" y="285839"/>
                  </a:lnTo>
                  <a:lnTo>
                    <a:pt x="188728" y="470631"/>
                  </a:lnTo>
                  <a:lnTo>
                    <a:pt x="266362" y="644745"/>
                  </a:lnTo>
                  <a:lnTo>
                    <a:pt x="343996" y="808798"/>
                  </a:lnTo>
                  <a:lnTo>
                    <a:pt x="421630" y="963371"/>
                  </a:lnTo>
                  <a:lnTo>
                    <a:pt x="499264" y="1109011"/>
                  </a:lnTo>
                  <a:lnTo>
                    <a:pt x="576898" y="1246236"/>
                  </a:lnTo>
                  <a:lnTo>
                    <a:pt x="654532" y="1375531"/>
                  </a:lnTo>
                  <a:lnTo>
                    <a:pt x="732166" y="1497355"/>
                  </a:lnTo>
                  <a:lnTo>
                    <a:pt x="809800" y="1612140"/>
                  </a:lnTo>
                  <a:lnTo>
                    <a:pt x="887434" y="1720291"/>
                  </a:lnTo>
                  <a:lnTo>
                    <a:pt x="965069" y="1822193"/>
                  </a:lnTo>
                  <a:lnTo>
                    <a:pt x="1042703" y="1918206"/>
                  </a:lnTo>
                  <a:lnTo>
                    <a:pt x="1120337" y="2008671"/>
                  </a:lnTo>
                  <a:lnTo>
                    <a:pt x="1197971" y="2093909"/>
                  </a:lnTo>
                  <a:lnTo>
                    <a:pt x="1275605" y="2174221"/>
                  </a:lnTo>
                  <a:lnTo>
                    <a:pt x="1353239" y="2249893"/>
                  </a:lnTo>
                  <a:lnTo>
                    <a:pt x="1430873" y="2321191"/>
                  </a:lnTo>
                  <a:lnTo>
                    <a:pt x="1508507" y="2388370"/>
                  </a:lnTo>
                  <a:lnTo>
                    <a:pt x="1586141" y="2451667"/>
                  </a:lnTo>
                  <a:lnTo>
                    <a:pt x="1663775" y="2511306"/>
                  </a:lnTo>
                  <a:lnTo>
                    <a:pt x="1741409" y="2567498"/>
                  </a:lnTo>
                  <a:lnTo>
                    <a:pt x="1819043" y="2620444"/>
                  </a:lnTo>
                  <a:lnTo>
                    <a:pt x="1896677" y="2659569"/>
                  </a:lnTo>
                  <a:lnTo>
                    <a:pt x="1974311" y="2675468"/>
                  </a:lnTo>
                  <a:lnTo>
                    <a:pt x="2051945" y="2691060"/>
                  </a:lnTo>
                  <a:lnTo>
                    <a:pt x="2129579" y="2706351"/>
                  </a:lnTo>
                  <a:lnTo>
                    <a:pt x="2207213" y="2721347"/>
                  </a:lnTo>
                  <a:lnTo>
                    <a:pt x="2284847" y="2736055"/>
                  </a:lnTo>
                  <a:lnTo>
                    <a:pt x="2362481" y="2750478"/>
                  </a:lnTo>
                  <a:lnTo>
                    <a:pt x="2440115" y="2764623"/>
                  </a:lnTo>
                  <a:lnTo>
                    <a:pt x="2517749" y="2778495"/>
                  </a:lnTo>
                  <a:lnTo>
                    <a:pt x="2595383" y="2792100"/>
                  </a:lnTo>
                  <a:lnTo>
                    <a:pt x="2673017" y="2805442"/>
                  </a:lnTo>
                  <a:lnTo>
                    <a:pt x="2750652" y="2818527"/>
                  </a:lnTo>
                  <a:lnTo>
                    <a:pt x="2828286" y="2831359"/>
                  </a:lnTo>
                  <a:lnTo>
                    <a:pt x="2905920" y="2843944"/>
                  </a:lnTo>
                  <a:lnTo>
                    <a:pt x="2983554" y="2856286"/>
                  </a:lnTo>
                  <a:lnTo>
                    <a:pt x="3061188" y="2868390"/>
                  </a:lnTo>
                  <a:lnTo>
                    <a:pt x="3138822" y="2880261"/>
                  </a:lnTo>
                  <a:lnTo>
                    <a:pt x="3216456" y="2891902"/>
                  </a:lnTo>
                  <a:lnTo>
                    <a:pt x="3294090" y="2903319"/>
                  </a:lnTo>
                  <a:lnTo>
                    <a:pt x="3371724" y="2914516"/>
                  </a:lnTo>
                  <a:lnTo>
                    <a:pt x="3449358" y="2925497"/>
                  </a:lnTo>
                  <a:lnTo>
                    <a:pt x="3526992" y="2936265"/>
                  </a:lnTo>
                  <a:lnTo>
                    <a:pt x="3604626" y="2946827"/>
                  </a:lnTo>
                  <a:lnTo>
                    <a:pt x="3682260" y="2957184"/>
                  </a:lnTo>
                  <a:lnTo>
                    <a:pt x="3759894" y="2967342"/>
                  </a:lnTo>
                  <a:lnTo>
                    <a:pt x="3837528" y="2977303"/>
                  </a:lnTo>
                  <a:lnTo>
                    <a:pt x="3915162" y="2987073"/>
                  </a:lnTo>
                  <a:lnTo>
                    <a:pt x="3992796" y="2996654"/>
                  </a:lnTo>
                  <a:lnTo>
                    <a:pt x="4070430" y="3006050"/>
                  </a:lnTo>
                  <a:lnTo>
                    <a:pt x="4148064" y="3015265"/>
                  </a:lnTo>
                  <a:lnTo>
                    <a:pt x="4225698" y="3024302"/>
                  </a:lnTo>
                  <a:lnTo>
                    <a:pt x="4303332" y="3033165"/>
                  </a:lnTo>
                  <a:lnTo>
                    <a:pt x="4380966" y="3041857"/>
                  </a:lnTo>
                  <a:lnTo>
                    <a:pt x="4458601" y="3050381"/>
                  </a:lnTo>
                  <a:lnTo>
                    <a:pt x="4536235" y="3058741"/>
                  </a:lnTo>
                  <a:lnTo>
                    <a:pt x="4613869" y="3066940"/>
                  </a:lnTo>
                  <a:lnTo>
                    <a:pt x="4691503" y="3074980"/>
                  </a:lnTo>
                  <a:lnTo>
                    <a:pt x="4769137" y="3082866"/>
                  </a:lnTo>
                  <a:lnTo>
                    <a:pt x="4846771" y="3090599"/>
                  </a:lnTo>
                  <a:lnTo>
                    <a:pt x="4924405" y="3098183"/>
                  </a:lnTo>
                  <a:lnTo>
                    <a:pt x="5002039" y="3105620"/>
                  </a:lnTo>
                  <a:lnTo>
                    <a:pt x="5079673" y="3112915"/>
                  </a:lnTo>
                  <a:lnTo>
                    <a:pt x="5157307" y="3120068"/>
                  </a:lnTo>
                  <a:lnTo>
                    <a:pt x="5234941" y="3127084"/>
                  </a:lnTo>
                  <a:lnTo>
                    <a:pt x="5312575" y="3133964"/>
                  </a:lnTo>
                  <a:lnTo>
                    <a:pt x="5390209" y="3140711"/>
                  </a:lnTo>
                  <a:lnTo>
                    <a:pt x="5467843" y="3147329"/>
                  </a:lnTo>
                  <a:lnTo>
                    <a:pt x="5545477" y="3153818"/>
                  </a:lnTo>
                  <a:lnTo>
                    <a:pt x="5623111" y="3160183"/>
                  </a:lnTo>
                  <a:lnTo>
                    <a:pt x="5700745" y="3166424"/>
                  </a:lnTo>
                  <a:lnTo>
                    <a:pt x="5778379" y="3172546"/>
                  </a:lnTo>
                  <a:lnTo>
                    <a:pt x="5856013" y="317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17333"/>
              <a:ext cx="7370972" cy="1900836"/>
            </a:xfrm>
            <a:custGeom>
              <a:avLst/>
              <a:pathLst>
                <a:path w="7370972" h="1900836">
                  <a:moveTo>
                    <a:pt x="7370972" y="1900836"/>
                  </a:moveTo>
                  <a:lnTo>
                    <a:pt x="7293338" y="1898440"/>
                  </a:lnTo>
                  <a:lnTo>
                    <a:pt x="7215704" y="1895896"/>
                  </a:lnTo>
                  <a:lnTo>
                    <a:pt x="7138070" y="1893196"/>
                  </a:lnTo>
                  <a:lnTo>
                    <a:pt x="7060436" y="1890331"/>
                  </a:lnTo>
                  <a:lnTo>
                    <a:pt x="6982802" y="1887290"/>
                  </a:lnTo>
                  <a:lnTo>
                    <a:pt x="6905168" y="1884062"/>
                  </a:lnTo>
                  <a:lnTo>
                    <a:pt x="6827534" y="1880637"/>
                  </a:lnTo>
                  <a:lnTo>
                    <a:pt x="6749900" y="1877001"/>
                  </a:lnTo>
                  <a:lnTo>
                    <a:pt x="6672266" y="1873142"/>
                  </a:lnTo>
                  <a:lnTo>
                    <a:pt x="6594632" y="1869047"/>
                  </a:lnTo>
                  <a:lnTo>
                    <a:pt x="6516998" y="1864701"/>
                  </a:lnTo>
                  <a:lnTo>
                    <a:pt x="6439364" y="1860088"/>
                  </a:lnTo>
                  <a:lnTo>
                    <a:pt x="6361730" y="1855192"/>
                  </a:lnTo>
                  <a:lnTo>
                    <a:pt x="6284096" y="1849996"/>
                  </a:lnTo>
                  <a:lnTo>
                    <a:pt x="6206462" y="1844481"/>
                  </a:lnTo>
                  <a:lnTo>
                    <a:pt x="6128827" y="1838628"/>
                  </a:lnTo>
                  <a:lnTo>
                    <a:pt x="6051193" y="1832416"/>
                  </a:lnTo>
                  <a:lnTo>
                    <a:pt x="5973559" y="1825824"/>
                  </a:lnTo>
                  <a:lnTo>
                    <a:pt x="5895925" y="1818826"/>
                  </a:lnTo>
                  <a:lnTo>
                    <a:pt x="5818291" y="1811400"/>
                  </a:lnTo>
                  <a:lnTo>
                    <a:pt x="5740657" y="1803518"/>
                  </a:lnTo>
                  <a:lnTo>
                    <a:pt x="5663023" y="1795153"/>
                  </a:lnTo>
                  <a:lnTo>
                    <a:pt x="5585389" y="1786275"/>
                  </a:lnTo>
                  <a:lnTo>
                    <a:pt x="5507755" y="1776852"/>
                  </a:lnTo>
                  <a:lnTo>
                    <a:pt x="5430121" y="1766851"/>
                  </a:lnTo>
                  <a:lnTo>
                    <a:pt x="5352487" y="1756237"/>
                  </a:lnTo>
                  <a:lnTo>
                    <a:pt x="5274853" y="1744973"/>
                  </a:lnTo>
                  <a:lnTo>
                    <a:pt x="5197219" y="1733017"/>
                  </a:lnTo>
                  <a:lnTo>
                    <a:pt x="5119585" y="1720328"/>
                  </a:lnTo>
                  <a:lnTo>
                    <a:pt x="5041951" y="1706861"/>
                  </a:lnTo>
                  <a:lnTo>
                    <a:pt x="4964317" y="1692567"/>
                  </a:lnTo>
                  <a:lnTo>
                    <a:pt x="4886683" y="1677398"/>
                  </a:lnTo>
                  <a:lnTo>
                    <a:pt x="4809049" y="1661298"/>
                  </a:lnTo>
                  <a:lnTo>
                    <a:pt x="4731415" y="1644210"/>
                  </a:lnTo>
                  <a:lnTo>
                    <a:pt x="4653781" y="1626075"/>
                  </a:lnTo>
                  <a:lnTo>
                    <a:pt x="4576147" y="1606827"/>
                  </a:lnTo>
                  <a:lnTo>
                    <a:pt x="4498513" y="1586399"/>
                  </a:lnTo>
                  <a:lnTo>
                    <a:pt x="4420879" y="1564718"/>
                  </a:lnTo>
                  <a:lnTo>
                    <a:pt x="4343244" y="1541707"/>
                  </a:lnTo>
                  <a:lnTo>
                    <a:pt x="4265610" y="1517285"/>
                  </a:lnTo>
                  <a:lnTo>
                    <a:pt x="4187976" y="1491366"/>
                  </a:lnTo>
                  <a:lnTo>
                    <a:pt x="4110342" y="1463857"/>
                  </a:lnTo>
                  <a:lnTo>
                    <a:pt x="4032708" y="1434660"/>
                  </a:lnTo>
                  <a:lnTo>
                    <a:pt x="3955074" y="1403673"/>
                  </a:lnTo>
                  <a:lnTo>
                    <a:pt x="3877440" y="1370786"/>
                  </a:lnTo>
                  <a:lnTo>
                    <a:pt x="3799806" y="1335881"/>
                  </a:lnTo>
                  <a:lnTo>
                    <a:pt x="3722172" y="1298836"/>
                  </a:lnTo>
                  <a:lnTo>
                    <a:pt x="3644538" y="1259519"/>
                  </a:lnTo>
                  <a:lnTo>
                    <a:pt x="3566904" y="1217791"/>
                  </a:lnTo>
                  <a:lnTo>
                    <a:pt x="3489270" y="1173504"/>
                  </a:lnTo>
                  <a:lnTo>
                    <a:pt x="3411636" y="1126500"/>
                  </a:lnTo>
                  <a:lnTo>
                    <a:pt x="3334002" y="1099528"/>
                  </a:lnTo>
                  <a:lnTo>
                    <a:pt x="3256368" y="1082997"/>
                  </a:lnTo>
                  <a:lnTo>
                    <a:pt x="3178734" y="1066142"/>
                  </a:lnTo>
                  <a:lnTo>
                    <a:pt x="3101100" y="1048955"/>
                  </a:lnTo>
                  <a:lnTo>
                    <a:pt x="3023466" y="1031429"/>
                  </a:lnTo>
                  <a:lnTo>
                    <a:pt x="2945832" y="1013560"/>
                  </a:lnTo>
                  <a:lnTo>
                    <a:pt x="2868198" y="995338"/>
                  </a:lnTo>
                  <a:lnTo>
                    <a:pt x="2790564" y="976758"/>
                  </a:lnTo>
                  <a:lnTo>
                    <a:pt x="2712930" y="957813"/>
                  </a:lnTo>
                  <a:lnTo>
                    <a:pt x="2635295" y="938495"/>
                  </a:lnTo>
                  <a:lnTo>
                    <a:pt x="2557661" y="918797"/>
                  </a:lnTo>
                  <a:lnTo>
                    <a:pt x="2480027" y="898712"/>
                  </a:lnTo>
                  <a:lnTo>
                    <a:pt x="2402393" y="878232"/>
                  </a:lnTo>
                  <a:lnTo>
                    <a:pt x="2324759" y="857349"/>
                  </a:lnTo>
                  <a:lnTo>
                    <a:pt x="2247125" y="836055"/>
                  </a:lnTo>
                  <a:lnTo>
                    <a:pt x="2169491" y="814342"/>
                  </a:lnTo>
                  <a:lnTo>
                    <a:pt x="2091857" y="792202"/>
                  </a:lnTo>
                  <a:lnTo>
                    <a:pt x="2014223" y="769626"/>
                  </a:lnTo>
                  <a:lnTo>
                    <a:pt x="1936589" y="746607"/>
                  </a:lnTo>
                  <a:lnTo>
                    <a:pt x="1858955" y="723134"/>
                  </a:lnTo>
                  <a:lnTo>
                    <a:pt x="1781321" y="699200"/>
                  </a:lnTo>
                  <a:lnTo>
                    <a:pt x="1703687" y="674796"/>
                  </a:lnTo>
                  <a:lnTo>
                    <a:pt x="1626053" y="649911"/>
                  </a:lnTo>
                  <a:lnTo>
                    <a:pt x="1548419" y="624537"/>
                  </a:lnTo>
                  <a:lnTo>
                    <a:pt x="1470785" y="598663"/>
                  </a:lnTo>
                  <a:lnTo>
                    <a:pt x="1393151" y="572281"/>
                  </a:lnTo>
                  <a:lnTo>
                    <a:pt x="1315517" y="545380"/>
                  </a:lnTo>
                  <a:lnTo>
                    <a:pt x="1237883" y="517949"/>
                  </a:lnTo>
                  <a:lnTo>
                    <a:pt x="1160249" y="489979"/>
                  </a:lnTo>
                  <a:lnTo>
                    <a:pt x="1082615" y="461459"/>
                  </a:lnTo>
                  <a:lnTo>
                    <a:pt x="1004981" y="432378"/>
                  </a:lnTo>
                  <a:lnTo>
                    <a:pt x="927346" y="402725"/>
                  </a:lnTo>
                  <a:lnTo>
                    <a:pt x="849712" y="372488"/>
                  </a:lnTo>
                  <a:lnTo>
                    <a:pt x="772078" y="341657"/>
                  </a:lnTo>
                  <a:lnTo>
                    <a:pt x="694444" y="310220"/>
                  </a:lnTo>
                  <a:lnTo>
                    <a:pt x="616810" y="278164"/>
                  </a:lnTo>
                  <a:lnTo>
                    <a:pt x="539176" y="245477"/>
                  </a:lnTo>
                  <a:lnTo>
                    <a:pt x="461542" y="212148"/>
                  </a:lnTo>
                  <a:lnTo>
                    <a:pt x="383908" y="178163"/>
                  </a:lnTo>
                  <a:lnTo>
                    <a:pt x="306274" y="143509"/>
                  </a:lnTo>
                  <a:lnTo>
                    <a:pt x="228640" y="108174"/>
                  </a:lnTo>
                  <a:lnTo>
                    <a:pt x="151006" y="72144"/>
                  </a:lnTo>
                  <a:lnTo>
                    <a:pt x="73372" y="354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2073503"/>
              <a:ext cx="6804975" cy="3374535"/>
            </a:xfrm>
            <a:custGeom>
              <a:avLst/>
              <a:pathLst>
                <a:path w="6804975" h="3374535">
                  <a:moveTo>
                    <a:pt x="0" y="0"/>
                  </a:moveTo>
                  <a:lnTo>
                    <a:pt x="50813" y="89511"/>
                  </a:lnTo>
                  <a:lnTo>
                    <a:pt x="128447" y="220971"/>
                  </a:lnTo>
                  <a:lnTo>
                    <a:pt x="206081" y="347341"/>
                  </a:lnTo>
                  <a:lnTo>
                    <a:pt x="283715" y="468815"/>
                  </a:lnTo>
                  <a:lnTo>
                    <a:pt x="361349" y="585585"/>
                  </a:lnTo>
                  <a:lnTo>
                    <a:pt x="438983" y="697833"/>
                  </a:lnTo>
                  <a:lnTo>
                    <a:pt x="516617" y="805733"/>
                  </a:lnTo>
                  <a:lnTo>
                    <a:pt x="594251" y="909454"/>
                  </a:lnTo>
                  <a:lnTo>
                    <a:pt x="671885" y="1009158"/>
                  </a:lnTo>
                  <a:lnTo>
                    <a:pt x="749519" y="1105000"/>
                  </a:lnTo>
                  <a:lnTo>
                    <a:pt x="827153" y="1197130"/>
                  </a:lnTo>
                  <a:lnTo>
                    <a:pt x="904787" y="1285692"/>
                  </a:lnTo>
                  <a:lnTo>
                    <a:pt x="982422" y="1370824"/>
                  </a:lnTo>
                  <a:lnTo>
                    <a:pt x="1060056" y="1452659"/>
                  </a:lnTo>
                  <a:lnTo>
                    <a:pt x="1137690" y="1531324"/>
                  </a:lnTo>
                  <a:lnTo>
                    <a:pt x="1215324" y="1606942"/>
                  </a:lnTo>
                  <a:lnTo>
                    <a:pt x="1292958" y="1679632"/>
                  </a:lnTo>
                  <a:lnTo>
                    <a:pt x="1370592" y="1749506"/>
                  </a:lnTo>
                  <a:lnTo>
                    <a:pt x="1448226" y="1816674"/>
                  </a:lnTo>
                  <a:lnTo>
                    <a:pt x="1525860" y="1881241"/>
                  </a:lnTo>
                  <a:lnTo>
                    <a:pt x="1603494" y="1943307"/>
                  </a:lnTo>
                  <a:lnTo>
                    <a:pt x="1681128" y="2002969"/>
                  </a:lnTo>
                  <a:lnTo>
                    <a:pt x="1758762" y="2060320"/>
                  </a:lnTo>
                  <a:lnTo>
                    <a:pt x="1836396" y="2115451"/>
                  </a:lnTo>
                  <a:lnTo>
                    <a:pt x="1914030" y="2168445"/>
                  </a:lnTo>
                  <a:lnTo>
                    <a:pt x="1991664" y="2219388"/>
                  </a:lnTo>
                  <a:lnTo>
                    <a:pt x="2069298" y="2268357"/>
                  </a:lnTo>
                  <a:lnTo>
                    <a:pt x="2146932" y="2315430"/>
                  </a:lnTo>
                  <a:lnTo>
                    <a:pt x="2224566" y="2360679"/>
                  </a:lnTo>
                  <a:lnTo>
                    <a:pt x="2302200" y="2404176"/>
                  </a:lnTo>
                  <a:lnTo>
                    <a:pt x="2379834" y="2445989"/>
                  </a:lnTo>
                  <a:lnTo>
                    <a:pt x="2457468" y="2486182"/>
                  </a:lnTo>
                  <a:lnTo>
                    <a:pt x="2535102" y="2524818"/>
                  </a:lnTo>
                  <a:lnTo>
                    <a:pt x="2612736" y="2561958"/>
                  </a:lnTo>
                  <a:lnTo>
                    <a:pt x="2690370" y="2597659"/>
                  </a:lnTo>
                  <a:lnTo>
                    <a:pt x="2768005" y="2631978"/>
                  </a:lnTo>
                  <a:lnTo>
                    <a:pt x="2845639" y="2664967"/>
                  </a:lnTo>
                  <a:lnTo>
                    <a:pt x="2923273" y="2696679"/>
                  </a:lnTo>
                  <a:lnTo>
                    <a:pt x="3000907" y="2727163"/>
                  </a:lnTo>
                  <a:lnTo>
                    <a:pt x="3078541" y="2756466"/>
                  </a:lnTo>
                  <a:lnTo>
                    <a:pt x="3156175" y="2784634"/>
                  </a:lnTo>
                  <a:lnTo>
                    <a:pt x="3233809" y="2811711"/>
                  </a:lnTo>
                  <a:lnTo>
                    <a:pt x="3311443" y="2837739"/>
                  </a:lnTo>
                  <a:lnTo>
                    <a:pt x="3389077" y="2862759"/>
                  </a:lnTo>
                  <a:lnTo>
                    <a:pt x="3466711" y="2886810"/>
                  </a:lnTo>
                  <a:lnTo>
                    <a:pt x="3544345" y="2909930"/>
                  </a:lnTo>
                  <a:lnTo>
                    <a:pt x="3621979" y="2932154"/>
                  </a:lnTo>
                  <a:lnTo>
                    <a:pt x="3699613" y="2953518"/>
                  </a:lnTo>
                  <a:lnTo>
                    <a:pt x="3777247" y="2974054"/>
                  </a:lnTo>
                  <a:lnTo>
                    <a:pt x="3854881" y="2993795"/>
                  </a:lnTo>
                  <a:lnTo>
                    <a:pt x="3932515" y="3012771"/>
                  </a:lnTo>
                  <a:lnTo>
                    <a:pt x="4010149" y="3031012"/>
                  </a:lnTo>
                  <a:lnTo>
                    <a:pt x="4087783" y="3048546"/>
                  </a:lnTo>
                  <a:lnTo>
                    <a:pt x="4165417" y="3065402"/>
                  </a:lnTo>
                  <a:lnTo>
                    <a:pt x="4243051" y="3081605"/>
                  </a:lnTo>
                  <a:lnTo>
                    <a:pt x="4320685" y="3097180"/>
                  </a:lnTo>
                  <a:lnTo>
                    <a:pt x="4398319" y="3112152"/>
                  </a:lnTo>
                  <a:lnTo>
                    <a:pt x="4475954" y="3126544"/>
                  </a:lnTo>
                  <a:lnTo>
                    <a:pt x="4553588" y="3140379"/>
                  </a:lnTo>
                  <a:lnTo>
                    <a:pt x="4631222" y="3153677"/>
                  </a:lnTo>
                  <a:lnTo>
                    <a:pt x="4708856" y="3166461"/>
                  </a:lnTo>
                  <a:lnTo>
                    <a:pt x="4786490" y="3178750"/>
                  </a:lnTo>
                  <a:lnTo>
                    <a:pt x="4864124" y="3190562"/>
                  </a:lnTo>
                  <a:lnTo>
                    <a:pt x="4941758" y="3201918"/>
                  </a:lnTo>
                  <a:lnTo>
                    <a:pt x="5019392" y="3212833"/>
                  </a:lnTo>
                  <a:lnTo>
                    <a:pt x="5097026" y="3223326"/>
                  </a:lnTo>
                  <a:lnTo>
                    <a:pt x="5174660" y="3233412"/>
                  </a:lnTo>
                  <a:lnTo>
                    <a:pt x="5252294" y="3243108"/>
                  </a:lnTo>
                  <a:lnTo>
                    <a:pt x="5329928" y="3252428"/>
                  </a:lnTo>
                  <a:lnTo>
                    <a:pt x="5407562" y="3261387"/>
                  </a:lnTo>
                  <a:lnTo>
                    <a:pt x="5485196" y="3269999"/>
                  </a:lnTo>
                  <a:lnTo>
                    <a:pt x="5562830" y="3278277"/>
                  </a:lnTo>
                  <a:lnTo>
                    <a:pt x="5640464" y="3286235"/>
                  </a:lnTo>
                  <a:lnTo>
                    <a:pt x="5718098" y="3293885"/>
                  </a:lnTo>
                  <a:lnTo>
                    <a:pt x="5795732" y="3301238"/>
                  </a:lnTo>
                  <a:lnTo>
                    <a:pt x="5873366" y="3308307"/>
                  </a:lnTo>
                  <a:lnTo>
                    <a:pt x="5951000" y="3315102"/>
                  </a:lnTo>
                  <a:lnTo>
                    <a:pt x="6028634" y="3321634"/>
                  </a:lnTo>
                  <a:lnTo>
                    <a:pt x="6106268" y="3327912"/>
                  </a:lnTo>
                  <a:lnTo>
                    <a:pt x="6183903" y="3333948"/>
                  </a:lnTo>
                  <a:lnTo>
                    <a:pt x="6261537" y="3339750"/>
                  </a:lnTo>
                  <a:lnTo>
                    <a:pt x="6339171" y="3345327"/>
                  </a:lnTo>
                  <a:lnTo>
                    <a:pt x="6416805" y="3350688"/>
                  </a:lnTo>
                  <a:lnTo>
                    <a:pt x="6494439" y="3355841"/>
                  </a:lnTo>
                  <a:lnTo>
                    <a:pt x="6572073" y="3360795"/>
                  </a:lnTo>
                  <a:lnTo>
                    <a:pt x="6649707" y="3365557"/>
                  </a:lnTo>
                  <a:lnTo>
                    <a:pt x="6727341" y="3370135"/>
                  </a:lnTo>
                  <a:lnTo>
                    <a:pt x="6804975" y="3374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2332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2026-06-02T08:49:28Z</dcterms:modified>
  <cp:category/>
</cp:coreProperties>
</file>