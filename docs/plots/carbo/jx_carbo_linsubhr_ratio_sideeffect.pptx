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1669"/>
            </a:xfrm>
            <a:custGeom>
              <a:avLst/>
              <a:pathLst>
                <a:path w="7370972" h="3611669">
                  <a:moveTo>
                    <a:pt x="1514958" y="0"/>
                  </a:moveTo>
                  <a:lnTo>
                    <a:pt x="1548419" y="94064"/>
                  </a:lnTo>
                  <a:lnTo>
                    <a:pt x="1626053" y="299697"/>
                  </a:lnTo>
                  <a:lnTo>
                    <a:pt x="1703687" y="493448"/>
                  </a:lnTo>
                  <a:lnTo>
                    <a:pt x="1781321" y="676003"/>
                  </a:lnTo>
                  <a:lnTo>
                    <a:pt x="1858955" y="848010"/>
                  </a:lnTo>
                  <a:lnTo>
                    <a:pt x="1936589" y="1010076"/>
                  </a:lnTo>
                  <a:lnTo>
                    <a:pt x="2014223" y="1162778"/>
                  </a:lnTo>
                  <a:lnTo>
                    <a:pt x="2091857" y="1306655"/>
                  </a:lnTo>
                  <a:lnTo>
                    <a:pt x="2169491" y="1442219"/>
                  </a:lnTo>
                  <a:lnTo>
                    <a:pt x="2247125" y="1569949"/>
                  </a:lnTo>
                  <a:lnTo>
                    <a:pt x="2324759" y="1690298"/>
                  </a:lnTo>
                  <a:lnTo>
                    <a:pt x="2402393" y="1803693"/>
                  </a:lnTo>
                  <a:lnTo>
                    <a:pt x="2480027" y="1910535"/>
                  </a:lnTo>
                  <a:lnTo>
                    <a:pt x="2557661" y="2011204"/>
                  </a:lnTo>
                  <a:lnTo>
                    <a:pt x="2635295" y="2106055"/>
                  </a:lnTo>
                  <a:lnTo>
                    <a:pt x="2712930" y="2195425"/>
                  </a:lnTo>
                  <a:lnTo>
                    <a:pt x="2790564" y="2279631"/>
                  </a:lnTo>
                  <a:lnTo>
                    <a:pt x="2868198" y="2358971"/>
                  </a:lnTo>
                  <a:lnTo>
                    <a:pt x="2945832" y="2433726"/>
                  </a:lnTo>
                  <a:lnTo>
                    <a:pt x="3023466" y="2504161"/>
                  </a:lnTo>
                  <a:lnTo>
                    <a:pt x="3101100" y="2570527"/>
                  </a:lnTo>
                  <a:lnTo>
                    <a:pt x="3178734" y="2633057"/>
                  </a:lnTo>
                  <a:lnTo>
                    <a:pt x="3256368" y="2691974"/>
                  </a:lnTo>
                  <a:lnTo>
                    <a:pt x="3334002" y="2747487"/>
                  </a:lnTo>
                  <a:lnTo>
                    <a:pt x="3411636" y="2788509"/>
                  </a:lnTo>
                  <a:lnTo>
                    <a:pt x="3489270" y="2805178"/>
                  </a:lnTo>
                  <a:lnTo>
                    <a:pt x="3566904" y="2821526"/>
                  </a:lnTo>
                  <a:lnTo>
                    <a:pt x="3644538" y="2837559"/>
                  </a:lnTo>
                  <a:lnTo>
                    <a:pt x="3722172" y="2853282"/>
                  </a:lnTo>
                  <a:lnTo>
                    <a:pt x="3799806" y="2868702"/>
                  </a:lnTo>
                  <a:lnTo>
                    <a:pt x="3877440" y="2883825"/>
                  </a:lnTo>
                  <a:lnTo>
                    <a:pt x="3955074" y="2898656"/>
                  </a:lnTo>
                  <a:lnTo>
                    <a:pt x="4032708" y="2913201"/>
                  </a:lnTo>
                  <a:lnTo>
                    <a:pt x="4110342" y="2927465"/>
                  </a:lnTo>
                  <a:lnTo>
                    <a:pt x="4187976" y="2941454"/>
                  </a:lnTo>
                  <a:lnTo>
                    <a:pt x="4265610" y="2955173"/>
                  </a:lnTo>
                  <a:lnTo>
                    <a:pt x="4343244" y="2968627"/>
                  </a:lnTo>
                  <a:lnTo>
                    <a:pt x="4420879" y="2981822"/>
                  </a:lnTo>
                  <a:lnTo>
                    <a:pt x="4498513" y="2994763"/>
                  </a:lnTo>
                  <a:lnTo>
                    <a:pt x="4576147" y="3007454"/>
                  </a:lnTo>
                  <a:lnTo>
                    <a:pt x="4653781" y="3019900"/>
                  </a:lnTo>
                  <a:lnTo>
                    <a:pt x="4731415" y="3032106"/>
                  </a:lnTo>
                  <a:lnTo>
                    <a:pt x="4809049" y="3044076"/>
                  </a:lnTo>
                  <a:lnTo>
                    <a:pt x="4886683" y="3055816"/>
                  </a:lnTo>
                  <a:lnTo>
                    <a:pt x="4964317" y="3067329"/>
                  </a:lnTo>
                  <a:lnTo>
                    <a:pt x="5041951" y="3078620"/>
                  </a:lnTo>
                  <a:lnTo>
                    <a:pt x="5119585" y="3089693"/>
                  </a:lnTo>
                  <a:lnTo>
                    <a:pt x="5197219" y="3100552"/>
                  </a:lnTo>
                  <a:lnTo>
                    <a:pt x="5274853" y="3111203"/>
                  </a:lnTo>
                  <a:lnTo>
                    <a:pt x="5352487" y="3121647"/>
                  </a:lnTo>
                  <a:lnTo>
                    <a:pt x="5430121" y="3131890"/>
                  </a:lnTo>
                  <a:lnTo>
                    <a:pt x="5507755" y="3141936"/>
                  </a:lnTo>
                  <a:lnTo>
                    <a:pt x="5585389" y="3151788"/>
                  </a:lnTo>
                  <a:lnTo>
                    <a:pt x="5663023" y="3161449"/>
                  </a:lnTo>
                  <a:lnTo>
                    <a:pt x="5740657" y="3170925"/>
                  </a:lnTo>
                  <a:lnTo>
                    <a:pt x="5818291" y="3180217"/>
                  </a:lnTo>
                  <a:lnTo>
                    <a:pt x="5895925" y="3189331"/>
                  </a:lnTo>
                  <a:lnTo>
                    <a:pt x="5973559" y="3198268"/>
                  </a:lnTo>
                  <a:lnTo>
                    <a:pt x="6051193" y="3207033"/>
                  </a:lnTo>
                  <a:lnTo>
                    <a:pt x="6128827" y="3215629"/>
                  </a:lnTo>
                  <a:lnTo>
                    <a:pt x="6206462" y="3224060"/>
                  </a:lnTo>
                  <a:lnTo>
                    <a:pt x="6284096" y="3232327"/>
                  </a:lnTo>
                  <a:lnTo>
                    <a:pt x="6361730" y="3240435"/>
                  </a:lnTo>
                  <a:lnTo>
                    <a:pt x="6439364" y="3248387"/>
                  </a:lnTo>
                  <a:lnTo>
                    <a:pt x="6516998" y="3256185"/>
                  </a:lnTo>
                  <a:lnTo>
                    <a:pt x="6594632" y="3263833"/>
                  </a:lnTo>
                  <a:lnTo>
                    <a:pt x="6672266" y="3271333"/>
                  </a:lnTo>
                  <a:lnTo>
                    <a:pt x="6749900" y="3278689"/>
                  </a:lnTo>
                  <a:lnTo>
                    <a:pt x="6827534" y="3285903"/>
                  </a:lnTo>
                  <a:lnTo>
                    <a:pt x="6905168" y="3292977"/>
                  </a:lnTo>
                  <a:lnTo>
                    <a:pt x="6982802" y="3299916"/>
                  </a:lnTo>
                  <a:lnTo>
                    <a:pt x="7060436" y="3306720"/>
                  </a:lnTo>
                  <a:lnTo>
                    <a:pt x="7138070" y="3313393"/>
                  </a:lnTo>
                  <a:lnTo>
                    <a:pt x="7215704" y="3319937"/>
                  </a:lnTo>
                  <a:lnTo>
                    <a:pt x="7293338" y="3326355"/>
                  </a:lnTo>
                  <a:lnTo>
                    <a:pt x="7370972" y="3332649"/>
                  </a:lnTo>
                  <a:lnTo>
                    <a:pt x="7370972" y="3611669"/>
                  </a:lnTo>
                  <a:lnTo>
                    <a:pt x="7293338" y="3609156"/>
                  </a:lnTo>
                  <a:lnTo>
                    <a:pt x="7215704" y="3606488"/>
                  </a:lnTo>
                  <a:lnTo>
                    <a:pt x="7138070" y="3603658"/>
                  </a:lnTo>
                  <a:lnTo>
                    <a:pt x="7060436" y="3600654"/>
                  </a:lnTo>
                  <a:lnTo>
                    <a:pt x="6982802" y="3597465"/>
                  </a:lnTo>
                  <a:lnTo>
                    <a:pt x="6905168" y="3594081"/>
                  </a:lnTo>
                  <a:lnTo>
                    <a:pt x="6827534" y="3590490"/>
                  </a:lnTo>
                  <a:lnTo>
                    <a:pt x="6749900" y="3586678"/>
                  </a:lnTo>
                  <a:lnTo>
                    <a:pt x="6672266" y="3582632"/>
                  </a:lnTo>
                  <a:lnTo>
                    <a:pt x="6594632" y="3578338"/>
                  </a:lnTo>
                  <a:lnTo>
                    <a:pt x="6516998" y="3573781"/>
                  </a:lnTo>
                  <a:lnTo>
                    <a:pt x="6439364" y="3568945"/>
                  </a:lnTo>
                  <a:lnTo>
                    <a:pt x="6361730" y="3563812"/>
                  </a:lnTo>
                  <a:lnTo>
                    <a:pt x="6284096" y="3558364"/>
                  </a:lnTo>
                  <a:lnTo>
                    <a:pt x="6206462" y="3552581"/>
                  </a:lnTo>
                  <a:lnTo>
                    <a:pt x="6128827" y="3546445"/>
                  </a:lnTo>
                  <a:lnTo>
                    <a:pt x="6051193" y="3539932"/>
                  </a:lnTo>
                  <a:lnTo>
                    <a:pt x="5973559" y="3533019"/>
                  </a:lnTo>
                  <a:lnTo>
                    <a:pt x="5895925" y="3525683"/>
                  </a:lnTo>
                  <a:lnTo>
                    <a:pt x="5818291" y="3517896"/>
                  </a:lnTo>
                  <a:lnTo>
                    <a:pt x="5740657" y="3509632"/>
                  </a:lnTo>
                  <a:lnTo>
                    <a:pt x="5663023" y="3500862"/>
                  </a:lnTo>
                  <a:lnTo>
                    <a:pt x="5585389" y="3491553"/>
                  </a:lnTo>
                  <a:lnTo>
                    <a:pt x="5507755" y="3481673"/>
                  </a:lnTo>
                  <a:lnTo>
                    <a:pt x="5430121" y="3471188"/>
                  </a:lnTo>
                  <a:lnTo>
                    <a:pt x="5352487" y="3460059"/>
                  </a:lnTo>
                  <a:lnTo>
                    <a:pt x="5274853" y="3448248"/>
                  </a:lnTo>
                  <a:lnTo>
                    <a:pt x="5197219" y="3435713"/>
                  </a:lnTo>
                  <a:lnTo>
                    <a:pt x="5119585" y="3422409"/>
                  </a:lnTo>
                  <a:lnTo>
                    <a:pt x="5041951" y="3408289"/>
                  </a:lnTo>
                  <a:lnTo>
                    <a:pt x="4964317" y="3393303"/>
                  </a:lnTo>
                  <a:lnTo>
                    <a:pt x="4886683" y="3377397"/>
                  </a:lnTo>
                  <a:lnTo>
                    <a:pt x="4809049" y="3360517"/>
                  </a:lnTo>
                  <a:lnTo>
                    <a:pt x="4731415" y="3342601"/>
                  </a:lnTo>
                  <a:lnTo>
                    <a:pt x="4653781" y="3323586"/>
                  </a:lnTo>
                  <a:lnTo>
                    <a:pt x="4576147" y="3303405"/>
                  </a:lnTo>
                  <a:lnTo>
                    <a:pt x="4498513" y="3281987"/>
                  </a:lnTo>
                  <a:lnTo>
                    <a:pt x="4420879" y="3259255"/>
                  </a:lnTo>
                  <a:lnTo>
                    <a:pt x="4343244" y="3235129"/>
                  </a:lnTo>
                  <a:lnTo>
                    <a:pt x="4265610" y="3209523"/>
                  </a:lnTo>
                  <a:lnTo>
                    <a:pt x="4187976" y="3182346"/>
                  </a:lnTo>
                  <a:lnTo>
                    <a:pt x="4110342" y="3153503"/>
                  </a:lnTo>
                  <a:lnTo>
                    <a:pt x="4032708" y="3122892"/>
                  </a:lnTo>
                  <a:lnTo>
                    <a:pt x="3955074" y="3090402"/>
                  </a:lnTo>
                  <a:lnTo>
                    <a:pt x="3877440" y="3055920"/>
                  </a:lnTo>
                  <a:lnTo>
                    <a:pt x="3799806" y="3019324"/>
                  </a:lnTo>
                  <a:lnTo>
                    <a:pt x="3722172" y="2980483"/>
                  </a:lnTo>
                  <a:lnTo>
                    <a:pt x="3644538" y="2939260"/>
                  </a:lnTo>
                  <a:lnTo>
                    <a:pt x="3566904" y="2895508"/>
                  </a:lnTo>
                  <a:lnTo>
                    <a:pt x="3489270" y="2849074"/>
                  </a:lnTo>
                  <a:lnTo>
                    <a:pt x="3411636" y="2799792"/>
                  </a:lnTo>
                  <a:lnTo>
                    <a:pt x="3334002" y="2771511"/>
                  </a:lnTo>
                  <a:lnTo>
                    <a:pt x="3256368" y="2754179"/>
                  </a:lnTo>
                  <a:lnTo>
                    <a:pt x="3178734" y="2736507"/>
                  </a:lnTo>
                  <a:lnTo>
                    <a:pt x="3101100" y="2718486"/>
                  </a:lnTo>
                  <a:lnTo>
                    <a:pt x="3023466" y="2700112"/>
                  </a:lnTo>
                  <a:lnTo>
                    <a:pt x="2945832" y="2681375"/>
                  </a:lnTo>
                  <a:lnTo>
                    <a:pt x="2868198" y="2662271"/>
                  </a:lnTo>
                  <a:lnTo>
                    <a:pt x="2790564" y="2642790"/>
                  </a:lnTo>
                  <a:lnTo>
                    <a:pt x="2712930" y="2622926"/>
                  </a:lnTo>
                  <a:lnTo>
                    <a:pt x="2635295" y="2602672"/>
                  </a:lnTo>
                  <a:lnTo>
                    <a:pt x="2557661" y="2582019"/>
                  </a:lnTo>
                  <a:lnTo>
                    <a:pt x="2480027" y="2560960"/>
                  </a:lnTo>
                  <a:lnTo>
                    <a:pt x="2402393" y="2539487"/>
                  </a:lnTo>
                  <a:lnTo>
                    <a:pt x="2324759" y="2517591"/>
                  </a:lnTo>
                  <a:lnTo>
                    <a:pt x="2247125" y="2495265"/>
                  </a:lnTo>
                  <a:lnTo>
                    <a:pt x="2169491" y="2472499"/>
                  </a:lnTo>
                  <a:lnTo>
                    <a:pt x="2091857" y="2449286"/>
                  </a:lnTo>
                  <a:lnTo>
                    <a:pt x="2014223" y="2425616"/>
                  </a:lnTo>
                  <a:lnTo>
                    <a:pt x="1936589" y="2401480"/>
                  </a:lnTo>
                  <a:lnTo>
                    <a:pt x="1858955" y="2376870"/>
                  </a:lnTo>
                  <a:lnTo>
                    <a:pt x="1781321" y="2351776"/>
                  </a:lnTo>
                  <a:lnTo>
                    <a:pt x="1703687" y="2326188"/>
                  </a:lnTo>
                  <a:lnTo>
                    <a:pt x="1626053" y="2300096"/>
                  </a:lnTo>
                  <a:lnTo>
                    <a:pt x="1548419" y="2273492"/>
                  </a:lnTo>
                  <a:lnTo>
                    <a:pt x="1470785" y="2246364"/>
                  </a:lnTo>
                  <a:lnTo>
                    <a:pt x="1393151" y="2218703"/>
                  </a:lnTo>
                  <a:lnTo>
                    <a:pt x="1315517" y="2190497"/>
                  </a:lnTo>
                  <a:lnTo>
                    <a:pt x="1237883" y="2161737"/>
                  </a:lnTo>
                  <a:lnTo>
                    <a:pt x="1160249" y="2132411"/>
                  </a:lnTo>
                  <a:lnTo>
                    <a:pt x="1082615" y="2102508"/>
                  </a:lnTo>
                  <a:lnTo>
                    <a:pt x="1004981" y="2072017"/>
                  </a:lnTo>
                  <a:lnTo>
                    <a:pt x="927346" y="2040926"/>
                  </a:lnTo>
                  <a:lnTo>
                    <a:pt x="849712" y="2009224"/>
                  </a:lnTo>
                  <a:lnTo>
                    <a:pt x="772078" y="1976898"/>
                  </a:lnTo>
                  <a:lnTo>
                    <a:pt x="694444" y="1943937"/>
                  </a:lnTo>
                  <a:lnTo>
                    <a:pt x="616810" y="1910326"/>
                  </a:lnTo>
                  <a:lnTo>
                    <a:pt x="539176" y="1876055"/>
                  </a:lnTo>
                  <a:lnTo>
                    <a:pt x="461542" y="1841110"/>
                  </a:lnTo>
                  <a:lnTo>
                    <a:pt x="383908" y="1805477"/>
                  </a:lnTo>
                  <a:lnTo>
                    <a:pt x="306274" y="1769144"/>
                  </a:lnTo>
                  <a:lnTo>
                    <a:pt x="228640" y="1732095"/>
                  </a:lnTo>
                  <a:lnTo>
                    <a:pt x="151006" y="1694318"/>
                  </a:lnTo>
                  <a:lnTo>
                    <a:pt x="73372" y="1655798"/>
                  </a:lnTo>
                  <a:lnTo>
                    <a:pt x="0" y="1618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2476" y="1896563"/>
              <a:ext cx="5856013" cy="3332649"/>
            </a:xfrm>
            <a:custGeom>
              <a:avLst/>
              <a:pathLst>
                <a:path w="5856013" h="3332649">
                  <a:moveTo>
                    <a:pt x="0" y="0"/>
                  </a:moveTo>
                  <a:lnTo>
                    <a:pt x="33460" y="94064"/>
                  </a:lnTo>
                  <a:lnTo>
                    <a:pt x="111094" y="299697"/>
                  </a:lnTo>
                  <a:lnTo>
                    <a:pt x="188728" y="493448"/>
                  </a:lnTo>
                  <a:lnTo>
                    <a:pt x="266362" y="676003"/>
                  </a:lnTo>
                  <a:lnTo>
                    <a:pt x="343996" y="848010"/>
                  </a:lnTo>
                  <a:lnTo>
                    <a:pt x="421630" y="1010076"/>
                  </a:lnTo>
                  <a:lnTo>
                    <a:pt x="499264" y="1162778"/>
                  </a:lnTo>
                  <a:lnTo>
                    <a:pt x="576898" y="1306655"/>
                  </a:lnTo>
                  <a:lnTo>
                    <a:pt x="654532" y="1442219"/>
                  </a:lnTo>
                  <a:lnTo>
                    <a:pt x="732166" y="1569949"/>
                  </a:lnTo>
                  <a:lnTo>
                    <a:pt x="809800" y="1690298"/>
                  </a:lnTo>
                  <a:lnTo>
                    <a:pt x="887434" y="1803693"/>
                  </a:lnTo>
                  <a:lnTo>
                    <a:pt x="965069" y="1910535"/>
                  </a:lnTo>
                  <a:lnTo>
                    <a:pt x="1042703" y="2011204"/>
                  </a:lnTo>
                  <a:lnTo>
                    <a:pt x="1120337" y="2106055"/>
                  </a:lnTo>
                  <a:lnTo>
                    <a:pt x="1197971" y="2195425"/>
                  </a:lnTo>
                  <a:lnTo>
                    <a:pt x="1275605" y="2279631"/>
                  </a:lnTo>
                  <a:lnTo>
                    <a:pt x="1353239" y="2358971"/>
                  </a:lnTo>
                  <a:lnTo>
                    <a:pt x="1430873" y="2433726"/>
                  </a:lnTo>
                  <a:lnTo>
                    <a:pt x="1508507" y="2504161"/>
                  </a:lnTo>
                  <a:lnTo>
                    <a:pt x="1586141" y="2570527"/>
                  </a:lnTo>
                  <a:lnTo>
                    <a:pt x="1663775" y="2633057"/>
                  </a:lnTo>
                  <a:lnTo>
                    <a:pt x="1741409" y="2691974"/>
                  </a:lnTo>
                  <a:lnTo>
                    <a:pt x="1819043" y="2747487"/>
                  </a:lnTo>
                  <a:lnTo>
                    <a:pt x="1896677" y="2788509"/>
                  </a:lnTo>
                  <a:lnTo>
                    <a:pt x="1974311" y="2805178"/>
                  </a:lnTo>
                  <a:lnTo>
                    <a:pt x="2051945" y="2821526"/>
                  </a:lnTo>
                  <a:lnTo>
                    <a:pt x="2129579" y="2837559"/>
                  </a:lnTo>
                  <a:lnTo>
                    <a:pt x="2207213" y="2853282"/>
                  </a:lnTo>
                  <a:lnTo>
                    <a:pt x="2284847" y="2868702"/>
                  </a:lnTo>
                  <a:lnTo>
                    <a:pt x="2362481" y="2883825"/>
                  </a:lnTo>
                  <a:lnTo>
                    <a:pt x="2440115" y="2898656"/>
                  </a:lnTo>
                  <a:lnTo>
                    <a:pt x="2517749" y="2913201"/>
                  </a:lnTo>
                  <a:lnTo>
                    <a:pt x="2595383" y="2927465"/>
                  </a:lnTo>
                  <a:lnTo>
                    <a:pt x="2673018" y="2941454"/>
                  </a:lnTo>
                  <a:lnTo>
                    <a:pt x="2750652" y="2955173"/>
                  </a:lnTo>
                  <a:lnTo>
                    <a:pt x="2828286" y="2968627"/>
                  </a:lnTo>
                  <a:lnTo>
                    <a:pt x="2905920" y="2981822"/>
                  </a:lnTo>
                  <a:lnTo>
                    <a:pt x="2983554" y="2994763"/>
                  </a:lnTo>
                  <a:lnTo>
                    <a:pt x="3061188" y="3007454"/>
                  </a:lnTo>
                  <a:lnTo>
                    <a:pt x="3138822" y="3019900"/>
                  </a:lnTo>
                  <a:lnTo>
                    <a:pt x="3216456" y="3032106"/>
                  </a:lnTo>
                  <a:lnTo>
                    <a:pt x="3294090" y="3044076"/>
                  </a:lnTo>
                  <a:lnTo>
                    <a:pt x="3371724" y="3055816"/>
                  </a:lnTo>
                  <a:lnTo>
                    <a:pt x="3449358" y="3067329"/>
                  </a:lnTo>
                  <a:lnTo>
                    <a:pt x="3526992" y="3078620"/>
                  </a:lnTo>
                  <a:lnTo>
                    <a:pt x="3604626" y="3089693"/>
                  </a:lnTo>
                  <a:lnTo>
                    <a:pt x="3682260" y="3100552"/>
                  </a:lnTo>
                  <a:lnTo>
                    <a:pt x="3759894" y="3111203"/>
                  </a:lnTo>
                  <a:lnTo>
                    <a:pt x="3837528" y="3121647"/>
                  </a:lnTo>
                  <a:lnTo>
                    <a:pt x="3915162" y="3131890"/>
                  </a:lnTo>
                  <a:lnTo>
                    <a:pt x="3992796" y="3141936"/>
                  </a:lnTo>
                  <a:lnTo>
                    <a:pt x="4070430" y="3151788"/>
                  </a:lnTo>
                  <a:lnTo>
                    <a:pt x="4148064" y="3161449"/>
                  </a:lnTo>
                  <a:lnTo>
                    <a:pt x="4225698" y="3170925"/>
                  </a:lnTo>
                  <a:lnTo>
                    <a:pt x="4303332" y="3180217"/>
                  </a:lnTo>
                  <a:lnTo>
                    <a:pt x="4380966" y="3189331"/>
                  </a:lnTo>
                  <a:lnTo>
                    <a:pt x="4458601" y="3198268"/>
                  </a:lnTo>
                  <a:lnTo>
                    <a:pt x="4536235" y="3207033"/>
                  </a:lnTo>
                  <a:lnTo>
                    <a:pt x="4613869" y="3215629"/>
                  </a:lnTo>
                  <a:lnTo>
                    <a:pt x="4691503" y="3224060"/>
                  </a:lnTo>
                  <a:lnTo>
                    <a:pt x="4769137" y="3232327"/>
                  </a:lnTo>
                  <a:lnTo>
                    <a:pt x="4846771" y="3240435"/>
                  </a:lnTo>
                  <a:lnTo>
                    <a:pt x="4924405" y="3248387"/>
                  </a:lnTo>
                  <a:lnTo>
                    <a:pt x="5002039" y="3256185"/>
                  </a:lnTo>
                  <a:lnTo>
                    <a:pt x="5079673" y="3263833"/>
                  </a:lnTo>
                  <a:lnTo>
                    <a:pt x="5157307" y="3271333"/>
                  </a:lnTo>
                  <a:lnTo>
                    <a:pt x="5234941" y="3278689"/>
                  </a:lnTo>
                  <a:lnTo>
                    <a:pt x="5312575" y="3285903"/>
                  </a:lnTo>
                  <a:lnTo>
                    <a:pt x="5390209" y="3292977"/>
                  </a:lnTo>
                  <a:lnTo>
                    <a:pt x="5467843" y="3299916"/>
                  </a:lnTo>
                  <a:lnTo>
                    <a:pt x="5545477" y="3306720"/>
                  </a:lnTo>
                  <a:lnTo>
                    <a:pt x="5623111" y="3313393"/>
                  </a:lnTo>
                  <a:lnTo>
                    <a:pt x="5700745" y="3319937"/>
                  </a:lnTo>
                  <a:lnTo>
                    <a:pt x="5778379" y="3326355"/>
                  </a:lnTo>
                  <a:lnTo>
                    <a:pt x="5856013" y="3332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15240"/>
              <a:ext cx="7370972" cy="1992992"/>
            </a:xfrm>
            <a:custGeom>
              <a:avLst/>
              <a:pathLst>
                <a:path w="7370972" h="1992992">
                  <a:moveTo>
                    <a:pt x="7370972" y="1992992"/>
                  </a:moveTo>
                  <a:lnTo>
                    <a:pt x="7293338" y="1990479"/>
                  </a:lnTo>
                  <a:lnTo>
                    <a:pt x="7215704" y="1987811"/>
                  </a:lnTo>
                  <a:lnTo>
                    <a:pt x="7138070" y="1984981"/>
                  </a:lnTo>
                  <a:lnTo>
                    <a:pt x="7060436" y="1981977"/>
                  </a:lnTo>
                  <a:lnTo>
                    <a:pt x="6982802" y="1978788"/>
                  </a:lnTo>
                  <a:lnTo>
                    <a:pt x="6905168" y="1975404"/>
                  </a:lnTo>
                  <a:lnTo>
                    <a:pt x="6827534" y="1971813"/>
                  </a:lnTo>
                  <a:lnTo>
                    <a:pt x="6749900" y="1968001"/>
                  </a:lnTo>
                  <a:lnTo>
                    <a:pt x="6672266" y="1963955"/>
                  </a:lnTo>
                  <a:lnTo>
                    <a:pt x="6594632" y="1959661"/>
                  </a:lnTo>
                  <a:lnTo>
                    <a:pt x="6516998" y="1955104"/>
                  </a:lnTo>
                  <a:lnTo>
                    <a:pt x="6439364" y="1950268"/>
                  </a:lnTo>
                  <a:lnTo>
                    <a:pt x="6361730" y="1945135"/>
                  </a:lnTo>
                  <a:lnTo>
                    <a:pt x="6284096" y="1939687"/>
                  </a:lnTo>
                  <a:lnTo>
                    <a:pt x="6206462" y="1933904"/>
                  </a:lnTo>
                  <a:lnTo>
                    <a:pt x="6128827" y="1927768"/>
                  </a:lnTo>
                  <a:lnTo>
                    <a:pt x="6051193" y="1921255"/>
                  </a:lnTo>
                  <a:lnTo>
                    <a:pt x="5973559" y="1914342"/>
                  </a:lnTo>
                  <a:lnTo>
                    <a:pt x="5895925" y="1907006"/>
                  </a:lnTo>
                  <a:lnTo>
                    <a:pt x="5818291" y="1899219"/>
                  </a:lnTo>
                  <a:lnTo>
                    <a:pt x="5740657" y="1890955"/>
                  </a:lnTo>
                  <a:lnTo>
                    <a:pt x="5663023" y="1882185"/>
                  </a:lnTo>
                  <a:lnTo>
                    <a:pt x="5585389" y="1872876"/>
                  </a:lnTo>
                  <a:lnTo>
                    <a:pt x="5507755" y="1862996"/>
                  </a:lnTo>
                  <a:lnTo>
                    <a:pt x="5430121" y="1852511"/>
                  </a:lnTo>
                  <a:lnTo>
                    <a:pt x="5352487" y="1841382"/>
                  </a:lnTo>
                  <a:lnTo>
                    <a:pt x="5274853" y="1829571"/>
                  </a:lnTo>
                  <a:lnTo>
                    <a:pt x="5197219" y="1817036"/>
                  </a:lnTo>
                  <a:lnTo>
                    <a:pt x="5119585" y="1803732"/>
                  </a:lnTo>
                  <a:lnTo>
                    <a:pt x="5041951" y="1789612"/>
                  </a:lnTo>
                  <a:lnTo>
                    <a:pt x="4964317" y="1774626"/>
                  </a:lnTo>
                  <a:lnTo>
                    <a:pt x="4886683" y="1758720"/>
                  </a:lnTo>
                  <a:lnTo>
                    <a:pt x="4809049" y="1741840"/>
                  </a:lnTo>
                  <a:lnTo>
                    <a:pt x="4731415" y="1723924"/>
                  </a:lnTo>
                  <a:lnTo>
                    <a:pt x="4653781" y="1704909"/>
                  </a:lnTo>
                  <a:lnTo>
                    <a:pt x="4576147" y="1684728"/>
                  </a:lnTo>
                  <a:lnTo>
                    <a:pt x="4498513" y="1663310"/>
                  </a:lnTo>
                  <a:lnTo>
                    <a:pt x="4420879" y="1640578"/>
                  </a:lnTo>
                  <a:lnTo>
                    <a:pt x="4343244" y="1616451"/>
                  </a:lnTo>
                  <a:lnTo>
                    <a:pt x="4265610" y="1590846"/>
                  </a:lnTo>
                  <a:lnTo>
                    <a:pt x="4187976" y="1563669"/>
                  </a:lnTo>
                  <a:lnTo>
                    <a:pt x="4110342" y="1534826"/>
                  </a:lnTo>
                  <a:lnTo>
                    <a:pt x="4032708" y="1504215"/>
                  </a:lnTo>
                  <a:lnTo>
                    <a:pt x="3955074" y="1471725"/>
                  </a:lnTo>
                  <a:lnTo>
                    <a:pt x="3877440" y="1437243"/>
                  </a:lnTo>
                  <a:lnTo>
                    <a:pt x="3799806" y="1400647"/>
                  </a:lnTo>
                  <a:lnTo>
                    <a:pt x="3722172" y="1361806"/>
                  </a:lnTo>
                  <a:lnTo>
                    <a:pt x="3644538" y="1320583"/>
                  </a:lnTo>
                  <a:lnTo>
                    <a:pt x="3566904" y="1276831"/>
                  </a:lnTo>
                  <a:lnTo>
                    <a:pt x="3489270" y="1230397"/>
                  </a:lnTo>
                  <a:lnTo>
                    <a:pt x="3411636" y="1181115"/>
                  </a:lnTo>
                  <a:lnTo>
                    <a:pt x="3334002" y="1152834"/>
                  </a:lnTo>
                  <a:lnTo>
                    <a:pt x="3256368" y="1135502"/>
                  </a:lnTo>
                  <a:lnTo>
                    <a:pt x="3178734" y="1117830"/>
                  </a:lnTo>
                  <a:lnTo>
                    <a:pt x="3101100" y="1099809"/>
                  </a:lnTo>
                  <a:lnTo>
                    <a:pt x="3023466" y="1081435"/>
                  </a:lnTo>
                  <a:lnTo>
                    <a:pt x="2945832" y="1062698"/>
                  </a:lnTo>
                  <a:lnTo>
                    <a:pt x="2868198" y="1043594"/>
                  </a:lnTo>
                  <a:lnTo>
                    <a:pt x="2790564" y="1024113"/>
                  </a:lnTo>
                  <a:lnTo>
                    <a:pt x="2712930" y="1004249"/>
                  </a:lnTo>
                  <a:lnTo>
                    <a:pt x="2635295" y="983995"/>
                  </a:lnTo>
                  <a:lnTo>
                    <a:pt x="2557661" y="963342"/>
                  </a:lnTo>
                  <a:lnTo>
                    <a:pt x="2480027" y="942283"/>
                  </a:lnTo>
                  <a:lnTo>
                    <a:pt x="2402393" y="920810"/>
                  </a:lnTo>
                  <a:lnTo>
                    <a:pt x="2324759" y="898914"/>
                  </a:lnTo>
                  <a:lnTo>
                    <a:pt x="2247125" y="876588"/>
                  </a:lnTo>
                  <a:lnTo>
                    <a:pt x="2169491" y="853822"/>
                  </a:lnTo>
                  <a:lnTo>
                    <a:pt x="2091857" y="830609"/>
                  </a:lnTo>
                  <a:lnTo>
                    <a:pt x="2014223" y="806939"/>
                  </a:lnTo>
                  <a:lnTo>
                    <a:pt x="1936589" y="782803"/>
                  </a:lnTo>
                  <a:lnTo>
                    <a:pt x="1858955" y="758193"/>
                  </a:lnTo>
                  <a:lnTo>
                    <a:pt x="1781321" y="733099"/>
                  </a:lnTo>
                  <a:lnTo>
                    <a:pt x="1703687" y="707511"/>
                  </a:lnTo>
                  <a:lnTo>
                    <a:pt x="1626053" y="681419"/>
                  </a:lnTo>
                  <a:lnTo>
                    <a:pt x="1548419" y="654815"/>
                  </a:lnTo>
                  <a:lnTo>
                    <a:pt x="1470785" y="627687"/>
                  </a:lnTo>
                  <a:lnTo>
                    <a:pt x="1393151" y="600026"/>
                  </a:lnTo>
                  <a:lnTo>
                    <a:pt x="1315517" y="571820"/>
                  </a:lnTo>
                  <a:lnTo>
                    <a:pt x="1237883" y="543060"/>
                  </a:lnTo>
                  <a:lnTo>
                    <a:pt x="1160249" y="513734"/>
                  </a:lnTo>
                  <a:lnTo>
                    <a:pt x="1082615" y="483831"/>
                  </a:lnTo>
                  <a:lnTo>
                    <a:pt x="1004981" y="453340"/>
                  </a:lnTo>
                  <a:lnTo>
                    <a:pt x="927346" y="422249"/>
                  </a:lnTo>
                  <a:lnTo>
                    <a:pt x="849712" y="390547"/>
                  </a:lnTo>
                  <a:lnTo>
                    <a:pt x="772078" y="358221"/>
                  </a:lnTo>
                  <a:lnTo>
                    <a:pt x="694444" y="325260"/>
                  </a:lnTo>
                  <a:lnTo>
                    <a:pt x="616810" y="291649"/>
                  </a:lnTo>
                  <a:lnTo>
                    <a:pt x="539176" y="257378"/>
                  </a:lnTo>
                  <a:lnTo>
                    <a:pt x="461542" y="222433"/>
                  </a:lnTo>
                  <a:lnTo>
                    <a:pt x="383908" y="186800"/>
                  </a:lnTo>
                  <a:lnTo>
                    <a:pt x="306274" y="150467"/>
                  </a:lnTo>
                  <a:lnTo>
                    <a:pt x="228640" y="113418"/>
                  </a:lnTo>
                  <a:lnTo>
                    <a:pt x="151006" y="75641"/>
                  </a:lnTo>
                  <a:lnTo>
                    <a:pt x="73372" y="371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83515" y="1896563"/>
              <a:ext cx="6804975" cy="3538137"/>
            </a:xfrm>
            <a:custGeom>
              <a:avLst/>
              <a:pathLst>
                <a:path w="6804975" h="3538137">
                  <a:moveTo>
                    <a:pt x="0" y="0"/>
                  </a:moveTo>
                  <a:lnTo>
                    <a:pt x="50813" y="93850"/>
                  </a:lnTo>
                  <a:lnTo>
                    <a:pt x="128447" y="231684"/>
                  </a:lnTo>
                  <a:lnTo>
                    <a:pt x="206081" y="364180"/>
                  </a:lnTo>
                  <a:lnTo>
                    <a:pt x="283715" y="491544"/>
                  </a:lnTo>
                  <a:lnTo>
                    <a:pt x="361349" y="613975"/>
                  </a:lnTo>
                  <a:lnTo>
                    <a:pt x="438983" y="731665"/>
                  </a:lnTo>
                  <a:lnTo>
                    <a:pt x="516617" y="844796"/>
                  </a:lnTo>
                  <a:lnTo>
                    <a:pt x="594251" y="953545"/>
                  </a:lnTo>
                  <a:lnTo>
                    <a:pt x="671885" y="1058083"/>
                  </a:lnTo>
                  <a:lnTo>
                    <a:pt x="749519" y="1158572"/>
                  </a:lnTo>
                  <a:lnTo>
                    <a:pt x="827153" y="1255169"/>
                  </a:lnTo>
                  <a:lnTo>
                    <a:pt x="904787" y="1348024"/>
                  </a:lnTo>
                  <a:lnTo>
                    <a:pt x="982422" y="1437283"/>
                  </a:lnTo>
                  <a:lnTo>
                    <a:pt x="1060056" y="1523086"/>
                  </a:lnTo>
                  <a:lnTo>
                    <a:pt x="1137690" y="1605565"/>
                  </a:lnTo>
                  <a:lnTo>
                    <a:pt x="1215324" y="1684849"/>
                  </a:lnTo>
                  <a:lnTo>
                    <a:pt x="1292958" y="1761063"/>
                  </a:lnTo>
                  <a:lnTo>
                    <a:pt x="1370592" y="1834325"/>
                  </a:lnTo>
                  <a:lnTo>
                    <a:pt x="1448226" y="1904749"/>
                  </a:lnTo>
                  <a:lnTo>
                    <a:pt x="1525860" y="1972446"/>
                  </a:lnTo>
                  <a:lnTo>
                    <a:pt x="1603494" y="2037521"/>
                  </a:lnTo>
                  <a:lnTo>
                    <a:pt x="1681128" y="2100076"/>
                  </a:lnTo>
                  <a:lnTo>
                    <a:pt x="1758762" y="2160208"/>
                  </a:lnTo>
                  <a:lnTo>
                    <a:pt x="1836396" y="2218011"/>
                  </a:lnTo>
                  <a:lnTo>
                    <a:pt x="1914030" y="2273575"/>
                  </a:lnTo>
                  <a:lnTo>
                    <a:pt x="1991664" y="2326987"/>
                  </a:lnTo>
                  <a:lnTo>
                    <a:pt x="2069298" y="2378330"/>
                  </a:lnTo>
                  <a:lnTo>
                    <a:pt x="2146932" y="2427685"/>
                  </a:lnTo>
                  <a:lnTo>
                    <a:pt x="2224566" y="2475128"/>
                  </a:lnTo>
                  <a:lnTo>
                    <a:pt x="2302200" y="2520734"/>
                  </a:lnTo>
                  <a:lnTo>
                    <a:pt x="2379834" y="2564574"/>
                  </a:lnTo>
                  <a:lnTo>
                    <a:pt x="2457468" y="2606715"/>
                  </a:lnTo>
                  <a:lnTo>
                    <a:pt x="2535102" y="2647225"/>
                  </a:lnTo>
                  <a:lnTo>
                    <a:pt x="2612736" y="2686165"/>
                  </a:lnTo>
                  <a:lnTo>
                    <a:pt x="2690371" y="2723597"/>
                  </a:lnTo>
                  <a:lnTo>
                    <a:pt x="2768005" y="2759580"/>
                  </a:lnTo>
                  <a:lnTo>
                    <a:pt x="2845639" y="2794169"/>
                  </a:lnTo>
                  <a:lnTo>
                    <a:pt x="2923273" y="2827418"/>
                  </a:lnTo>
                  <a:lnTo>
                    <a:pt x="3000907" y="2859379"/>
                  </a:lnTo>
                  <a:lnTo>
                    <a:pt x="3078541" y="2890103"/>
                  </a:lnTo>
                  <a:lnTo>
                    <a:pt x="3156175" y="2919637"/>
                  </a:lnTo>
                  <a:lnTo>
                    <a:pt x="3233809" y="2948026"/>
                  </a:lnTo>
                  <a:lnTo>
                    <a:pt x="3311443" y="2975317"/>
                  </a:lnTo>
                  <a:lnTo>
                    <a:pt x="3389077" y="3001550"/>
                  </a:lnTo>
                  <a:lnTo>
                    <a:pt x="3466711" y="3026767"/>
                  </a:lnTo>
                  <a:lnTo>
                    <a:pt x="3544345" y="3051008"/>
                  </a:lnTo>
                  <a:lnTo>
                    <a:pt x="3621979" y="3074309"/>
                  </a:lnTo>
                  <a:lnTo>
                    <a:pt x="3699613" y="3096708"/>
                  </a:lnTo>
                  <a:lnTo>
                    <a:pt x="3777247" y="3118240"/>
                  </a:lnTo>
                  <a:lnTo>
                    <a:pt x="3854881" y="3138938"/>
                  </a:lnTo>
                  <a:lnTo>
                    <a:pt x="3932515" y="3158834"/>
                  </a:lnTo>
                  <a:lnTo>
                    <a:pt x="4010149" y="3177959"/>
                  </a:lnTo>
                  <a:lnTo>
                    <a:pt x="4087783" y="3196344"/>
                  </a:lnTo>
                  <a:lnTo>
                    <a:pt x="4165417" y="3214017"/>
                  </a:lnTo>
                  <a:lnTo>
                    <a:pt x="4243051" y="3231005"/>
                  </a:lnTo>
                  <a:lnTo>
                    <a:pt x="4320685" y="3247336"/>
                  </a:lnTo>
                  <a:lnTo>
                    <a:pt x="4398319" y="3263033"/>
                  </a:lnTo>
                  <a:lnTo>
                    <a:pt x="4475954" y="3278123"/>
                  </a:lnTo>
                  <a:lnTo>
                    <a:pt x="4553588" y="3292629"/>
                  </a:lnTo>
                  <a:lnTo>
                    <a:pt x="4631222" y="3306572"/>
                  </a:lnTo>
                  <a:lnTo>
                    <a:pt x="4708856" y="3319976"/>
                  </a:lnTo>
                  <a:lnTo>
                    <a:pt x="4786490" y="3332860"/>
                  </a:lnTo>
                  <a:lnTo>
                    <a:pt x="4864124" y="3345245"/>
                  </a:lnTo>
                  <a:lnTo>
                    <a:pt x="4941758" y="3357151"/>
                  </a:lnTo>
                  <a:lnTo>
                    <a:pt x="5019392" y="3368596"/>
                  </a:lnTo>
                  <a:lnTo>
                    <a:pt x="5097026" y="3379597"/>
                  </a:lnTo>
                  <a:lnTo>
                    <a:pt x="5174660" y="3390172"/>
                  </a:lnTo>
                  <a:lnTo>
                    <a:pt x="5252294" y="3400338"/>
                  </a:lnTo>
                  <a:lnTo>
                    <a:pt x="5329928" y="3410110"/>
                  </a:lnTo>
                  <a:lnTo>
                    <a:pt x="5407562" y="3419503"/>
                  </a:lnTo>
                  <a:lnTo>
                    <a:pt x="5485196" y="3428533"/>
                  </a:lnTo>
                  <a:lnTo>
                    <a:pt x="5562830" y="3437213"/>
                  </a:lnTo>
                  <a:lnTo>
                    <a:pt x="5640464" y="3445557"/>
                  </a:lnTo>
                  <a:lnTo>
                    <a:pt x="5718098" y="3453577"/>
                  </a:lnTo>
                  <a:lnTo>
                    <a:pt x="5795732" y="3461287"/>
                  </a:lnTo>
                  <a:lnTo>
                    <a:pt x="5873366" y="3468698"/>
                  </a:lnTo>
                  <a:lnTo>
                    <a:pt x="5951000" y="3475823"/>
                  </a:lnTo>
                  <a:lnTo>
                    <a:pt x="6028634" y="3482671"/>
                  </a:lnTo>
                  <a:lnTo>
                    <a:pt x="6106268" y="3489254"/>
                  </a:lnTo>
                  <a:lnTo>
                    <a:pt x="6183903" y="3495582"/>
                  </a:lnTo>
                  <a:lnTo>
                    <a:pt x="6261537" y="3501665"/>
                  </a:lnTo>
                  <a:lnTo>
                    <a:pt x="6339171" y="3507513"/>
                  </a:lnTo>
                  <a:lnTo>
                    <a:pt x="6416805" y="3513134"/>
                  </a:lnTo>
                  <a:lnTo>
                    <a:pt x="6494439" y="3518537"/>
                  </a:lnTo>
                  <a:lnTo>
                    <a:pt x="6572073" y="3523731"/>
                  </a:lnTo>
                  <a:lnTo>
                    <a:pt x="6649707" y="3528724"/>
                  </a:lnTo>
                  <a:lnTo>
                    <a:pt x="6727341" y="3533523"/>
                  </a:lnTo>
                  <a:lnTo>
                    <a:pt x="6804975" y="3538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2026-05-22T10:22:44Z</dcterms:modified>
  <cp:category/>
</cp:coreProperties>
</file>