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23850"/>
            </a:xfrm>
            <a:custGeom>
              <a:avLst/>
              <a:pathLst>
                <a:path w="7370972" h="3623850">
                  <a:moveTo>
                    <a:pt x="1708316" y="0"/>
                  </a:moveTo>
                  <a:lnTo>
                    <a:pt x="1781321" y="221502"/>
                  </a:lnTo>
                  <a:lnTo>
                    <a:pt x="1858955" y="441918"/>
                  </a:lnTo>
                  <a:lnTo>
                    <a:pt x="1936589" y="648175"/>
                  </a:lnTo>
                  <a:lnTo>
                    <a:pt x="2014223" y="841182"/>
                  </a:lnTo>
                  <a:lnTo>
                    <a:pt x="2091857" y="1021790"/>
                  </a:lnTo>
                  <a:lnTo>
                    <a:pt x="2169491" y="1190795"/>
                  </a:lnTo>
                  <a:lnTo>
                    <a:pt x="2247125" y="1348944"/>
                  </a:lnTo>
                  <a:lnTo>
                    <a:pt x="2324759" y="1496934"/>
                  </a:lnTo>
                  <a:lnTo>
                    <a:pt x="2402393" y="1635416"/>
                  </a:lnTo>
                  <a:lnTo>
                    <a:pt x="2480027" y="1765003"/>
                  </a:lnTo>
                  <a:lnTo>
                    <a:pt x="2557661" y="1886265"/>
                  </a:lnTo>
                  <a:lnTo>
                    <a:pt x="2635295" y="1999737"/>
                  </a:lnTo>
                  <a:lnTo>
                    <a:pt x="2712930" y="2105919"/>
                  </a:lnTo>
                  <a:lnTo>
                    <a:pt x="2790564" y="2205280"/>
                  </a:lnTo>
                  <a:lnTo>
                    <a:pt x="2868198" y="2298259"/>
                  </a:lnTo>
                  <a:lnTo>
                    <a:pt x="2945832" y="2385264"/>
                  </a:lnTo>
                  <a:lnTo>
                    <a:pt x="3023466" y="2466681"/>
                  </a:lnTo>
                  <a:lnTo>
                    <a:pt x="3101100" y="2542867"/>
                  </a:lnTo>
                  <a:lnTo>
                    <a:pt x="3178734" y="2614159"/>
                  </a:lnTo>
                  <a:lnTo>
                    <a:pt x="3256368" y="2680871"/>
                  </a:lnTo>
                  <a:lnTo>
                    <a:pt x="3334002" y="2743297"/>
                  </a:lnTo>
                  <a:lnTo>
                    <a:pt x="3411636" y="2789904"/>
                  </a:lnTo>
                  <a:lnTo>
                    <a:pt x="3489270" y="2810702"/>
                  </a:lnTo>
                  <a:lnTo>
                    <a:pt x="3566904" y="2830998"/>
                  </a:lnTo>
                  <a:lnTo>
                    <a:pt x="3644538" y="2850805"/>
                  </a:lnTo>
                  <a:lnTo>
                    <a:pt x="3722172" y="2870135"/>
                  </a:lnTo>
                  <a:lnTo>
                    <a:pt x="3799806" y="2888999"/>
                  </a:lnTo>
                  <a:lnTo>
                    <a:pt x="3877440" y="2907408"/>
                  </a:lnTo>
                  <a:lnTo>
                    <a:pt x="3955074" y="2925373"/>
                  </a:lnTo>
                  <a:lnTo>
                    <a:pt x="4032708" y="2942905"/>
                  </a:lnTo>
                  <a:lnTo>
                    <a:pt x="4110342" y="2960014"/>
                  </a:lnTo>
                  <a:lnTo>
                    <a:pt x="4187976" y="2976711"/>
                  </a:lnTo>
                  <a:lnTo>
                    <a:pt x="4265610" y="2993006"/>
                  </a:lnTo>
                  <a:lnTo>
                    <a:pt x="4343244" y="3008907"/>
                  </a:lnTo>
                  <a:lnTo>
                    <a:pt x="4420879" y="3024426"/>
                  </a:lnTo>
                  <a:lnTo>
                    <a:pt x="4498513" y="3039570"/>
                  </a:lnTo>
                  <a:lnTo>
                    <a:pt x="4576147" y="3054349"/>
                  </a:lnTo>
                  <a:lnTo>
                    <a:pt x="4653781" y="3068772"/>
                  </a:lnTo>
                  <a:lnTo>
                    <a:pt x="4731415" y="3082847"/>
                  </a:lnTo>
                  <a:lnTo>
                    <a:pt x="4809049" y="3096583"/>
                  </a:lnTo>
                  <a:lnTo>
                    <a:pt x="4886683" y="3109988"/>
                  </a:lnTo>
                  <a:lnTo>
                    <a:pt x="4964317" y="3123070"/>
                  </a:lnTo>
                  <a:lnTo>
                    <a:pt x="5041951" y="3135836"/>
                  </a:lnTo>
                  <a:lnTo>
                    <a:pt x="5119585" y="3148294"/>
                  </a:lnTo>
                  <a:lnTo>
                    <a:pt x="5197219" y="3160453"/>
                  </a:lnTo>
                  <a:lnTo>
                    <a:pt x="5274853" y="3172318"/>
                  </a:lnTo>
                  <a:lnTo>
                    <a:pt x="5352487" y="3183897"/>
                  </a:lnTo>
                  <a:lnTo>
                    <a:pt x="5430121" y="3195197"/>
                  </a:lnTo>
                  <a:lnTo>
                    <a:pt x="5507755" y="3206224"/>
                  </a:lnTo>
                  <a:lnTo>
                    <a:pt x="5585389" y="3216986"/>
                  </a:lnTo>
                  <a:lnTo>
                    <a:pt x="5663023" y="3227488"/>
                  </a:lnTo>
                  <a:lnTo>
                    <a:pt x="5740657" y="3237737"/>
                  </a:lnTo>
                  <a:lnTo>
                    <a:pt x="5818291" y="3247739"/>
                  </a:lnTo>
                  <a:lnTo>
                    <a:pt x="5895925" y="3257500"/>
                  </a:lnTo>
                  <a:lnTo>
                    <a:pt x="5973559" y="3267026"/>
                  </a:lnTo>
                  <a:lnTo>
                    <a:pt x="6051193" y="3276322"/>
                  </a:lnTo>
                  <a:lnTo>
                    <a:pt x="6128827" y="3285394"/>
                  </a:lnTo>
                  <a:lnTo>
                    <a:pt x="6206462" y="3294247"/>
                  </a:lnTo>
                  <a:lnTo>
                    <a:pt x="6284096" y="3302887"/>
                  </a:lnTo>
                  <a:lnTo>
                    <a:pt x="6361730" y="3311318"/>
                  </a:lnTo>
                  <a:lnTo>
                    <a:pt x="6439364" y="3319546"/>
                  </a:lnTo>
                  <a:lnTo>
                    <a:pt x="6516998" y="3327576"/>
                  </a:lnTo>
                  <a:lnTo>
                    <a:pt x="6594632" y="3335412"/>
                  </a:lnTo>
                  <a:lnTo>
                    <a:pt x="6672266" y="3343060"/>
                  </a:lnTo>
                  <a:lnTo>
                    <a:pt x="6749900" y="3350523"/>
                  </a:lnTo>
                  <a:lnTo>
                    <a:pt x="6827534" y="3357806"/>
                  </a:lnTo>
                  <a:lnTo>
                    <a:pt x="6905168" y="3364914"/>
                  </a:lnTo>
                  <a:lnTo>
                    <a:pt x="6982802" y="3371850"/>
                  </a:lnTo>
                  <a:lnTo>
                    <a:pt x="7060436" y="3378619"/>
                  </a:lnTo>
                  <a:lnTo>
                    <a:pt x="7138070" y="3385225"/>
                  </a:lnTo>
                  <a:lnTo>
                    <a:pt x="7215704" y="3391671"/>
                  </a:lnTo>
                  <a:lnTo>
                    <a:pt x="7293338" y="3397962"/>
                  </a:lnTo>
                  <a:lnTo>
                    <a:pt x="7370972" y="3404102"/>
                  </a:lnTo>
                  <a:lnTo>
                    <a:pt x="7370972" y="3623850"/>
                  </a:lnTo>
                  <a:lnTo>
                    <a:pt x="7293338" y="3621874"/>
                  </a:lnTo>
                  <a:lnTo>
                    <a:pt x="7215704" y="3619762"/>
                  </a:lnTo>
                  <a:lnTo>
                    <a:pt x="7138070" y="3617504"/>
                  </a:lnTo>
                  <a:lnTo>
                    <a:pt x="7060436" y="3615092"/>
                  </a:lnTo>
                  <a:lnTo>
                    <a:pt x="6982802" y="3612514"/>
                  </a:lnTo>
                  <a:lnTo>
                    <a:pt x="6905168" y="3609759"/>
                  </a:lnTo>
                  <a:lnTo>
                    <a:pt x="6827534" y="3606815"/>
                  </a:lnTo>
                  <a:lnTo>
                    <a:pt x="6749900" y="3603669"/>
                  </a:lnTo>
                  <a:lnTo>
                    <a:pt x="6672266" y="3600307"/>
                  </a:lnTo>
                  <a:lnTo>
                    <a:pt x="6594632" y="3596714"/>
                  </a:lnTo>
                  <a:lnTo>
                    <a:pt x="6516998" y="3592874"/>
                  </a:lnTo>
                  <a:lnTo>
                    <a:pt x="6439364" y="3588771"/>
                  </a:lnTo>
                  <a:lnTo>
                    <a:pt x="6361730" y="3584387"/>
                  </a:lnTo>
                  <a:lnTo>
                    <a:pt x="6284096" y="3579701"/>
                  </a:lnTo>
                  <a:lnTo>
                    <a:pt x="6206462" y="3574693"/>
                  </a:lnTo>
                  <a:lnTo>
                    <a:pt x="6128827" y="3569342"/>
                  </a:lnTo>
                  <a:lnTo>
                    <a:pt x="6051193" y="3563623"/>
                  </a:lnTo>
                  <a:lnTo>
                    <a:pt x="5973559" y="3557512"/>
                  </a:lnTo>
                  <a:lnTo>
                    <a:pt x="5895925" y="3550981"/>
                  </a:lnTo>
                  <a:lnTo>
                    <a:pt x="5818291" y="3544002"/>
                  </a:lnTo>
                  <a:lnTo>
                    <a:pt x="5740657" y="3536544"/>
                  </a:lnTo>
                  <a:lnTo>
                    <a:pt x="5663023" y="3528574"/>
                  </a:lnTo>
                  <a:lnTo>
                    <a:pt x="5585389" y="3520056"/>
                  </a:lnTo>
                  <a:lnTo>
                    <a:pt x="5507755" y="3510954"/>
                  </a:lnTo>
                  <a:lnTo>
                    <a:pt x="5430121" y="3501227"/>
                  </a:lnTo>
                  <a:lnTo>
                    <a:pt x="5352487" y="3490833"/>
                  </a:lnTo>
                  <a:lnTo>
                    <a:pt x="5274853" y="3479724"/>
                  </a:lnTo>
                  <a:lnTo>
                    <a:pt x="5197219" y="3467854"/>
                  </a:lnTo>
                  <a:lnTo>
                    <a:pt x="5119585" y="3455168"/>
                  </a:lnTo>
                  <a:lnTo>
                    <a:pt x="5041951" y="3441611"/>
                  </a:lnTo>
                  <a:lnTo>
                    <a:pt x="4964317" y="3427124"/>
                  </a:lnTo>
                  <a:lnTo>
                    <a:pt x="4886683" y="3411642"/>
                  </a:lnTo>
                  <a:lnTo>
                    <a:pt x="4809049" y="3395097"/>
                  </a:lnTo>
                  <a:lnTo>
                    <a:pt x="4731415" y="3377417"/>
                  </a:lnTo>
                  <a:lnTo>
                    <a:pt x="4653781" y="3358522"/>
                  </a:lnTo>
                  <a:lnTo>
                    <a:pt x="4576147" y="3338331"/>
                  </a:lnTo>
                  <a:lnTo>
                    <a:pt x="4498513" y="3316753"/>
                  </a:lnTo>
                  <a:lnTo>
                    <a:pt x="4420879" y="3293695"/>
                  </a:lnTo>
                  <a:lnTo>
                    <a:pt x="4343244" y="3269053"/>
                  </a:lnTo>
                  <a:lnTo>
                    <a:pt x="4265610" y="3242719"/>
                  </a:lnTo>
                  <a:lnTo>
                    <a:pt x="4187976" y="3214578"/>
                  </a:lnTo>
                  <a:lnTo>
                    <a:pt x="4110342" y="3184505"/>
                  </a:lnTo>
                  <a:lnTo>
                    <a:pt x="4032708" y="3152367"/>
                  </a:lnTo>
                  <a:lnTo>
                    <a:pt x="3955074" y="3118023"/>
                  </a:lnTo>
                  <a:lnTo>
                    <a:pt x="3877440" y="3081322"/>
                  </a:lnTo>
                  <a:lnTo>
                    <a:pt x="3799806" y="3042100"/>
                  </a:lnTo>
                  <a:lnTo>
                    <a:pt x="3722172" y="3000187"/>
                  </a:lnTo>
                  <a:lnTo>
                    <a:pt x="3644538" y="2955395"/>
                  </a:lnTo>
                  <a:lnTo>
                    <a:pt x="3566904" y="2907529"/>
                  </a:lnTo>
                  <a:lnTo>
                    <a:pt x="3489270" y="2856377"/>
                  </a:lnTo>
                  <a:lnTo>
                    <a:pt x="3411636" y="2801714"/>
                  </a:lnTo>
                  <a:lnTo>
                    <a:pt x="3334002" y="2768592"/>
                  </a:lnTo>
                  <a:lnTo>
                    <a:pt x="3256368" y="2746754"/>
                  </a:lnTo>
                  <a:lnTo>
                    <a:pt x="3178734" y="2724377"/>
                  </a:lnTo>
                  <a:lnTo>
                    <a:pt x="3101100" y="2701447"/>
                  </a:lnTo>
                  <a:lnTo>
                    <a:pt x="3023466" y="2677950"/>
                  </a:lnTo>
                  <a:lnTo>
                    <a:pt x="2945832" y="2653873"/>
                  </a:lnTo>
                  <a:lnTo>
                    <a:pt x="2868198" y="2629201"/>
                  </a:lnTo>
                  <a:lnTo>
                    <a:pt x="2790564" y="2603920"/>
                  </a:lnTo>
                  <a:lnTo>
                    <a:pt x="2712930" y="2578014"/>
                  </a:lnTo>
                  <a:lnTo>
                    <a:pt x="2635295" y="2551468"/>
                  </a:lnTo>
                  <a:lnTo>
                    <a:pt x="2557661" y="2524267"/>
                  </a:lnTo>
                  <a:lnTo>
                    <a:pt x="2480027" y="2496394"/>
                  </a:lnTo>
                  <a:lnTo>
                    <a:pt x="2402393" y="2467832"/>
                  </a:lnTo>
                  <a:lnTo>
                    <a:pt x="2324759" y="2438564"/>
                  </a:lnTo>
                  <a:lnTo>
                    <a:pt x="2247125" y="2408574"/>
                  </a:lnTo>
                  <a:lnTo>
                    <a:pt x="2169491" y="2377843"/>
                  </a:lnTo>
                  <a:lnTo>
                    <a:pt x="2091857" y="2346352"/>
                  </a:lnTo>
                  <a:lnTo>
                    <a:pt x="2014223" y="2314084"/>
                  </a:lnTo>
                  <a:lnTo>
                    <a:pt x="1936589" y="2281019"/>
                  </a:lnTo>
                  <a:lnTo>
                    <a:pt x="1858955" y="2247137"/>
                  </a:lnTo>
                  <a:lnTo>
                    <a:pt x="1781321" y="2212417"/>
                  </a:lnTo>
                  <a:lnTo>
                    <a:pt x="1703687" y="2176841"/>
                  </a:lnTo>
                  <a:lnTo>
                    <a:pt x="1626053" y="2140385"/>
                  </a:lnTo>
                  <a:lnTo>
                    <a:pt x="1548419" y="2103029"/>
                  </a:lnTo>
                  <a:lnTo>
                    <a:pt x="1470785" y="2064750"/>
                  </a:lnTo>
                  <a:lnTo>
                    <a:pt x="1393151" y="2025526"/>
                  </a:lnTo>
                  <a:lnTo>
                    <a:pt x="1315517" y="1985332"/>
                  </a:lnTo>
                  <a:lnTo>
                    <a:pt x="1237883" y="1944146"/>
                  </a:lnTo>
                  <a:lnTo>
                    <a:pt x="1160249" y="1901943"/>
                  </a:lnTo>
                  <a:lnTo>
                    <a:pt x="1082615" y="1858696"/>
                  </a:lnTo>
                  <a:lnTo>
                    <a:pt x="1004981" y="1814382"/>
                  </a:lnTo>
                  <a:lnTo>
                    <a:pt x="927346" y="1768973"/>
                  </a:lnTo>
                  <a:lnTo>
                    <a:pt x="849712" y="1722442"/>
                  </a:lnTo>
                  <a:lnTo>
                    <a:pt x="772078" y="1674762"/>
                  </a:lnTo>
                  <a:lnTo>
                    <a:pt x="694444" y="1625904"/>
                  </a:lnTo>
                  <a:lnTo>
                    <a:pt x="616810" y="1575839"/>
                  </a:lnTo>
                  <a:lnTo>
                    <a:pt x="539176" y="1524537"/>
                  </a:lnTo>
                  <a:lnTo>
                    <a:pt x="461542" y="1471969"/>
                  </a:lnTo>
                  <a:lnTo>
                    <a:pt x="383908" y="1418101"/>
                  </a:lnTo>
                  <a:lnTo>
                    <a:pt x="306274" y="1362903"/>
                  </a:lnTo>
                  <a:lnTo>
                    <a:pt x="228640" y="1306341"/>
                  </a:lnTo>
                  <a:lnTo>
                    <a:pt x="151006" y="1248383"/>
                  </a:lnTo>
                  <a:lnTo>
                    <a:pt x="73372" y="1188992"/>
                  </a:lnTo>
                  <a:lnTo>
                    <a:pt x="0" y="113147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5834" y="1896563"/>
              <a:ext cx="5662656" cy="3404102"/>
            </a:xfrm>
            <a:custGeom>
              <a:avLst/>
              <a:pathLst>
                <a:path w="5662656" h="3404102">
                  <a:moveTo>
                    <a:pt x="0" y="0"/>
                  </a:moveTo>
                  <a:lnTo>
                    <a:pt x="73004" y="221502"/>
                  </a:lnTo>
                  <a:lnTo>
                    <a:pt x="150639" y="441918"/>
                  </a:lnTo>
                  <a:lnTo>
                    <a:pt x="228273" y="648175"/>
                  </a:lnTo>
                  <a:lnTo>
                    <a:pt x="305907" y="841182"/>
                  </a:lnTo>
                  <a:lnTo>
                    <a:pt x="383541" y="1021790"/>
                  </a:lnTo>
                  <a:lnTo>
                    <a:pt x="461175" y="1190795"/>
                  </a:lnTo>
                  <a:lnTo>
                    <a:pt x="538809" y="1348944"/>
                  </a:lnTo>
                  <a:lnTo>
                    <a:pt x="616443" y="1496934"/>
                  </a:lnTo>
                  <a:lnTo>
                    <a:pt x="694077" y="1635416"/>
                  </a:lnTo>
                  <a:lnTo>
                    <a:pt x="771711" y="1765003"/>
                  </a:lnTo>
                  <a:lnTo>
                    <a:pt x="849345" y="1886265"/>
                  </a:lnTo>
                  <a:lnTo>
                    <a:pt x="926979" y="1999737"/>
                  </a:lnTo>
                  <a:lnTo>
                    <a:pt x="1004613" y="2105919"/>
                  </a:lnTo>
                  <a:lnTo>
                    <a:pt x="1082247" y="2205280"/>
                  </a:lnTo>
                  <a:lnTo>
                    <a:pt x="1159881" y="2298259"/>
                  </a:lnTo>
                  <a:lnTo>
                    <a:pt x="1237515" y="2385264"/>
                  </a:lnTo>
                  <a:lnTo>
                    <a:pt x="1315149" y="2466681"/>
                  </a:lnTo>
                  <a:lnTo>
                    <a:pt x="1392783" y="2542867"/>
                  </a:lnTo>
                  <a:lnTo>
                    <a:pt x="1470417" y="2614159"/>
                  </a:lnTo>
                  <a:lnTo>
                    <a:pt x="1548051" y="2680871"/>
                  </a:lnTo>
                  <a:lnTo>
                    <a:pt x="1625685" y="2743297"/>
                  </a:lnTo>
                  <a:lnTo>
                    <a:pt x="1703319" y="2789904"/>
                  </a:lnTo>
                  <a:lnTo>
                    <a:pt x="1780953" y="2810702"/>
                  </a:lnTo>
                  <a:lnTo>
                    <a:pt x="1858588" y="2830998"/>
                  </a:lnTo>
                  <a:lnTo>
                    <a:pt x="1936222" y="2850805"/>
                  </a:lnTo>
                  <a:lnTo>
                    <a:pt x="2013856" y="2870135"/>
                  </a:lnTo>
                  <a:lnTo>
                    <a:pt x="2091490" y="2888999"/>
                  </a:lnTo>
                  <a:lnTo>
                    <a:pt x="2169124" y="2907408"/>
                  </a:lnTo>
                  <a:lnTo>
                    <a:pt x="2246758" y="2925373"/>
                  </a:lnTo>
                  <a:lnTo>
                    <a:pt x="2324392" y="2942905"/>
                  </a:lnTo>
                  <a:lnTo>
                    <a:pt x="2402026" y="2960014"/>
                  </a:lnTo>
                  <a:lnTo>
                    <a:pt x="2479660" y="2976711"/>
                  </a:lnTo>
                  <a:lnTo>
                    <a:pt x="2557294" y="2993006"/>
                  </a:lnTo>
                  <a:lnTo>
                    <a:pt x="2634928" y="3008907"/>
                  </a:lnTo>
                  <a:lnTo>
                    <a:pt x="2712562" y="3024426"/>
                  </a:lnTo>
                  <a:lnTo>
                    <a:pt x="2790196" y="3039570"/>
                  </a:lnTo>
                  <a:lnTo>
                    <a:pt x="2867830" y="3054349"/>
                  </a:lnTo>
                  <a:lnTo>
                    <a:pt x="2945464" y="3068772"/>
                  </a:lnTo>
                  <a:lnTo>
                    <a:pt x="3023098" y="3082847"/>
                  </a:lnTo>
                  <a:lnTo>
                    <a:pt x="3100732" y="3096583"/>
                  </a:lnTo>
                  <a:lnTo>
                    <a:pt x="3178366" y="3109988"/>
                  </a:lnTo>
                  <a:lnTo>
                    <a:pt x="3256000" y="3123070"/>
                  </a:lnTo>
                  <a:lnTo>
                    <a:pt x="3333634" y="3135836"/>
                  </a:lnTo>
                  <a:lnTo>
                    <a:pt x="3411268" y="3148294"/>
                  </a:lnTo>
                  <a:lnTo>
                    <a:pt x="3488902" y="3160453"/>
                  </a:lnTo>
                  <a:lnTo>
                    <a:pt x="3566536" y="3172318"/>
                  </a:lnTo>
                  <a:lnTo>
                    <a:pt x="3644171" y="3183897"/>
                  </a:lnTo>
                  <a:lnTo>
                    <a:pt x="3721805" y="3195197"/>
                  </a:lnTo>
                  <a:lnTo>
                    <a:pt x="3799439" y="3206224"/>
                  </a:lnTo>
                  <a:lnTo>
                    <a:pt x="3877073" y="3216986"/>
                  </a:lnTo>
                  <a:lnTo>
                    <a:pt x="3954707" y="3227488"/>
                  </a:lnTo>
                  <a:lnTo>
                    <a:pt x="4032341" y="3237737"/>
                  </a:lnTo>
                  <a:lnTo>
                    <a:pt x="4109975" y="3247739"/>
                  </a:lnTo>
                  <a:lnTo>
                    <a:pt x="4187609" y="3257500"/>
                  </a:lnTo>
                  <a:lnTo>
                    <a:pt x="4265243" y="3267026"/>
                  </a:lnTo>
                  <a:lnTo>
                    <a:pt x="4342877" y="3276322"/>
                  </a:lnTo>
                  <a:lnTo>
                    <a:pt x="4420511" y="3285394"/>
                  </a:lnTo>
                  <a:lnTo>
                    <a:pt x="4498145" y="3294247"/>
                  </a:lnTo>
                  <a:lnTo>
                    <a:pt x="4575779" y="3302887"/>
                  </a:lnTo>
                  <a:lnTo>
                    <a:pt x="4653413" y="3311318"/>
                  </a:lnTo>
                  <a:lnTo>
                    <a:pt x="4731047" y="3319546"/>
                  </a:lnTo>
                  <a:lnTo>
                    <a:pt x="4808681" y="3327576"/>
                  </a:lnTo>
                  <a:lnTo>
                    <a:pt x="4886315" y="3335412"/>
                  </a:lnTo>
                  <a:lnTo>
                    <a:pt x="4963949" y="3343060"/>
                  </a:lnTo>
                  <a:lnTo>
                    <a:pt x="5041583" y="3350523"/>
                  </a:lnTo>
                  <a:lnTo>
                    <a:pt x="5119217" y="3357806"/>
                  </a:lnTo>
                  <a:lnTo>
                    <a:pt x="5196851" y="3364914"/>
                  </a:lnTo>
                  <a:lnTo>
                    <a:pt x="5274485" y="3371850"/>
                  </a:lnTo>
                  <a:lnTo>
                    <a:pt x="5352120" y="3378619"/>
                  </a:lnTo>
                  <a:lnTo>
                    <a:pt x="5429754" y="3385225"/>
                  </a:lnTo>
                  <a:lnTo>
                    <a:pt x="5507388" y="3391671"/>
                  </a:lnTo>
                  <a:lnTo>
                    <a:pt x="5585022" y="3397962"/>
                  </a:lnTo>
                  <a:lnTo>
                    <a:pt x="5662656" y="3404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28039"/>
              <a:ext cx="7370972" cy="2492375"/>
            </a:xfrm>
            <a:custGeom>
              <a:avLst/>
              <a:pathLst>
                <a:path w="7370972" h="2492375">
                  <a:moveTo>
                    <a:pt x="7370972" y="2492375"/>
                  </a:moveTo>
                  <a:lnTo>
                    <a:pt x="7293338" y="2490398"/>
                  </a:lnTo>
                  <a:lnTo>
                    <a:pt x="7215704" y="2488286"/>
                  </a:lnTo>
                  <a:lnTo>
                    <a:pt x="7138070" y="2486029"/>
                  </a:lnTo>
                  <a:lnTo>
                    <a:pt x="7060436" y="2483616"/>
                  </a:lnTo>
                  <a:lnTo>
                    <a:pt x="6982802" y="2481038"/>
                  </a:lnTo>
                  <a:lnTo>
                    <a:pt x="6905168" y="2478283"/>
                  </a:lnTo>
                  <a:lnTo>
                    <a:pt x="6827534" y="2475339"/>
                  </a:lnTo>
                  <a:lnTo>
                    <a:pt x="6749900" y="2472193"/>
                  </a:lnTo>
                  <a:lnTo>
                    <a:pt x="6672266" y="2468831"/>
                  </a:lnTo>
                  <a:lnTo>
                    <a:pt x="6594632" y="2465238"/>
                  </a:lnTo>
                  <a:lnTo>
                    <a:pt x="6516998" y="2461399"/>
                  </a:lnTo>
                  <a:lnTo>
                    <a:pt x="6439364" y="2457296"/>
                  </a:lnTo>
                  <a:lnTo>
                    <a:pt x="6361730" y="2452911"/>
                  </a:lnTo>
                  <a:lnTo>
                    <a:pt x="6284096" y="2448225"/>
                  </a:lnTo>
                  <a:lnTo>
                    <a:pt x="6206462" y="2443218"/>
                  </a:lnTo>
                  <a:lnTo>
                    <a:pt x="6128827" y="2437866"/>
                  </a:lnTo>
                  <a:lnTo>
                    <a:pt x="6051193" y="2432148"/>
                  </a:lnTo>
                  <a:lnTo>
                    <a:pt x="5973559" y="2426036"/>
                  </a:lnTo>
                  <a:lnTo>
                    <a:pt x="5895925" y="2419506"/>
                  </a:lnTo>
                  <a:lnTo>
                    <a:pt x="5818291" y="2412527"/>
                  </a:lnTo>
                  <a:lnTo>
                    <a:pt x="5740657" y="2405068"/>
                  </a:lnTo>
                  <a:lnTo>
                    <a:pt x="5663023" y="2397098"/>
                  </a:lnTo>
                  <a:lnTo>
                    <a:pt x="5585389" y="2388581"/>
                  </a:lnTo>
                  <a:lnTo>
                    <a:pt x="5507755" y="2379479"/>
                  </a:lnTo>
                  <a:lnTo>
                    <a:pt x="5430121" y="2369752"/>
                  </a:lnTo>
                  <a:lnTo>
                    <a:pt x="5352487" y="2359357"/>
                  </a:lnTo>
                  <a:lnTo>
                    <a:pt x="5274853" y="2348249"/>
                  </a:lnTo>
                  <a:lnTo>
                    <a:pt x="5197219" y="2336378"/>
                  </a:lnTo>
                  <a:lnTo>
                    <a:pt x="5119585" y="2323692"/>
                  </a:lnTo>
                  <a:lnTo>
                    <a:pt x="5041951" y="2310135"/>
                  </a:lnTo>
                  <a:lnTo>
                    <a:pt x="4964317" y="2295648"/>
                  </a:lnTo>
                  <a:lnTo>
                    <a:pt x="4886683" y="2280166"/>
                  </a:lnTo>
                  <a:lnTo>
                    <a:pt x="4809049" y="2263621"/>
                  </a:lnTo>
                  <a:lnTo>
                    <a:pt x="4731415" y="2245941"/>
                  </a:lnTo>
                  <a:lnTo>
                    <a:pt x="4653781" y="2227047"/>
                  </a:lnTo>
                  <a:lnTo>
                    <a:pt x="4576147" y="2206855"/>
                  </a:lnTo>
                  <a:lnTo>
                    <a:pt x="4498513" y="2185278"/>
                  </a:lnTo>
                  <a:lnTo>
                    <a:pt x="4420879" y="2162219"/>
                  </a:lnTo>
                  <a:lnTo>
                    <a:pt x="4343244" y="2137577"/>
                  </a:lnTo>
                  <a:lnTo>
                    <a:pt x="4265610" y="2111244"/>
                  </a:lnTo>
                  <a:lnTo>
                    <a:pt x="4187976" y="2083102"/>
                  </a:lnTo>
                  <a:lnTo>
                    <a:pt x="4110342" y="2053029"/>
                  </a:lnTo>
                  <a:lnTo>
                    <a:pt x="4032708" y="2020891"/>
                  </a:lnTo>
                  <a:lnTo>
                    <a:pt x="3955074" y="1986547"/>
                  </a:lnTo>
                  <a:lnTo>
                    <a:pt x="3877440" y="1949846"/>
                  </a:lnTo>
                  <a:lnTo>
                    <a:pt x="3799806" y="1910625"/>
                  </a:lnTo>
                  <a:lnTo>
                    <a:pt x="3722172" y="1868711"/>
                  </a:lnTo>
                  <a:lnTo>
                    <a:pt x="3644538" y="1823920"/>
                  </a:lnTo>
                  <a:lnTo>
                    <a:pt x="3566904" y="1776054"/>
                  </a:lnTo>
                  <a:lnTo>
                    <a:pt x="3489270" y="1724902"/>
                  </a:lnTo>
                  <a:lnTo>
                    <a:pt x="3411636" y="1670238"/>
                  </a:lnTo>
                  <a:lnTo>
                    <a:pt x="3334002" y="1637117"/>
                  </a:lnTo>
                  <a:lnTo>
                    <a:pt x="3256368" y="1615279"/>
                  </a:lnTo>
                  <a:lnTo>
                    <a:pt x="3178734" y="1592901"/>
                  </a:lnTo>
                  <a:lnTo>
                    <a:pt x="3101100" y="1569971"/>
                  </a:lnTo>
                  <a:lnTo>
                    <a:pt x="3023466" y="1546474"/>
                  </a:lnTo>
                  <a:lnTo>
                    <a:pt x="2945832" y="1522397"/>
                  </a:lnTo>
                  <a:lnTo>
                    <a:pt x="2868198" y="1497725"/>
                  </a:lnTo>
                  <a:lnTo>
                    <a:pt x="2790564" y="1472444"/>
                  </a:lnTo>
                  <a:lnTo>
                    <a:pt x="2712930" y="1446538"/>
                  </a:lnTo>
                  <a:lnTo>
                    <a:pt x="2635295" y="1419993"/>
                  </a:lnTo>
                  <a:lnTo>
                    <a:pt x="2557661" y="1392791"/>
                  </a:lnTo>
                  <a:lnTo>
                    <a:pt x="2480027" y="1364918"/>
                  </a:lnTo>
                  <a:lnTo>
                    <a:pt x="2402393" y="1336356"/>
                  </a:lnTo>
                  <a:lnTo>
                    <a:pt x="2324759" y="1307089"/>
                  </a:lnTo>
                  <a:lnTo>
                    <a:pt x="2247125" y="1277098"/>
                  </a:lnTo>
                  <a:lnTo>
                    <a:pt x="2169491" y="1246367"/>
                  </a:lnTo>
                  <a:lnTo>
                    <a:pt x="2091857" y="1214877"/>
                  </a:lnTo>
                  <a:lnTo>
                    <a:pt x="2014223" y="1182608"/>
                  </a:lnTo>
                  <a:lnTo>
                    <a:pt x="1936589" y="1149543"/>
                  </a:lnTo>
                  <a:lnTo>
                    <a:pt x="1858955" y="1115661"/>
                  </a:lnTo>
                  <a:lnTo>
                    <a:pt x="1781321" y="1080942"/>
                  </a:lnTo>
                  <a:lnTo>
                    <a:pt x="1703687" y="1045365"/>
                  </a:lnTo>
                  <a:lnTo>
                    <a:pt x="1626053" y="1008909"/>
                  </a:lnTo>
                  <a:lnTo>
                    <a:pt x="1548419" y="971553"/>
                  </a:lnTo>
                  <a:lnTo>
                    <a:pt x="1470785" y="933275"/>
                  </a:lnTo>
                  <a:lnTo>
                    <a:pt x="1393151" y="894050"/>
                  </a:lnTo>
                  <a:lnTo>
                    <a:pt x="1315517" y="853857"/>
                  </a:lnTo>
                  <a:lnTo>
                    <a:pt x="1237883" y="812670"/>
                  </a:lnTo>
                  <a:lnTo>
                    <a:pt x="1160249" y="770467"/>
                  </a:lnTo>
                  <a:lnTo>
                    <a:pt x="1082615" y="727221"/>
                  </a:lnTo>
                  <a:lnTo>
                    <a:pt x="1004981" y="682906"/>
                  </a:lnTo>
                  <a:lnTo>
                    <a:pt x="927346" y="637497"/>
                  </a:lnTo>
                  <a:lnTo>
                    <a:pt x="849712" y="590966"/>
                  </a:lnTo>
                  <a:lnTo>
                    <a:pt x="772078" y="543286"/>
                  </a:lnTo>
                  <a:lnTo>
                    <a:pt x="694444" y="494428"/>
                  </a:lnTo>
                  <a:lnTo>
                    <a:pt x="616810" y="444363"/>
                  </a:lnTo>
                  <a:lnTo>
                    <a:pt x="539176" y="393062"/>
                  </a:lnTo>
                  <a:lnTo>
                    <a:pt x="461542" y="340493"/>
                  </a:lnTo>
                  <a:lnTo>
                    <a:pt x="383908" y="286625"/>
                  </a:lnTo>
                  <a:lnTo>
                    <a:pt x="306274" y="231427"/>
                  </a:lnTo>
                  <a:lnTo>
                    <a:pt x="228640" y="174866"/>
                  </a:lnTo>
                  <a:lnTo>
                    <a:pt x="151006" y="116907"/>
                  </a:lnTo>
                  <a:lnTo>
                    <a:pt x="73372" y="575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49729" y="1896563"/>
              <a:ext cx="6438761" cy="3568049"/>
            </a:xfrm>
            <a:custGeom>
              <a:avLst/>
              <a:pathLst>
                <a:path w="6438761" h="3568049">
                  <a:moveTo>
                    <a:pt x="0" y="0"/>
                  </a:moveTo>
                  <a:lnTo>
                    <a:pt x="72769" y="152384"/>
                  </a:lnTo>
                  <a:lnTo>
                    <a:pt x="150403" y="307739"/>
                  </a:lnTo>
                  <a:lnTo>
                    <a:pt x="228037" y="456199"/>
                  </a:lnTo>
                  <a:lnTo>
                    <a:pt x="305671" y="598070"/>
                  </a:lnTo>
                  <a:lnTo>
                    <a:pt x="383305" y="733644"/>
                  </a:lnTo>
                  <a:lnTo>
                    <a:pt x="460939" y="863201"/>
                  </a:lnTo>
                  <a:lnTo>
                    <a:pt x="538573" y="987007"/>
                  </a:lnTo>
                  <a:lnTo>
                    <a:pt x="616207" y="1105319"/>
                  </a:lnTo>
                  <a:lnTo>
                    <a:pt x="693841" y="1218379"/>
                  </a:lnTo>
                  <a:lnTo>
                    <a:pt x="771475" y="1326421"/>
                  </a:lnTo>
                  <a:lnTo>
                    <a:pt x="849109" y="1429668"/>
                  </a:lnTo>
                  <a:lnTo>
                    <a:pt x="926743" y="1528333"/>
                  </a:lnTo>
                  <a:lnTo>
                    <a:pt x="1004377" y="1622618"/>
                  </a:lnTo>
                  <a:lnTo>
                    <a:pt x="1082011" y="1712719"/>
                  </a:lnTo>
                  <a:lnTo>
                    <a:pt x="1159646" y="1798820"/>
                  </a:lnTo>
                  <a:lnTo>
                    <a:pt x="1237280" y="1881100"/>
                  </a:lnTo>
                  <a:lnTo>
                    <a:pt x="1314914" y="1959728"/>
                  </a:lnTo>
                  <a:lnTo>
                    <a:pt x="1392548" y="2034866"/>
                  </a:lnTo>
                  <a:lnTo>
                    <a:pt x="1470182" y="2106670"/>
                  </a:lnTo>
                  <a:lnTo>
                    <a:pt x="1547816" y="2175286"/>
                  </a:lnTo>
                  <a:lnTo>
                    <a:pt x="1625450" y="2240857"/>
                  </a:lnTo>
                  <a:lnTo>
                    <a:pt x="1703084" y="2303518"/>
                  </a:lnTo>
                  <a:lnTo>
                    <a:pt x="1780718" y="2363397"/>
                  </a:lnTo>
                  <a:lnTo>
                    <a:pt x="1858352" y="2420619"/>
                  </a:lnTo>
                  <a:lnTo>
                    <a:pt x="1935986" y="2475301"/>
                  </a:lnTo>
                  <a:lnTo>
                    <a:pt x="2013620" y="2527556"/>
                  </a:lnTo>
                  <a:lnTo>
                    <a:pt x="2091254" y="2577492"/>
                  </a:lnTo>
                  <a:lnTo>
                    <a:pt x="2168888" y="2625212"/>
                  </a:lnTo>
                  <a:lnTo>
                    <a:pt x="2246522" y="2670813"/>
                  </a:lnTo>
                  <a:lnTo>
                    <a:pt x="2324156" y="2714391"/>
                  </a:lnTo>
                  <a:lnTo>
                    <a:pt x="2401790" y="2756034"/>
                  </a:lnTo>
                  <a:lnTo>
                    <a:pt x="2479424" y="2795829"/>
                  </a:lnTo>
                  <a:lnTo>
                    <a:pt x="2557058" y="2833858"/>
                  </a:lnTo>
                  <a:lnTo>
                    <a:pt x="2634692" y="2870199"/>
                  </a:lnTo>
                  <a:lnTo>
                    <a:pt x="2712326" y="2904927"/>
                  </a:lnTo>
                  <a:lnTo>
                    <a:pt x="2789960" y="2938113"/>
                  </a:lnTo>
                  <a:lnTo>
                    <a:pt x="2867595" y="2969827"/>
                  </a:lnTo>
                  <a:lnTo>
                    <a:pt x="2945229" y="3000133"/>
                  </a:lnTo>
                  <a:lnTo>
                    <a:pt x="3022863" y="3029094"/>
                  </a:lnTo>
                  <a:lnTo>
                    <a:pt x="3100497" y="3056770"/>
                  </a:lnTo>
                  <a:lnTo>
                    <a:pt x="3178131" y="3083217"/>
                  </a:lnTo>
                  <a:lnTo>
                    <a:pt x="3255765" y="3108490"/>
                  </a:lnTo>
                  <a:lnTo>
                    <a:pt x="3333399" y="3132642"/>
                  </a:lnTo>
                  <a:lnTo>
                    <a:pt x="3411033" y="3155722"/>
                  </a:lnTo>
                  <a:lnTo>
                    <a:pt x="3488667" y="3177777"/>
                  </a:lnTo>
                  <a:lnTo>
                    <a:pt x="3566301" y="3198854"/>
                  </a:lnTo>
                  <a:lnTo>
                    <a:pt x="3643935" y="3218995"/>
                  </a:lnTo>
                  <a:lnTo>
                    <a:pt x="3721569" y="3238242"/>
                  </a:lnTo>
                  <a:lnTo>
                    <a:pt x="3799203" y="3256634"/>
                  </a:lnTo>
                  <a:lnTo>
                    <a:pt x="3876837" y="3274211"/>
                  </a:lnTo>
                  <a:lnTo>
                    <a:pt x="3954471" y="3291007"/>
                  </a:lnTo>
                  <a:lnTo>
                    <a:pt x="4032105" y="3307058"/>
                  </a:lnTo>
                  <a:lnTo>
                    <a:pt x="4109739" y="3322396"/>
                  </a:lnTo>
                  <a:lnTo>
                    <a:pt x="4187373" y="3337054"/>
                  </a:lnTo>
                  <a:lnTo>
                    <a:pt x="4265007" y="3351061"/>
                  </a:lnTo>
                  <a:lnTo>
                    <a:pt x="4342641" y="3364447"/>
                  </a:lnTo>
                  <a:lnTo>
                    <a:pt x="4420275" y="3377238"/>
                  </a:lnTo>
                  <a:lnTo>
                    <a:pt x="4497909" y="3389462"/>
                  </a:lnTo>
                  <a:lnTo>
                    <a:pt x="4575543" y="3401143"/>
                  </a:lnTo>
                  <a:lnTo>
                    <a:pt x="4653178" y="3412305"/>
                  </a:lnTo>
                  <a:lnTo>
                    <a:pt x="4730812" y="3422972"/>
                  </a:lnTo>
                  <a:lnTo>
                    <a:pt x="4808446" y="3433166"/>
                  </a:lnTo>
                  <a:lnTo>
                    <a:pt x="4886080" y="3442907"/>
                  </a:lnTo>
                  <a:lnTo>
                    <a:pt x="4963714" y="3452216"/>
                  </a:lnTo>
                  <a:lnTo>
                    <a:pt x="5041348" y="3461112"/>
                  </a:lnTo>
                  <a:lnTo>
                    <a:pt x="5118982" y="3469613"/>
                  </a:lnTo>
                  <a:lnTo>
                    <a:pt x="5196616" y="3477736"/>
                  </a:lnTo>
                  <a:lnTo>
                    <a:pt x="5274250" y="3485500"/>
                  </a:lnTo>
                  <a:lnTo>
                    <a:pt x="5351884" y="3492918"/>
                  </a:lnTo>
                  <a:lnTo>
                    <a:pt x="5429518" y="3500007"/>
                  </a:lnTo>
                  <a:lnTo>
                    <a:pt x="5507152" y="3506782"/>
                  </a:lnTo>
                  <a:lnTo>
                    <a:pt x="5584786" y="3513256"/>
                  </a:lnTo>
                  <a:lnTo>
                    <a:pt x="5662420" y="3519442"/>
                  </a:lnTo>
                  <a:lnTo>
                    <a:pt x="5740054" y="3525354"/>
                  </a:lnTo>
                  <a:lnTo>
                    <a:pt x="5817688" y="3531004"/>
                  </a:lnTo>
                  <a:lnTo>
                    <a:pt x="5895322" y="3536403"/>
                  </a:lnTo>
                  <a:lnTo>
                    <a:pt x="5972956" y="3541562"/>
                  </a:lnTo>
                  <a:lnTo>
                    <a:pt x="6050590" y="3546492"/>
                  </a:lnTo>
                  <a:lnTo>
                    <a:pt x="6128224" y="3551204"/>
                  </a:lnTo>
                  <a:lnTo>
                    <a:pt x="6205858" y="3555706"/>
                  </a:lnTo>
                  <a:lnTo>
                    <a:pt x="6283492" y="3560008"/>
                  </a:lnTo>
                  <a:lnTo>
                    <a:pt x="6361127" y="3564120"/>
                  </a:lnTo>
                  <a:lnTo>
                    <a:pt x="6438761" y="35680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2026-05-22T09:54:29Z</dcterms:modified>
  <cp:category/>
</cp:coreProperties>
</file>