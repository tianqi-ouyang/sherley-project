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15620"/>
            </a:xfrm>
            <a:custGeom>
              <a:avLst/>
              <a:pathLst>
                <a:path w="7370972" h="3615620">
                  <a:moveTo>
                    <a:pt x="1575059" y="0"/>
                  </a:moveTo>
                  <a:lnTo>
                    <a:pt x="1626053" y="146093"/>
                  </a:lnTo>
                  <a:lnTo>
                    <a:pt x="1703687" y="355242"/>
                  </a:lnTo>
                  <a:lnTo>
                    <a:pt x="1781321" y="551915"/>
                  </a:lnTo>
                  <a:lnTo>
                    <a:pt x="1858955" y="736858"/>
                  </a:lnTo>
                  <a:lnTo>
                    <a:pt x="1936589" y="910770"/>
                  </a:lnTo>
                  <a:lnTo>
                    <a:pt x="2014223" y="1074310"/>
                  </a:lnTo>
                  <a:lnTo>
                    <a:pt x="2091857" y="1228094"/>
                  </a:lnTo>
                  <a:lnTo>
                    <a:pt x="2169491" y="1372707"/>
                  </a:lnTo>
                  <a:lnTo>
                    <a:pt x="2247125" y="1508694"/>
                  </a:lnTo>
                  <a:lnTo>
                    <a:pt x="2324759" y="1636570"/>
                  </a:lnTo>
                  <a:lnTo>
                    <a:pt x="2402393" y="1756818"/>
                  </a:lnTo>
                  <a:lnTo>
                    <a:pt x="2480027" y="1869895"/>
                  </a:lnTo>
                  <a:lnTo>
                    <a:pt x="2557661" y="1976227"/>
                  </a:lnTo>
                  <a:lnTo>
                    <a:pt x="2635295" y="2076217"/>
                  </a:lnTo>
                  <a:lnTo>
                    <a:pt x="2712930" y="2170243"/>
                  </a:lnTo>
                  <a:lnTo>
                    <a:pt x="2790564" y="2258661"/>
                  </a:lnTo>
                  <a:lnTo>
                    <a:pt x="2868198" y="2341805"/>
                  </a:lnTo>
                  <a:lnTo>
                    <a:pt x="2945832" y="2419990"/>
                  </a:lnTo>
                  <a:lnTo>
                    <a:pt x="3023466" y="2493512"/>
                  </a:lnTo>
                  <a:lnTo>
                    <a:pt x="3101100" y="2562648"/>
                  </a:lnTo>
                  <a:lnTo>
                    <a:pt x="3178734" y="2627661"/>
                  </a:lnTo>
                  <a:lnTo>
                    <a:pt x="3256368" y="2688796"/>
                  </a:lnTo>
                  <a:lnTo>
                    <a:pt x="3334002" y="2746285"/>
                  </a:lnTo>
                  <a:lnTo>
                    <a:pt x="3411636" y="2788334"/>
                  </a:lnTo>
                  <a:lnTo>
                    <a:pt x="3489270" y="2804483"/>
                  </a:lnTo>
                  <a:lnTo>
                    <a:pt x="3566904" y="2820331"/>
                  </a:lnTo>
                  <a:lnTo>
                    <a:pt x="3644538" y="2835883"/>
                  </a:lnTo>
                  <a:lnTo>
                    <a:pt x="3722172" y="2851145"/>
                  </a:lnTo>
                  <a:lnTo>
                    <a:pt x="3799806" y="2866121"/>
                  </a:lnTo>
                  <a:lnTo>
                    <a:pt x="3877440" y="2880817"/>
                  </a:lnTo>
                  <a:lnTo>
                    <a:pt x="3955074" y="2895239"/>
                  </a:lnTo>
                  <a:lnTo>
                    <a:pt x="4032708" y="2909391"/>
                  </a:lnTo>
                  <a:lnTo>
                    <a:pt x="4110342" y="2923279"/>
                  </a:lnTo>
                  <a:lnTo>
                    <a:pt x="4187976" y="2936907"/>
                  </a:lnTo>
                  <a:lnTo>
                    <a:pt x="4265610" y="2950281"/>
                  </a:lnTo>
                  <a:lnTo>
                    <a:pt x="4343244" y="2963404"/>
                  </a:lnTo>
                  <a:lnTo>
                    <a:pt x="4420879" y="2976283"/>
                  </a:lnTo>
                  <a:lnTo>
                    <a:pt x="4498513" y="2988921"/>
                  </a:lnTo>
                  <a:lnTo>
                    <a:pt x="4576147" y="3001323"/>
                  </a:lnTo>
                  <a:lnTo>
                    <a:pt x="4653781" y="3013493"/>
                  </a:lnTo>
                  <a:lnTo>
                    <a:pt x="4731415" y="3025435"/>
                  </a:lnTo>
                  <a:lnTo>
                    <a:pt x="4809049" y="3037155"/>
                  </a:lnTo>
                  <a:lnTo>
                    <a:pt x="4886683" y="3048655"/>
                  </a:lnTo>
                  <a:lnTo>
                    <a:pt x="4964317" y="3059941"/>
                  </a:lnTo>
                  <a:lnTo>
                    <a:pt x="5041951" y="3071016"/>
                  </a:lnTo>
                  <a:lnTo>
                    <a:pt x="5119585" y="3081883"/>
                  </a:lnTo>
                  <a:lnTo>
                    <a:pt x="5197219" y="3092548"/>
                  </a:lnTo>
                  <a:lnTo>
                    <a:pt x="5274853" y="3103014"/>
                  </a:lnTo>
                  <a:lnTo>
                    <a:pt x="5352487" y="3113283"/>
                  </a:lnTo>
                  <a:lnTo>
                    <a:pt x="5430121" y="3123361"/>
                  </a:lnTo>
                  <a:lnTo>
                    <a:pt x="5507755" y="3133251"/>
                  </a:lnTo>
                  <a:lnTo>
                    <a:pt x="5585389" y="3142956"/>
                  </a:lnTo>
                  <a:lnTo>
                    <a:pt x="5663023" y="3152480"/>
                  </a:lnTo>
                  <a:lnTo>
                    <a:pt x="5740657" y="3161825"/>
                  </a:lnTo>
                  <a:lnTo>
                    <a:pt x="5818291" y="3170996"/>
                  </a:lnTo>
                  <a:lnTo>
                    <a:pt x="5895925" y="3179996"/>
                  </a:lnTo>
                  <a:lnTo>
                    <a:pt x="5973559" y="3188827"/>
                  </a:lnTo>
                  <a:lnTo>
                    <a:pt x="6051193" y="3197494"/>
                  </a:lnTo>
                  <a:lnTo>
                    <a:pt x="6128827" y="3205998"/>
                  </a:lnTo>
                  <a:lnTo>
                    <a:pt x="6206462" y="3214344"/>
                  </a:lnTo>
                  <a:lnTo>
                    <a:pt x="6284096" y="3222534"/>
                  </a:lnTo>
                  <a:lnTo>
                    <a:pt x="6361730" y="3230570"/>
                  </a:lnTo>
                  <a:lnTo>
                    <a:pt x="6439364" y="3238457"/>
                  </a:lnTo>
                  <a:lnTo>
                    <a:pt x="6516998" y="3246196"/>
                  </a:lnTo>
                  <a:lnTo>
                    <a:pt x="6594632" y="3253791"/>
                  </a:lnTo>
                  <a:lnTo>
                    <a:pt x="6672266" y="3261243"/>
                  </a:lnTo>
                  <a:lnTo>
                    <a:pt x="6749900" y="3268557"/>
                  </a:lnTo>
                  <a:lnTo>
                    <a:pt x="6827534" y="3275733"/>
                  </a:lnTo>
                  <a:lnTo>
                    <a:pt x="6905168" y="3282776"/>
                  </a:lnTo>
                  <a:lnTo>
                    <a:pt x="6982802" y="3289687"/>
                  </a:lnTo>
                  <a:lnTo>
                    <a:pt x="7060436" y="3296469"/>
                  </a:lnTo>
                  <a:lnTo>
                    <a:pt x="7138070" y="3303124"/>
                  </a:lnTo>
                  <a:lnTo>
                    <a:pt x="7215704" y="3309655"/>
                  </a:lnTo>
                  <a:lnTo>
                    <a:pt x="7293338" y="3316064"/>
                  </a:lnTo>
                  <a:lnTo>
                    <a:pt x="7370972" y="3322353"/>
                  </a:lnTo>
                  <a:lnTo>
                    <a:pt x="7370972" y="3615620"/>
                  </a:lnTo>
                  <a:lnTo>
                    <a:pt x="7293338" y="3613272"/>
                  </a:lnTo>
                  <a:lnTo>
                    <a:pt x="7215704" y="3610774"/>
                  </a:lnTo>
                  <a:lnTo>
                    <a:pt x="7138070" y="3608119"/>
                  </a:lnTo>
                  <a:lnTo>
                    <a:pt x="7060436" y="3605295"/>
                  </a:lnTo>
                  <a:lnTo>
                    <a:pt x="6982802" y="3602291"/>
                  </a:lnTo>
                  <a:lnTo>
                    <a:pt x="6905168" y="3599098"/>
                  </a:lnTo>
                  <a:lnTo>
                    <a:pt x="6827534" y="3595701"/>
                  </a:lnTo>
                  <a:lnTo>
                    <a:pt x="6749900" y="3592090"/>
                  </a:lnTo>
                  <a:lnTo>
                    <a:pt x="6672266" y="3588249"/>
                  </a:lnTo>
                  <a:lnTo>
                    <a:pt x="6594632" y="3584164"/>
                  </a:lnTo>
                  <a:lnTo>
                    <a:pt x="6516998" y="3579821"/>
                  </a:lnTo>
                  <a:lnTo>
                    <a:pt x="6439364" y="3575202"/>
                  </a:lnTo>
                  <a:lnTo>
                    <a:pt x="6361730" y="3570290"/>
                  </a:lnTo>
                  <a:lnTo>
                    <a:pt x="6284096" y="3565066"/>
                  </a:lnTo>
                  <a:lnTo>
                    <a:pt x="6206462" y="3559512"/>
                  </a:lnTo>
                  <a:lnTo>
                    <a:pt x="6128827" y="3553604"/>
                  </a:lnTo>
                  <a:lnTo>
                    <a:pt x="6051193" y="3547323"/>
                  </a:lnTo>
                  <a:lnTo>
                    <a:pt x="5973559" y="3540642"/>
                  </a:lnTo>
                  <a:lnTo>
                    <a:pt x="5895925" y="3533538"/>
                  </a:lnTo>
                  <a:lnTo>
                    <a:pt x="5818291" y="3525984"/>
                  </a:lnTo>
                  <a:lnTo>
                    <a:pt x="5740657" y="3517950"/>
                  </a:lnTo>
                  <a:lnTo>
                    <a:pt x="5663023" y="3509407"/>
                  </a:lnTo>
                  <a:lnTo>
                    <a:pt x="5585389" y="3500321"/>
                  </a:lnTo>
                  <a:lnTo>
                    <a:pt x="5507755" y="3490660"/>
                  </a:lnTo>
                  <a:lnTo>
                    <a:pt x="5430121" y="3480385"/>
                  </a:lnTo>
                  <a:lnTo>
                    <a:pt x="5352487" y="3469459"/>
                  </a:lnTo>
                  <a:lnTo>
                    <a:pt x="5274853" y="3457840"/>
                  </a:lnTo>
                  <a:lnTo>
                    <a:pt x="5197219" y="3445484"/>
                  </a:lnTo>
                  <a:lnTo>
                    <a:pt x="5119585" y="3432345"/>
                  </a:lnTo>
                  <a:lnTo>
                    <a:pt x="5041951" y="3418371"/>
                  </a:lnTo>
                  <a:lnTo>
                    <a:pt x="4964317" y="3403512"/>
                  </a:lnTo>
                  <a:lnTo>
                    <a:pt x="4886683" y="3387710"/>
                  </a:lnTo>
                  <a:lnTo>
                    <a:pt x="4809049" y="3370906"/>
                  </a:lnTo>
                  <a:lnTo>
                    <a:pt x="4731415" y="3353036"/>
                  </a:lnTo>
                  <a:lnTo>
                    <a:pt x="4653781" y="3334032"/>
                  </a:lnTo>
                  <a:lnTo>
                    <a:pt x="4576147" y="3313823"/>
                  </a:lnTo>
                  <a:lnTo>
                    <a:pt x="4498513" y="3292332"/>
                  </a:lnTo>
                  <a:lnTo>
                    <a:pt x="4420879" y="3269479"/>
                  </a:lnTo>
                  <a:lnTo>
                    <a:pt x="4343244" y="3245175"/>
                  </a:lnTo>
                  <a:lnTo>
                    <a:pt x="4265610" y="3219330"/>
                  </a:lnTo>
                  <a:lnTo>
                    <a:pt x="4187976" y="3191846"/>
                  </a:lnTo>
                  <a:lnTo>
                    <a:pt x="4110342" y="3162618"/>
                  </a:lnTo>
                  <a:lnTo>
                    <a:pt x="4032708" y="3131537"/>
                  </a:lnTo>
                  <a:lnTo>
                    <a:pt x="3955074" y="3098484"/>
                  </a:lnTo>
                  <a:lnTo>
                    <a:pt x="3877440" y="3063335"/>
                  </a:lnTo>
                  <a:lnTo>
                    <a:pt x="3799806" y="3025956"/>
                  </a:lnTo>
                  <a:lnTo>
                    <a:pt x="3722172" y="2986206"/>
                  </a:lnTo>
                  <a:lnTo>
                    <a:pt x="3644538" y="2943935"/>
                  </a:lnTo>
                  <a:lnTo>
                    <a:pt x="3566904" y="2898983"/>
                  </a:lnTo>
                  <a:lnTo>
                    <a:pt x="3489270" y="2851180"/>
                  </a:lnTo>
                  <a:lnTo>
                    <a:pt x="3411636" y="2800345"/>
                  </a:lnTo>
                  <a:lnTo>
                    <a:pt x="3334002" y="2771876"/>
                  </a:lnTo>
                  <a:lnTo>
                    <a:pt x="3256368" y="2755106"/>
                  </a:lnTo>
                  <a:lnTo>
                    <a:pt x="3178734" y="2738016"/>
                  </a:lnTo>
                  <a:lnTo>
                    <a:pt x="3101100" y="2720600"/>
                  </a:lnTo>
                  <a:lnTo>
                    <a:pt x="3023466" y="2702853"/>
                  </a:lnTo>
                  <a:lnTo>
                    <a:pt x="2945832" y="2684769"/>
                  </a:lnTo>
                  <a:lnTo>
                    <a:pt x="2868198" y="2666339"/>
                  </a:lnTo>
                  <a:lnTo>
                    <a:pt x="2790564" y="2647559"/>
                  </a:lnTo>
                  <a:lnTo>
                    <a:pt x="2712930" y="2628421"/>
                  </a:lnTo>
                  <a:lnTo>
                    <a:pt x="2635295" y="2608919"/>
                  </a:lnTo>
                  <a:lnTo>
                    <a:pt x="2557661" y="2589046"/>
                  </a:lnTo>
                  <a:lnTo>
                    <a:pt x="2480027" y="2568794"/>
                  </a:lnTo>
                  <a:lnTo>
                    <a:pt x="2402393" y="2548156"/>
                  </a:lnTo>
                  <a:lnTo>
                    <a:pt x="2324759" y="2527126"/>
                  </a:lnTo>
                  <a:lnTo>
                    <a:pt x="2247125" y="2505695"/>
                  </a:lnTo>
                  <a:lnTo>
                    <a:pt x="2169491" y="2483856"/>
                  </a:lnTo>
                  <a:lnTo>
                    <a:pt x="2091857" y="2461601"/>
                  </a:lnTo>
                  <a:lnTo>
                    <a:pt x="2014223" y="2438923"/>
                  </a:lnTo>
                  <a:lnTo>
                    <a:pt x="1936589" y="2415812"/>
                  </a:lnTo>
                  <a:lnTo>
                    <a:pt x="1858955" y="2392262"/>
                  </a:lnTo>
                  <a:lnTo>
                    <a:pt x="1781321" y="2368263"/>
                  </a:lnTo>
                  <a:lnTo>
                    <a:pt x="1703687" y="2343807"/>
                  </a:lnTo>
                  <a:lnTo>
                    <a:pt x="1626053" y="2318886"/>
                  </a:lnTo>
                  <a:lnTo>
                    <a:pt x="1548419" y="2293490"/>
                  </a:lnTo>
                  <a:lnTo>
                    <a:pt x="1470785" y="2267610"/>
                  </a:lnTo>
                  <a:lnTo>
                    <a:pt x="1393151" y="2241238"/>
                  </a:lnTo>
                  <a:lnTo>
                    <a:pt x="1315517" y="2214364"/>
                  </a:lnTo>
                  <a:lnTo>
                    <a:pt x="1237883" y="2186977"/>
                  </a:lnTo>
                  <a:lnTo>
                    <a:pt x="1160249" y="2159070"/>
                  </a:lnTo>
                  <a:lnTo>
                    <a:pt x="1082615" y="2130631"/>
                  </a:lnTo>
                  <a:lnTo>
                    <a:pt x="1004981" y="2101650"/>
                  </a:lnTo>
                  <a:lnTo>
                    <a:pt x="927346" y="2072118"/>
                  </a:lnTo>
                  <a:lnTo>
                    <a:pt x="849712" y="2042023"/>
                  </a:lnTo>
                  <a:lnTo>
                    <a:pt x="772078" y="2011355"/>
                  </a:lnTo>
                  <a:lnTo>
                    <a:pt x="694444" y="1980104"/>
                  </a:lnTo>
                  <a:lnTo>
                    <a:pt x="616810" y="1948257"/>
                  </a:lnTo>
                  <a:lnTo>
                    <a:pt x="539176" y="1915804"/>
                  </a:lnTo>
                  <a:lnTo>
                    <a:pt x="461542" y="1882733"/>
                  </a:lnTo>
                  <a:lnTo>
                    <a:pt x="383908" y="1849032"/>
                  </a:lnTo>
                  <a:lnTo>
                    <a:pt x="306274" y="1814690"/>
                  </a:lnTo>
                  <a:lnTo>
                    <a:pt x="228640" y="1779693"/>
                  </a:lnTo>
                  <a:lnTo>
                    <a:pt x="151006" y="1744031"/>
                  </a:lnTo>
                  <a:lnTo>
                    <a:pt x="73372" y="1707689"/>
                  </a:lnTo>
                  <a:lnTo>
                    <a:pt x="0" y="16726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92576" y="1896563"/>
              <a:ext cx="5795913" cy="3322353"/>
            </a:xfrm>
            <a:custGeom>
              <a:avLst/>
              <a:pathLst>
                <a:path w="5795913" h="3322353">
                  <a:moveTo>
                    <a:pt x="0" y="0"/>
                  </a:moveTo>
                  <a:lnTo>
                    <a:pt x="50994" y="146093"/>
                  </a:lnTo>
                  <a:lnTo>
                    <a:pt x="128628" y="355242"/>
                  </a:lnTo>
                  <a:lnTo>
                    <a:pt x="206262" y="551915"/>
                  </a:lnTo>
                  <a:lnTo>
                    <a:pt x="283896" y="736858"/>
                  </a:lnTo>
                  <a:lnTo>
                    <a:pt x="361530" y="910770"/>
                  </a:lnTo>
                  <a:lnTo>
                    <a:pt x="439164" y="1074310"/>
                  </a:lnTo>
                  <a:lnTo>
                    <a:pt x="516798" y="1228094"/>
                  </a:lnTo>
                  <a:lnTo>
                    <a:pt x="594432" y="1372707"/>
                  </a:lnTo>
                  <a:lnTo>
                    <a:pt x="672066" y="1508694"/>
                  </a:lnTo>
                  <a:lnTo>
                    <a:pt x="749700" y="1636570"/>
                  </a:lnTo>
                  <a:lnTo>
                    <a:pt x="827334" y="1756818"/>
                  </a:lnTo>
                  <a:lnTo>
                    <a:pt x="904968" y="1869895"/>
                  </a:lnTo>
                  <a:lnTo>
                    <a:pt x="982602" y="1976227"/>
                  </a:lnTo>
                  <a:lnTo>
                    <a:pt x="1060236" y="2076217"/>
                  </a:lnTo>
                  <a:lnTo>
                    <a:pt x="1137870" y="2170243"/>
                  </a:lnTo>
                  <a:lnTo>
                    <a:pt x="1215504" y="2258661"/>
                  </a:lnTo>
                  <a:lnTo>
                    <a:pt x="1293138" y="2341805"/>
                  </a:lnTo>
                  <a:lnTo>
                    <a:pt x="1370773" y="2419990"/>
                  </a:lnTo>
                  <a:lnTo>
                    <a:pt x="1448407" y="2493512"/>
                  </a:lnTo>
                  <a:lnTo>
                    <a:pt x="1526041" y="2562648"/>
                  </a:lnTo>
                  <a:lnTo>
                    <a:pt x="1603675" y="2627661"/>
                  </a:lnTo>
                  <a:lnTo>
                    <a:pt x="1681309" y="2688796"/>
                  </a:lnTo>
                  <a:lnTo>
                    <a:pt x="1758943" y="2746285"/>
                  </a:lnTo>
                  <a:lnTo>
                    <a:pt x="1836577" y="2788334"/>
                  </a:lnTo>
                  <a:lnTo>
                    <a:pt x="1914211" y="2804483"/>
                  </a:lnTo>
                  <a:lnTo>
                    <a:pt x="1991845" y="2820331"/>
                  </a:lnTo>
                  <a:lnTo>
                    <a:pt x="2069479" y="2835883"/>
                  </a:lnTo>
                  <a:lnTo>
                    <a:pt x="2147113" y="2851145"/>
                  </a:lnTo>
                  <a:lnTo>
                    <a:pt x="2224747" y="2866121"/>
                  </a:lnTo>
                  <a:lnTo>
                    <a:pt x="2302381" y="2880817"/>
                  </a:lnTo>
                  <a:lnTo>
                    <a:pt x="2380015" y="2895239"/>
                  </a:lnTo>
                  <a:lnTo>
                    <a:pt x="2457649" y="2909391"/>
                  </a:lnTo>
                  <a:lnTo>
                    <a:pt x="2535283" y="2923279"/>
                  </a:lnTo>
                  <a:lnTo>
                    <a:pt x="2612917" y="2936907"/>
                  </a:lnTo>
                  <a:lnTo>
                    <a:pt x="2690551" y="2950281"/>
                  </a:lnTo>
                  <a:lnTo>
                    <a:pt x="2768185" y="2963404"/>
                  </a:lnTo>
                  <a:lnTo>
                    <a:pt x="2845819" y="2976283"/>
                  </a:lnTo>
                  <a:lnTo>
                    <a:pt x="2923453" y="2988921"/>
                  </a:lnTo>
                  <a:lnTo>
                    <a:pt x="3001087" y="3001323"/>
                  </a:lnTo>
                  <a:lnTo>
                    <a:pt x="3078722" y="3013493"/>
                  </a:lnTo>
                  <a:lnTo>
                    <a:pt x="3156356" y="3025435"/>
                  </a:lnTo>
                  <a:lnTo>
                    <a:pt x="3233990" y="3037155"/>
                  </a:lnTo>
                  <a:lnTo>
                    <a:pt x="3311624" y="3048655"/>
                  </a:lnTo>
                  <a:lnTo>
                    <a:pt x="3389258" y="3059941"/>
                  </a:lnTo>
                  <a:lnTo>
                    <a:pt x="3466892" y="3071016"/>
                  </a:lnTo>
                  <a:lnTo>
                    <a:pt x="3544526" y="3081883"/>
                  </a:lnTo>
                  <a:lnTo>
                    <a:pt x="3622160" y="3092548"/>
                  </a:lnTo>
                  <a:lnTo>
                    <a:pt x="3699794" y="3103014"/>
                  </a:lnTo>
                  <a:lnTo>
                    <a:pt x="3777428" y="3113283"/>
                  </a:lnTo>
                  <a:lnTo>
                    <a:pt x="3855062" y="3123361"/>
                  </a:lnTo>
                  <a:lnTo>
                    <a:pt x="3932696" y="3133251"/>
                  </a:lnTo>
                  <a:lnTo>
                    <a:pt x="4010330" y="3142956"/>
                  </a:lnTo>
                  <a:lnTo>
                    <a:pt x="4087964" y="3152480"/>
                  </a:lnTo>
                  <a:lnTo>
                    <a:pt x="4165598" y="3161825"/>
                  </a:lnTo>
                  <a:lnTo>
                    <a:pt x="4243232" y="3170996"/>
                  </a:lnTo>
                  <a:lnTo>
                    <a:pt x="4320866" y="3179996"/>
                  </a:lnTo>
                  <a:lnTo>
                    <a:pt x="4398500" y="3188827"/>
                  </a:lnTo>
                  <a:lnTo>
                    <a:pt x="4476134" y="3197494"/>
                  </a:lnTo>
                  <a:lnTo>
                    <a:pt x="4553768" y="3205998"/>
                  </a:lnTo>
                  <a:lnTo>
                    <a:pt x="4631402" y="3214344"/>
                  </a:lnTo>
                  <a:lnTo>
                    <a:pt x="4709036" y="3222534"/>
                  </a:lnTo>
                  <a:lnTo>
                    <a:pt x="4786671" y="3230570"/>
                  </a:lnTo>
                  <a:lnTo>
                    <a:pt x="4864305" y="3238457"/>
                  </a:lnTo>
                  <a:lnTo>
                    <a:pt x="4941939" y="3246196"/>
                  </a:lnTo>
                  <a:lnTo>
                    <a:pt x="5019573" y="3253791"/>
                  </a:lnTo>
                  <a:lnTo>
                    <a:pt x="5097207" y="3261243"/>
                  </a:lnTo>
                  <a:lnTo>
                    <a:pt x="5174841" y="3268557"/>
                  </a:lnTo>
                  <a:lnTo>
                    <a:pt x="5252475" y="3275733"/>
                  </a:lnTo>
                  <a:lnTo>
                    <a:pt x="5330109" y="3282776"/>
                  </a:lnTo>
                  <a:lnTo>
                    <a:pt x="5407743" y="3289687"/>
                  </a:lnTo>
                  <a:lnTo>
                    <a:pt x="5485377" y="3296469"/>
                  </a:lnTo>
                  <a:lnTo>
                    <a:pt x="5563011" y="3303124"/>
                  </a:lnTo>
                  <a:lnTo>
                    <a:pt x="5640645" y="3309655"/>
                  </a:lnTo>
                  <a:lnTo>
                    <a:pt x="5718279" y="3316064"/>
                  </a:lnTo>
                  <a:lnTo>
                    <a:pt x="5795913" y="33223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569251"/>
              <a:ext cx="7370972" cy="1942932"/>
            </a:xfrm>
            <a:custGeom>
              <a:avLst/>
              <a:pathLst>
                <a:path w="7370972" h="1942932">
                  <a:moveTo>
                    <a:pt x="7370972" y="1942932"/>
                  </a:moveTo>
                  <a:lnTo>
                    <a:pt x="7293338" y="1940583"/>
                  </a:lnTo>
                  <a:lnTo>
                    <a:pt x="7215704" y="1938086"/>
                  </a:lnTo>
                  <a:lnTo>
                    <a:pt x="7138070" y="1935430"/>
                  </a:lnTo>
                  <a:lnTo>
                    <a:pt x="7060436" y="1932606"/>
                  </a:lnTo>
                  <a:lnTo>
                    <a:pt x="6982802" y="1929603"/>
                  </a:lnTo>
                  <a:lnTo>
                    <a:pt x="6905168" y="1926409"/>
                  </a:lnTo>
                  <a:lnTo>
                    <a:pt x="6827534" y="1923013"/>
                  </a:lnTo>
                  <a:lnTo>
                    <a:pt x="6749900" y="1919401"/>
                  </a:lnTo>
                  <a:lnTo>
                    <a:pt x="6672266" y="1915560"/>
                  </a:lnTo>
                  <a:lnTo>
                    <a:pt x="6594632" y="1911476"/>
                  </a:lnTo>
                  <a:lnTo>
                    <a:pt x="6516998" y="1907133"/>
                  </a:lnTo>
                  <a:lnTo>
                    <a:pt x="6439364" y="1902514"/>
                  </a:lnTo>
                  <a:lnTo>
                    <a:pt x="6361730" y="1897602"/>
                  </a:lnTo>
                  <a:lnTo>
                    <a:pt x="6284096" y="1892378"/>
                  </a:lnTo>
                  <a:lnTo>
                    <a:pt x="6206462" y="1886823"/>
                  </a:lnTo>
                  <a:lnTo>
                    <a:pt x="6128827" y="1880916"/>
                  </a:lnTo>
                  <a:lnTo>
                    <a:pt x="6051193" y="1874634"/>
                  </a:lnTo>
                  <a:lnTo>
                    <a:pt x="5973559" y="1867954"/>
                  </a:lnTo>
                  <a:lnTo>
                    <a:pt x="5895925" y="1860850"/>
                  </a:lnTo>
                  <a:lnTo>
                    <a:pt x="5818291" y="1853295"/>
                  </a:lnTo>
                  <a:lnTo>
                    <a:pt x="5740657" y="1845261"/>
                  </a:lnTo>
                  <a:lnTo>
                    <a:pt x="5663023" y="1836718"/>
                  </a:lnTo>
                  <a:lnTo>
                    <a:pt x="5585389" y="1827633"/>
                  </a:lnTo>
                  <a:lnTo>
                    <a:pt x="5507755" y="1817971"/>
                  </a:lnTo>
                  <a:lnTo>
                    <a:pt x="5430121" y="1807697"/>
                  </a:lnTo>
                  <a:lnTo>
                    <a:pt x="5352487" y="1796771"/>
                  </a:lnTo>
                  <a:lnTo>
                    <a:pt x="5274853" y="1785152"/>
                  </a:lnTo>
                  <a:lnTo>
                    <a:pt x="5197219" y="1772796"/>
                  </a:lnTo>
                  <a:lnTo>
                    <a:pt x="5119585" y="1759656"/>
                  </a:lnTo>
                  <a:lnTo>
                    <a:pt x="5041951" y="1745683"/>
                  </a:lnTo>
                  <a:lnTo>
                    <a:pt x="4964317" y="1730824"/>
                  </a:lnTo>
                  <a:lnTo>
                    <a:pt x="4886683" y="1715022"/>
                  </a:lnTo>
                  <a:lnTo>
                    <a:pt x="4809049" y="1698217"/>
                  </a:lnTo>
                  <a:lnTo>
                    <a:pt x="4731415" y="1680347"/>
                  </a:lnTo>
                  <a:lnTo>
                    <a:pt x="4653781" y="1661344"/>
                  </a:lnTo>
                  <a:lnTo>
                    <a:pt x="4576147" y="1641135"/>
                  </a:lnTo>
                  <a:lnTo>
                    <a:pt x="4498513" y="1619644"/>
                  </a:lnTo>
                  <a:lnTo>
                    <a:pt x="4420879" y="1596790"/>
                  </a:lnTo>
                  <a:lnTo>
                    <a:pt x="4343244" y="1572487"/>
                  </a:lnTo>
                  <a:lnTo>
                    <a:pt x="4265610" y="1546642"/>
                  </a:lnTo>
                  <a:lnTo>
                    <a:pt x="4187976" y="1519157"/>
                  </a:lnTo>
                  <a:lnTo>
                    <a:pt x="4110342" y="1489930"/>
                  </a:lnTo>
                  <a:lnTo>
                    <a:pt x="4032708" y="1458849"/>
                  </a:lnTo>
                  <a:lnTo>
                    <a:pt x="3955074" y="1425796"/>
                  </a:lnTo>
                  <a:lnTo>
                    <a:pt x="3877440" y="1390646"/>
                  </a:lnTo>
                  <a:lnTo>
                    <a:pt x="3799806" y="1353268"/>
                  </a:lnTo>
                  <a:lnTo>
                    <a:pt x="3722172" y="1313518"/>
                  </a:lnTo>
                  <a:lnTo>
                    <a:pt x="3644538" y="1271247"/>
                  </a:lnTo>
                  <a:lnTo>
                    <a:pt x="3566904" y="1226295"/>
                  </a:lnTo>
                  <a:lnTo>
                    <a:pt x="3489270" y="1178492"/>
                  </a:lnTo>
                  <a:lnTo>
                    <a:pt x="3411636" y="1127656"/>
                  </a:lnTo>
                  <a:lnTo>
                    <a:pt x="3334002" y="1099188"/>
                  </a:lnTo>
                  <a:lnTo>
                    <a:pt x="3256368" y="1082417"/>
                  </a:lnTo>
                  <a:lnTo>
                    <a:pt x="3178734" y="1065327"/>
                  </a:lnTo>
                  <a:lnTo>
                    <a:pt x="3101100" y="1047912"/>
                  </a:lnTo>
                  <a:lnTo>
                    <a:pt x="3023466" y="1030165"/>
                  </a:lnTo>
                  <a:lnTo>
                    <a:pt x="2945832" y="1012080"/>
                  </a:lnTo>
                  <a:lnTo>
                    <a:pt x="2868198" y="993651"/>
                  </a:lnTo>
                  <a:lnTo>
                    <a:pt x="2790564" y="974871"/>
                  </a:lnTo>
                  <a:lnTo>
                    <a:pt x="2712930" y="955733"/>
                  </a:lnTo>
                  <a:lnTo>
                    <a:pt x="2635295" y="936231"/>
                  </a:lnTo>
                  <a:lnTo>
                    <a:pt x="2557661" y="916357"/>
                  </a:lnTo>
                  <a:lnTo>
                    <a:pt x="2480027" y="896106"/>
                  </a:lnTo>
                  <a:lnTo>
                    <a:pt x="2402393" y="875468"/>
                  </a:lnTo>
                  <a:lnTo>
                    <a:pt x="2324759" y="854438"/>
                  </a:lnTo>
                  <a:lnTo>
                    <a:pt x="2247125" y="833007"/>
                  </a:lnTo>
                  <a:lnTo>
                    <a:pt x="2169491" y="811168"/>
                  </a:lnTo>
                  <a:lnTo>
                    <a:pt x="2091857" y="788913"/>
                  </a:lnTo>
                  <a:lnTo>
                    <a:pt x="2014223" y="766234"/>
                  </a:lnTo>
                  <a:lnTo>
                    <a:pt x="1936589" y="743124"/>
                  </a:lnTo>
                  <a:lnTo>
                    <a:pt x="1858955" y="719574"/>
                  </a:lnTo>
                  <a:lnTo>
                    <a:pt x="1781321" y="695575"/>
                  </a:lnTo>
                  <a:lnTo>
                    <a:pt x="1703687" y="671119"/>
                  </a:lnTo>
                  <a:lnTo>
                    <a:pt x="1626053" y="646197"/>
                  </a:lnTo>
                  <a:lnTo>
                    <a:pt x="1548419" y="620801"/>
                  </a:lnTo>
                  <a:lnTo>
                    <a:pt x="1470785" y="594922"/>
                  </a:lnTo>
                  <a:lnTo>
                    <a:pt x="1393151" y="568550"/>
                  </a:lnTo>
                  <a:lnTo>
                    <a:pt x="1315517" y="541675"/>
                  </a:lnTo>
                  <a:lnTo>
                    <a:pt x="1237883" y="514289"/>
                  </a:lnTo>
                  <a:lnTo>
                    <a:pt x="1160249" y="486381"/>
                  </a:lnTo>
                  <a:lnTo>
                    <a:pt x="1082615" y="457942"/>
                  </a:lnTo>
                  <a:lnTo>
                    <a:pt x="1004981" y="428962"/>
                  </a:lnTo>
                  <a:lnTo>
                    <a:pt x="927346" y="399429"/>
                  </a:lnTo>
                  <a:lnTo>
                    <a:pt x="849712" y="369335"/>
                  </a:lnTo>
                  <a:lnTo>
                    <a:pt x="772078" y="338667"/>
                  </a:lnTo>
                  <a:lnTo>
                    <a:pt x="694444" y="307415"/>
                  </a:lnTo>
                  <a:lnTo>
                    <a:pt x="616810" y="275569"/>
                  </a:lnTo>
                  <a:lnTo>
                    <a:pt x="539176" y="243115"/>
                  </a:lnTo>
                  <a:lnTo>
                    <a:pt x="461542" y="210044"/>
                  </a:lnTo>
                  <a:lnTo>
                    <a:pt x="383908" y="176344"/>
                  </a:lnTo>
                  <a:lnTo>
                    <a:pt x="306274" y="142001"/>
                  </a:lnTo>
                  <a:lnTo>
                    <a:pt x="228640" y="107005"/>
                  </a:lnTo>
                  <a:lnTo>
                    <a:pt x="151006" y="71342"/>
                  </a:lnTo>
                  <a:lnTo>
                    <a:pt x="73372" y="350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30924" y="1896563"/>
              <a:ext cx="6757566" cy="3542061"/>
            </a:xfrm>
            <a:custGeom>
              <a:avLst/>
              <a:pathLst>
                <a:path w="6757566" h="3542061">
                  <a:moveTo>
                    <a:pt x="0" y="0"/>
                  </a:moveTo>
                  <a:lnTo>
                    <a:pt x="3404" y="6555"/>
                  </a:lnTo>
                  <a:lnTo>
                    <a:pt x="81038" y="150150"/>
                  </a:lnTo>
                  <a:lnTo>
                    <a:pt x="158672" y="288090"/>
                  </a:lnTo>
                  <a:lnTo>
                    <a:pt x="236306" y="420597"/>
                  </a:lnTo>
                  <a:lnTo>
                    <a:pt x="313940" y="547886"/>
                  </a:lnTo>
                  <a:lnTo>
                    <a:pt x="391574" y="670162"/>
                  </a:lnTo>
                  <a:lnTo>
                    <a:pt x="469208" y="787622"/>
                  </a:lnTo>
                  <a:lnTo>
                    <a:pt x="546842" y="900457"/>
                  </a:lnTo>
                  <a:lnTo>
                    <a:pt x="624476" y="1008847"/>
                  </a:lnTo>
                  <a:lnTo>
                    <a:pt x="702110" y="1112969"/>
                  </a:lnTo>
                  <a:lnTo>
                    <a:pt x="779744" y="1212990"/>
                  </a:lnTo>
                  <a:lnTo>
                    <a:pt x="857378" y="1309072"/>
                  </a:lnTo>
                  <a:lnTo>
                    <a:pt x="935012" y="1401369"/>
                  </a:lnTo>
                  <a:lnTo>
                    <a:pt x="1012647" y="1490032"/>
                  </a:lnTo>
                  <a:lnTo>
                    <a:pt x="1090281" y="1575203"/>
                  </a:lnTo>
                  <a:lnTo>
                    <a:pt x="1167915" y="1657020"/>
                  </a:lnTo>
                  <a:lnTo>
                    <a:pt x="1245549" y="1735614"/>
                  </a:lnTo>
                  <a:lnTo>
                    <a:pt x="1323183" y="1811113"/>
                  </a:lnTo>
                  <a:lnTo>
                    <a:pt x="1400817" y="1883639"/>
                  </a:lnTo>
                  <a:lnTo>
                    <a:pt x="1478451" y="1953308"/>
                  </a:lnTo>
                  <a:lnTo>
                    <a:pt x="1556085" y="2020234"/>
                  </a:lnTo>
                  <a:lnTo>
                    <a:pt x="1633719" y="2084524"/>
                  </a:lnTo>
                  <a:lnTo>
                    <a:pt x="1711353" y="2146282"/>
                  </a:lnTo>
                  <a:lnTo>
                    <a:pt x="1788987" y="2205607"/>
                  </a:lnTo>
                  <a:lnTo>
                    <a:pt x="1866621" y="2262596"/>
                  </a:lnTo>
                  <a:lnTo>
                    <a:pt x="1944255" y="2317341"/>
                  </a:lnTo>
                  <a:lnTo>
                    <a:pt x="2021889" y="2369930"/>
                  </a:lnTo>
                  <a:lnTo>
                    <a:pt x="2099523" y="2420447"/>
                  </a:lnTo>
                  <a:lnTo>
                    <a:pt x="2177157" y="2468975"/>
                  </a:lnTo>
                  <a:lnTo>
                    <a:pt x="2254791" y="2515592"/>
                  </a:lnTo>
                  <a:lnTo>
                    <a:pt x="2332425" y="2560373"/>
                  </a:lnTo>
                  <a:lnTo>
                    <a:pt x="2410059" y="2603390"/>
                  </a:lnTo>
                  <a:lnTo>
                    <a:pt x="2487693" y="2644714"/>
                  </a:lnTo>
                  <a:lnTo>
                    <a:pt x="2565327" y="2684409"/>
                  </a:lnTo>
                  <a:lnTo>
                    <a:pt x="2642961" y="2722542"/>
                  </a:lnTo>
                  <a:lnTo>
                    <a:pt x="2720596" y="2759172"/>
                  </a:lnTo>
                  <a:lnTo>
                    <a:pt x="2798230" y="2794360"/>
                  </a:lnTo>
                  <a:lnTo>
                    <a:pt x="2875864" y="2828162"/>
                  </a:lnTo>
                  <a:lnTo>
                    <a:pt x="2953498" y="2860633"/>
                  </a:lnTo>
                  <a:lnTo>
                    <a:pt x="3031132" y="2891825"/>
                  </a:lnTo>
                  <a:lnTo>
                    <a:pt x="3108766" y="2921789"/>
                  </a:lnTo>
                  <a:lnTo>
                    <a:pt x="3186400" y="2950572"/>
                  </a:lnTo>
                  <a:lnTo>
                    <a:pt x="3264034" y="2978222"/>
                  </a:lnTo>
                  <a:lnTo>
                    <a:pt x="3341668" y="3004783"/>
                  </a:lnTo>
                  <a:lnTo>
                    <a:pt x="3419302" y="3030298"/>
                  </a:lnTo>
                  <a:lnTo>
                    <a:pt x="3496936" y="3054808"/>
                  </a:lnTo>
                  <a:lnTo>
                    <a:pt x="3574570" y="3078353"/>
                  </a:lnTo>
                  <a:lnTo>
                    <a:pt x="3652204" y="3100970"/>
                  </a:lnTo>
                  <a:lnTo>
                    <a:pt x="3729838" y="3122697"/>
                  </a:lnTo>
                  <a:lnTo>
                    <a:pt x="3807472" y="3143568"/>
                  </a:lnTo>
                  <a:lnTo>
                    <a:pt x="3885106" y="3163617"/>
                  </a:lnTo>
                  <a:lnTo>
                    <a:pt x="3962740" y="3182877"/>
                  </a:lnTo>
                  <a:lnTo>
                    <a:pt x="4040374" y="3201378"/>
                  </a:lnTo>
                  <a:lnTo>
                    <a:pt x="4118008" y="3219150"/>
                  </a:lnTo>
                  <a:lnTo>
                    <a:pt x="4195642" y="3236223"/>
                  </a:lnTo>
                  <a:lnTo>
                    <a:pt x="4273276" y="3252623"/>
                  </a:lnTo>
                  <a:lnTo>
                    <a:pt x="4350910" y="3268377"/>
                  </a:lnTo>
                  <a:lnTo>
                    <a:pt x="4428544" y="3283511"/>
                  </a:lnTo>
                  <a:lnTo>
                    <a:pt x="4506179" y="3298048"/>
                  </a:lnTo>
                  <a:lnTo>
                    <a:pt x="4583813" y="3312013"/>
                  </a:lnTo>
                  <a:lnTo>
                    <a:pt x="4661447" y="3325429"/>
                  </a:lnTo>
                  <a:lnTo>
                    <a:pt x="4739081" y="3338315"/>
                  </a:lnTo>
                  <a:lnTo>
                    <a:pt x="4816715" y="3350695"/>
                  </a:lnTo>
                  <a:lnTo>
                    <a:pt x="4894349" y="3362586"/>
                  </a:lnTo>
                  <a:lnTo>
                    <a:pt x="4971983" y="3374010"/>
                  </a:lnTo>
                  <a:lnTo>
                    <a:pt x="5049617" y="3384983"/>
                  </a:lnTo>
                  <a:lnTo>
                    <a:pt x="5127251" y="3395525"/>
                  </a:lnTo>
                  <a:lnTo>
                    <a:pt x="5204885" y="3405651"/>
                  </a:lnTo>
                  <a:lnTo>
                    <a:pt x="5282519" y="3415378"/>
                  </a:lnTo>
                  <a:lnTo>
                    <a:pt x="5360153" y="3424723"/>
                  </a:lnTo>
                  <a:lnTo>
                    <a:pt x="5437787" y="3433699"/>
                  </a:lnTo>
                  <a:lnTo>
                    <a:pt x="5515421" y="3442322"/>
                  </a:lnTo>
                  <a:lnTo>
                    <a:pt x="5593055" y="3450605"/>
                  </a:lnTo>
                  <a:lnTo>
                    <a:pt x="5670689" y="3458562"/>
                  </a:lnTo>
                  <a:lnTo>
                    <a:pt x="5748323" y="3466205"/>
                  </a:lnTo>
                  <a:lnTo>
                    <a:pt x="5825957" y="3473548"/>
                  </a:lnTo>
                  <a:lnTo>
                    <a:pt x="5903591" y="3480601"/>
                  </a:lnTo>
                  <a:lnTo>
                    <a:pt x="5981225" y="3487377"/>
                  </a:lnTo>
                  <a:lnTo>
                    <a:pt x="6058859" y="3493886"/>
                  </a:lnTo>
                  <a:lnTo>
                    <a:pt x="6136493" y="3500138"/>
                  </a:lnTo>
                  <a:lnTo>
                    <a:pt x="6214128" y="3506144"/>
                  </a:lnTo>
                  <a:lnTo>
                    <a:pt x="6291762" y="3511914"/>
                  </a:lnTo>
                  <a:lnTo>
                    <a:pt x="6369396" y="3517456"/>
                  </a:lnTo>
                  <a:lnTo>
                    <a:pt x="6447030" y="3522780"/>
                  </a:lnTo>
                  <a:lnTo>
                    <a:pt x="6524664" y="3527895"/>
                  </a:lnTo>
                  <a:lnTo>
                    <a:pt x="6602298" y="3532808"/>
                  </a:lnTo>
                  <a:lnTo>
                    <a:pt x="6679932" y="3537527"/>
                  </a:lnTo>
                  <a:lnTo>
                    <a:pt x="6757566" y="35420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2026-05-22T10:32:39Z</dcterms:modified>
  <cp:category/>
</cp:coreProperties>
</file>