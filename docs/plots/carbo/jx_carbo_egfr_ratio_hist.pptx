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1032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4137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7242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303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94649" y="23451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719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354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9988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6230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257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1891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47585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40689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337945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94649" y="268991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94649" y="20003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37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67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940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6574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7208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134026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1871985" y="4992161"/>
              <a:ext cx="531719" cy="455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403704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935423" y="4308326"/>
              <a:ext cx="531719" cy="113972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3467142" y="3054629"/>
              <a:ext cx="531719" cy="239342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998862" y="2826684"/>
              <a:ext cx="531719" cy="26213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30581" y="2142849"/>
              <a:ext cx="53171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062300" y="3624491"/>
              <a:ext cx="531719" cy="182355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594019" y="5106133"/>
              <a:ext cx="531719" cy="34191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125738" y="4650243"/>
              <a:ext cx="531719" cy="797807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57457" y="5220106"/>
              <a:ext cx="531719" cy="227944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189176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720895" y="5334078"/>
              <a:ext cx="531719" cy="11397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53058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35933" y="470753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40180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6929" y="3328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6929" y="263893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6929" y="194940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30494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36838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43182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49526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5587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6221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7" name="tx57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2026-09-08T16:54:35Z</dcterms:modified>
  <cp:category/>
</cp:coreProperties>
</file>