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1032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4137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7242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303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94649" y="23451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719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354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9988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62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1257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1891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47585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40689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33794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94649" y="26899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94649" y="20003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37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67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305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940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6574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7208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340266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871985" y="4992161"/>
              <a:ext cx="531719" cy="4558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403704" y="5106133"/>
              <a:ext cx="531719" cy="34191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35423" y="4308326"/>
              <a:ext cx="531719" cy="113972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467142" y="3054629"/>
              <a:ext cx="531719" cy="239342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998862" y="2826684"/>
              <a:ext cx="531719" cy="26213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530581" y="2142849"/>
              <a:ext cx="53171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062300" y="3624491"/>
              <a:ext cx="531719" cy="182355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5594019" y="5106133"/>
              <a:ext cx="531719" cy="34191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125738" y="4650243"/>
              <a:ext cx="531719" cy="79780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657457" y="5220106"/>
              <a:ext cx="531719" cy="22794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189176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720895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5305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35933" y="470753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401800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6929" y="3328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6929" y="263893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6929" y="194940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30494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36838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43182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49526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5587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6221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2026-07-14T09:10:15Z</dcterms:modified>
  <cp:category/>
</cp:coreProperties>
</file>