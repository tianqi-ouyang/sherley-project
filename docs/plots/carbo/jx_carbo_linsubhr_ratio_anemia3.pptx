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6459"/>
            </a:xfrm>
            <a:custGeom>
              <a:avLst/>
              <a:pathLst>
                <a:path w="7370972" h="3616459">
                  <a:moveTo>
                    <a:pt x="1588181" y="0"/>
                  </a:moveTo>
                  <a:lnTo>
                    <a:pt x="1626053" y="110423"/>
                  </a:lnTo>
                  <a:lnTo>
                    <a:pt x="1703687" y="323185"/>
                  </a:lnTo>
                  <a:lnTo>
                    <a:pt x="1781321" y="523168"/>
                  </a:lnTo>
                  <a:lnTo>
                    <a:pt x="1858955" y="711139"/>
                  </a:lnTo>
                  <a:lnTo>
                    <a:pt x="1936589" y="887820"/>
                  </a:lnTo>
                  <a:lnTo>
                    <a:pt x="2014223" y="1053889"/>
                  </a:lnTo>
                  <a:lnTo>
                    <a:pt x="2091857" y="1209982"/>
                  </a:lnTo>
                  <a:lnTo>
                    <a:pt x="2169491" y="1356700"/>
                  </a:lnTo>
                  <a:lnTo>
                    <a:pt x="2247125" y="1494605"/>
                  </a:lnTo>
                  <a:lnTo>
                    <a:pt x="2324759" y="1624227"/>
                  </a:lnTo>
                  <a:lnTo>
                    <a:pt x="2402393" y="1746063"/>
                  </a:lnTo>
                  <a:lnTo>
                    <a:pt x="2480027" y="1860582"/>
                  </a:lnTo>
                  <a:lnTo>
                    <a:pt x="2557661" y="1968221"/>
                  </a:lnTo>
                  <a:lnTo>
                    <a:pt x="2635295" y="2069396"/>
                  </a:lnTo>
                  <a:lnTo>
                    <a:pt x="2712930" y="2164493"/>
                  </a:lnTo>
                  <a:lnTo>
                    <a:pt x="2790564" y="2253878"/>
                  </a:lnTo>
                  <a:lnTo>
                    <a:pt x="2868198" y="2337895"/>
                  </a:lnTo>
                  <a:lnTo>
                    <a:pt x="2945832" y="2416865"/>
                  </a:lnTo>
                  <a:lnTo>
                    <a:pt x="3023466" y="2491092"/>
                  </a:lnTo>
                  <a:lnTo>
                    <a:pt x="3101100" y="2560860"/>
                  </a:lnTo>
                  <a:lnTo>
                    <a:pt x="3178734" y="2626438"/>
                  </a:lnTo>
                  <a:lnTo>
                    <a:pt x="3256368" y="2688076"/>
                  </a:lnTo>
                  <a:lnTo>
                    <a:pt x="3334002" y="2746013"/>
                  </a:lnTo>
                  <a:lnTo>
                    <a:pt x="3411636" y="2779650"/>
                  </a:lnTo>
                  <a:lnTo>
                    <a:pt x="3489270" y="2769470"/>
                  </a:lnTo>
                  <a:lnTo>
                    <a:pt x="3566904" y="2759170"/>
                  </a:lnTo>
                  <a:lnTo>
                    <a:pt x="3644538" y="2748751"/>
                  </a:lnTo>
                  <a:lnTo>
                    <a:pt x="3722172" y="2738210"/>
                  </a:lnTo>
                  <a:lnTo>
                    <a:pt x="3799806" y="2727546"/>
                  </a:lnTo>
                  <a:lnTo>
                    <a:pt x="3877440" y="2716757"/>
                  </a:lnTo>
                  <a:lnTo>
                    <a:pt x="3955074" y="2705843"/>
                  </a:lnTo>
                  <a:lnTo>
                    <a:pt x="4032708" y="2694802"/>
                  </a:lnTo>
                  <a:lnTo>
                    <a:pt x="4110342" y="2683632"/>
                  </a:lnTo>
                  <a:lnTo>
                    <a:pt x="4187976" y="2672331"/>
                  </a:lnTo>
                  <a:lnTo>
                    <a:pt x="4265610" y="2660899"/>
                  </a:lnTo>
                  <a:lnTo>
                    <a:pt x="4343244" y="2649333"/>
                  </a:lnTo>
                  <a:lnTo>
                    <a:pt x="4420879" y="2637633"/>
                  </a:lnTo>
                  <a:lnTo>
                    <a:pt x="4498513" y="2625796"/>
                  </a:lnTo>
                  <a:lnTo>
                    <a:pt x="4576147" y="2613821"/>
                  </a:lnTo>
                  <a:lnTo>
                    <a:pt x="4653781" y="2601707"/>
                  </a:lnTo>
                  <a:lnTo>
                    <a:pt x="4731415" y="2589451"/>
                  </a:lnTo>
                  <a:lnTo>
                    <a:pt x="4809049" y="2577052"/>
                  </a:lnTo>
                  <a:lnTo>
                    <a:pt x="4886683" y="2564509"/>
                  </a:lnTo>
                  <a:lnTo>
                    <a:pt x="4964317" y="2551819"/>
                  </a:lnTo>
                  <a:lnTo>
                    <a:pt x="5041951" y="2538982"/>
                  </a:lnTo>
                  <a:lnTo>
                    <a:pt x="5119585" y="2525994"/>
                  </a:lnTo>
                  <a:lnTo>
                    <a:pt x="5197219" y="2512855"/>
                  </a:lnTo>
                  <a:lnTo>
                    <a:pt x="5274853" y="2499563"/>
                  </a:lnTo>
                  <a:lnTo>
                    <a:pt x="5352487" y="2486116"/>
                  </a:lnTo>
                  <a:lnTo>
                    <a:pt x="5430121" y="2472513"/>
                  </a:lnTo>
                  <a:lnTo>
                    <a:pt x="5507755" y="2458750"/>
                  </a:lnTo>
                  <a:lnTo>
                    <a:pt x="5585389" y="2444827"/>
                  </a:lnTo>
                  <a:lnTo>
                    <a:pt x="5663023" y="2430742"/>
                  </a:lnTo>
                  <a:lnTo>
                    <a:pt x="5740657" y="2416492"/>
                  </a:lnTo>
                  <a:lnTo>
                    <a:pt x="5818291" y="2402076"/>
                  </a:lnTo>
                  <a:lnTo>
                    <a:pt x="5895925" y="2387493"/>
                  </a:lnTo>
                  <a:lnTo>
                    <a:pt x="5973559" y="2372739"/>
                  </a:lnTo>
                  <a:lnTo>
                    <a:pt x="6051193" y="2357813"/>
                  </a:lnTo>
                  <a:lnTo>
                    <a:pt x="6128827" y="2342712"/>
                  </a:lnTo>
                  <a:lnTo>
                    <a:pt x="6206462" y="2327436"/>
                  </a:lnTo>
                  <a:lnTo>
                    <a:pt x="6284096" y="2311982"/>
                  </a:lnTo>
                  <a:lnTo>
                    <a:pt x="6361730" y="2296347"/>
                  </a:lnTo>
                  <a:lnTo>
                    <a:pt x="6439364" y="2280531"/>
                  </a:lnTo>
                  <a:lnTo>
                    <a:pt x="6516998" y="2264529"/>
                  </a:lnTo>
                  <a:lnTo>
                    <a:pt x="6594632" y="2248341"/>
                  </a:lnTo>
                  <a:lnTo>
                    <a:pt x="6672266" y="2231965"/>
                  </a:lnTo>
                  <a:lnTo>
                    <a:pt x="6749900" y="2215397"/>
                  </a:lnTo>
                  <a:lnTo>
                    <a:pt x="6827534" y="2198636"/>
                  </a:lnTo>
                  <a:lnTo>
                    <a:pt x="6905168" y="2181680"/>
                  </a:lnTo>
                  <a:lnTo>
                    <a:pt x="6982802" y="2164525"/>
                  </a:lnTo>
                  <a:lnTo>
                    <a:pt x="7060436" y="2147171"/>
                  </a:lnTo>
                  <a:lnTo>
                    <a:pt x="7138070" y="2129615"/>
                  </a:lnTo>
                  <a:lnTo>
                    <a:pt x="7215704" y="2111853"/>
                  </a:lnTo>
                  <a:lnTo>
                    <a:pt x="7293338" y="2093885"/>
                  </a:lnTo>
                  <a:lnTo>
                    <a:pt x="7370972" y="2075707"/>
                  </a:lnTo>
                  <a:lnTo>
                    <a:pt x="7370972" y="3616459"/>
                  </a:lnTo>
                  <a:lnTo>
                    <a:pt x="7293338" y="3614146"/>
                  </a:lnTo>
                  <a:lnTo>
                    <a:pt x="7215704" y="3611686"/>
                  </a:lnTo>
                  <a:lnTo>
                    <a:pt x="7138070" y="3609069"/>
                  </a:lnTo>
                  <a:lnTo>
                    <a:pt x="7060436" y="3606285"/>
                  </a:lnTo>
                  <a:lnTo>
                    <a:pt x="6982802" y="3603322"/>
                  </a:lnTo>
                  <a:lnTo>
                    <a:pt x="6905168" y="3600170"/>
                  </a:lnTo>
                  <a:lnTo>
                    <a:pt x="6827534" y="3596817"/>
                  </a:lnTo>
                  <a:lnTo>
                    <a:pt x="6749900" y="3593250"/>
                  </a:lnTo>
                  <a:lnTo>
                    <a:pt x="6672266" y="3589454"/>
                  </a:lnTo>
                  <a:lnTo>
                    <a:pt x="6594632" y="3585416"/>
                  </a:lnTo>
                  <a:lnTo>
                    <a:pt x="6516998" y="3581120"/>
                  </a:lnTo>
                  <a:lnTo>
                    <a:pt x="6439364" y="3576550"/>
                  </a:lnTo>
                  <a:lnTo>
                    <a:pt x="6361730" y="3571687"/>
                  </a:lnTo>
                  <a:lnTo>
                    <a:pt x="6284096" y="3566514"/>
                  </a:lnTo>
                  <a:lnTo>
                    <a:pt x="6206462" y="3561010"/>
                  </a:lnTo>
                  <a:lnTo>
                    <a:pt x="6128827" y="3555154"/>
                  </a:lnTo>
                  <a:lnTo>
                    <a:pt x="6051193" y="3548924"/>
                  </a:lnTo>
                  <a:lnTo>
                    <a:pt x="5973559" y="3542296"/>
                  </a:lnTo>
                  <a:lnTo>
                    <a:pt x="5895925" y="3535245"/>
                  </a:lnTo>
                  <a:lnTo>
                    <a:pt x="5818291" y="3527743"/>
                  </a:lnTo>
                  <a:lnTo>
                    <a:pt x="5740657" y="3519761"/>
                  </a:lnTo>
                  <a:lnTo>
                    <a:pt x="5663023" y="3511270"/>
                  </a:lnTo>
                  <a:lnTo>
                    <a:pt x="5585389" y="3502235"/>
                  </a:lnTo>
                  <a:lnTo>
                    <a:pt x="5507755" y="3492624"/>
                  </a:lnTo>
                  <a:lnTo>
                    <a:pt x="5430121" y="3482398"/>
                  </a:lnTo>
                  <a:lnTo>
                    <a:pt x="5352487" y="3471519"/>
                  </a:lnTo>
                  <a:lnTo>
                    <a:pt x="5274853" y="3459945"/>
                  </a:lnTo>
                  <a:lnTo>
                    <a:pt x="5197219" y="3447631"/>
                  </a:lnTo>
                  <a:lnTo>
                    <a:pt x="5119585" y="3434530"/>
                  </a:lnTo>
                  <a:lnTo>
                    <a:pt x="5041951" y="3420591"/>
                  </a:lnTo>
                  <a:lnTo>
                    <a:pt x="4964317" y="3405763"/>
                  </a:lnTo>
                  <a:lnTo>
                    <a:pt x="4886683" y="3389986"/>
                  </a:lnTo>
                  <a:lnTo>
                    <a:pt x="4809049" y="3373202"/>
                  </a:lnTo>
                  <a:lnTo>
                    <a:pt x="4731415" y="3355344"/>
                  </a:lnTo>
                  <a:lnTo>
                    <a:pt x="4653781" y="3336346"/>
                  </a:lnTo>
                  <a:lnTo>
                    <a:pt x="4576147" y="3316134"/>
                  </a:lnTo>
                  <a:lnTo>
                    <a:pt x="4498513" y="3294630"/>
                  </a:lnTo>
                  <a:lnTo>
                    <a:pt x="4420879" y="3271752"/>
                  </a:lnTo>
                  <a:lnTo>
                    <a:pt x="4343244" y="3247412"/>
                  </a:lnTo>
                  <a:lnTo>
                    <a:pt x="4265610" y="3221516"/>
                  </a:lnTo>
                  <a:lnTo>
                    <a:pt x="4187976" y="3193966"/>
                  </a:lnTo>
                  <a:lnTo>
                    <a:pt x="4110342" y="3164655"/>
                  </a:lnTo>
                  <a:lnTo>
                    <a:pt x="4032708" y="3133471"/>
                  </a:lnTo>
                  <a:lnTo>
                    <a:pt x="3955074" y="3100294"/>
                  </a:lnTo>
                  <a:lnTo>
                    <a:pt x="3877440" y="3064997"/>
                  </a:lnTo>
                  <a:lnTo>
                    <a:pt x="3799806" y="3027445"/>
                  </a:lnTo>
                  <a:lnTo>
                    <a:pt x="3722172" y="2987493"/>
                  </a:lnTo>
                  <a:lnTo>
                    <a:pt x="3644538" y="2944988"/>
                  </a:lnTo>
                  <a:lnTo>
                    <a:pt x="3566904" y="2899766"/>
                  </a:lnTo>
                  <a:lnTo>
                    <a:pt x="3489270" y="2851655"/>
                  </a:lnTo>
                  <a:lnTo>
                    <a:pt x="3411636" y="2800469"/>
                  </a:lnTo>
                  <a:lnTo>
                    <a:pt x="3334002" y="2789714"/>
                  </a:lnTo>
                  <a:lnTo>
                    <a:pt x="3256368" y="2799661"/>
                  </a:lnTo>
                  <a:lnTo>
                    <a:pt x="3178734" y="2809494"/>
                  </a:lnTo>
                  <a:lnTo>
                    <a:pt x="3101100" y="2819213"/>
                  </a:lnTo>
                  <a:lnTo>
                    <a:pt x="3023466" y="2828820"/>
                  </a:lnTo>
                  <a:lnTo>
                    <a:pt x="2945832" y="2838317"/>
                  </a:lnTo>
                  <a:lnTo>
                    <a:pt x="2868198" y="2847704"/>
                  </a:lnTo>
                  <a:lnTo>
                    <a:pt x="2790564" y="2856983"/>
                  </a:lnTo>
                  <a:lnTo>
                    <a:pt x="2712930" y="2866155"/>
                  </a:lnTo>
                  <a:lnTo>
                    <a:pt x="2635295" y="2875221"/>
                  </a:lnTo>
                  <a:lnTo>
                    <a:pt x="2557661" y="2884182"/>
                  </a:lnTo>
                  <a:lnTo>
                    <a:pt x="2480027" y="2893041"/>
                  </a:lnTo>
                  <a:lnTo>
                    <a:pt x="2402393" y="2901797"/>
                  </a:lnTo>
                  <a:lnTo>
                    <a:pt x="2324759" y="2910452"/>
                  </a:lnTo>
                  <a:lnTo>
                    <a:pt x="2247125" y="2919008"/>
                  </a:lnTo>
                  <a:lnTo>
                    <a:pt x="2169491" y="2927465"/>
                  </a:lnTo>
                  <a:lnTo>
                    <a:pt x="2091857" y="2935824"/>
                  </a:lnTo>
                  <a:lnTo>
                    <a:pt x="2014223" y="2944087"/>
                  </a:lnTo>
                  <a:lnTo>
                    <a:pt x="1936589" y="2952255"/>
                  </a:lnTo>
                  <a:lnTo>
                    <a:pt x="1858955" y="2960329"/>
                  </a:lnTo>
                  <a:lnTo>
                    <a:pt x="1781321" y="2968309"/>
                  </a:lnTo>
                  <a:lnTo>
                    <a:pt x="1703687" y="2976198"/>
                  </a:lnTo>
                  <a:lnTo>
                    <a:pt x="1626053" y="2983995"/>
                  </a:lnTo>
                  <a:lnTo>
                    <a:pt x="1548419" y="2991703"/>
                  </a:lnTo>
                  <a:lnTo>
                    <a:pt x="1470785" y="2999322"/>
                  </a:lnTo>
                  <a:lnTo>
                    <a:pt x="1393151" y="3006853"/>
                  </a:lnTo>
                  <a:lnTo>
                    <a:pt x="1315517" y="3014297"/>
                  </a:lnTo>
                  <a:lnTo>
                    <a:pt x="1237883" y="3021656"/>
                  </a:lnTo>
                  <a:lnTo>
                    <a:pt x="1160249" y="3028930"/>
                  </a:lnTo>
                  <a:lnTo>
                    <a:pt x="1082615" y="3036119"/>
                  </a:lnTo>
                  <a:lnTo>
                    <a:pt x="1004981" y="3043226"/>
                  </a:lnTo>
                  <a:lnTo>
                    <a:pt x="927346" y="3050251"/>
                  </a:lnTo>
                  <a:lnTo>
                    <a:pt x="849712" y="3057195"/>
                  </a:lnTo>
                  <a:lnTo>
                    <a:pt x="772078" y="3064059"/>
                  </a:lnTo>
                  <a:lnTo>
                    <a:pt x="694444" y="3070844"/>
                  </a:lnTo>
                  <a:lnTo>
                    <a:pt x="616810" y="3077551"/>
                  </a:lnTo>
                  <a:lnTo>
                    <a:pt x="539176" y="3084180"/>
                  </a:lnTo>
                  <a:lnTo>
                    <a:pt x="461542" y="3090733"/>
                  </a:lnTo>
                  <a:lnTo>
                    <a:pt x="383908" y="3097210"/>
                  </a:lnTo>
                  <a:lnTo>
                    <a:pt x="306274" y="3103613"/>
                  </a:lnTo>
                  <a:lnTo>
                    <a:pt x="228640" y="3109942"/>
                  </a:lnTo>
                  <a:lnTo>
                    <a:pt x="151006" y="3116198"/>
                  </a:lnTo>
                  <a:lnTo>
                    <a:pt x="73372" y="3122382"/>
                  </a:lnTo>
                  <a:lnTo>
                    <a:pt x="0" y="31281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5699" y="1896563"/>
              <a:ext cx="5782791" cy="2779650"/>
            </a:xfrm>
            <a:custGeom>
              <a:avLst/>
              <a:pathLst>
                <a:path w="5782791" h="2779650">
                  <a:moveTo>
                    <a:pt x="0" y="0"/>
                  </a:moveTo>
                  <a:lnTo>
                    <a:pt x="37871" y="110423"/>
                  </a:lnTo>
                  <a:lnTo>
                    <a:pt x="115505" y="323185"/>
                  </a:lnTo>
                  <a:lnTo>
                    <a:pt x="193139" y="523168"/>
                  </a:lnTo>
                  <a:lnTo>
                    <a:pt x="270773" y="711139"/>
                  </a:lnTo>
                  <a:lnTo>
                    <a:pt x="348407" y="887820"/>
                  </a:lnTo>
                  <a:lnTo>
                    <a:pt x="426041" y="1053889"/>
                  </a:lnTo>
                  <a:lnTo>
                    <a:pt x="503676" y="1209982"/>
                  </a:lnTo>
                  <a:lnTo>
                    <a:pt x="581310" y="1356700"/>
                  </a:lnTo>
                  <a:lnTo>
                    <a:pt x="658944" y="1494605"/>
                  </a:lnTo>
                  <a:lnTo>
                    <a:pt x="736578" y="1624227"/>
                  </a:lnTo>
                  <a:lnTo>
                    <a:pt x="814212" y="1746063"/>
                  </a:lnTo>
                  <a:lnTo>
                    <a:pt x="891846" y="1860582"/>
                  </a:lnTo>
                  <a:lnTo>
                    <a:pt x="969480" y="1968221"/>
                  </a:lnTo>
                  <a:lnTo>
                    <a:pt x="1047114" y="2069396"/>
                  </a:lnTo>
                  <a:lnTo>
                    <a:pt x="1124748" y="2164493"/>
                  </a:lnTo>
                  <a:lnTo>
                    <a:pt x="1202382" y="2253878"/>
                  </a:lnTo>
                  <a:lnTo>
                    <a:pt x="1280016" y="2337895"/>
                  </a:lnTo>
                  <a:lnTo>
                    <a:pt x="1357650" y="2416865"/>
                  </a:lnTo>
                  <a:lnTo>
                    <a:pt x="1435284" y="2491092"/>
                  </a:lnTo>
                  <a:lnTo>
                    <a:pt x="1512918" y="2560860"/>
                  </a:lnTo>
                  <a:lnTo>
                    <a:pt x="1590552" y="2626438"/>
                  </a:lnTo>
                  <a:lnTo>
                    <a:pt x="1668186" y="2688076"/>
                  </a:lnTo>
                  <a:lnTo>
                    <a:pt x="1745820" y="2746013"/>
                  </a:lnTo>
                  <a:lnTo>
                    <a:pt x="1823454" y="2779650"/>
                  </a:lnTo>
                  <a:lnTo>
                    <a:pt x="1901088" y="2769470"/>
                  </a:lnTo>
                  <a:lnTo>
                    <a:pt x="1978722" y="2759170"/>
                  </a:lnTo>
                  <a:lnTo>
                    <a:pt x="2056356" y="2748751"/>
                  </a:lnTo>
                  <a:lnTo>
                    <a:pt x="2133990" y="2738210"/>
                  </a:lnTo>
                  <a:lnTo>
                    <a:pt x="2211624" y="2727546"/>
                  </a:lnTo>
                  <a:lnTo>
                    <a:pt x="2289259" y="2716757"/>
                  </a:lnTo>
                  <a:lnTo>
                    <a:pt x="2366893" y="2705843"/>
                  </a:lnTo>
                  <a:lnTo>
                    <a:pt x="2444527" y="2694802"/>
                  </a:lnTo>
                  <a:lnTo>
                    <a:pt x="2522161" y="2683632"/>
                  </a:lnTo>
                  <a:lnTo>
                    <a:pt x="2599795" y="2672331"/>
                  </a:lnTo>
                  <a:lnTo>
                    <a:pt x="2677429" y="2660899"/>
                  </a:lnTo>
                  <a:lnTo>
                    <a:pt x="2755063" y="2649333"/>
                  </a:lnTo>
                  <a:lnTo>
                    <a:pt x="2832697" y="2637633"/>
                  </a:lnTo>
                  <a:lnTo>
                    <a:pt x="2910331" y="2625796"/>
                  </a:lnTo>
                  <a:lnTo>
                    <a:pt x="2987965" y="2613821"/>
                  </a:lnTo>
                  <a:lnTo>
                    <a:pt x="3065599" y="2601707"/>
                  </a:lnTo>
                  <a:lnTo>
                    <a:pt x="3143233" y="2589451"/>
                  </a:lnTo>
                  <a:lnTo>
                    <a:pt x="3220867" y="2577052"/>
                  </a:lnTo>
                  <a:lnTo>
                    <a:pt x="3298501" y="2564509"/>
                  </a:lnTo>
                  <a:lnTo>
                    <a:pt x="3376135" y="2551819"/>
                  </a:lnTo>
                  <a:lnTo>
                    <a:pt x="3453769" y="2538982"/>
                  </a:lnTo>
                  <a:lnTo>
                    <a:pt x="3531403" y="2525994"/>
                  </a:lnTo>
                  <a:lnTo>
                    <a:pt x="3609037" y="2512855"/>
                  </a:lnTo>
                  <a:lnTo>
                    <a:pt x="3686671" y="2499563"/>
                  </a:lnTo>
                  <a:lnTo>
                    <a:pt x="3764305" y="2486116"/>
                  </a:lnTo>
                  <a:lnTo>
                    <a:pt x="3841939" y="2472513"/>
                  </a:lnTo>
                  <a:lnTo>
                    <a:pt x="3919573" y="2458750"/>
                  </a:lnTo>
                  <a:lnTo>
                    <a:pt x="3997208" y="2444827"/>
                  </a:lnTo>
                  <a:lnTo>
                    <a:pt x="4074842" y="2430742"/>
                  </a:lnTo>
                  <a:lnTo>
                    <a:pt x="4152476" y="2416492"/>
                  </a:lnTo>
                  <a:lnTo>
                    <a:pt x="4230110" y="2402076"/>
                  </a:lnTo>
                  <a:lnTo>
                    <a:pt x="4307744" y="2387493"/>
                  </a:lnTo>
                  <a:lnTo>
                    <a:pt x="4385378" y="2372739"/>
                  </a:lnTo>
                  <a:lnTo>
                    <a:pt x="4463012" y="2357813"/>
                  </a:lnTo>
                  <a:lnTo>
                    <a:pt x="4540646" y="2342712"/>
                  </a:lnTo>
                  <a:lnTo>
                    <a:pt x="4618280" y="2327436"/>
                  </a:lnTo>
                  <a:lnTo>
                    <a:pt x="4695914" y="2311982"/>
                  </a:lnTo>
                  <a:lnTo>
                    <a:pt x="4773548" y="2296347"/>
                  </a:lnTo>
                  <a:lnTo>
                    <a:pt x="4851182" y="2280531"/>
                  </a:lnTo>
                  <a:lnTo>
                    <a:pt x="4928816" y="2264529"/>
                  </a:lnTo>
                  <a:lnTo>
                    <a:pt x="5006450" y="2248341"/>
                  </a:lnTo>
                  <a:lnTo>
                    <a:pt x="5084084" y="2231965"/>
                  </a:lnTo>
                  <a:lnTo>
                    <a:pt x="5161718" y="2215397"/>
                  </a:lnTo>
                  <a:lnTo>
                    <a:pt x="5239352" y="2198636"/>
                  </a:lnTo>
                  <a:lnTo>
                    <a:pt x="5316986" y="2181680"/>
                  </a:lnTo>
                  <a:lnTo>
                    <a:pt x="5394620" y="2164525"/>
                  </a:lnTo>
                  <a:lnTo>
                    <a:pt x="5472254" y="2147171"/>
                  </a:lnTo>
                  <a:lnTo>
                    <a:pt x="5549888" y="2129615"/>
                  </a:lnTo>
                  <a:lnTo>
                    <a:pt x="5627522" y="2111853"/>
                  </a:lnTo>
                  <a:lnTo>
                    <a:pt x="5705157" y="2093885"/>
                  </a:lnTo>
                  <a:lnTo>
                    <a:pt x="5782791" y="2075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6277"/>
              <a:ext cx="7370972" cy="826745"/>
            </a:xfrm>
            <a:custGeom>
              <a:avLst/>
              <a:pathLst>
                <a:path w="7370972" h="826745">
                  <a:moveTo>
                    <a:pt x="7370972" y="826745"/>
                  </a:moveTo>
                  <a:lnTo>
                    <a:pt x="7293338" y="824432"/>
                  </a:lnTo>
                  <a:lnTo>
                    <a:pt x="7215704" y="821972"/>
                  </a:lnTo>
                  <a:lnTo>
                    <a:pt x="7138070" y="819355"/>
                  </a:lnTo>
                  <a:lnTo>
                    <a:pt x="7060436" y="816570"/>
                  </a:lnTo>
                  <a:lnTo>
                    <a:pt x="6982802" y="813608"/>
                  </a:lnTo>
                  <a:lnTo>
                    <a:pt x="6905168" y="810456"/>
                  </a:lnTo>
                  <a:lnTo>
                    <a:pt x="6827534" y="807103"/>
                  </a:lnTo>
                  <a:lnTo>
                    <a:pt x="6749900" y="803536"/>
                  </a:lnTo>
                  <a:lnTo>
                    <a:pt x="6672266" y="799740"/>
                  </a:lnTo>
                  <a:lnTo>
                    <a:pt x="6594632" y="795702"/>
                  </a:lnTo>
                  <a:lnTo>
                    <a:pt x="6516998" y="791406"/>
                  </a:lnTo>
                  <a:lnTo>
                    <a:pt x="6439364" y="786836"/>
                  </a:lnTo>
                  <a:lnTo>
                    <a:pt x="6361730" y="781973"/>
                  </a:lnTo>
                  <a:lnTo>
                    <a:pt x="6284096" y="776800"/>
                  </a:lnTo>
                  <a:lnTo>
                    <a:pt x="6206462" y="771296"/>
                  </a:lnTo>
                  <a:lnTo>
                    <a:pt x="6128827" y="765440"/>
                  </a:lnTo>
                  <a:lnTo>
                    <a:pt x="6051193" y="759210"/>
                  </a:lnTo>
                  <a:lnTo>
                    <a:pt x="5973559" y="752582"/>
                  </a:lnTo>
                  <a:lnTo>
                    <a:pt x="5895925" y="745531"/>
                  </a:lnTo>
                  <a:lnTo>
                    <a:pt x="5818291" y="738029"/>
                  </a:lnTo>
                  <a:lnTo>
                    <a:pt x="5740657" y="730047"/>
                  </a:lnTo>
                  <a:lnTo>
                    <a:pt x="5663023" y="721555"/>
                  </a:lnTo>
                  <a:lnTo>
                    <a:pt x="5585389" y="712521"/>
                  </a:lnTo>
                  <a:lnTo>
                    <a:pt x="5507755" y="702910"/>
                  </a:lnTo>
                  <a:lnTo>
                    <a:pt x="5430121" y="692684"/>
                  </a:lnTo>
                  <a:lnTo>
                    <a:pt x="5352487" y="681805"/>
                  </a:lnTo>
                  <a:lnTo>
                    <a:pt x="5274853" y="670230"/>
                  </a:lnTo>
                  <a:lnTo>
                    <a:pt x="5197219" y="657916"/>
                  </a:lnTo>
                  <a:lnTo>
                    <a:pt x="5119585" y="644815"/>
                  </a:lnTo>
                  <a:lnTo>
                    <a:pt x="5041951" y="630877"/>
                  </a:lnTo>
                  <a:lnTo>
                    <a:pt x="4964317" y="616049"/>
                  </a:lnTo>
                  <a:lnTo>
                    <a:pt x="4886683" y="600272"/>
                  </a:lnTo>
                  <a:lnTo>
                    <a:pt x="4809049" y="583487"/>
                  </a:lnTo>
                  <a:lnTo>
                    <a:pt x="4731415" y="565630"/>
                  </a:lnTo>
                  <a:lnTo>
                    <a:pt x="4653781" y="546632"/>
                  </a:lnTo>
                  <a:lnTo>
                    <a:pt x="4576147" y="526420"/>
                  </a:lnTo>
                  <a:lnTo>
                    <a:pt x="4498513" y="504916"/>
                  </a:lnTo>
                  <a:lnTo>
                    <a:pt x="4420879" y="482038"/>
                  </a:lnTo>
                  <a:lnTo>
                    <a:pt x="4343244" y="457697"/>
                  </a:lnTo>
                  <a:lnTo>
                    <a:pt x="4265610" y="431802"/>
                  </a:lnTo>
                  <a:lnTo>
                    <a:pt x="4187976" y="404251"/>
                  </a:lnTo>
                  <a:lnTo>
                    <a:pt x="4110342" y="374941"/>
                  </a:lnTo>
                  <a:lnTo>
                    <a:pt x="4032708" y="343757"/>
                  </a:lnTo>
                  <a:lnTo>
                    <a:pt x="3955074" y="310580"/>
                  </a:lnTo>
                  <a:lnTo>
                    <a:pt x="3877440" y="275283"/>
                  </a:lnTo>
                  <a:lnTo>
                    <a:pt x="3799806" y="237731"/>
                  </a:lnTo>
                  <a:lnTo>
                    <a:pt x="3722172" y="197779"/>
                  </a:lnTo>
                  <a:lnTo>
                    <a:pt x="3644538" y="155273"/>
                  </a:lnTo>
                  <a:lnTo>
                    <a:pt x="3566904" y="110052"/>
                  </a:lnTo>
                  <a:lnTo>
                    <a:pt x="3489270" y="61941"/>
                  </a:lnTo>
                  <a:lnTo>
                    <a:pt x="3411636" y="10755"/>
                  </a:lnTo>
                  <a:lnTo>
                    <a:pt x="3334002" y="0"/>
                  </a:lnTo>
                  <a:lnTo>
                    <a:pt x="3256368" y="9947"/>
                  </a:lnTo>
                  <a:lnTo>
                    <a:pt x="3178734" y="19779"/>
                  </a:lnTo>
                  <a:lnTo>
                    <a:pt x="3101100" y="29499"/>
                  </a:lnTo>
                  <a:lnTo>
                    <a:pt x="3023466" y="39106"/>
                  </a:lnTo>
                  <a:lnTo>
                    <a:pt x="2945832" y="48603"/>
                  </a:lnTo>
                  <a:lnTo>
                    <a:pt x="2868198" y="57990"/>
                  </a:lnTo>
                  <a:lnTo>
                    <a:pt x="2790564" y="67269"/>
                  </a:lnTo>
                  <a:lnTo>
                    <a:pt x="2712930" y="76440"/>
                  </a:lnTo>
                  <a:lnTo>
                    <a:pt x="2635295" y="85507"/>
                  </a:lnTo>
                  <a:lnTo>
                    <a:pt x="2557661" y="94468"/>
                  </a:lnTo>
                  <a:lnTo>
                    <a:pt x="2480027" y="103327"/>
                  </a:lnTo>
                  <a:lnTo>
                    <a:pt x="2402393" y="112083"/>
                  </a:lnTo>
                  <a:lnTo>
                    <a:pt x="2324759" y="120738"/>
                  </a:lnTo>
                  <a:lnTo>
                    <a:pt x="2247125" y="129294"/>
                  </a:lnTo>
                  <a:lnTo>
                    <a:pt x="2169491" y="137751"/>
                  </a:lnTo>
                  <a:lnTo>
                    <a:pt x="2091857" y="146110"/>
                  </a:lnTo>
                  <a:lnTo>
                    <a:pt x="2014223" y="154373"/>
                  </a:lnTo>
                  <a:lnTo>
                    <a:pt x="1936589" y="162541"/>
                  </a:lnTo>
                  <a:lnTo>
                    <a:pt x="1858955" y="170614"/>
                  </a:lnTo>
                  <a:lnTo>
                    <a:pt x="1781321" y="178595"/>
                  </a:lnTo>
                  <a:lnTo>
                    <a:pt x="1703687" y="186484"/>
                  </a:lnTo>
                  <a:lnTo>
                    <a:pt x="1626053" y="194281"/>
                  </a:lnTo>
                  <a:lnTo>
                    <a:pt x="1548419" y="201989"/>
                  </a:lnTo>
                  <a:lnTo>
                    <a:pt x="1470785" y="209608"/>
                  </a:lnTo>
                  <a:lnTo>
                    <a:pt x="1393151" y="217139"/>
                  </a:lnTo>
                  <a:lnTo>
                    <a:pt x="1315517" y="224583"/>
                  </a:lnTo>
                  <a:lnTo>
                    <a:pt x="1237883" y="231942"/>
                  </a:lnTo>
                  <a:lnTo>
                    <a:pt x="1160249" y="239215"/>
                  </a:lnTo>
                  <a:lnTo>
                    <a:pt x="1082615" y="246405"/>
                  </a:lnTo>
                  <a:lnTo>
                    <a:pt x="1004981" y="253512"/>
                  </a:lnTo>
                  <a:lnTo>
                    <a:pt x="927346" y="260537"/>
                  </a:lnTo>
                  <a:lnTo>
                    <a:pt x="849712" y="267481"/>
                  </a:lnTo>
                  <a:lnTo>
                    <a:pt x="772078" y="274345"/>
                  </a:lnTo>
                  <a:lnTo>
                    <a:pt x="694444" y="281130"/>
                  </a:lnTo>
                  <a:lnTo>
                    <a:pt x="616810" y="287837"/>
                  </a:lnTo>
                  <a:lnTo>
                    <a:pt x="539176" y="294466"/>
                  </a:lnTo>
                  <a:lnTo>
                    <a:pt x="461542" y="301019"/>
                  </a:lnTo>
                  <a:lnTo>
                    <a:pt x="383908" y="307496"/>
                  </a:lnTo>
                  <a:lnTo>
                    <a:pt x="306274" y="313899"/>
                  </a:lnTo>
                  <a:lnTo>
                    <a:pt x="228640" y="320228"/>
                  </a:lnTo>
                  <a:lnTo>
                    <a:pt x="151006" y="326484"/>
                  </a:lnTo>
                  <a:lnTo>
                    <a:pt x="73372" y="332667"/>
                  </a:lnTo>
                  <a:lnTo>
                    <a:pt x="0" y="338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41590"/>
              <a:ext cx="7370972" cy="2368743"/>
            </a:xfrm>
            <a:custGeom>
              <a:avLst/>
              <a:pathLst>
                <a:path w="7370972" h="2368743">
                  <a:moveTo>
                    <a:pt x="0" y="0"/>
                  </a:moveTo>
                  <a:lnTo>
                    <a:pt x="73372" y="61352"/>
                  </a:lnTo>
                  <a:lnTo>
                    <a:pt x="151006" y="124654"/>
                  </a:lnTo>
                  <a:lnTo>
                    <a:pt x="228640" y="186382"/>
                  </a:lnTo>
                  <a:lnTo>
                    <a:pt x="306274" y="246576"/>
                  </a:lnTo>
                  <a:lnTo>
                    <a:pt x="383908" y="305273"/>
                  </a:lnTo>
                  <a:lnTo>
                    <a:pt x="461542" y="362511"/>
                  </a:lnTo>
                  <a:lnTo>
                    <a:pt x="539176" y="418326"/>
                  </a:lnTo>
                  <a:lnTo>
                    <a:pt x="616810" y="472753"/>
                  </a:lnTo>
                  <a:lnTo>
                    <a:pt x="694444" y="525827"/>
                  </a:lnTo>
                  <a:lnTo>
                    <a:pt x="772078" y="577582"/>
                  </a:lnTo>
                  <a:lnTo>
                    <a:pt x="849712" y="628050"/>
                  </a:lnTo>
                  <a:lnTo>
                    <a:pt x="927346" y="677264"/>
                  </a:lnTo>
                  <a:lnTo>
                    <a:pt x="1004981" y="725254"/>
                  </a:lnTo>
                  <a:lnTo>
                    <a:pt x="1082615" y="772051"/>
                  </a:lnTo>
                  <a:lnTo>
                    <a:pt x="1160249" y="817684"/>
                  </a:lnTo>
                  <a:lnTo>
                    <a:pt x="1237883" y="862183"/>
                  </a:lnTo>
                  <a:lnTo>
                    <a:pt x="1315517" y="905576"/>
                  </a:lnTo>
                  <a:lnTo>
                    <a:pt x="1393151" y="947890"/>
                  </a:lnTo>
                  <a:lnTo>
                    <a:pt x="1470785" y="989152"/>
                  </a:lnTo>
                  <a:lnTo>
                    <a:pt x="1548419" y="1029388"/>
                  </a:lnTo>
                  <a:lnTo>
                    <a:pt x="1626053" y="1068624"/>
                  </a:lnTo>
                  <a:lnTo>
                    <a:pt x="1703687" y="1106884"/>
                  </a:lnTo>
                  <a:lnTo>
                    <a:pt x="1781321" y="1144194"/>
                  </a:lnTo>
                  <a:lnTo>
                    <a:pt x="1858955" y="1180575"/>
                  </a:lnTo>
                  <a:lnTo>
                    <a:pt x="1936589" y="1216053"/>
                  </a:lnTo>
                  <a:lnTo>
                    <a:pt x="2014223" y="1250648"/>
                  </a:lnTo>
                  <a:lnTo>
                    <a:pt x="2091857" y="1284383"/>
                  </a:lnTo>
                  <a:lnTo>
                    <a:pt x="2169491" y="1317280"/>
                  </a:lnTo>
                  <a:lnTo>
                    <a:pt x="2247125" y="1349358"/>
                  </a:lnTo>
                  <a:lnTo>
                    <a:pt x="2324759" y="1380640"/>
                  </a:lnTo>
                  <a:lnTo>
                    <a:pt x="2402393" y="1411143"/>
                  </a:lnTo>
                  <a:lnTo>
                    <a:pt x="2480027" y="1440888"/>
                  </a:lnTo>
                  <a:lnTo>
                    <a:pt x="2557661" y="1469894"/>
                  </a:lnTo>
                  <a:lnTo>
                    <a:pt x="2635295" y="1498179"/>
                  </a:lnTo>
                  <a:lnTo>
                    <a:pt x="2712930" y="1525760"/>
                  </a:lnTo>
                  <a:lnTo>
                    <a:pt x="2790564" y="1552656"/>
                  </a:lnTo>
                  <a:lnTo>
                    <a:pt x="2868198" y="1578883"/>
                  </a:lnTo>
                  <a:lnTo>
                    <a:pt x="2945832" y="1604458"/>
                  </a:lnTo>
                  <a:lnTo>
                    <a:pt x="3023466" y="1629397"/>
                  </a:lnTo>
                  <a:lnTo>
                    <a:pt x="3101100" y="1653716"/>
                  </a:lnTo>
                  <a:lnTo>
                    <a:pt x="3178734" y="1677431"/>
                  </a:lnTo>
                  <a:lnTo>
                    <a:pt x="3256368" y="1700556"/>
                  </a:lnTo>
                  <a:lnTo>
                    <a:pt x="3334002" y="1723106"/>
                  </a:lnTo>
                  <a:lnTo>
                    <a:pt x="3411636" y="1745096"/>
                  </a:lnTo>
                  <a:lnTo>
                    <a:pt x="3489270" y="1766539"/>
                  </a:lnTo>
                  <a:lnTo>
                    <a:pt x="3566904" y="1787449"/>
                  </a:lnTo>
                  <a:lnTo>
                    <a:pt x="3644538" y="1807839"/>
                  </a:lnTo>
                  <a:lnTo>
                    <a:pt x="3722172" y="1827722"/>
                  </a:lnTo>
                  <a:lnTo>
                    <a:pt x="3799806" y="1847110"/>
                  </a:lnTo>
                  <a:lnTo>
                    <a:pt x="3877440" y="1866017"/>
                  </a:lnTo>
                  <a:lnTo>
                    <a:pt x="3955074" y="1884454"/>
                  </a:lnTo>
                  <a:lnTo>
                    <a:pt x="4032708" y="1902432"/>
                  </a:lnTo>
                  <a:lnTo>
                    <a:pt x="4110342" y="1919964"/>
                  </a:lnTo>
                  <a:lnTo>
                    <a:pt x="4187976" y="1937059"/>
                  </a:lnTo>
                  <a:lnTo>
                    <a:pt x="4265610" y="1953730"/>
                  </a:lnTo>
                  <a:lnTo>
                    <a:pt x="4343244" y="1969986"/>
                  </a:lnTo>
                  <a:lnTo>
                    <a:pt x="4420879" y="1985838"/>
                  </a:lnTo>
                  <a:lnTo>
                    <a:pt x="4498513" y="2001296"/>
                  </a:lnTo>
                  <a:lnTo>
                    <a:pt x="4576147" y="2016369"/>
                  </a:lnTo>
                  <a:lnTo>
                    <a:pt x="4653781" y="2031068"/>
                  </a:lnTo>
                  <a:lnTo>
                    <a:pt x="4731415" y="2045401"/>
                  </a:lnTo>
                  <a:lnTo>
                    <a:pt x="4809049" y="2059378"/>
                  </a:lnTo>
                  <a:lnTo>
                    <a:pt x="4886683" y="2073008"/>
                  </a:lnTo>
                  <a:lnTo>
                    <a:pt x="4964317" y="2086299"/>
                  </a:lnTo>
                  <a:lnTo>
                    <a:pt x="5041951" y="2099259"/>
                  </a:lnTo>
                  <a:lnTo>
                    <a:pt x="5119585" y="2111897"/>
                  </a:lnTo>
                  <a:lnTo>
                    <a:pt x="5197219" y="2124221"/>
                  </a:lnTo>
                  <a:lnTo>
                    <a:pt x="5274853" y="2136239"/>
                  </a:lnTo>
                  <a:lnTo>
                    <a:pt x="5352487" y="2147958"/>
                  </a:lnTo>
                  <a:lnTo>
                    <a:pt x="5430121" y="2159385"/>
                  </a:lnTo>
                  <a:lnTo>
                    <a:pt x="5507755" y="2170528"/>
                  </a:lnTo>
                  <a:lnTo>
                    <a:pt x="5585389" y="2181395"/>
                  </a:lnTo>
                  <a:lnTo>
                    <a:pt x="5663023" y="2191991"/>
                  </a:lnTo>
                  <a:lnTo>
                    <a:pt x="5740657" y="2202324"/>
                  </a:lnTo>
                  <a:lnTo>
                    <a:pt x="5818291" y="2212399"/>
                  </a:lnTo>
                  <a:lnTo>
                    <a:pt x="5895925" y="2222225"/>
                  </a:lnTo>
                  <a:lnTo>
                    <a:pt x="5973559" y="2231806"/>
                  </a:lnTo>
                  <a:lnTo>
                    <a:pt x="6051193" y="2241149"/>
                  </a:lnTo>
                  <a:lnTo>
                    <a:pt x="6128827" y="2250260"/>
                  </a:lnTo>
                  <a:lnTo>
                    <a:pt x="6206462" y="2259144"/>
                  </a:lnTo>
                  <a:lnTo>
                    <a:pt x="6284096" y="2267807"/>
                  </a:lnTo>
                  <a:lnTo>
                    <a:pt x="6361730" y="2276255"/>
                  </a:lnTo>
                  <a:lnTo>
                    <a:pt x="6439364" y="2284493"/>
                  </a:lnTo>
                  <a:lnTo>
                    <a:pt x="6516998" y="2292526"/>
                  </a:lnTo>
                  <a:lnTo>
                    <a:pt x="6594632" y="2300359"/>
                  </a:lnTo>
                  <a:lnTo>
                    <a:pt x="6672266" y="2307998"/>
                  </a:lnTo>
                  <a:lnTo>
                    <a:pt x="6749900" y="2315447"/>
                  </a:lnTo>
                  <a:lnTo>
                    <a:pt x="6827534" y="2322710"/>
                  </a:lnTo>
                  <a:lnTo>
                    <a:pt x="6905168" y="2329793"/>
                  </a:lnTo>
                  <a:lnTo>
                    <a:pt x="6982802" y="2336700"/>
                  </a:lnTo>
                  <a:lnTo>
                    <a:pt x="7060436" y="2343435"/>
                  </a:lnTo>
                  <a:lnTo>
                    <a:pt x="7138070" y="2350003"/>
                  </a:lnTo>
                  <a:lnTo>
                    <a:pt x="7215704" y="2356407"/>
                  </a:lnTo>
                  <a:lnTo>
                    <a:pt x="7293338" y="2362653"/>
                  </a:lnTo>
                  <a:lnTo>
                    <a:pt x="7370972" y="2368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2026-05-22T10:22:42Z</dcterms:modified>
  <cp:category/>
</cp:coreProperties>
</file>