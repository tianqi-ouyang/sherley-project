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1785"/>
            </a:xfrm>
            <a:custGeom>
              <a:avLst/>
              <a:pathLst>
                <a:path w="7370972" h="3611785">
                  <a:moveTo>
                    <a:pt x="1516692" y="0"/>
                  </a:moveTo>
                  <a:lnTo>
                    <a:pt x="1548419" y="89393"/>
                  </a:lnTo>
                  <a:lnTo>
                    <a:pt x="1626053" y="295483"/>
                  </a:lnTo>
                  <a:lnTo>
                    <a:pt x="1703687" y="489653"/>
                  </a:lnTo>
                  <a:lnTo>
                    <a:pt x="1781321" y="672592"/>
                  </a:lnTo>
                  <a:lnTo>
                    <a:pt x="1858955" y="844951"/>
                  </a:lnTo>
                  <a:lnTo>
                    <a:pt x="1936589" y="1007341"/>
                  </a:lnTo>
                  <a:lnTo>
                    <a:pt x="2014223" y="1160339"/>
                  </a:lnTo>
                  <a:lnTo>
                    <a:pt x="2091857" y="1304487"/>
                  </a:lnTo>
                  <a:lnTo>
                    <a:pt x="2169491" y="1440299"/>
                  </a:lnTo>
                  <a:lnTo>
                    <a:pt x="2247125" y="1568256"/>
                  </a:lnTo>
                  <a:lnTo>
                    <a:pt x="2324759" y="1688811"/>
                  </a:lnTo>
                  <a:lnTo>
                    <a:pt x="2402393" y="1802395"/>
                  </a:lnTo>
                  <a:lnTo>
                    <a:pt x="2480027" y="1909408"/>
                  </a:lnTo>
                  <a:lnTo>
                    <a:pt x="2557661" y="2010233"/>
                  </a:lnTo>
                  <a:lnTo>
                    <a:pt x="2635295" y="2105226"/>
                  </a:lnTo>
                  <a:lnTo>
                    <a:pt x="2712930" y="2194724"/>
                  </a:lnTo>
                  <a:lnTo>
                    <a:pt x="2790564" y="2279047"/>
                  </a:lnTo>
                  <a:lnTo>
                    <a:pt x="2868198" y="2358492"/>
                  </a:lnTo>
                  <a:lnTo>
                    <a:pt x="2945832" y="2433343"/>
                  </a:lnTo>
                  <a:lnTo>
                    <a:pt x="3023466" y="2503864"/>
                  </a:lnTo>
                  <a:lnTo>
                    <a:pt x="3101100" y="2570307"/>
                  </a:lnTo>
                  <a:lnTo>
                    <a:pt x="3178734" y="2632906"/>
                  </a:lnTo>
                  <a:lnTo>
                    <a:pt x="3256368" y="2691885"/>
                  </a:lnTo>
                  <a:lnTo>
                    <a:pt x="3334002" y="2747453"/>
                  </a:lnTo>
                  <a:lnTo>
                    <a:pt x="3411636" y="2783898"/>
                  </a:lnTo>
                  <a:lnTo>
                    <a:pt x="3489270" y="2786731"/>
                  </a:lnTo>
                  <a:lnTo>
                    <a:pt x="3566904" y="2789554"/>
                  </a:lnTo>
                  <a:lnTo>
                    <a:pt x="3644538" y="2792368"/>
                  </a:lnTo>
                  <a:lnTo>
                    <a:pt x="3722172" y="2795173"/>
                  </a:lnTo>
                  <a:lnTo>
                    <a:pt x="3799806" y="2797969"/>
                  </a:lnTo>
                  <a:lnTo>
                    <a:pt x="3877440" y="2800755"/>
                  </a:lnTo>
                  <a:lnTo>
                    <a:pt x="3955074" y="2803533"/>
                  </a:lnTo>
                  <a:lnTo>
                    <a:pt x="4032708" y="2806302"/>
                  </a:lnTo>
                  <a:lnTo>
                    <a:pt x="4110342" y="2809061"/>
                  </a:lnTo>
                  <a:lnTo>
                    <a:pt x="4187976" y="2811812"/>
                  </a:lnTo>
                  <a:lnTo>
                    <a:pt x="4265610" y="2814553"/>
                  </a:lnTo>
                  <a:lnTo>
                    <a:pt x="4343244" y="2817286"/>
                  </a:lnTo>
                  <a:lnTo>
                    <a:pt x="4420879" y="2820010"/>
                  </a:lnTo>
                  <a:lnTo>
                    <a:pt x="4498513" y="2822724"/>
                  </a:lnTo>
                  <a:lnTo>
                    <a:pt x="4576147" y="2825430"/>
                  </a:lnTo>
                  <a:lnTo>
                    <a:pt x="4653781" y="2828128"/>
                  </a:lnTo>
                  <a:lnTo>
                    <a:pt x="4731415" y="2830816"/>
                  </a:lnTo>
                  <a:lnTo>
                    <a:pt x="4809049" y="2833496"/>
                  </a:lnTo>
                  <a:lnTo>
                    <a:pt x="4886683" y="2836166"/>
                  </a:lnTo>
                  <a:lnTo>
                    <a:pt x="4964317" y="2838829"/>
                  </a:lnTo>
                  <a:lnTo>
                    <a:pt x="5041951" y="2841482"/>
                  </a:lnTo>
                  <a:lnTo>
                    <a:pt x="5119585" y="2844127"/>
                  </a:lnTo>
                  <a:lnTo>
                    <a:pt x="5197219" y="2846763"/>
                  </a:lnTo>
                  <a:lnTo>
                    <a:pt x="5274853" y="2849391"/>
                  </a:lnTo>
                  <a:lnTo>
                    <a:pt x="5352487" y="2852010"/>
                  </a:lnTo>
                  <a:lnTo>
                    <a:pt x="5430121" y="2854620"/>
                  </a:lnTo>
                  <a:lnTo>
                    <a:pt x="5507755" y="2857222"/>
                  </a:lnTo>
                  <a:lnTo>
                    <a:pt x="5585389" y="2859816"/>
                  </a:lnTo>
                  <a:lnTo>
                    <a:pt x="5663023" y="2862401"/>
                  </a:lnTo>
                  <a:lnTo>
                    <a:pt x="5740657" y="2864977"/>
                  </a:lnTo>
                  <a:lnTo>
                    <a:pt x="5818291" y="2867546"/>
                  </a:lnTo>
                  <a:lnTo>
                    <a:pt x="5895925" y="2870105"/>
                  </a:lnTo>
                  <a:lnTo>
                    <a:pt x="5973559" y="2872657"/>
                  </a:lnTo>
                  <a:lnTo>
                    <a:pt x="6051193" y="2875200"/>
                  </a:lnTo>
                  <a:lnTo>
                    <a:pt x="6128827" y="2877735"/>
                  </a:lnTo>
                  <a:lnTo>
                    <a:pt x="6206462" y="2880262"/>
                  </a:lnTo>
                  <a:lnTo>
                    <a:pt x="6284096" y="2882780"/>
                  </a:lnTo>
                  <a:lnTo>
                    <a:pt x="6361730" y="2885290"/>
                  </a:lnTo>
                  <a:lnTo>
                    <a:pt x="6439364" y="2887792"/>
                  </a:lnTo>
                  <a:lnTo>
                    <a:pt x="6516998" y="2890286"/>
                  </a:lnTo>
                  <a:lnTo>
                    <a:pt x="6594632" y="2892772"/>
                  </a:lnTo>
                  <a:lnTo>
                    <a:pt x="6672266" y="2895249"/>
                  </a:lnTo>
                  <a:lnTo>
                    <a:pt x="6749900" y="2897719"/>
                  </a:lnTo>
                  <a:lnTo>
                    <a:pt x="6827534" y="2900180"/>
                  </a:lnTo>
                  <a:lnTo>
                    <a:pt x="6905168" y="2902634"/>
                  </a:lnTo>
                  <a:lnTo>
                    <a:pt x="6982802" y="2905079"/>
                  </a:lnTo>
                  <a:lnTo>
                    <a:pt x="7060436" y="2907517"/>
                  </a:lnTo>
                  <a:lnTo>
                    <a:pt x="7138070" y="2909946"/>
                  </a:lnTo>
                  <a:lnTo>
                    <a:pt x="7215704" y="2912368"/>
                  </a:lnTo>
                  <a:lnTo>
                    <a:pt x="7293338" y="2914781"/>
                  </a:lnTo>
                  <a:lnTo>
                    <a:pt x="7370972" y="2917187"/>
                  </a:lnTo>
                  <a:lnTo>
                    <a:pt x="7370972" y="3611785"/>
                  </a:lnTo>
                  <a:lnTo>
                    <a:pt x="7293338" y="3609277"/>
                  </a:lnTo>
                  <a:lnTo>
                    <a:pt x="7215704" y="3606614"/>
                  </a:lnTo>
                  <a:lnTo>
                    <a:pt x="7138070" y="3603789"/>
                  </a:lnTo>
                  <a:lnTo>
                    <a:pt x="7060436" y="3600790"/>
                  </a:lnTo>
                  <a:lnTo>
                    <a:pt x="6982802" y="3597607"/>
                  </a:lnTo>
                  <a:lnTo>
                    <a:pt x="6905168" y="3594228"/>
                  </a:lnTo>
                  <a:lnTo>
                    <a:pt x="6827534" y="3590642"/>
                  </a:lnTo>
                  <a:lnTo>
                    <a:pt x="6749900" y="3586836"/>
                  </a:lnTo>
                  <a:lnTo>
                    <a:pt x="6672266" y="3582796"/>
                  </a:lnTo>
                  <a:lnTo>
                    <a:pt x="6594632" y="3578508"/>
                  </a:lnTo>
                  <a:lnTo>
                    <a:pt x="6516998" y="3573957"/>
                  </a:lnTo>
                  <a:lnTo>
                    <a:pt x="6439364" y="3569127"/>
                  </a:lnTo>
                  <a:lnTo>
                    <a:pt x="6361730" y="3564000"/>
                  </a:lnTo>
                  <a:lnTo>
                    <a:pt x="6284096" y="3558558"/>
                  </a:lnTo>
                  <a:lnTo>
                    <a:pt x="6206462" y="3552783"/>
                  </a:lnTo>
                  <a:lnTo>
                    <a:pt x="6128827" y="3546652"/>
                  </a:lnTo>
                  <a:lnTo>
                    <a:pt x="6051193" y="3540146"/>
                  </a:lnTo>
                  <a:lnTo>
                    <a:pt x="5973559" y="3533240"/>
                  </a:lnTo>
                  <a:lnTo>
                    <a:pt x="5895925" y="3525910"/>
                  </a:lnTo>
                  <a:lnTo>
                    <a:pt x="5818291" y="3518130"/>
                  </a:lnTo>
                  <a:lnTo>
                    <a:pt x="5740657" y="3509872"/>
                  </a:lnTo>
                  <a:lnTo>
                    <a:pt x="5663023" y="3501108"/>
                  </a:lnTo>
                  <a:lnTo>
                    <a:pt x="5585389" y="3491806"/>
                  </a:lnTo>
                  <a:lnTo>
                    <a:pt x="5507755" y="3481932"/>
                  </a:lnTo>
                  <a:lnTo>
                    <a:pt x="5430121" y="3471452"/>
                  </a:lnTo>
                  <a:lnTo>
                    <a:pt x="5352487" y="3460329"/>
                  </a:lnTo>
                  <a:lnTo>
                    <a:pt x="5274853" y="3448524"/>
                  </a:lnTo>
                  <a:lnTo>
                    <a:pt x="5197219" y="3435993"/>
                  </a:lnTo>
                  <a:lnTo>
                    <a:pt x="5119585" y="3422693"/>
                  </a:lnTo>
                  <a:lnTo>
                    <a:pt x="5041951" y="3408577"/>
                  </a:lnTo>
                  <a:lnTo>
                    <a:pt x="4964317" y="3393594"/>
                  </a:lnTo>
                  <a:lnTo>
                    <a:pt x="4886683" y="3377692"/>
                  </a:lnTo>
                  <a:lnTo>
                    <a:pt x="4809049" y="3360813"/>
                  </a:lnTo>
                  <a:lnTo>
                    <a:pt x="4731415" y="3342898"/>
                  </a:lnTo>
                  <a:lnTo>
                    <a:pt x="4653781" y="3323884"/>
                  </a:lnTo>
                  <a:lnTo>
                    <a:pt x="4576147" y="3303702"/>
                  </a:lnTo>
                  <a:lnTo>
                    <a:pt x="4498513" y="3282281"/>
                  </a:lnTo>
                  <a:lnTo>
                    <a:pt x="4420879" y="3259545"/>
                  </a:lnTo>
                  <a:lnTo>
                    <a:pt x="4343244" y="3235414"/>
                  </a:lnTo>
                  <a:lnTo>
                    <a:pt x="4265610" y="3209801"/>
                  </a:lnTo>
                  <a:lnTo>
                    <a:pt x="4187976" y="3182615"/>
                  </a:lnTo>
                  <a:lnTo>
                    <a:pt x="4110342" y="3153761"/>
                  </a:lnTo>
                  <a:lnTo>
                    <a:pt x="4032708" y="3123136"/>
                  </a:lnTo>
                  <a:lnTo>
                    <a:pt x="3955074" y="3090630"/>
                  </a:lnTo>
                  <a:lnTo>
                    <a:pt x="3877440" y="3056130"/>
                  </a:lnTo>
                  <a:lnTo>
                    <a:pt x="3799806" y="3019511"/>
                  </a:lnTo>
                  <a:lnTo>
                    <a:pt x="3722172" y="2980644"/>
                  </a:lnTo>
                  <a:lnTo>
                    <a:pt x="3644538" y="2939391"/>
                  </a:lnTo>
                  <a:lnTo>
                    <a:pt x="3566904" y="2895606"/>
                  </a:lnTo>
                  <a:lnTo>
                    <a:pt x="3489270" y="2849133"/>
                  </a:lnTo>
                  <a:lnTo>
                    <a:pt x="3411636" y="2799807"/>
                  </a:lnTo>
                  <a:lnTo>
                    <a:pt x="3334002" y="2781056"/>
                  </a:lnTo>
                  <a:lnTo>
                    <a:pt x="3256368" y="2778205"/>
                  </a:lnTo>
                  <a:lnTo>
                    <a:pt x="3178734" y="2775344"/>
                  </a:lnTo>
                  <a:lnTo>
                    <a:pt x="3101100" y="2772475"/>
                  </a:lnTo>
                  <a:lnTo>
                    <a:pt x="3023466" y="2769595"/>
                  </a:lnTo>
                  <a:lnTo>
                    <a:pt x="2945832" y="2766707"/>
                  </a:lnTo>
                  <a:lnTo>
                    <a:pt x="2868198" y="2763809"/>
                  </a:lnTo>
                  <a:lnTo>
                    <a:pt x="2790564" y="2760901"/>
                  </a:lnTo>
                  <a:lnTo>
                    <a:pt x="2712930" y="2757984"/>
                  </a:lnTo>
                  <a:lnTo>
                    <a:pt x="2635295" y="2755057"/>
                  </a:lnTo>
                  <a:lnTo>
                    <a:pt x="2557661" y="2752121"/>
                  </a:lnTo>
                  <a:lnTo>
                    <a:pt x="2480027" y="2749176"/>
                  </a:lnTo>
                  <a:lnTo>
                    <a:pt x="2402393" y="2746220"/>
                  </a:lnTo>
                  <a:lnTo>
                    <a:pt x="2324759" y="2743255"/>
                  </a:lnTo>
                  <a:lnTo>
                    <a:pt x="2247125" y="2740280"/>
                  </a:lnTo>
                  <a:lnTo>
                    <a:pt x="2169491" y="2737296"/>
                  </a:lnTo>
                  <a:lnTo>
                    <a:pt x="2091857" y="2734301"/>
                  </a:lnTo>
                  <a:lnTo>
                    <a:pt x="2014223" y="2731297"/>
                  </a:lnTo>
                  <a:lnTo>
                    <a:pt x="1936589" y="2728283"/>
                  </a:lnTo>
                  <a:lnTo>
                    <a:pt x="1858955" y="2725260"/>
                  </a:lnTo>
                  <a:lnTo>
                    <a:pt x="1781321" y="2722226"/>
                  </a:lnTo>
                  <a:lnTo>
                    <a:pt x="1703687" y="2719182"/>
                  </a:lnTo>
                  <a:lnTo>
                    <a:pt x="1626053" y="2716129"/>
                  </a:lnTo>
                  <a:lnTo>
                    <a:pt x="1548419" y="2713065"/>
                  </a:lnTo>
                  <a:lnTo>
                    <a:pt x="1470785" y="2709992"/>
                  </a:lnTo>
                  <a:lnTo>
                    <a:pt x="1393151" y="2706908"/>
                  </a:lnTo>
                  <a:lnTo>
                    <a:pt x="1315517" y="2703814"/>
                  </a:lnTo>
                  <a:lnTo>
                    <a:pt x="1237883" y="2700711"/>
                  </a:lnTo>
                  <a:lnTo>
                    <a:pt x="1160249" y="2697597"/>
                  </a:lnTo>
                  <a:lnTo>
                    <a:pt x="1082615" y="2694473"/>
                  </a:lnTo>
                  <a:lnTo>
                    <a:pt x="1004981" y="2691338"/>
                  </a:lnTo>
                  <a:lnTo>
                    <a:pt x="927346" y="2688194"/>
                  </a:lnTo>
                  <a:lnTo>
                    <a:pt x="849712" y="2685039"/>
                  </a:lnTo>
                  <a:lnTo>
                    <a:pt x="772078" y="2681873"/>
                  </a:lnTo>
                  <a:lnTo>
                    <a:pt x="694444" y="2678698"/>
                  </a:lnTo>
                  <a:lnTo>
                    <a:pt x="616810" y="2675512"/>
                  </a:lnTo>
                  <a:lnTo>
                    <a:pt x="539176" y="2672315"/>
                  </a:lnTo>
                  <a:lnTo>
                    <a:pt x="461542" y="2669109"/>
                  </a:lnTo>
                  <a:lnTo>
                    <a:pt x="383908" y="2665891"/>
                  </a:lnTo>
                  <a:lnTo>
                    <a:pt x="306274" y="2662663"/>
                  </a:lnTo>
                  <a:lnTo>
                    <a:pt x="228640" y="2659425"/>
                  </a:lnTo>
                  <a:lnTo>
                    <a:pt x="151006" y="2656176"/>
                  </a:lnTo>
                  <a:lnTo>
                    <a:pt x="73372" y="2652916"/>
                  </a:lnTo>
                  <a:lnTo>
                    <a:pt x="0" y="26498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4210" y="1896563"/>
              <a:ext cx="5854280" cy="2917187"/>
            </a:xfrm>
            <a:custGeom>
              <a:avLst/>
              <a:pathLst>
                <a:path w="5854280" h="2917187">
                  <a:moveTo>
                    <a:pt x="0" y="0"/>
                  </a:moveTo>
                  <a:lnTo>
                    <a:pt x="31727" y="89393"/>
                  </a:lnTo>
                  <a:lnTo>
                    <a:pt x="109361" y="295483"/>
                  </a:lnTo>
                  <a:lnTo>
                    <a:pt x="186995" y="489653"/>
                  </a:lnTo>
                  <a:lnTo>
                    <a:pt x="264629" y="672592"/>
                  </a:lnTo>
                  <a:lnTo>
                    <a:pt x="342263" y="844951"/>
                  </a:lnTo>
                  <a:lnTo>
                    <a:pt x="419897" y="1007341"/>
                  </a:lnTo>
                  <a:lnTo>
                    <a:pt x="497531" y="1160339"/>
                  </a:lnTo>
                  <a:lnTo>
                    <a:pt x="575165" y="1304487"/>
                  </a:lnTo>
                  <a:lnTo>
                    <a:pt x="652799" y="1440299"/>
                  </a:lnTo>
                  <a:lnTo>
                    <a:pt x="730433" y="1568256"/>
                  </a:lnTo>
                  <a:lnTo>
                    <a:pt x="808067" y="1688811"/>
                  </a:lnTo>
                  <a:lnTo>
                    <a:pt x="885701" y="1802395"/>
                  </a:lnTo>
                  <a:lnTo>
                    <a:pt x="963335" y="1909408"/>
                  </a:lnTo>
                  <a:lnTo>
                    <a:pt x="1040969" y="2010233"/>
                  </a:lnTo>
                  <a:lnTo>
                    <a:pt x="1118603" y="2105226"/>
                  </a:lnTo>
                  <a:lnTo>
                    <a:pt x="1196237" y="2194724"/>
                  </a:lnTo>
                  <a:lnTo>
                    <a:pt x="1273871" y="2279047"/>
                  </a:lnTo>
                  <a:lnTo>
                    <a:pt x="1351505" y="2358492"/>
                  </a:lnTo>
                  <a:lnTo>
                    <a:pt x="1429139" y="2433343"/>
                  </a:lnTo>
                  <a:lnTo>
                    <a:pt x="1506773" y="2503864"/>
                  </a:lnTo>
                  <a:lnTo>
                    <a:pt x="1584407" y="2570307"/>
                  </a:lnTo>
                  <a:lnTo>
                    <a:pt x="1662042" y="2632906"/>
                  </a:lnTo>
                  <a:lnTo>
                    <a:pt x="1739676" y="2691885"/>
                  </a:lnTo>
                  <a:lnTo>
                    <a:pt x="1817310" y="2747453"/>
                  </a:lnTo>
                  <a:lnTo>
                    <a:pt x="1894944" y="2783898"/>
                  </a:lnTo>
                  <a:lnTo>
                    <a:pt x="1972578" y="2786731"/>
                  </a:lnTo>
                  <a:lnTo>
                    <a:pt x="2050212" y="2789554"/>
                  </a:lnTo>
                  <a:lnTo>
                    <a:pt x="2127846" y="2792368"/>
                  </a:lnTo>
                  <a:lnTo>
                    <a:pt x="2205480" y="2795173"/>
                  </a:lnTo>
                  <a:lnTo>
                    <a:pt x="2283114" y="2797969"/>
                  </a:lnTo>
                  <a:lnTo>
                    <a:pt x="2360748" y="2800755"/>
                  </a:lnTo>
                  <a:lnTo>
                    <a:pt x="2438382" y="2803533"/>
                  </a:lnTo>
                  <a:lnTo>
                    <a:pt x="2516016" y="2806302"/>
                  </a:lnTo>
                  <a:lnTo>
                    <a:pt x="2593650" y="2809061"/>
                  </a:lnTo>
                  <a:lnTo>
                    <a:pt x="2671284" y="2811812"/>
                  </a:lnTo>
                  <a:lnTo>
                    <a:pt x="2748918" y="2814553"/>
                  </a:lnTo>
                  <a:lnTo>
                    <a:pt x="2826552" y="2817286"/>
                  </a:lnTo>
                  <a:lnTo>
                    <a:pt x="2904186" y="2820010"/>
                  </a:lnTo>
                  <a:lnTo>
                    <a:pt x="2981820" y="2822724"/>
                  </a:lnTo>
                  <a:lnTo>
                    <a:pt x="3059454" y="2825430"/>
                  </a:lnTo>
                  <a:lnTo>
                    <a:pt x="3137088" y="2828128"/>
                  </a:lnTo>
                  <a:lnTo>
                    <a:pt x="3214722" y="2830816"/>
                  </a:lnTo>
                  <a:lnTo>
                    <a:pt x="3292356" y="2833496"/>
                  </a:lnTo>
                  <a:lnTo>
                    <a:pt x="3369990" y="2836166"/>
                  </a:lnTo>
                  <a:lnTo>
                    <a:pt x="3447625" y="2838829"/>
                  </a:lnTo>
                  <a:lnTo>
                    <a:pt x="3525259" y="2841482"/>
                  </a:lnTo>
                  <a:lnTo>
                    <a:pt x="3602893" y="2844127"/>
                  </a:lnTo>
                  <a:lnTo>
                    <a:pt x="3680527" y="2846763"/>
                  </a:lnTo>
                  <a:lnTo>
                    <a:pt x="3758161" y="2849391"/>
                  </a:lnTo>
                  <a:lnTo>
                    <a:pt x="3835795" y="2852010"/>
                  </a:lnTo>
                  <a:lnTo>
                    <a:pt x="3913429" y="2854620"/>
                  </a:lnTo>
                  <a:lnTo>
                    <a:pt x="3991063" y="2857222"/>
                  </a:lnTo>
                  <a:lnTo>
                    <a:pt x="4068697" y="2859816"/>
                  </a:lnTo>
                  <a:lnTo>
                    <a:pt x="4146331" y="2862401"/>
                  </a:lnTo>
                  <a:lnTo>
                    <a:pt x="4223965" y="2864977"/>
                  </a:lnTo>
                  <a:lnTo>
                    <a:pt x="4301599" y="2867546"/>
                  </a:lnTo>
                  <a:lnTo>
                    <a:pt x="4379233" y="2870105"/>
                  </a:lnTo>
                  <a:lnTo>
                    <a:pt x="4456867" y="2872657"/>
                  </a:lnTo>
                  <a:lnTo>
                    <a:pt x="4534501" y="2875200"/>
                  </a:lnTo>
                  <a:lnTo>
                    <a:pt x="4612135" y="2877735"/>
                  </a:lnTo>
                  <a:lnTo>
                    <a:pt x="4689769" y="2880262"/>
                  </a:lnTo>
                  <a:lnTo>
                    <a:pt x="4767403" y="2882780"/>
                  </a:lnTo>
                  <a:lnTo>
                    <a:pt x="4845037" y="2885290"/>
                  </a:lnTo>
                  <a:lnTo>
                    <a:pt x="4922671" y="2887792"/>
                  </a:lnTo>
                  <a:lnTo>
                    <a:pt x="5000305" y="2890286"/>
                  </a:lnTo>
                  <a:lnTo>
                    <a:pt x="5077939" y="2892772"/>
                  </a:lnTo>
                  <a:lnTo>
                    <a:pt x="5155574" y="2895249"/>
                  </a:lnTo>
                  <a:lnTo>
                    <a:pt x="5233208" y="2897719"/>
                  </a:lnTo>
                  <a:lnTo>
                    <a:pt x="5310842" y="2900180"/>
                  </a:lnTo>
                  <a:lnTo>
                    <a:pt x="5388476" y="2902634"/>
                  </a:lnTo>
                  <a:lnTo>
                    <a:pt x="5466110" y="2905079"/>
                  </a:lnTo>
                  <a:lnTo>
                    <a:pt x="5543744" y="2907517"/>
                  </a:lnTo>
                  <a:lnTo>
                    <a:pt x="5621378" y="2909946"/>
                  </a:lnTo>
                  <a:lnTo>
                    <a:pt x="5699012" y="2912368"/>
                  </a:lnTo>
                  <a:lnTo>
                    <a:pt x="5776646" y="2914781"/>
                  </a:lnTo>
                  <a:lnTo>
                    <a:pt x="5854280" y="2917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46389"/>
              <a:ext cx="7370972" cy="961959"/>
            </a:xfrm>
            <a:custGeom>
              <a:avLst/>
              <a:pathLst>
                <a:path w="7370972" h="961959">
                  <a:moveTo>
                    <a:pt x="7370972" y="961959"/>
                  </a:moveTo>
                  <a:lnTo>
                    <a:pt x="7293338" y="959451"/>
                  </a:lnTo>
                  <a:lnTo>
                    <a:pt x="7215704" y="956789"/>
                  </a:lnTo>
                  <a:lnTo>
                    <a:pt x="7138070" y="953963"/>
                  </a:lnTo>
                  <a:lnTo>
                    <a:pt x="7060436" y="950964"/>
                  </a:lnTo>
                  <a:lnTo>
                    <a:pt x="6982802" y="947781"/>
                  </a:lnTo>
                  <a:lnTo>
                    <a:pt x="6905168" y="944402"/>
                  </a:lnTo>
                  <a:lnTo>
                    <a:pt x="6827534" y="940816"/>
                  </a:lnTo>
                  <a:lnTo>
                    <a:pt x="6749900" y="937010"/>
                  </a:lnTo>
                  <a:lnTo>
                    <a:pt x="6672266" y="932970"/>
                  </a:lnTo>
                  <a:lnTo>
                    <a:pt x="6594632" y="928682"/>
                  </a:lnTo>
                  <a:lnTo>
                    <a:pt x="6516998" y="924131"/>
                  </a:lnTo>
                  <a:lnTo>
                    <a:pt x="6439364" y="919301"/>
                  </a:lnTo>
                  <a:lnTo>
                    <a:pt x="6361730" y="914174"/>
                  </a:lnTo>
                  <a:lnTo>
                    <a:pt x="6284096" y="908732"/>
                  </a:lnTo>
                  <a:lnTo>
                    <a:pt x="6206462" y="902957"/>
                  </a:lnTo>
                  <a:lnTo>
                    <a:pt x="6128827" y="896826"/>
                  </a:lnTo>
                  <a:lnTo>
                    <a:pt x="6051193" y="890320"/>
                  </a:lnTo>
                  <a:lnTo>
                    <a:pt x="5973559" y="883414"/>
                  </a:lnTo>
                  <a:lnTo>
                    <a:pt x="5895925" y="876084"/>
                  </a:lnTo>
                  <a:lnTo>
                    <a:pt x="5818291" y="868304"/>
                  </a:lnTo>
                  <a:lnTo>
                    <a:pt x="5740657" y="860046"/>
                  </a:lnTo>
                  <a:lnTo>
                    <a:pt x="5663023" y="851282"/>
                  </a:lnTo>
                  <a:lnTo>
                    <a:pt x="5585389" y="841980"/>
                  </a:lnTo>
                  <a:lnTo>
                    <a:pt x="5507755" y="832106"/>
                  </a:lnTo>
                  <a:lnTo>
                    <a:pt x="5430121" y="821626"/>
                  </a:lnTo>
                  <a:lnTo>
                    <a:pt x="5352487" y="810503"/>
                  </a:lnTo>
                  <a:lnTo>
                    <a:pt x="5274853" y="798698"/>
                  </a:lnTo>
                  <a:lnTo>
                    <a:pt x="5197219" y="786167"/>
                  </a:lnTo>
                  <a:lnTo>
                    <a:pt x="5119585" y="772867"/>
                  </a:lnTo>
                  <a:lnTo>
                    <a:pt x="5041951" y="758751"/>
                  </a:lnTo>
                  <a:lnTo>
                    <a:pt x="4964317" y="743769"/>
                  </a:lnTo>
                  <a:lnTo>
                    <a:pt x="4886683" y="727866"/>
                  </a:lnTo>
                  <a:lnTo>
                    <a:pt x="4809049" y="710987"/>
                  </a:lnTo>
                  <a:lnTo>
                    <a:pt x="4731415" y="693072"/>
                  </a:lnTo>
                  <a:lnTo>
                    <a:pt x="4653781" y="674058"/>
                  </a:lnTo>
                  <a:lnTo>
                    <a:pt x="4576147" y="653876"/>
                  </a:lnTo>
                  <a:lnTo>
                    <a:pt x="4498513" y="632455"/>
                  </a:lnTo>
                  <a:lnTo>
                    <a:pt x="4420879" y="609719"/>
                  </a:lnTo>
                  <a:lnTo>
                    <a:pt x="4343244" y="585588"/>
                  </a:lnTo>
                  <a:lnTo>
                    <a:pt x="4265610" y="559975"/>
                  </a:lnTo>
                  <a:lnTo>
                    <a:pt x="4187976" y="532789"/>
                  </a:lnTo>
                  <a:lnTo>
                    <a:pt x="4110342" y="503935"/>
                  </a:lnTo>
                  <a:lnTo>
                    <a:pt x="4032708" y="473310"/>
                  </a:lnTo>
                  <a:lnTo>
                    <a:pt x="3955074" y="440805"/>
                  </a:lnTo>
                  <a:lnTo>
                    <a:pt x="3877440" y="406304"/>
                  </a:lnTo>
                  <a:lnTo>
                    <a:pt x="3799806" y="369685"/>
                  </a:lnTo>
                  <a:lnTo>
                    <a:pt x="3722172" y="330818"/>
                  </a:lnTo>
                  <a:lnTo>
                    <a:pt x="3644538" y="289565"/>
                  </a:lnTo>
                  <a:lnTo>
                    <a:pt x="3566904" y="245780"/>
                  </a:lnTo>
                  <a:lnTo>
                    <a:pt x="3489270" y="199307"/>
                  </a:lnTo>
                  <a:lnTo>
                    <a:pt x="3411636" y="149981"/>
                  </a:lnTo>
                  <a:lnTo>
                    <a:pt x="3334002" y="131230"/>
                  </a:lnTo>
                  <a:lnTo>
                    <a:pt x="3256368" y="128379"/>
                  </a:lnTo>
                  <a:lnTo>
                    <a:pt x="3178734" y="125519"/>
                  </a:lnTo>
                  <a:lnTo>
                    <a:pt x="3101100" y="122649"/>
                  </a:lnTo>
                  <a:lnTo>
                    <a:pt x="3023466" y="119770"/>
                  </a:lnTo>
                  <a:lnTo>
                    <a:pt x="2945832" y="116881"/>
                  </a:lnTo>
                  <a:lnTo>
                    <a:pt x="2868198" y="113983"/>
                  </a:lnTo>
                  <a:lnTo>
                    <a:pt x="2790564" y="111075"/>
                  </a:lnTo>
                  <a:lnTo>
                    <a:pt x="2712930" y="108158"/>
                  </a:lnTo>
                  <a:lnTo>
                    <a:pt x="2635295" y="105232"/>
                  </a:lnTo>
                  <a:lnTo>
                    <a:pt x="2557661" y="102295"/>
                  </a:lnTo>
                  <a:lnTo>
                    <a:pt x="2480027" y="99350"/>
                  </a:lnTo>
                  <a:lnTo>
                    <a:pt x="2402393" y="96394"/>
                  </a:lnTo>
                  <a:lnTo>
                    <a:pt x="2324759" y="93429"/>
                  </a:lnTo>
                  <a:lnTo>
                    <a:pt x="2247125" y="90454"/>
                  </a:lnTo>
                  <a:lnTo>
                    <a:pt x="2169491" y="87470"/>
                  </a:lnTo>
                  <a:lnTo>
                    <a:pt x="2091857" y="84475"/>
                  </a:lnTo>
                  <a:lnTo>
                    <a:pt x="2014223" y="81471"/>
                  </a:lnTo>
                  <a:lnTo>
                    <a:pt x="1936589" y="78457"/>
                  </a:lnTo>
                  <a:lnTo>
                    <a:pt x="1858955" y="75434"/>
                  </a:lnTo>
                  <a:lnTo>
                    <a:pt x="1781321" y="72400"/>
                  </a:lnTo>
                  <a:lnTo>
                    <a:pt x="1703687" y="69356"/>
                  </a:lnTo>
                  <a:lnTo>
                    <a:pt x="1626053" y="66303"/>
                  </a:lnTo>
                  <a:lnTo>
                    <a:pt x="1548419" y="63239"/>
                  </a:lnTo>
                  <a:lnTo>
                    <a:pt x="1470785" y="60166"/>
                  </a:lnTo>
                  <a:lnTo>
                    <a:pt x="1393151" y="57082"/>
                  </a:lnTo>
                  <a:lnTo>
                    <a:pt x="1315517" y="53988"/>
                  </a:lnTo>
                  <a:lnTo>
                    <a:pt x="1237883" y="50885"/>
                  </a:lnTo>
                  <a:lnTo>
                    <a:pt x="1160249" y="47771"/>
                  </a:lnTo>
                  <a:lnTo>
                    <a:pt x="1082615" y="44647"/>
                  </a:lnTo>
                  <a:lnTo>
                    <a:pt x="1004981" y="41512"/>
                  </a:lnTo>
                  <a:lnTo>
                    <a:pt x="927346" y="38368"/>
                  </a:lnTo>
                  <a:lnTo>
                    <a:pt x="849712" y="35213"/>
                  </a:lnTo>
                  <a:lnTo>
                    <a:pt x="772078" y="32047"/>
                  </a:lnTo>
                  <a:lnTo>
                    <a:pt x="694444" y="28872"/>
                  </a:lnTo>
                  <a:lnTo>
                    <a:pt x="616810" y="25686"/>
                  </a:lnTo>
                  <a:lnTo>
                    <a:pt x="539176" y="22489"/>
                  </a:lnTo>
                  <a:lnTo>
                    <a:pt x="461542" y="19283"/>
                  </a:lnTo>
                  <a:lnTo>
                    <a:pt x="383908" y="16065"/>
                  </a:lnTo>
                  <a:lnTo>
                    <a:pt x="306274" y="12837"/>
                  </a:lnTo>
                  <a:lnTo>
                    <a:pt x="228640" y="9599"/>
                  </a:lnTo>
                  <a:lnTo>
                    <a:pt x="151006" y="6350"/>
                  </a:lnTo>
                  <a:lnTo>
                    <a:pt x="73372" y="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24866"/>
              <a:ext cx="7370972" cy="3250992"/>
            </a:xfrm>
            <a:custGeom>
              <a:avLst/>
              <a:pathLst>
                <a:path w="7370972" h="3250992">
                  <a:moveTo>
                    <a:pt x="0" y="0"/>
                  </a:moveTo>
                  <a:lnTo>
                    <a:pt x="73372" y="100281"/>
                  </a:lnTo>
                  <a:lnTo>
                    <a:pt x="151006" y="203105"/>
                  </a:lnTo>
                  <a:lnTo>
                    <a:pt x="228640" y="302748"/>
                  </a:lnTo>
                  <a:lnTo>
                    <a:pt x="306274" y="399308"/>
                  </a:lnTo>
                  <a:lnTo>
                    <a:pt x="383908" y="492882"/>
                  </a:lnTo>
                  <a:lnTo>
                    <a:pt x="461542" y="583561"/>
                  </a:lnTo>
                  <a:lnTo>
                    <a:pt x="539176" y="671436"/>
                  </a:lnTo>
                  <a:lnTo>
                    <a:pt x="616810" y="756592"/>
                  </a:lnTo>
                  <a:lnTo>
                    <a:pt x="694444" y="839114"/>
                  </a:lnTo>
                  <a:lnTo>
                    <a:pt x="772078" y="919083"/>
                  </a:lnTo>
                  <a:lnTo>
                    <a:pt x="849712" y="996579"/>
                  </a:lnTo>
                  <a:lnTo>
                    <a:pt x="927346" y="1071677"/>
                  </a:lnTo>
                  <a:lnTo>
                    <a:pt x="1004981" y="1144452"/>
                  </a:lnTo>
                  <a:lnTo>
                    <a:pt x="1082615" y="1214976"/>
                  </a:lnTo>
                  <a:lnTo>
                    <a:pt x="1160249" y="1283319"/>
                  </a:lnTo>
                  <a:lnTo>
                    <a:pt x="1237883" y="1349548"/>
                  </a:lnTo>
                  <a:lnTo>
                    <a:pt x="1315517" y="1413727"/>
                  </a:lnTo>
                  <a:lnTo>
                    <a:pt x="1393151" y="1475922"/>
                  </a:lnTo>
                  <a:lnTo>
                    <a:pt x="1470785" y="1536193"/>
                  </a:lnTo>
                  <a:lnTo>
                    <a:pt x="1548419" y="1594599"/>
                  </a:lnTo>
                  <a:lnTo>
                    <a:pt x="1626053" y="1651199"/>
                  </a:lnTo>
                  <a:lnTo>
                    <a:pt x="1703687" y="1706048"/>
                  </a:lnTo>
                  <a:lnTo>
                    <a:pt x="1781321" y="1759200"/>
                  </a:lnTo>
                  <a:lnTo>
                    <a:pt x="1858955" y="1810708"/>
                  </a:lnTo>
                  <a:lnTo>
                    <a:pt x="1936589" y="1860623"/>
                  </a:lnTo>
                  <a:lnTo>
                    <a:pt x="2014223" y="1908994"/>
                  </a:lnTo>
                  <a:lnTo>
                    <a:pt x="2091857" y="1955868"/>
                  </a:lnTo>
                  <a:lnTo>
                    <a:pt x="2169491" y="2001292"/>
                  </a:lnTo>
                  <a:lnTo>
                    <a:pt x="2247125" y="2045312"/>
                  </a:lnTo>
                  <a:lnTo>
                    <a:pt x="2324759" y="2087970"/>
                  </a:lnTo>
                  <a:lnTo>
                    <a:pt x="2402393" y="2129308"/>
                  </a:lnTo>
                  <a:lnTo>
                    <a:pt x="2480027" y="2169367"/>
                  </a:lnTo>
                  <a:lnTo>
                    <a:pt x="2557661" y="2208187"/>
                  </a:lnTo>
                  <a:lnTo>
                    <a:pt x="2635295" y="2245807"/>
                  </a:lnTo>
                  <a:lnTo>
                    <a:pt x="2712930" y="2282263"/>
                  </a:lnTo>
                  <a:lnTo>
                    <a:pt x="2790564" y="2317591"/>
                  </a:lnTo>
                  <a:lnTo>
                    <a:pt x="2868198" y="2351826"/>
                  </a:lnTo>
                  <a:lnTo>
                    <a:pt x="2945832" y="2385002"/>
                  </a:lnTo>
                  <a:lnTo>
                    <a:pt x="3023466" y="2417152"/>
                  </a:lnTo>
                  <a:lnTo>
                    <a:pt x="3101100" y="2448308"/>
                  </a:lnTo>
                  <a:lnTo>
                    <a:pt x="3178734" y="2478500"/>
                  </a:lnTo>
                  <a:lnTo>
                    <a:pt x="3256368" y="2507757"/>
                  </a:lnTo>
                  <a:lnTo>
                    <a:pt x="3334002" y="2536110"/>
                  </a:lnTo>
                  <a:lnTo>
                    <a:pt x="3411636" y="2563586"/>
                  </a:lnTo>
                  <a:lnTo>
                    <a:pt x="3489270" y="2590212"/>
                  </a:lnTo>
                  <a:lnTo>
                    <a:pt x="3566904" y="2616014"/>
                  </a:lnTo>
                  <a:lnTo>
                    <a:pt x="3644538" y="2641018"/>
                  </a:lnTo>
                  <a:lnTo>
                    <a:pt x="3722172" y="2665249"/>
                  </a:lnTo>
                  <a:lnTo>
                    <a:pt x="3799806" y="2688730"/>
                  </a:lnTo>
                  <a:lnTo>
                    <a:pt x="3877440" y="2711485"/>
                  </a:lnTo>
                  <a:lnTo>
                    <a:pt x="3955074" y="2733535"/>
                  </a:lnTo>
                  <a:lnTo>
                    <a:pt x="4032708" y="2754904"/>
                  </a:lnTo>
                  <a:lnTo>
                    <a:pt x="4110342" y="2775612"/>
                  </a:lnTo>
                  <a:lnTo>
                    <a:pt x="4187976" y="2795679"/>
                  </a:lnTo>
                  <a:lnTo>
                    <a:pt x="4265610" y="2815126"/>
                  </a:lnTo>
                  <a:lnTo>
                    <a:pt x="4343244" y="2833971"/>
                  </a:lnTo>
                  <a:lnTo>
                    <a:pt x="4420879" y="2852233"/>
                  </a:lnTo>
                  <a:lnTo>
                    <a:pt x="4498513" y="2869930"/>
                  </a:lnTo>
                  <a:lnTo>
                    <a:pt x="4576147" y="2887079"/>
                  </a:lnTo>
                  <a:lnTo>
                    <a:pt x="4653781" y="2903699"/>
                  </a:lnTo>
                  <a:lnTo>
                    <a:pt x="4731415" y="2919804"/>
                  </a:lnTo>
                  <a:lnTo>
                    <a:pt x="4809049" y="2935411"/>
                  </a:lnTo>
                  <a:lnTo>
                    <a:pt x="4886683" y="2950535"/>
                  </a:lnTo>
                  <a:lnTo>
                    <a:pt x="4964317" y="2965191"/>
                  </a:lnTo>
                  <a:lnTo>
                    <a:pt x="5041951" y="2979394"/>
                  </a:lnTo>
                  <a:lnTo>
                    <a:pt x="5119585" y="2993158"/>
                  </a:lnTo>
                  <a:lnTo>
                    <a:pt x="5197219" y="3006495"/>
                  </a:lnTo>
                  <a:lnTo>
                    <a:pt x="5274853" y="3019421"/>
                  </a:lnTo>
                  <a:lnTo>
                    <a:pt x="5352487" y="3031946"/>
                  </a:lnTo>
                  <a:lnTo>
                    <a:pt x="5430121" y="3044084"/>
                  </a:lnTo>
                  <a:lnTo>
                    <a:pt x="5507755" y="3055847"/>
                  </a:lnTo>
                  <a:lnTo>
                    <a:pt x="5585389" y="3067245"/>
                  </a:lnTo>
                  <a:lnTo>
                    <a:pt x="5663023" y="3078291"/>
                  </a:lnTo>
                  <a:lnTo>
                    <a:pt x="5740657" y="3088996"/>
                  </a:lnTo>
                  <a:lnTo>
                    <a:pt x="5818291" y="3099369"/>
                  </a:lnTo>
                  <a:lnTo>
                    <a:pt x="5895925" y="3109421"/>
                  </a:lnTo>
                  <a:lnTo>
                    <a:pt x="5973559" y="3119163"/>
                  </a:lnTo>
                  <a:lnTo>
                    <a:pt x="6051193" y="3128603"/>
                  </a:lnTo>
                  <a:lnTo>
                    <a:pt x="6128827" y="3137751"/>
                  </a:lnTo>
                  <a:lnTo>
                    <a:pt x="6206462" y="3146616"/>
                  </a:lnTo>
                  <a:lnTo>
                    <a:pt x="6284096" y="3155207"/>
                  </a:lnTo>
                  <a:lnTo>
                    <a:pt x="6361730" y="3163532"/>
                  </a:lnTo>
                  <a:lnTo>
                    <a:pt x="6439364" y="3171600"/>
                  </a:lnTo>
                  <a:lnTo>
                    <a:pt x="6516998" y="3179418"/>
                  </a:lnTo>
                  <a:lnTo>
                    <a:pt x="6594632" y="3186994"/>
                  </a:lnTo>
                  <a:lnTo>
                    <a:pt x="6672266" y="3194336"/>
                  </a:lnTo>
                  <a:lnTo>
                    <a:pt x="6749900" y="3201451"/>
                  </a:lnTo>
                  <a:lnTo>
                    <a:pt x="6827534" y="3208345"/>
                  </a:lnTo>
                  <a:lnTo>
                    <a:pt x="6905168" y="3215027"/>
                  </a:lnTo>
                  <a:lnTo>
                    <a:pt x="6982802" y="3221501"/>
                  </a:lnTo>
                  <a:lnTo>
                    <a:pt x="7060436" y="3227776"/>
                  </a:lnTo>
                  <a:lnTo>
                    <a:pt x="7138070" y="3233856"/>
                  </a:lnTo>
                  <a:lnTo>
                    <a:pt x="7215704" y="3239748"/>
                  </a:lnTo>
                  <a:lnTo>
                    <a:pt x="7293338" y="3245458"/>
                  </a:lnTo>
                  <a:lnTo>
                    <a:pt x="7370972" y="32509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2026-05-22T10:32:37Z</dcterms:modified>
  <cp:category/>
</cp:coreProperties>
</file>