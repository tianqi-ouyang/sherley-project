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2626"/>
            </a:xfrm>
            <a:custGeom>
              <a:avLst/>
              <a:pathLst>
                <a:path w="7370972" h="3622626">
                  <a:moveTo>
                    <a:pt x="1687831" y="0"/>
                  </a:moveTo>
                  <a:lnTo>
                    <a:pt x="1703687" y="49875"/>
                  </a:lnTo>
                  <a:lnTo>
                    <a:pt x="1781321" y="278579"/>
                  </a:lnTo>
                  <a:lnTo>
                    <a:pt x="1858955" y="492766"/>
                  </a:lnTo>
                  <a:lnTo>
                    <a:pt x="1936589" y="693355"/>
                  </a:lnTo>
                  <a:lnTo>
                    <a:pt x="2014223" y="881212"/>
                  </a:lnTo>
                  <a:lnTo>
                    <a:pt x="2091857" y="1057143"/>
                  </a:lnTo>
                  <a:lnTo>
                    <a:pt x="2169491" y="1221906"/>
                  </a:lnTo>
                  <a:lnTo>
                    <a:pt x="2247125" y="1376209"/>
                  </a:lnTo>
                  <a:lnTo>
                    <a:pt x="2324759" y="1520718"/>
                  </a:lnTo>
                  <a:lnTo>
                    <a:pt x="2402393" y="1656053"/>
                  </a:lnTo>
                  <a:lnTo>
                    <a:pt x="2480027" y="1782797"/>
                  </a:lnTo>
                  <a:lnTo>
                    <a:pt x="2557661" y="1901495"/>
                  </a:lnTo>
                  <a:lnTo>
                    <a:pt x="2635295" y="2012659"/>
                  </a:lnTo>
                  <a:lnTo>
                    <a:pt x="2712930" y="2116765"/>
                  </a:lnTo>
                  <a:lnTo>
                    <a:pt x="2790564" y="2214263"/>
                  </a:lnTo>
                  <a:lnTo>
                    <a:pt x="2868198" y="2305572"/>
                  </a:lnTo>
                  <a:lnTo>
                    <a:pt x="2945832" y="2391084"/>
                  </a:lnTo>
                  <a:lnTo>
                    <a:pt x="3023466" y="2471168"/>
                  </a:lnTo>
                  <a:lnTo>
                    <a:pt x="3101100" y="2546169"/>
                  </a:lnTo>
                  <a:lnTo>
                    <a:pt x="3178734" y="2616408"/>
                  </a:lnTo>
                  <a:lnTo>
                    <a:pt x="3256368" y="2682188"/>
                  </a:lnTo>
                  <a:lnTo>
                    <a:pt x="3334002" y="2743793"/>
                  </a:lnTo>
                  <a:lnTo>
                    <a:pt x="3411636" y="2783833"/>
                  </a:lnTo>
                  <a:lnTo>
                    <a:pt x="3489270" y="2786468"/>
                  </a:lnTo>
                  <a:lnTo>
                    <a:pt x="3566904" y="2789095"/>
                  </a:lnTo>
                  <a:lnTo>
                    <a:pt x="3644538" y="2791714"/>
                  </a:lnTo>
                  <a:lnTo>
                    <a:pt x="3722172" y="2794326"/>
                  </a:lnTo>
                  <a:lnTo>
                    <a:pt x="3799806" y="2796929"/>
                  </a:lnTo>
                  <a:lnTo>
                    <a:pt x="3877440" y="2799524"/>
                  </a:lnTo>
                  <a:lnTo>
                    <a:pt x="3955074" y="2802112"/>
                  </a:lnTo>
                  <a:lnTo>
                    <a:pt x="4032708" y="2804691"/>
                  </a:lnTo>
                  <a:lnTo>
                    <a:pt x="4110342" y="2807263"/>
                  </a:lnTo>
                  <a:lnTo>
                    <a:pt x="4187976" y="2809827"/>
                  </a:lnTo>
                  <a:lnTo>
                    <a:pt x="4265610" y="2812384"/>
                  </a:lnTo>
                  <a:lnTo>
                    <a:pt x="4343244" y="2814932"/>
                  </a:lnTo>
                  <a:lnTo>
                    <a:pt x="4420879" y="2817473"/>
                  </a:lnTo>
                  <a:lnTo>
                    <a:pt x="4498513" y="2820006"/>
                  </a:lnTo>
                  <a:lnTo>
                    <a:pt x="4576147" y="2822531"/>
                  </a:lnTo>
                  <a:lnTo>
                    <a:pt x="4653781" y="2825049"/>
                  </a:lnTo>
                  <a:lnTo>
                    <a:pt x="4731415" y="2827559"/>
                  </a:lnTo>
                  <a:lnTo>
                    <a:pt x="4809049" y="2830062"/>
                  </a:lnTo>
                  <a:lnTo>
                    <a:pt x="4886683" y="2832557"/>
                  </a:lnTo>
                  <a:lnTo>
                    <a:pt x="4964317" y="2835044"/>
                  </a:lnTo>
                  <a:lnTo>
                    <a:pt x="5041951" y="2837524"/>
                  </a:lnTo>
                  <a:lnTo>
                    <a:pt x="5119585" y="2839996"/>
                  </a:lnTo>
                  <a:lnTo>
                    <a:pt x="5197219" y="2842461"/>
                  </a:lnTo>
                  <a:lnTo>
                    <a:pt x="5274853" y="2844918"/>
                  </a:lnTo>
                  <a:lnTo>
                    <a:pt x="5352487" y="2847368"/>
                  </a:lnTo>
                  <a:lnTo>
                    <a:pt x="5430121" y="2849811"/>
                  </a:lnTo>
                  <a:lnTo>
                    <a:pt x="5507755" y="2852246"/>
                  </a:lnTo>
                  <a:lnTo>
                    <a:pt x="5585389" y="2854673"/>
                  </a:lnTo>
                  <a:lnTo>
                    <a:pt x="5663023" y="2857093"/>
                  </a:lnTo>
                  <a:lnTo>
                    <a:pt x="5740657" y="2859506"/>
                  </a:lnTo>
                  <a:lnTo>
                    <a:pt x="5818291" y="2861912"/>
                  </a:lnTo>
                  <a:lnTo>
                    <a:pt x="5895925" y="2864310"/>
                  </a:lnTo>
                  <a:lnTo>
                    <a:pt x="5973559" y="2866701"/>
                  </a:lnTo>
                  <a:lnTo>
                    <a:pt x="6051193" y="2869085"/>
                  </a:lnTo>
                  <a:lnTo>
                    <a:pt x="6128827" y="2871462"/>
                  </a:lnTo>
                  <a:lnTo>
                    <a:pt x="6206462" y="2873831"/>
                  </a:lnTo>
                  <a:lnTo>
                    <a:pt x="6284096" y="2876193"/>
                  </a:lnTo>
                  <a:lnTo>
                    <a:pt x="6361730" y="2878548"/>
                  </a:lnTo>
                  <a:lnTo>
                    <a:pt x="6439364" y="2880896"/>
                  </a:lnTo>
                  <a:lnTo>
                    <a:pt x="6516998" y="2883237"/>
                  </a:lnTo>
                  <a:lnTo>
                    <a:pt x="6594632" y="2885570"/>
                  </a:lnTo>
                  <a:lnTo>
                    <a:pt x="6672266" y="2887897"/>
                  </a:lnTo>
                  <a:lnTo>
                    <a:pt x="6749900" y="2890216"/>
                  </a:lnTo>
                  <a:lnTo>
                    <a:pt x="6827534" y="2892529"/>
                  </a:lnTo>
                  <a:lnTo>
                    <a:pt x="6905168" y="2894834"/>
                  </a:lnTo>
                  <a:lnTo>
                    <a:pt x="6982802" y="2897133"/>
                  </a:lnTo>
                  <a:lnTo>
                    <a:pt x="7060436" y="2899424"/>
                  </a:lnTo>
                  <a:lnTo>
                    <a:pt x="7138070" y="2901709"/>
                  </a:lnTo>
                  <a:lnTo>
                    <a:pt x="7215704" y="2903986"/>
                  </a:lnTo>
                  <a:lnTo>
                    <a:pt x="7293338" y="2906257"/>
                  </a:lnTo>
                  <a:lnTo>
                    <a:pt x="7370972" y="2908521"/>
                  </a:lnTo>
                  <a:lnTo>
                    <a:pt x="7370972" y="3622626"/>
                  </a:lnTo>
                  <a:lnTo>
                    <a:pt x="7293338" y="3620591"/>
                  </a:lnTo>
                  <a:lnTo>
                    <a:pt x="7215704" y="3618419"/>
                  </a:lnTo>
                  <a:lnTo>
                    <a:pt x="7138070" y="3616099"/>
                  </a:lnTo>
                  <a:lnTo>
                    <a:pt x="7060436" y="3613622"/>
                  </a:lnTo>
                  <a:lnTo>
                    <a:pt x="6982802" y="3610977"/>
                  </a:lnTo>
                  <a:lnTo>
                    <a:pt x="6905168" y="3608152"/>
                  </a:lnTo>
                  <a:lnTo>
                    <a:pt x="6827534" y="3605137"/>
                  </a:lnTo>
                  <a:lnTo>
                    <a:pt x="6749900" y="3601916"/>
                  </a:lnTo>
                  <a:lnTo>
                    <a:pt x="6672266" y="3598478"/>
                  </a:lnTo>
                  <a:lnTo>
                    <a:pt x="6594632" y="3594806"/>
                  </a:lnTo>
                  <a:lnTo>
                    <a:pt x="6516998" y="3590886"/>
                  </a:lnTo>
                  <a:lnTo>
                    <a:pt x="6439364" y="3586700"/>
                  </a:lnTo>
                  <a:lnTo>
                    <a:pt x="6361730" y="3582230"/>
                  </a:lnTo>
                  <a:lnTo>
                    <a:pt x="6284096" y="3577457"/>
                  </a:lnTo>
                  <a:lnTo>
                    <a:pt x="6206462" y="3572361"/>
                  </a:lnTo>
                  <a:lnTo>
                    <a:pt x="6128827" y="3566919"/>
                  </a:lnTo>
                  <a:lnTo>
                    <a:pt x="6051193" y="3561109"/>
                  </a:lnTo>
                  <a:lnTo>
                    <a:pt x="5973559" y="3554904"/>
                  </a:lnTo>
                  <a:lnTo>
                    <a:pt x="5895925" y="3548279"/>
                  </a:lnTo>
                  <a:lnTo>
                    <a:pt x="5818291" y="3541205"/>
                  </a:lnTo>
                  <a:lnTo>
                    <a:pt x="5740657" y="3533651"/>
                  </a:lnTo>
                  <a:lnTo>
                    <a:pt x="5663023" y="3525586"/>
                  </a:lnTo>
                  <a:lnTo>
                    <a:pt x="5585389" y="3516973"/>
                  </a:lnTo>
                  <a:lnTo>
                    <a:pt x="5507755" y="3507777"/>
                  </a:lnTo>
                  <a:lnTo>
                    <a:pt x="5430121" y="3497958"/>
                  </a:lnTo>
                  <a:lnTo>
                    <a:pt x="5352487" y="3487473"/>
                  </a:lnTo>
                  <a:lnTo>
                    <a:pt x="5274853" y="3476277"/>
                  </a:lnTo>
                  <a:lnTo>
                    <a:pt x="5197219" y="3464322"/>
                  </a:lnTo>
                  <a:lnTo>
                    <a:pt x="5119585" y="3451557"/>
                  </a:lnTo>
                  <a:lnTo>
                    <a:pt x="5041951" y="3437927"/>
                  </a:lnTo>
                  <a:lnTo>
                    <a:pt x="4964317" y="3423373"/>
                  </a:lnTo>
                  <a:lnTo>
                    <a:pt x="4886683" y="3407832"/>
                  </a:lnTo>
                  <a:lnTo>
                    <a:pt x="4809049" y="3391238"/>
                  </a:lnTo>
                  <a:lnTo>
                    <a:pt x="4731415" y="3373519"/>
                  </a:lnTo>
                  <a:lnTo>
                    <a:pt x="4653781" y="3354599"/>
                  </a:lnTo>
                  <a:lnTo>
                    <a:pt x="4576147" y="3334397"/>
                  </a:lnTo>
                  <a:lnTo>
                    <a:pt x="4498513" y="3312825"/>
                  </a:lnTo>
                  <a:lnTo>
                    <a:pt x="4420879" y="3289791"/>
                  </a:lnTo>
                  <a:lnTo>
                    <a:pt x="4343244" y="3265196"/>
                  </a:lnTo>
                  <a:lnTo>
                    <a:pt x="4265610" y="3238934"/>
                  </a:lnTo>
                  <a:lnTo>
                    <a:pt x="4187976" y="3210891"/>
                  </a:lnTo>
                  <a:lnTo>
                    <a:pt x="4110342" y="3180948"/>
                  </a:lnTo>
                  <a:lnTo>
                    <a:pt x="4032708" y="3148975"/>
                  </a:lnTo>
                  <a:lnTo>
                    <a:pt x="3955074" y="3114834"/>
                  </a:lnTo>
                  <a:lnTo>
                    <a:pt x="3877440" y="3078380"/>
                  </a:lnTo>
                  <a:lnTo>
                    <a:pt x="3799806" y="3039455"/>
                  </a:lnTo>
                  <a:lnTo>
                    <a:pt x="3722172" y="2997891"/>
                  </a:lnTo>
                  <a:lnTo>
                    <a:pt x="3644538" y="2953510"/>
                  </a:lnTo>
                  <a:lnTo>
                    <a:pt x="3566904" y="2906120"/>
                  </a:lnTo>
                  <a:lnTo>
                    <a:pt x="3489270" y="2855519"/>
                  </a:lnTo>
                  <a:lnTo>
                    <a:pt x="3411636" y="2801487"/>
                  </a:lnTo>
                  <a:lnTo>
                    <a:pt x="3334002" y="2781190"/>
                  </a:lnTo>
                  <a:lnTo>
                    <a:pt x="3256368" y="2778539"/>
                  </a:lnTo>
                  <a:lnTo>
                    <a:pt x="3178734" y="2775879"/>
                  </a:lnTo>
                  <a:lnTo>
                    <a:pt x="3101100" y="2773212"/>
                  </a:lnTo>
                  <a:lnTo>
                    <a:pt x="3023466" y="2770536"/>
                  </a:lnTo>
                  <a:lnTo>
                    <a:pt x="2945832" y="2767853"/>
                  </a:lnTo>
                  <a:lnTo>
                    <a:pt x="2868198" y="2765161"/>
                  </a:lnTo>
                  <a:lnTo>
                    <a:pt x="2790564" y="2762461"/>
                  </a:lnTo>
                  <a:lnTo>
                    <a:pt x="2712930" y="2759753"/>
                  </a:lnTo>
                  <a:lnTo>
                    <a:pt x="2635295" y="2757037"/>
                  </a:lnTo>
                  <a:lnTo>
                    <a:pt x="2557661" y="2754312"/>
                  </a:lnTo>
                  <a:lnTo>
                    <a:pt x="2480027" y="2751579"/>
                  </a:lnTo>
                  <a:lnTo>
                    <a:pt x="2402393" y="2748838"/>
                  </a:lnTo>
                  <a:lnTo>
                    <a:pt x="2324759" y="2746088"/>
                  </a:lnTo>
                  <a:lnTo>
                    <a:pt x="2247125" y="2743330"/>
                  </a:lnTo>
                  <a:lnTo>
                    <a:pt x="2169491" y="2740564"/>
                  </a:lnTo>
                  <a:lnTo>
                    <a:pt x="2091857" y="2737789"/>
                  </a:lnTo>
                  <a:lnTo>
                    <a:pt x="2014223" y="2735006"/>
                  </a:lnTo>
                  <a:lnTo>
                    <a:pt x="1936589" y="2732214"/>
                  </a:lnTo>
                  <a:lnTo>
                    <a:pt x="1858955" y="2729414"/>
                  </a:lnTo>
                  <a:lnTo>
                    <a:pt x="1781321" y="2726605"/>
                  </a:lnTo>
                  <a:lnTo>
                    <a:pt x="1703687" y="2723788"/>
                  </a:lnTo>
                  <a:lnTo>
                    <a:pt x="1626053" y="2720962"/>
                  </a:lnTo>
                  <a:lnTo>
                    <a:pt x="1548419" y="2718128"/>
                  </a:lnTo>
                  <a:lnTo>
                    <a:pt x="1470785" y="2715285"/>
                  </a:lnTo>
                  <a:lnTo>
                    <a:pt x="1393151" y="2712433"/>
                  </a:lnTo>
                  <a:lnTo>
                    <a:pt x="1315517" y="2709573"/>
                  </a:lnTo>
                  <a:lnTo>
                    <a:pt x="1237883" y="2706704"/>
                  </a:lnTo>
                  <a:lnTo>
                    <a:pt x="1160249" y="2703826"/>
                  </a:lnTo>
                  <a:lnTo>
                    <a:pt x="1082615" y="2700939"/>
                  </a:lnTo>
                  <a:lnTo>
                    <a:pt x="1004981" y="2698044"/>
                  </a:lnTo>
                  <a:lnTo>
                    <a:pt x="927346" y="2695140"/>
                  </a:lnTo>
                  <a:lnTo>
                    <a:pt x="849712" y="2692227"/>
                  </a:lnTo>
                  <a:lnTo>
                    <a:pt x="772078" y="2689305"/>
                  </a:lnTo>
                  <a:lnTo>
                    <a:pt x="694444" y="2686374"/>
                  </a:lnTo>
                  <a:lnTo>
                    <a:pt x="616810" y="2683435"/>
                  </a:lnTo>
                  <a:lnTo>
                    <a:pt x="539176" y="2680486"/>
                  </a:lnTo>
                  <a:lnTo>
                    <a:pt x="461542" y="2677528"/>
                  </a:lnTo>
                  <a:lnTo>
                    <a:pt x="383908" y="2674562"/>
                  </a:lnTo>
                  <a:lnTo>
                    <a:pt x="306274" y="2671586"/>
                  </a:lnTo>
                  <a:lnTo>
                    <a:pt x="228640" y="2668602"/>
                  </a:lnTo>
                  <a:lnTo>
                    <a:pt x="151006" y="2665608"/>
                  </a:lnTo>
                  <a:lnTo>
                    <a:pt x="73372" y="2662605"/>
                  </a:lnTo>
                  <a:lnTo>
                    <a:pt x="0" y="26597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05349" y="1896563"/>
              <a:ext cx="5683140" cy="2908521"/>
            </a:xfrm>
            <a:custGeom>
              <a:avLst/>
              <a:pathLst>
                <a:path w="5683140" h="2908521">
                  <a:moveTo>
                    <a:pt x="0" y="0"/>
                  </a:moveTo>
                  <a:lnTo>
                    <a:pt x="15855" y="49875"/>
                  </a:lnTo>
                  <a:lnTo>
                    <a:pt x="93489" y="278579"/>
                  </a:lnTo>
                  <a:lnTo>
                    <a:pt x="171123" y="492766"/>
                  </a:lnTo>
                  <a:lnTo>
                    <a:pt x="248757" y="693355"/>
                  </a:lnTo>
                  <a:lnTo>
                    <a:pt x="326391" y="881212"/>
                  </a:lnTo>
                  <a:lnTo>
                    <a:pt x="404025" y="1057143"/>
                  </a:lnTo>
                  <a:lnTo>
                    <a:pt x="481659" y="1221906"/>
                  </a:lnTo>
                  <a:lnTo>
                    <a:pt x="559293" y="1376209"/>
                  </a:lnTo>
                  <a:lnTo>
                    <a:pt x="636927" y="1520718"/>
                  </a:lnTo>
                  <a:lnTo>
                    <a:pt x="714561" y="1656053"/>
                  </a:lnTo>
                  <a:lnTo>
                    <a:pt x="792195" y="1782797"/>
                  </a:lnTo>
                  <a:lnTo>
                    <a:pt x="869829" y="1901495"/>
                  </a:lnTo>
                  <a:lnTo>
                    <a:pt x="947463" y="2012659"/>
                  </a:lnTo>
                  <a:lnTo>
                    <a:pt x="1025098" y="2116765"/>
                  </a:lnTo>
                  <a:lnTo>
                    <a:pt x="1102732" y="2214263"/>
                  </a:lnTo>
                  <a:lnTo>
                    <a:pt x="1180366" y="2305572"/>
                  </a:lnTo>
                  <a:lnTo>
                    <a:pt x="1258000" y="2391084"/>
                  </a:lnTo>
                  <a:lnTo>
                    <a:pt x="1335634" y="2471168"/>
                  </a:lnTo>
                  <a:lnTo>
                    <a:pt x="1413268" y="2546169"/>
                  </a:lnTo>
                  <a:lnTo>
                    <a:pt x="1490902" y="2616408"/>
                  </a:lnTo>
                  <a:lnTo>
                    <a:pt x="1568536" y="2682188"/>
                  </a:lnTo>
                  <a:lnTo>
                    <a:pt x="1646170" y="2743793"/>
                  </a:lnTo>
                  <a:lnTo>
                    <a:pt x="1723804" y="2783833"/>
                  </a:lnTo>
                  <a:lnTo>
                    <a:pt x="1801438" y="2786468"/>
                  </a:lnTo>
                  <a:lnTo>
                    <a:pt x="1879072" y="2789095"/>
                  </a:lnTo>
                  <a:lnTo>
                    <a:pt x="1956706" y="2791714"/>
                  </a:lnTo>
                  <a:lnTo>
                    <a:pt x="2034340" y="2794326"/>
                  </a:lnTo>
                  <a:lnTo>
                    <a:pt x="2111974" y="2796929"/>
                  </a:lnTo>
                  <a:lnTo>
                    <a:pt x="2189608" y="2799524"/>
                  </a:lnTo>
                  <a:lnTo>
                    <a:pt x="2267242" y="2802112"/>
                  </a:lnTo>
                  <a:lnTo>
                    <a:pt x="2344876" y="2804691"/>
                  </a:lnTo>
                  <a:lnTo>
                    <a:pt x="2422510" y="2807263"/>
                  </a:lnTo>
                  <a:lnTo>
                    <a:pt x="2500144" y="2809827"/>
                  </a:lnTo>
                  <a:lnTo>
                    <a:pt x="2577778" y="2812384"/>
                  </a:lnTo>
                  <a:lnTo>
                    <a:pt x="2655412" y="2814932"/>
                  </a:lnTo>
                  <a:lnTo>
                    <a:pt x="2733047" y="2817473"/>
                  </a:lnTo>
                  <a:lnTo>
                    <a:pt x="2810681" y="2820006"/>
                  </a:lnTo>
                  <a:lnTo>
                    <a:pt x="2888315" y="2822531"/>
                  </a:lnTo>
                  <a:lnTo>
                    <a:pt x="2965949" y="2825049"/>
                  </a:lnTo>
                  <a:lnTo>
                    <a:pt x="3043583" y="2827559"/>
                  </a:lnTo>
                  <a:lnTo>
                    <a:pt x="3121217" y="2830062"/>
                  </a:lnTo>
                  <a:lnTo>
                    <a:pt x="3198851" y="2832557"/>
                  </a:lnTo>
                  <a:lnTo>
                    <a:pt x="3276485" y="2835044"/>
                  </a:lnTo>
                  <a:lnTo>
                    <a:pt x="3354119" y="2837524"/>
                  </a:lnTo>
                  <a:lnTo>
                    <a:pt x="3431753" y="2839996"/>
                  </a:lnTo>
                  <a:lnTo>
                    <a:pt x="3509387" y="2842461"/>
                  </a:lnTo>
                  <a:lnTo>
                    <a:pt x="3587021" y="2844918"/>
                  </a:lnTo>
                  <a:lnTo>
                    <a:pt x="3664655" y="2847368"/>
                  </a:lnTo>
                  <a:lnTo>
                    <a:pt x="3742289" y="2849811"/>
                  </a:lnTo>
                  <a:lnTo>
                    <a:pt x="3819923" y="2852246"/>
                  </a:lnTo>
                  <a:lnTo>
                    <a:pt x="3897557" y="2854673"/>
                  </a:lnTo>
                  <a:lnTo>
                    <a:pt x="3975191" y="2857093"/>
                  </a:lnTo>
                  <a:lnTo>
                    <a:pt x="4052825" y="2859506"/>
                  </a:lnTo>
                  <a:lnTo>
                    <a:pt x="4130459" y="2861912"/>
                  </a:lnTo>
                  <a:lnTo>
                    <a:pt x="4208093" y="2864310"/>
                  </a:lnTo>
                  <a:lnTo>
                    <a:pt x="4285727" y="2866701"/>
                  </a:lnTo>
                  <a:lnTo>
                    <a:pt x="4363361" y="2869085"/>
                  </a:lnTo>
                  <a:lnTo>
                    <a:pt x="4440996" y="2871462"/>
                  </a:lnTo>
                  <a:lnTo>
                    <a:pt x="4518630" y="2873831"/>
                  </a:lnTo>
                  <a:lnTo>
                    <a:pt x="4596264" y="2876193"/>
                  </a:lnTo>
                  <a:lnTo>
                    <a:pt x="4673898" y="2878548"/>
                  </a:lnTo>
                  <a:lnTo>
                    <a:pt x="4751532" y="2880896"/>
                  </a:lnTo>
                  <a:lnTo>
                    <a:pt x="4829166" y="2883237"/>
                  </a:lnTo>
                  <a:lnTo>
                    <a:pt x="4906800" y="2885570"/>
                  </a:lnTo>
                  <a:lnTo>
                    <a:pt x="4984434" y="2887897"/>
                  </a:lnTo>
                  <a:lnTo>
                    <a:pt x="5062068" y="2890216"/>
                  </a:lnTo>
                  <a:lnTo>
                    <a:pt x="5139702" y="2892529"/>
                  </a:lnTo>
                  <a:lnTo>
                    <a:pt x="5217336" y="2894834"/>
                  </a:lnTo>
                  <a:lnTo>
                    <a:pt x="5294970" y="2897133"/>
                  </a:lnTo>
                  <a:lnTo>
                    <a:pt x="5372604" y="2899424"/>
                  </a:lnTo>
                  <a:lnTo>
                    <a:pt x="5450238" y="2901709"/>
                  </a:lnTo>
                  <a:lnTo>
                    <a:pt x="5527872" y="2903986"/>
                  </a:lnTo>
                  <a:lnTo>
                    <a:pt x="5605506" y="2906257"/>
                  </a:lnTo>
                  <a:lnTo>
                    <a:pt x="5683140" y="2908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56322"/>
              <a:ext cx="7370972" cy="962867"/>
            </a:xfrm>
            <a:custGeom>
              <a:avLst/>
              <a:pathLst>
                <a:path w="7370972" h="962867">
                  <a:moveTo>
                    <a:pt x="7370972" y="962867"/>
                  </a:moveTo>
                  <a:lnTo>
                    <a:pt x="7293338" y="960832"/>
                  </a:lnTo>
                  <a:lnTo>
                    <a:pt x="7215704" y="958659"/>
                  </a:lnTo>
                  <a:lnTo>
                    <a:pt x="7138070" y="956340"/>
                  </a:lnTo>
                  <a:lnTo>
                    <a:pt x="7060436" y="953863"/>
                  </a:lnTo>
                  <a:lnTo>
                    <a:pt x="6982802" y="951217"/>
                  </a:lnTo>
                  <a:lnTo>
                    <a:pt x="6905168" y="948393"/>
                  </a:lnTo>
                  <a:lnTo>
                    <a:pt x="6827534" y="945377"/>
                  </a:lnTo>
                  <a:lnTo>
                    <a:pt x="6749900" y="942157"/>
                  </a:lnTo>
                  <a:lnTo>
                    <a:pt x="6672266" y="938719"/>
                  </a:lnTo>
                  <a:lnTo>
                    <a:pt x="6594632" y="935047"/>
                  </a:lnTo>
                  <a:lnTo>
                    <a:pt x="6516998" y="931127"/>
                  </a:lnTo>
                  <a:lnTo>
                    <a:pt x="6439364" y="926941"/>
                  </a:lnTo>
                  <a:lnTo>
                    <a:pt x="6361730" y="922471"/>
                  </a:lnTo>
                  <a:lnTo>
                    <a:pt x="6284096" y="917698"/>
                  </a:lnTo>
                  <a:lnTo>
                    <a:pt x="6206462" y="912602"/>
                  </a:lnTo>
                  <a:lnTo>
                    <a:pt x="6128827" y="907160"/>
                  </a:lnTo>
                  <a:lnTo>
                    <a:pt x="6051193" y="901350"/>
                  </a:lnTo>
                  <a:lnTo>
                    <a:pt x="5973559" y="895145"/>
                  </a:lnTo>
                  <a:lnTo>
                    <a:pt x="5895925" y="888520"/>
                  </a:lnTo>
                  <a:lnTo>
                    <a:pt x="5818291" y="881446"/>
                  </a:lnTo>
                  <a:lnTo>
                    <a:pt x="5740657" y="873892"/>
                  </a:lnTo>
                  <a:lnTo>
                    <a:pt x="5663023" y="865827"/>
                  </a:lnTo>
                  <a:lnTo>
                    <a:pt x="5585389" y="857214"/>
                  </a:lnTo>
                  <a:lnTo>
                    <a:pt x="5507755" y="848018"/>
                  </a:lnTo>
                  <a:lnTo>
                    <a:pt x="5430121" y="838199"/>
                  </a:lnTo>
                  <a:lnTo>
                    <a:pt x="5352487" y="827713"/>
                  </a:lnTo>
                  <a:lnTo>
                    <a:pt x="5274853" y="816518"/>
                  </a:lnTo>
                  <a:lnTo>
                    <a:pt x="5197219" y="804563"/>
                  </a:lnTo>
                  <a:lnTo>
                    <a:pt x="5119585" y="791798"/>
                  </a:lnTo>
                  <a:lnTo>
                    <a:pt x="5041951" y="778168"/>
                  </a:lnTo>
                  <a:lnTo>
                    <a:pt x="4964317" y="763614"/>
                  </a:lnTo>
                  <a:lnTo>
                    <a:pt x="4886683" y="748073"/>
                  </a:lnTo>
                  <a:lnTo>
                    <a:pt x="4809049" y="731479"/>
                  </a:lnTo>
                  <a:lnTo>
                    <a:pt x="4731415" y="713760"/>
                  </a:lnTo>
                  <a:lnTo>
                    <a:pt x="4653781" y="694840"/>
                  </a:lnTo>
                  <a:lnTo>
                    <a:pt x="4576147" y="674638"/>
                  </a:lnTo>
                  <a:lnTo>
                    <a:pt x="4498513" y="653066"/>
                  </a:lnTo>
                  <a:lnTo>
                    <a:pt x="4420879" y="630032"/>
                  </a:lnTo>
                  <a:lnTo>
                    <a:pt x="4343244" y="605437"/>
                  </a:lnTo>
                  <a:lnTo>
                    <a:pt x="4265610" y="579174"/>
                  </a:lnTo>
                  <a:lnTo>
                    <a:pt x="4187976" y="551132"/>
                  </a:lnTo>
                  <a:lnTo>
                    <a:pt x="4110342" y="521189"/>
                  </a:lnTo>
                  <a:lnTo>
                    <a:pt x="4032708" y="489216"/>
                  </a:lnTo>
                  <a:lnTo>
                    <a:pt x="3955074" y="455075"/>
                  </a:lnTo>
                  <a:lnTo>
                    <a:pt x="3877440" y="418621"/>
                  </a:lnTo>
                  <a:lnTo>
                    <a:pt x="3799806" y="379696"/>
                  </a:lnTo>
                  <a:lnTo>
                    <a:pt x="3722172" y="338132"/>
                  </a:lnTo>
                  <a:lnTo>
                    <a:pt x="3644538" y="293751"/>
                  </a:lnTo>
                  <a:lnTo>
                    <a:pt x="3566904" y="246361"/>
                  </a:lnTo>
                  <a:lnTo>
                    <a:pt x="3489270" y="195760"/>
                  </a:lnTo>
                  <a:lnTo>
                    <a:pt x="3411636" y="141728"/>
                  </a:lnTo>
                  <a:lnTo>
                    <a:pt x="3334002" y="121431"/>
                  </a:lnTo>
                  <a:lnTo>
                    <a:pt x="3256368" y="118779"/>
                  </a:lnTo>
                  <a:lnTo>
                    <a:pt x="3178734" y="116120"/>
                  </a:lnTo>
                  <a:lnTo>
                    <a:pt x="3101100" y="113453"/>
                  </a:lnTo>
                  <a:lnTo>
                    <a:pt x="3023466" y="110777"/>
                  </a:lnTo>
                  <a:lnTo>
                    <a:pt x="2945832" y="108094"/>
                  </a:lnTo>
                  <a:lnTo>
                    <a:pt x="2868198" y="105402"/>
                  </a:lnTo>
                  <a:lnTo>
                    <a:pt x="2790564" y="102702"/>
                  </a:lnTo>
                  <a:lnTo>
                    <a:pt x="2712930" y="99994"/>
                  </a:lnTo>
                  <a:lnTo>
                    <a:pt x="2635295" y="97278"/>
                  </a:lnTo>
                  <a:lnTo>
                    <a:pt x="2557661" y="94553"/>
                  </a:lnTo>
                  <a:lnTo>
                    <a:pt x="2480027" y="91820"/>
                  </a:lnTo>
                  <a:lnTo>
                    <a:pt x="2402393" y="89079"/>
                  </a:lnTo>
                  <a:lnTo>
                    <a:pt x="2324759" y="86329"/>
                  </a:lnTo>
                  <a:lnTo>
                    <a:pt x="2247125" y="83571"/>
                  </a:lnTo>
                  <a:lnTo>
                    <a:pt x="2169491" y="80805"/>
                  </a:lnTo>
                  <a:lnTo>
                    <a:pt x="2091857" y="78030"/>
                  </a:lnTo>
                  <a:lnTo>
                    <a:pt x="2014223" y="75247"/>
                  </a:lnTo>
                  <a:lnTo>
                    <a:pt x="1936589" y="72455"/>
                  </a:lnTo>
                  <a:lnTo>
                    <a:pt x="1858955" y="69655"/>
                  </a:lnTo>
                  <a:lnTo>
                    <a:pt x="1781321" y="66846"/>
                  </a:lnTo>
                  <a:lnTo>
                    <a:pt x="1703687" y="64029"/>
                  </a:lnTo>
                  <a:lnTo>
                    <a:pt x="1626053" y="61203"/>
                  </a:lnTo>
                  <a:lnTo>
                    <a:pt x="1548419" y="58369"/>
                  </a:lnTo>
                  <a:lnTo>
                    <a:pt x="1470785" y="55526"/>
                  </a:lnTo>
                  <a:lnTo>
                    <a:pt x="1393151" y="52674"/>
                  </a:lnTo>
                  <a:lnTo>
                    <a:pt x="1315517" y="49814"/>
                  </a:lnTo>
                  <a:lnTo>
                    <a:pt x="1237883" y="46944"/>
                  </a:lnTo>
                  <a:lnTo>
                    <a:pt x="1160249" y="44067"/>
                  </a:lnTo>
                  <a:lnTo>
                    <a:pt x="1082615" y="41180"/>
                  </a:lnTo>
                  <a:lnTo>
                    <a:pt x="1004981" y="38285"/>
                  </a:lnTo>
                  <a:lnTo>
                    <a:pt x="927346" y="35381"/>
                  </a:lnTo>
                  <a:lnTo>
                    <a:pt x="849712" y="32468"/>
                  </a:lnTo>
                  <a:lnTo>
                    <a:pt x="772078" y="29546"/>
                  </a:lnTo>
                  <a:lnTo>
                    <a:pt x="694444" y="26615"/>
                  </a:lnTo>
                  <a:lnTo>
                    <a:pt x="616810" y="23676"/>
                  </a:lnTo>
                  <a:lnTo>
                    <a:pt x="539176" y="20727"/>
                  </a:lnTo>
                  <a:lnTo>
                    <a:pt x="461542" y="17769"/>
                  </a:lnTo>
                  <a:lnTo>
                    <a:pt x="383908" y="14803"/>
                  </a:lnTo>
                  <a:lnTo>
                    <a:pt x="306274" y="11827"/>
                  </a:lnTo>
                  <a:lnTo>
                    <a:pt x="228640" y="8843"/>
                  </a:lnTo>
                  <a:lnTo>
                    <a:pt x="151006" y="5849"/>
                  </a:lnTo>
                  <a:lnTo>
                    <a:pt x="73372" y="28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56754" y="1896563"/>
              <a:ext cx="7231736" cy="3503189"/>
            </a:xfrm>
            <a:custGeom>
              <a:avLst/>
              <a:pathLst>
                <a:path w="7231736" h="3503189">
                  <a:moveTo>
                    <a:pt x="0" y="0"/>
                  </a:moveTo>
                  <a:lnTo>
                    <a:pt x="11770" y="19228"/>
                  </a:lnTo>
                  <a:lnTo>
                    <a:pt x="89404" y="141780"/>
                  </a:lnTo>
                  <a:lnTo>
                    <a:pt x="167038" y="260199"/>
                  </a:lnTo>
                  <a:lnTo>
                    <a:pt x="244672" y="374623"/>
                  </a:lnTo>
                  <a:lnTo>
                    <a:pt x="322306" y="485188"/>
                  </a:lnTo>
                  <a:lnTo>
                    <a:pt x="399940" y="592024"/>
                  </a:lnTo>
                  <a:lnTo>
                    <a:pt x="477574" y="695256"/>
                  </a:lnTo>
                  <a:lnTo>
                    <a:pt x="555208" y="795006"/>
                  </a:lnTo>
                  <a:lnTo>
                    <a:pt x="632842" y="891392"/>
                  </a:lnTo>
                  <a:lnTo>
                    <a:pt x="710476" y="984527"/>
                  </a:lnTo>
                  <a:lnTo>
                    <a:pt x="788110" y="1074520"/>
                  </a:lnTo>
                  <a:lnTo>
                    <a:pt x="865744" y="1161478"/>
                  </a:lnTo>
                  <a:lnTo>
                    <a:pt x="943378" y="1245503"/>
                  </a:lnTo>
                  <a:lnTo>
                    <a:pt x="1021012" y="1326694"/>
                  </a:lnTo>
                  <a:lnTo>
                    <a:pt x="1098646" y="1405147"/>
                  </a:lnTo>
                  <a:lnTo>
                    <a:pt x="1176280" y="1480953"/>
                  </a:lnTo>
                  <a:lnTo>
                    <a:pt x="1253914" y="1554202"/>
                  </a:lnTo>
                  <a:lnTo>
                    <a:pt x="1331548" y="1624981"/>
                  </a:lnTo>
                  <a:lnTo>
                    <a:pt x="1409182" y="1693372"/>
                  </a:lnTo>
                  <a:lnTo>
                    <a:pt x="1486816" y="1759457"/>
                  </a:lnTo>
                  <a:lnTo>
                    <a:pt x="1564451" y="1823313"/>
                  </a:lnTo>
                  <a:lnTo>
                    <a:pt x="1642085" y="1885014"/>
                  </a:lnTo>
                  <a:lnTo>
                    <a:pt x="1719719" y="1944635"/>
                  </a:lnTo>
                  <a:lnTo>
                    <a:pt x="1797353" y="2002245"/>
                  </a:lnTo>
                  <a:lnTo>
                    <a:pt x="1874987" y="2057911"/>
                  </a:lnTo>
                  <a:lnTo>
                    <a:pt x="1952621" y="2111700"/>
                  </a:lnTo>
                  <a:lnTo>
                    <a:pt x="2030255" y="2163675"/>
                  </a:lnTo>
                  <a:lnTo>
                    <a:pt x="2107889" y="2213897"/>
                  </a:lnTo>
                  <a:lnTo>
                    <a:pt x="2185523" y="2262425"/>
                  </a:lnTo>
                  <a:lnTo>
                    <a:pt x="2263157" y="2309316"/>
                  </a:lnTo>
                  <a:lnTo>
                    <a:pt x="2340791" y="2354625"/>
                  </a:lnTo>
                  <a:lnTo>
                    <a:pt x="2418425" y="2398406"/>
                  </a:lnTo>
                  <a:lnTo>
                    <a:pt x="2496059" y="2440710"/>
                  </a:lnTo>
                  <a:lnTo>
                    <a:pt x="2573693" y="2481588"/>
                  </a:lnTo>
                  <a:lnTo>
                    <a:pt x="2651327" y="2521087"/>
                  </a:lnTo>
                  <a:lnTo>
                    <a:pt x="2728961" y="2559253"/>
                  </a:lnTo>
                  <a:lnTo>
                    <a:pt x="2806595" y="2596132"/>
                  </a:lnTo>
                  <a:lnTo>
                    <a:pt x="2884229" y="2631768"/>
                  </a:lnTo>
                  <a:lnTo>
                    <a:pt x="2961863" y="2666201"/>
                  </a:lnTo>
                  <a:lnTo>
                    <a:pt x="3039497" y="2699473"/>
                  </a:lnTo>
                  <a:lnTo>
                    <a:pt x="3117131" y="2731622"/>
                  </a:lnTo>
                  <a:lnTo>
                    <a:pt x="3194765" y="2762688"/>
                  </a:lnTo>
                  <a:lnTo>
                    <a:pt x="3272400" y="2792705"/>
                  </a:lnTo>
                  <a:lnTo>
                    <a:pt x="3350034" y="2821710"/>
                  </a:lnTo>
                  <a:lnTo>
                    <a:pt x="3427668" y="2849737"/>
                  </a:lnTo>
                  <a:lnTo>
                    <a:pt x="3505302" y="2876818"/>
                  </a:lnTo>
                  <a:lnTo>
                    <a:pt x="3582936" y="2902986"/>
                  </a:lnTo>
                  <a:lnTo>
                    <a:pt x="3660570" y="2928272"/>
                  </a:lnTo>
                  <a:lnTo>
                    <a:pt x="3738204" y="2952704"/>
                  </a:lnTo>
                  <a:lnTo>
                    <a:pt x="3815838" y="2976312"/>
                  </a:lnTo>
                  <a:lnTo>
                    <a:pt x="3893472" y="2999125"/>
                  </a:lnTo>
                  <a:lnTo>
                    <a:pt x="3971106" y="3021167"/>
                  </a:lnTo>
                  <a:lnTo>
                    <a:pt x="4048740" y="3042466"/>
                  </a:lnTo>
                  <a:lnTo>
                    <a:pt x="4126374" y="3063047"/>
                  </a:lnTo>
                  <a:lnTo>
                    <a:pt x="4204008" y="3082934"/>
                  </a:lnTo>
                  <a:lnTo>
                    <a:pt x="4281642" y="3102150"/>
                  </a:lnTo>
                  <a:lnTo>
                    <a:pt x="4359276" y="3120717"/>
                  </a:lnTo>
                  <a:lnTo>
                    <a:pt x="4436910" y="3138659"/>
                  </a:lnTo>
                  <a:lnTo>
                    <a:pt x="4514544" y="3155995"/>
                  </a:lnTo>
                  <a:lnTo>
                    <a:pt x="4592178" y="3172747"/>
                  </a:lnTo>
                  <a:lnTo>
                    <a:pt x="4669812" y="3188933"/>
                  </a:lnTo>
                  <a:lnTo>
                    <a:pt x="4747446" y="3204574"/>
                  </a:lnTo>
                  <a:lnTo>
                    <a:pt x="4825080" y="3219687"/>
                  </a:lnTo>
                  <a:lnTo>
                    <a:pt x="4902714" y="3234290"/>
                  </a:lnTo>
                  <a:lnTo>
                    <a:pt x="4980349" y="3248401"/>
                  </a:lnTo>
                  <a:lnTo>
                    <a:pt x="5057983" y="3262035"/>
                  </a:lnTo>
                  <a:lnTo>
                    <a:pt x="5135617" y="3275210"/>
                  </a:lnTo>
                  <a:lnTo>
                    <a:pt x="5213251" y="3287941"/>
                  </a:lnTo>
                  <a:lnTo>
                    <a:pt x="5290885" y="3300242"/>
                  </a:lnTo>
                  <a:lnTo>
                    <a:pt x="5368519" y="3312128"/>
                  </a:lnTo>
                  <a:lnTo>
                    <a:pt x="5446153" y="3323613"/>
                  </a:lnTo>
                  <a:lnTo>
                    <a:pt x="5523787" y="3334711"/>
                  </a:lnTo>
                  <a:lnTo>
                    <a:pt x="5601421" y="3345435"/>
                  </a:lnTo>
                  <a:lnTo>
                    <a:pt x="5679055" y="3355797"/>
                  </a:lnTo>
                  <a:lnTo>
                    <a:pt x="5756689" y="3365809"/>
                  </a:lnTo>
                  <a:lnTo>
                    <a:pt x="5834323" y="3375484"/>
                  </a:lnTo>
                  <a:lnTo>
                    <a:pt x="5911957" y="3384832"/>
                  </a:lnTo>
                  <a:lnTo>
                    <a:pt x="5989591" y="3393865"/>
                  </a:lnTo>
                  <a:lnTo>
                    <a:pt x="6067225" y="3402594"/>
                  </a:lnTo>
                  <a:lnTo>
                    <a:pt x="6144859" y="3411028"/>
                  </a:lnTo>
                  <a:lnTo>
                    <a:pt x="6222493" y="3419177"/>
                  </a:lnTo>
                  <a:lnTo>
                    <a:pt x="6300127" y="3427052"/>
                  </a:lnTo>
                  <a:lnTo>
                    <a:pt x="6377761" y="3434661"/>
                  </a:lnTo>
                  <a:lnTo>
                    <a:pt x="6455395" y="3442013"/>
                  </a:lnTo>
                  <a:lnTo>
                    <a:pt x="6533029" y="3449118"/>
                  </a:lnTo>
                  <a:lnTo>
                    <a:pt x="6610663" y="3455982"/>
                  </a:lnTo>
                  <a:lnTo>
                    <a:pt x="6688298" y="3462616"/>
                  </a:lnTo>
                  <a:lnTo>
                    <a:pt x="6765932" y="3469025"/>
                  </a:lnTo>
                  <a:lnTo>
                    <a:pt x="6843566" y="3475218"/>
                  </a:lnTo>
                  <a:lnTo>
                    <a:pt x="6921200" y="3481203"/>
                  </a:lnTo>
                  <a:lnTo>
                    <a:pt x="6998834" y="3486985"/>
                  </a:lnTo>
                  <a:lnTo>
                    <a:pt x="7076468" y="3492573"/>
                  </a:lnTo>
                  <a:lnTo>
                    <a:pt x="7154102" y="3497972"/>
                  </a:lnTo>
                  <a:lnTo>
                    <a:pt x="7231736" y="35031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2026-05-22T09:54:27Z</dcterms:modified>
  <cp:category/>
</cp:coreProperties>
</file>