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49235"/>
            </a:xfrm>
            <a:custGeom>
              <a:avLst/>
              <a:pathLst>
                <a:path w="7370972" h="3449235">
                  <a:moveTo>
                    <a:pt x="1588181" y="0"/>
                  </a:moveTo>
                  <a:lnTo>
                    <a:pt x="1626053" y="105317"/>
                  </a:lnTo>
                  <a:lnTo>
                    <a:pt x="1703687" y="308241"/>
                  </a:lnTo>
                  <a:lnTo>
                    <a:pt x="1781321" y="498977"/>
                  </a:lnTo>
                  <a:lnTo>
                    <a:pt x="1858955" y="678257"/>
                  </a:lnTo>
                  <a:lnTo>
                    <a:pt x="1936589" y="846768"/>
                  </a:lnTo>
                  <a:lnTo>
                    <a:pt x="2014223" y="1005157"/>
                  </a:lnTo>
                  <a:lnTo>
                    <a:pt x="2091857" y="1154033"/>
                  </a:lnTo>
                  <a:lnTo>
                    <a:pt x="2169491" y="1293967"/>
                  </a:lnTo>
                  <a:lnTo>
                    <a:pt x="2247125" y="1425495"/>
                  </a:lnTo>
                  <a:lnTo>
                    <a:pt x="2324759" y="1549123"/>
                  </a:lnTo>
                  <a:lnTo>
                    <a:pt x="2402393" y="1665326"/>
                  </a:lnTo>
                  <a:lnTo>
                    <a:pt x="2480027" y="1774549"/>
                  </a:lnTo>
                  <a:lnTo>
                    <a:pt x="2557661" y="1877212"/>
                  </a:lnTo>
                  <a:lnTo>
                    <a:pt x="2635295" y="1973708"/>
                  </a:lnTo>
                  <a:lnTo>
                    <a:pt x="2712930" y="2064408"/>
                  </a:lnTo>
                  <a:lnTo>
                    <a:pt x="2790564" y="2149660"/>
                  </a:lnTo>
                  <a:lnTo>
                    <a:pt x="2868198" y="2229792"/>
                  </a:lnTo>
                  <a:lnTo>
                    <a:pt x="2945832" y="2305110"/>
                  </a:lnTo>
                  <a:lnTo>
                    <a:pt x="3023466" y="2375904"/>
                  </a:lnTo>
                  <a:lnTo>
                    <a:pt x="3101100" y="2442447"/>
                  </a:lnTo>
                  <a:lnTo>
                    <a:pt x="3178734" y="2504992"/>
                  </a:lnTo>
                  <a:lnTo>
                    <a:pt x="3256368" y="2563781"/>
                  </a:lnTo>
                  <a:lnTo>
                    <a:pt x="3334002" y="2619038"/>
                  </a:lnTo>
                  <a:lnTo>
                    <a:pt x="3411636" y="2651120"/>
                  </a:lnTo>
                  <a:lnTo>
                    <a:pt x="3489270" y="2641410"/>
                  </a:lnTo>
                  <a:lnTo>
                    <a:pt x="3566904" y="2631587"/>
                  </a:lnTo>
                  <a:lnTo>
                    <a:pt x="3644538" y="2621649"/>
                  </a:lnTo>
                  <a:lnTo>
                    <a:pt x="3722172" y="2611596"/>
                  </a:lnTo>
                  <a:lnTo>
                    <a:pt x="3799806" y="2601425"/>
                  </a:lnTo>
                  <a:lnTo>
                    <a:pt x="3877440" y="2591136"/>
                  </a:lnTo>
                  <a:lnTo>
                    <a:pt x="3955074" y="2580726"/>
                  </a:lnTo>
                  <a:lnTo>
                    <a:pt x="4032708" y="2570195"/>
                  </a:lnTo>
                  <a:lnTo>
                    <a:pt x="4110342" y="2559542"/>
                  </a:lnTo>
                  <a:lnTo>
                    <a:pt x="4187976" y="2548764"/>
                  </a:lnTo>
                  <a:lnTo>
                    <a:pt x="4265610" y="2537860"/>
                  </a:lnTo>
                  <a:lnTo>
                    <a:pt x="4343244" y="2526829"/>
                  </a:lnTo>
                  <a:lnTo>
                    <a:pt x="4420879" y="2515670"/>
                  </a:lnTo>
                  <a:lnTo>
                    <a:pt x="4498513" y="2504380"/>
                  </a:lnTo>
                  <a:lnTo>
                    <a:pt x="4576147" y="2492959"/>
                  </a:lnTo>
                  <a:lnTo>
                    <a:pt x="4653781" y="2481405"/>
                  </a:lnTo>
                  <a:lnTo>
                    <a:pt x="4731415" y="2469716"/>
                  </a:lnTo>
                  <a:lnTo>
                    <a:pt x="4809049" y="2457890"/>
                  </a:lnTo>
                  <a:lnTo>
                    <a:pt x="4886683" y="2445927"/>
                  </a:lnTo>
                  <a:lnTo>
                    <a:pt x="4964317" y="2433824"/>
                  </a:lnTo>
                  <a:lnTo>
                    <a:pt x="5041951" y="2421580"/>
                  </a:lnTo>
                  <a:lnTo>
                    <a:pt x="5119585" y="2409193"/>
                  </a:lnTo>
                  <a:lnTo>
                    <a:pt x="5197219" y="2396662"/>
                  </a:lnTo>
                  <a:lnTo>
                    <a:pt x="5274853" y="2383984"/>
                  </a:lnTo>
                  <a:lnTo>
                    <a:pt x="5352487" y="2371159"/>
                  </a:lnTo>
                  <a:lnTo>
                    <a:pt x="5430121" y="2358184"/>
                  </a:lnTo>
                  <a:lnTo>
                    <a:pt x="5507755" y="2345058"/>
                  </a:lnTo>
                  <a:lnTo>
                    <a:pt x="5585389" y="2331779"/>
                  </a:lnTo>
                  <a:lnTo>
                    <a:pt x="5663023" y="2318345"/>
                  </a:lnTo>
                  <a:lnTo>
                    <a:pt x="5740657" y="2304754"/>
                  </a:lnTo>
                  <a:lnTo>
                    <a:pt x="5818291" y="2291005"/>
                  </a:lnTo>
                  <a:lnTo>
                    <a:pt x="5895925" y="2277096"/>
                  </a:lnTo>
                  <a:lnTo>
                    <a:pt x="5973559" y="2263024"/>
                  </a:lnTo>
                  <a:lnTo>
                    <a:pt x="6051193" y="2248788"/>
                  </a:lnTo>
                  <a:lnTo>
                    <a:pt x="6128827" y="2234386"/>
                  </a:lnTo>
                  <a:lnTo>
                    <a:pt x="6206462" y="2219816"/>
                  </a:lnTo>
                  <a:lnTo>
                    <a:pt x="6284096" y="2205077"/>
                  </a:lnTo>
                  <a:lnTo>
                    <a:pt x="6361730" y="2190165"/>
                  </a:lnTo>
                  <a:lnTo>
                    <a:pt x="6439364" y="2175080"/>
                  </a:lnTo>
                  <a:lnTo>
                    <a:pt x="6516998" y="2159818"/>
                  </a:lnTo>
                  <a:lnTo>
                    <a:pt x="6594632" y="2144379"/>
                  </a:lnTo>
                  <a:lnTo>
                    <a:pt x="6672266" y="2128759"/>
                  </a:lnTo>
                  <a:lnTo>
                    <a:pt x="6749900" y="2112958"/>
                  </a:lnTo>
                  <a:lnTo>
                    <a:pt x="6827534" y="2096972"/>
                  </a:lnTo>
                  <a:lnTo>
                    <a:pt x="6905168" y="2080799"/>
                  </a:lnTo>
                  <a:lnTo>
                    <a:pt x="6982802" y="2064439"/>
                  </a:lnTo>
                  <a:lnTo>
                    <a:pt x="7060436" y="2047887"/>
                  </a:lnTo>
                  <a:lnTo>
                    <a:pt x="7138070" y="2031142"/>
                  </a:lnTo>
                  <a:lnTo>
                    <a:pt x="7215704" y="2014202"/>
                  </a:lnTo>
                  <a:lnTo>
                    <a:pt x="7293338" y="1997064"/>
                  </a:lnTo>
                  <a:lnTo>
                    <a:pt x="7370972" y="1979727"/>
                  </a:lnTo>
                  <a:lnTo>
                    <a:pt x="7370972" y="3449235"/>
                  </a:lnTo>
                  <a:lnTo>
                    <a:pt x="7293338" y="3447030"/>
                  </a:lnTo>
                  <a:lnTo>
                    <a:pt x="7215704" y="3444683"/>
                  </a:lnTo>
                  <a:lnTo>
                    <a:pt x="7138070" y="3442187"/>
                  </a:lnTo>
                  <a:lnTo>
                    <a:pt x="7060436" y="3439531"/>
                  </a:lnTo>
                  <a:lnTo>
                    <a:pt x="6982802" y="3436706"/>
                  </a:lnTo>
                  <a:lnTo>
                    <a:pt x="6905168" y="3433700"/>
                  </a:lnTo>
                  <a:lnTo>
                    <a:pt x="6827534" y="3430502"/>
                  </a:lnTo>
                  <a:lnTo>
                    <a:pt x="6749900" y="3427099"/>
                  </a:lnTo>
                  <a:lnTo>
                    <a:pt x="6672266" y="3423479"/>
                  </a:lnTo>
                  <a:lnTo>
                    <a:pt x="6594632" y="3419628"/>
                  </a:lnTo>
                  <a:lnTo>
                    <a:pt x="6516998" y="3415531"/>
                  </a:lnTo>
                  <a:lnTo>
                    <a:pt x="6439364" y="3411171"/>
                  </a:lnTo>
                  <a:lnTo>
                    <a:pt x="6361730" y="3406534"/>
                  </a:lnTo>
                  <a:lnTo>
                    <a:pt x="6284096" y="3401599"/>
                  </a:lnTo>
                  <a:lnTo>
                    <a:pt x="6206462" y="3396350"/>
                  </a:lnTo>
                  <a:lnTo>
                    <a:pt x="6128827" y="3390765"/>
                  </a:lnTo>
                  <a:lnTo>
                    <a:pt x="6051193" y="3384823"/>
                  </a:lnTo>
                  <a:lnTo>
                    <a:pt x="5973559" y="3378502"/>
                  </a:lnTo>
                  <a:lnTo>
                    <a:pt x="5895925" y="3371776"/>
                  </a:lnTo>
                  <a:lnTo>
                    <a:pt x="5818291" y="3364621"/>
                  </a:lnTo>
                  <a:lnTo>
                    <a:pt x="5740657" y="3357009"/>
                  </a:lnTo>
                  <a:lnTo>
                    <a:pt x="5663023" y="3348910"/>
                  </a:lnTo>
                  <a:lnTo>
                    <a:pt x="5585389" y="3340293"/>
                  </a:lnTo>
                  <a:lnTo>
                    <a:pt x="5507755" y="3331126"/>
                  </a:lnTo>
                  <a:lnTo>
                    <a:pt x="5430121" y="3321373"/>
                  </a:lnTo>
                  <a:lnTo>
                    <a:pt x="5352487" y="3310997"/>
                  </a:lnTo>
                  <a:lnTo>
                    <a:pt x="5274853" y="3299958"/>
                  </a:lnTo>
                  <a:lnTo>
                    <a:pt x="5197219" y="3288213"/>
                  </a:lnTo>
                  <a:lnTo>
                    <a:pt x="5119585" y="3275718"/>
                  </a:lnTo>
                  <a:lnTo>
                    <a:pt x="5041951" y="3262425"/>
                  </a:lnTo>
                  <a:lnTo>
                    <a:pt x="4964317" y="3248281"/>
                  </a:lnTo>
                  <a:lnTo>
                    <a:pt x="4886683" y="3233235"/>
                  </a:lnTo>
                  <a:lnTo>
                    <a:pt x="4809049" y="3217226"/>
                  </a:lnTo>
                  <a:lnTo>
                    <a:pt x="4731415" y="3200195"/>
                  </a:lnTo>
                  <a:lnTo>
                    <a:pt x="4653781" y="3182075"/>
                  </a:lnTo>
                  <a:lnTo>
                    <a:pt x="4576147" y="3162797"/>
                  </a:lnTo>
                  <a:lnTo>
                    <a:pt x="4498513" y="3142287"/>
                  </a:lnTo>
                  <a:lnTo>
                    <a:pt x="4420879" y="3120467"/>
                  </a:lnTo>
                  <a:lnTo>
                    <a:pt x="4343244" y="3097252"/>
                  </a:lnTo>
                  <a:lnTo>
                    <a:pt x="4265610" y="3072554"/>
                  </a:lnTo>
                  <a:lnTo>
                    <a:pt x="4187976" y="3046278"/>
                  </a:lnTo>
                  <a:lnTo>
                    <a:pt x="4110342" y="3018322"/>
                  </a:lnTo>
                  <a:lnTo>
                    <a:pt x="4032708" y="2988580"/>
                  </a:lnTo>
                  <a:lnTo>
                    <a:pt x="3955074" y="2956938"/>
                  </a:lnTo>
                  <a:lnTo>
                    <a:pt x="3877440" y="2923273"/>
                  </a:lnTo>
                  <a:lnTo>
                    <a:pt x="3799806" y="2887457"/>
                  </a:lnTo>
                  <a:lnTo>
                    <a:pt x="3722172" y="2849352"/>
                  </a:lnTo>
                  <a:lnTo>
                    <a:pt x="3644538" y="2808812"/>
                  </a:lnTo>
                  <a:lnTo>
                    <a:pt x="3566904" y="2765682"/>
                  </a:lnTo>
                  <a:lnTo>
                    <a:pt x="3489270" y="2719796"/>
                  </a:lnTo>
                  <a:lnTo>
                    <a:pt x="3411636" y="2670977"/>
                  </a:lnTo>
                  <a:lnTo>
                    <a:pt x="3334002" y="2660718"/>
                  </a:lnTo>
                  <a:lnTo>
                    <a:pt x="3256368" y="2670206"/>
                  </a:lnTo>
                  <a:lnTo>
                    <a:pt x="3178734" y="2679584"/>
                  </a:lnTo>
                  <a:lnTo>
                    <a:pt x="3101100" y="2688854"/>
                  </a:lnTo>
                  <a:lnTo>
                    <a:pt x="3023466" y="2698017"/>
                  </a:lnTo>
                  <a:lnTo>
                    <a:pt x="2945832" y="2707074"/>
                  </a:lnTo>
                  <a:lnTo>
                    <a:pt x="2868198" y="2716027"/>
                  </a:lnTo>
                  <a:lnTo>
                    <a:pt x="2790564" y="2724877"/>
                  </a:lnTo>
                  <a:lnTo>
                    <a:pt x="2712930" y="2733625"/>
                  </a:lnTo>
                  <a:lnTo>
                    <a:pt x="2635295" y="2742272"/>
                  </a:lnTo>
                  <a:lnTo>
                    <a:pt x="2557661" y="2750819"/>
                  </a:lnTo>
                  <a:lnTo>
                    <a:pt x="2480027" y="2759268"/>
                  </a:lnTo>
                  <a:lnTo>
                    <a:pt x="2402393" y="2767619"/>
                  </a:lnTo>
                  <a:lnTo>
                    <a:pt x="2324759" y="2775874"/>
                  </a:lnTo>
                  <a:lnTo>
                    <a:pt x="2247125" y="2784034"/>
                  </a:lnTo>
                  <a:lnTo>
                    <a:pt x="2169491" y="2792100"/>
                  </a:lnTo>
                  <a:lnTo>
                    <a:pt x="2091857" y="2800073"/>
                  </a:lnTo>
                  <a:lnTo>
                    <a:pt x="2014223" y="2807954"/>
                  </a:lnTo>
                  <a:lnTo>
                    <a:pt x="1936589" y="2815744"/>
                  </a:lnTo>
                  <a:lnTo>
                    <a:pt x="1858955" y="2823444"/>
                  </a:lnTo>
                  <a:lnTo>
                    <a:pt x="1781321" y="2831056"/>
                  </a:lnTo>
                  <a:lnTo>
                    <a:pt x="1703687" y="2838580"/>
                  </a:lnTo>
                  <a:lnTo>
                    <a:pt x="1626053" y="2846017"/>
                  </a:lnTo>
                  <a:lnTo>
                    <a:pt x="1548419" y="2853368"/>
                  </a:lnTo>
                  <a:lnTo>
                    <a:pt x="1470785" y="2860635"/>
                  </a:lnTo>
                  <a:lnTo>
                    <a:pt x="1393151" y="2867817"/>
                  </a:lnTo>
                  <a:lnTo>
                    <a:pt x="1315517" y="2874917"/>
                  </a:lnTo>
                  <a:lnTo>
                    <a:pt x="1237883" y="2881936"/>
                  </a:lnTo>
                  <a:lnTo>
                    <a:pt x="1160249" y="2888873"/>
                  </a:lnTo>
                  <a:lnTo>
                    <a:pt x="1082615" y="2895730"/>
                  </a:lnTo>
                  <a:lnTo>
                    <a:pt x="1004981" y="2902509"/>
                  </a:lnTo>
                  <a:lnTo>
                    <a:pt x="927346" y="2909209"/>
                  </a:lnTo>
                  <a:lnTo>
                    <a:pt x="849712" y="2915832"/>
                  </a:lnTo>
                  <a:lnTo>
                    <a:pt x="772078" y="2922378"/>
                  </a:lnTo>
                  <a:lnTo>
                    <a:pt x="694444" y="2928849"/>
                  </a:lnTo>
                  <a:lnTo>
                    <a:pt x="616810" y="2935246"/>
                  </a:lnTo>
                  <a:lnTo>
                    <a:pt x="539176" y="2941569"/>
                  </a:lnTo>
                  <a:lnTo>
                    <a:pt x="461542" y="2947819"/>
                  </a:lnTo>
                  <a:lnTo>
                    <a:pt x="383908" y="2953996"/>
                  </a:lnTo>
                  <a:lnTo>
                    <a:pt x="306274" y="2960103"/>
                  </a:lnTo>
                  <a:lnTo>
                    <a:pt x="228640" y="2966139"/>
                  </a:lnTo>
                  <a:lnTo>
                    <a:pt x="151006" y="2972106"/>
                  </a:lnTo>
                  <a:lnTo>
                    <a:pt x="73372" y="2978004"/>
                  </a:lnTo>
                  <a:lnTo>
                    <a:pt x="0" y="2983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2073503"/>
              <a:ext cx="5782791" cy="2651120"/>
            </a:xfrm>
            <a:custGeom>
              <a:avLst/>
              <a:pathLst>
                <a:path w="5782791" h="2651120">
                  <a:moveTo>
                    <a:pt x="0" y="0"/>
                  </a:moveTo>
                  <a:lnTo>
                    <a:pt x="37871" y="105317"/>
                  </a:lnTo>
                  <a:lnTo>
                    <a:pt x="115505" y="308241"/>
                  </a:lnTo>
                  <a:lnTo>
                    <a:pt x="193139" y="498977"/>
                  </a:lnTo>
                  <a:lnTo>
                    <a:pt x="270773" y="678257"/>
                  </a:lnTo>
                  <a:lnTo>
                    <a:pt x="348407" y="846768"/>
                  </a:lnTo>
                  <a:lnTo>
                    <a:pt x="426041" y="1005157"/>
                  </a:lnTo>
                  <a:lnTo>
                    <a:pt x="503675" y="1154033"/>
                  </a:lnTo>
                  <a:lnTo>
                    <a:pt x="581310" y="1293967"/>
                  </a:lnTo>
                  <a:lnTo>
                    <a:pt x="658944" y="1425495"/>
                  </a:lnTo>
                  <a:lnTo>
                    <a:pt x="736578" y="1549123"/>
                  </a:lnTo>
                  <a:lnTo>
                    <a:pt x="814212" y="1665326"/>
                  </a:lnTo>
                  <a:lnTo>
                    <a:pt x="891846" y="1774549"/>
                  </a:lnTo>
                  <a:lnTo>
                    <a:pt x="969480" y="1877212"/>
                  </a:lnTo>
                  <a:lnTo>
                    <a:pt x="1047114" y="1973708"/>
                  </a:lnTo>
                  <a:lnTo>
                    <a:pt x="1124748" y="2064408"/>
                  </a:lnTo>
                  <a:lnTo>
                    <a:pt x="1202382" y="2149660"/>
                  </a:lnTo>
                  <a:lnTo>
                    <a:pt x="1280016" y="2229792"/>
                  </a:lnTo>
                  <a:lnTo>
                    <a:pt x="1357650" y="2305110"/>
                  </a:lnTo>
                  <a:lnTo>
                    <a:pt x="1435284" y="2375904"/>
                  </a:lnTo>
                  <a:lnTo>
                    <a:pt x="1512918" y="2442447"/>
                  </a:lnTo>
                  <a:lnTo>
                    <a:pt x="1590552" y="2504992"/>
                  </a:lnTo>
                  <a:lnTo>
                    <a:pt x="1668186" y="2563781"/>
                  </a:lnTo>
                  <a:lnTo>
                    <a:pt x="1745820" y="2619038"/>
                  </a:lnTo>
                  <a:lnTo>
                    <a:pt x="1823454" y="2651120"/>
                  </a:lnTo>
                  <a:lnTo>
                    <a:pt x="1901088" y="2641410"/>
                  </a:lnTo>
                  <a:lnTo>
                    <a:pt x="1978722" y="2631587"/>
                  </a:lnTo>
                  <a:lnTo>
                    <a:pt x="2056356" y="2621649"/>
                  </a:lnTo>
                  <a:lnTo>
                    <a:pt x="2133990" y="2611596"/>
                  </a:lnTo>
                  <a:lnTo>
                    <a:pt x="2211624" y="2601425"/>
                  </a:lnTo>
                  <a:lnTo>
                    <a:pt x="2289259" y="2591136"/>
                  </a:lnTo>
                  <a:lnTo>
                    <a:pt x="2366893" y="2580726"/>
                  </a:lnTo>
                  <a:lnTo>
                    <a:pt x="2444527" y="2570195"/>
                  </a:lnTo>
                  <a:lnTo>
                    <a:pt x="2522161" y="2559542"/>
                  </a:lnTo>
                  <a:lnTo>
                    <a:pt x="2599795" y="2548764"/>
                  </a:lnTo>
                  <a:lnTo>
                    <a:pt x="2677429" y="2537860"/>
                  </a:lnTo>
                  <a:lnTo>
                    <a:pt x="2755063" y="2526829"/>
                  </a:lnTo>
                  <a:lnTo>
                    <a:pt x="2832697" y="2515670"/>
                  </a:lnTo>
                  <a:lnTo>
                    <a:pt x="2910331" y="2504380"/>
                  </a:lnTo>
                  <a:lnTo>
                    <a:pt x="2987965" y="2492959"/>
                  </a:lnTo>
                  <a:lnTo>
                    <a:pt x="3065599" y="2481405"/>
                  </a:lnTo>
                  <a:lnTo>
                    <a:pt x="3143233" y="2469716"/>
                  </a:lnTo>
                  <a:lnTo>
                    <a:pt x="3220867" y="2457890"/>
                  </a:lnTo>
                  <a:lnTo>
                    <a:pt x="3298501" y="2445927"/>
                  </a:lnTo>
                  <a:lnTo>
                    <a:pt x="3376135" y="2433824"/>
                  </a:lnTo>
                  <a:lnTo>
                    <a:pt x="3453769" y="2421580"/>
                  </a:lnTo>
                  <a:lnTo>
                    <a:pt x="3531403" y="2409193"/>
                  </a:lnTo>
                  <a:lnTo>
                    <a:pt x="3609037" y="2396662"/>
                  </a:lnTo>
                  <a:lnTo>
                    <a:pt x="3686671" y="2383984"/>
                  </a:lnTo>
                  <a:lnTo>
                    <a:pt x="3764305" y="2371159"/>
                  </a:lnTo>
                  <a:lnTo>
                    <a:pt x="3841939" y="2358184"/>
                  </a:lnTo>
                  <a:lnTo>
                    <a:pt x="3919573" y="2345058"/>
                  </a:lnTo>
                  <a:lnTo>
                    <a:pt x="3997207" y="2331779"/>
                  </a:lnTo>
                  <a:lnTo>
                    <a:pt x="4074842" y="2318345"/>
                  </a:lnTo>
                  <a:lnTo>
                    <a:pt x="4152476" y="2304754"/>
                  </a:lnTo>
                  <a:lnTo>
                    <a:pt x="4230110" y="2291005"/>
                  </a:lnTo>
                  <a:lnTo>
                    <a:pt x="4307744" y="2277096"/>
                  </a:lnTo>
                  <a:lnTo>
                    <a:pt x="4385378" y="2263024"/>
                  </a:lnTo>
                  <a:lnTo>
                    <a:pt x="4463012" y="2248788"/>
                  </a:lnTo>
                  <a:lnTo>
                    <a:pt x="4540646" y="2234386"/>
                  </a:lnTo>
                  <a:lnTo>
                    <a:pt x="4618280" y="2219816"/>
                  </a:lnTo>
                  <a:lnTo>
                    <a:pt x="4695914" y="2205077"/>
                  </a:lnTo>
                  <a:lnTo>
                    <a:pt x="4773548" y="2190165"/>
                  </a:lnTo>
                  <a:lnTo>
                    <a:pt x="4851182" y="2175080"/>
                  </a:lnTo>
                  <a:lnTo>
                    <a:pt x="4928816" y="2159818"/>
                  </a:lnTo>
                  <a:lnTo>
                    <a:pt x="5006450" y="2144379"/>
                  </a:lnTo>
                  <a:lnTo>
                    <a:pt x="5084084" y="2128759"/>
                  </a:lnTo>
                  <a:lnTo>
                    <a:pt x="5161718" y="2112958"/>
                  </a:lnTo>
                  <a:lnTo>
                    <a:pt x="5239352" y="2096972"/>
                  </a:lnTo>
                  <a:lnTo>
                    <a:pt x="5316986" y="2080799"/>
                  </a:lnTo>
                  <a:lnTo>
                    <a:pt x="5394620" y="2064439"/>
                  </a:lnTo>
                  <a:lnTo>
                    <a:pt x="5472254" y="2047887"/>
                  </a:lnTo>
                  <a:lnTo>
                    <a:pt x="5549888" y="2031142"/>
                  </a:lnTo>
                  <a:lnTo>
                    <a:pt x="5627522" y="2014202"/>
                  </a:lnTo>
                  <a:lnTo>
                    <a:pt x="5705156" y="1997064"/>
                  </a:lnTo>
                  <a:lnTo>
                    <a:pt x="5782791" y="197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4221"/>
              <a:ext cx="7370972" cy="788516"/>
            </a:xfrm>
            <a:custGeom>
              <a:avLst/>
              <a:pathLst>
                <a:path w="7370972" h="788516">
                  <a:moveTo>
                    <a:pt x="7370972" y="788516"/>
                  </a:moveTo>
                  <a:lnTo>
                    <a:pt x="7293338" y="786311"/>
                  </a:lnTo>
                  <a:lnTo>
                    <a:pt x="7215704" y="783965"/>
                  </a:lnTo>
                  <a:lnTo>
                    <a:pt x="7138070" y="781468"/>
                  </a:lnTo>
                  <a:lnTo>
                    <a:pt x="7060436" y="778812"/>
                  </a:lnTo>
                  <a:lnTo>
                    <a:pt x="6982802" y="775987"/>
                  </a:lnTo>
                  <a:lnTo>
                    <a:pt x="6905168" y="772981"/>
                  </a:lnTo>
                  <a:lnTo>
                    <a:pt x="6827534" y="769783"/>
                  </a:lnTo>
                  <a:lnTo>
                    <a:pt x="6749900" y="766380"/>
                  </a:lnTo>
                  <a:lnTo>
                    <a:pt x="6672266" y="762760"/>
                  </a:lnTo>
                  <a:lnTo>
                    <a:pt x="6594632" y="758909"/>
                  </a:lnTo>
                  <a:lnTo>
                    <a:pt x="6516998" y="754812"/>
                  </a:lnTo>
                  <a:lnTo>
                    <a:pt x="6439364" y="750453"/>
                  </a:lnTo>
                  <a:lnTo>
                    <a:pt x="6361730" y="745815"/>
                  </a:lnTo>
                  <a:lnTo>
                    <a:pt x="6284096" y="740881"/>
                  </a:lnTo>
                  <a:lnTo>
                    <a:pt x="6206462" y="735631"/>
                  </a:lnTo>
                  <a:lnTo>
                    <a:pt x="6128827" y="730046"/>
                  </a:lnTo>
                  <a:lnTo>
                    <a:pt x="6051193" y="724105"/>
                  </a:lnTo>
                  <a:lnTo>
                    <a:pt x="5973559" y="717783"/>
                  </a:lnTo>
                  <a:lnTo>
                    <a:pt x="5895925" y="711058"/>
                  </a:lnTo>
                  <a:lnTo>
                    <a:pt x="5818291" y="703902"/>
                  </a:lnTo>
                  <a:lnTo>
                    <a:pt x="5740657" y="696290"/>
                  </a:lnTo>
                  <a:lnTo>
                    <a:pt x="5663023" y="688191"/>
                  </a:lnTo>
                  <a:lnTo>
                    <a:pt x="5585389" y="679575"/>
                  </a:lnTo>
                  <a:lnTo>
                    <a:pt x="5507755" y="670407"/>
                  </a:lnTo>
                  <a:lnTo>
                    <a:pt x="5430121" y="660655"/>
                  </a:lnTo>
                  <a:lnTo>
                    <a:pt x="5352487" y="650278"/>
                  </a:lnTo>
                  <a:lnTo>
                    <a:pt x="5274853" y="639239"/>
                  </a:lnTo>
                  <a:lnTo>
                    <a:pt x="5197219" y="627495"/>
                  </a:lnTo>
                  <a:lnTo>
                    <a:pt x="5119585" y="614999"/>
                  </a:lnTo>
                  <a:lnTo>
                    <a:pt x="5041951" y="601706"/>
                  </a:lnTo>
                  <a:lnTo>
                    <a:pt x="4964317" y="587563"/>
                  </a:lnTo>
                  <a:lnTo>
                    <a:pt x="4886683" y="572516"/>
                  </a:lnTo>
                  <a:lnTo>
                    <a:pt x="4809049" y="556507"/>
                  </a:lnTo>
                  <a:lnTo>
                    <a:pt x="4731415" y="539476"/>
                  </a:lnTo>
                  <a:lnTo>
                    <a:pt x="4653781" y="521356"/>
                  </a:lnTo>
                  <a:lnTo>
                    <a:pt x="4576147" y="502078"/>
                  </a:lnTo>
                  <a:lnTo>
                    <a:pt x="4498513" y="481569"/>
                  </a:lnTo>
                  <a:lnTo>
                    <a:pt x="4420879" y="459748"/>
                  </a:lnTo>
                  <a:lnTo>
                    <a:pt x="4343244" y="436534"/>
                  </a:lnTo>
                  <a:lnTo>
                    <a:pt x="4265610" y="411835"/>
                  </a:lnTo>
                  <a:lnTo>
                    <a:pt x="4187976" y="385559"/>
                  </a:lnTo>
                  <a:lnTo>
                    <a:pt x="4110342" y="357603"/>
                  </a:lnTo>
                  <a:lnTo>
                    <a:pt x="4032708" y="327861"/>
                  </a:lnTo>
                  <a:lnTo>
                    <a:pt x="3955074" y="296219"/>
                  </a:lnTo>
                  <a:lnTo>
                    <a:pt x="3877440" y="262554"/>
                  </a:lnTo>
                  <a:lnTo>
                    <a:pt x="3799806" y="226738"/>
                  </a:lnTo>
                  <a:lnTo>
                    <a:pt x="3722172" y="188633"/>
                  </a:lnTo>
                  <a:lnTo>
                    <a:pt x="3644538" y="148094"/>
                  </a:lnTo>
                  <a:lnTo>
                    <a:pt x="3566904" y="104963"/>
                  </a:lnTo>
                  <a:lnTo>
                    <a:pt x="3489270" y="59077"/>
                  </a:lnTo>
                  <a:lnTo>
                    <a:pt x="3411636" y="10258"/>
                  </a:lnTo>
                  <a:lnTo>
                    <a:pt x="3334002" y="0"/>
                  </a:lnTo>
                  <a:lnTo>
                    <a:pt x="3256368" y="9487"/>
                  </a:lnTo>
                  <a:lnTo>
                    <a:pt x="3178734" y="18865"/>
                  </a:lnTo>
                  <a:lnTo>
                    <a:pt x="3101100" y="28135"/>
                  </a:lnTo>
                  <a:lnTo>
                    <a:pt x="3023466" y="37298"/>
                  </a:lnTo>
                  <a:lnTo>
                    <a:pt x="2945832" y="46355"/>
                  </a:lnTo>
                  <a:lnTo>
                    <a:pt x="2868198" y="55308"/>
                  </a:lnTo>
                  <a:lnTo>
                    <a:pt x="2790564" y="64158"/>
                  </a:lnTo>
                  <a:lnTo>
                    <a:pt x="2712930" y="72906"/>
                  </a:lnTo>
                  <a:lnTo>
                    <a:pt x="2635295" y="81553"/>
                  </a:lnTo>
                  <a:lnTo>
                    <a:pt x="2557661" y="90100"/>
                  </a:lnTo>
                  <a:lnTo>
                    <a:pt x="2480027" y="98549"/>
                  </a:lnTo>
                  <a:lnTo>
                    <a:pt x="2402393" y="106900"/>
                  </a:lnTo>
                  <a:lnTo>
                    <a:pt x="2324759" y="115155"/>
                  </a:lnTo>
                  <a:lnTo>
                    <a:pt x="2247125" y="123315"/>
                  </a:lnTo>
                  <a:lnTo>
                    <a:pt x="2169491" y="131381"/>
                  </a:lnTo>
                  <a:lnTo>
                    <a:pt x="2091857" y="139354"/>
                  </a:lnTo>
                  <a:lnTo>
                    <a:pt x="2014223" y="147235"/>
                  </a:lnTo>
                  <a:lnTo>
                    <a:pt x="1936589" y="155025"/>
                  </a:lnTo>
                  <a:lnTo>
                    <a:pt x="1858955" y="162725"/>
                  </a:lnTo>
                  <a:lnTo>
                    <a:pt x="1781321" y="170337"/>
                  </a:lnTo>
                  <a:lnTo>
                    <a:pt x="1703687" y="177861"/>
                  </a:lnTo>
                  <a:lnTo>
                    <a:pt x="1626053" y="185298"/>
                  </a:lnTo>
                  <a:lnTo>
                    <a:pt x="1548419" y="192649"/>
                  </a:lnTo>
                  <a:lnTo>
                    <a:pt x="1470785" y="199916"/>
                  </a:lnTo>
                  <a:lnTo>
                    <a:pt x="1393151" y="207099"/>
                  </a:lnTo>
                  <a:lnTo>
                    <a:pt x="1315517" y="214199"/>
                  </a:lnTo>
                  <a:lnTo>
                    <a:pt x="1237883" y="221217"/>
                  </a:lnTo>
                  <a:lnTo>
                    <a:pt x="1160249" y="228154"/>
                  </a:lnTo>
                  <a:lnTo>
                    <a:pt x="1082615" y="235012"/>
                  </a:lnTo>
                  <a:lnTo>
                    <a:pt x="1004981" y="241790"/>
                  </a:lnTo>
                  <a:lnTo>
                    <a:pt x="927346" y="248490"/>
                  </a:lnTo>
                  <a:lnTo>
                    <a:pt x="849712" y="255113"/>
                  </a:lnTo>
                  <a:lnTo>
                    <a:pt x="772078" y="261659"/>
                  </a:lnTo>
                  <a:lnTo>
                    <a:pt x="694444" y="268131"/>
                  </a:lnTo>
                  <a:lnTo>
                    <a:pt x="616810" y="274527"/>
                  </a:lnTo>
                  <a:lnTo>
                    <a:pt x="539176" y="280850"/>
                  </a:lnTo>
                  <a:lnTo>
                    <a:pt x="461542" y="287100"/>
                  </a:lnTo>
                  <a:lnTo>
                    <a:pt x="383908" y="293278"/>
                  </a:lnTo>
                  <a:lnTo>
                    <a:pt x="306274" y="299384"/>
                  </a:lnTo>
                  <a:lnTo>
                    <a:pt x="228640" y="305420"/>
                  </a:lnTo>
                  <a:lnTo>
                    <a:pt x="151006" y="311387"/>
                  </a:lnTo>
                  <a:lnTo>
                    <a:pt x="73372" y="317285"/>
                  </a:lnTo>
                  <a:lnTo>
                    <a:pt x="0" y="3227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70208"/>
              <a:ext cx="7370972" cy="2259213"/>
            </a:xfrm>
            <a:custGeom>
              <a:avLst/>
              <a:pathLst>
                <a:path w="7370972" h="2259213">
                  <a:moveTo>
                    <a:pt x="0" y="0"/>
                  </a:moveTo>
                  <a:lnTo>
                    <a:pt x="73372" y="58515"/>
                  </a:lnTo>
                  <a:lnTo>
                    <a:pt x="151006" y="118890"/>
                  </a:lnTo>
                  <a:lnTo>
                    <a:pt x="228640" y="177764"/>
                  </a:lnTo>
                  <a:lnTo>
                    <a:pt x="306274" y="235174"/>
                  </a:lnTo>
                  <a:lnTo>
                    <a:pt x="383908" y="291157"/>
                  </a:lnTo>
                  <a:lnTo>
                    <a:pt x="461542" y="345748"/>
                  </a:lnTo>
                  <a:lnTo>
                    <a:pt x="539176" y="398983"/>
                  </a:lnTo>
                  <a:lnTo>
                    <a:pt x="616810" y="450893"/>
                  </a:lnTo>
                  <a:lnTo>
                    <a:pt x="694444" y="501513"/>
                  </a:lnTo>
                  <a:lnTo>
                    <a:pt x="772078" y="550875"/>
                  </a:lnTo>
                  <a:lnTo>
                    <a:pt x="849712" y="599009"/>
                  </a:lnTo>
                  <a:lnTo>
                    <a:pt x="927346" y="645947"/>
                  </a:lnTo>
                  <a:lnTo>
                    <a:pt x="1004981" y="691718"/>
                  </a:lnTo>
                  <a:lnTo>
                    <a:pt x="1082615" y="736351"/>
                  </a:lnTo>
                  <a:lnTo>
                    <a:pt x="1160249" y="779875"/>
                  </a:lnTo>
                  <a:lnTo>
                    <a:pt x="1237883" y="822316"/>
                  </a:lnTo>
                  <a:lnTo>
                    <a:pt x="1315517" y="863702"/>
                  </a:lnTo>
                  <a:lnTo>
                    <a:pt x="1393151" y="904060"/>
                  </a:lnTo>
                  <a:lnTo>
                    <a:pt x="1470785" y="943414"/>
                  </a:lnTo>
                  <a:lnTo>
                    <a:pt x="1548419" y="981789"/>
                  </a:lnTo>
                  <a:lnTo>
                    <a:pt x="1626053" y="1019211"/>
                  </a:lnTo>
                  <a:lnTo>
                    <a:pt x="1703687" y="1055702"/>
                  </a:lnTo>
                  <a:lnTo>
                    <a:pt x="1781321" y="1091287"/>
                  </a:lnTo>
                  <a:lnTo>
                    <a:pt x="1858955" y="1125986"/>
                  </a:lnTo>
                  <a:lnTo>
                    <a:pt x="1936589" y="1159823"/>
                  </a:lnTo>
                  <a:lnTo>
                    <a:pt x="2014223" y="1192818"/>
                  </a:lnTo>
                  <a:lnTo>
                    <a:pt x="2091857" y="1224994"/>
                  </a:lnTo>
                  <a:lnTo>
                    <a:pt x="2169491" y="1256369"/>
                  </a:lnTo>
                  <a:lnTo>
                    <a:pt x="2247125" y="1286965"/>
                  </a:lnTo>
                  <a:lnTo>
                    <a:pt x="2324759" y="1316799"/>
                  </a:lnTo>
                  <a:lnTo>
                    <a:pt x="2402393" y="1345892"/>
                  </a:lnTo>
                  <a:lnTo>
                    <a:pt x="2480027" y="1374262"/>
                  </a:lnTo>
                  <a:lnTo>
                    <a:pt x="2557661" y="1401927"/>
                  </a:lnTo>
                  <a:lnTo>
                    <a:pt x="2635295" y="1428903"/>
                  </a:lnTo>
                  <a:lnTo>
                    <a:pt x="2712930" y="1455209"/>
                  </a:lnTo>
                  <a:lnTo>
                    <a:pt x="2790564" y="1480862"/>
                  </a:lnTo>
                  <a:lnTo>
                    <a:pt x="2868198" y="1505876"/>
                  </a:lnTo>
                  <a:lnTo>
                    <a:pt x="2945832" y="1530268"/>
                  </a:lnTo>
                  <a:lnTo>
                    <a:pt x="3023466" y="1554054"/>
                  </a:lnTo>
                  <a:lnTo>
                    <a:pt x="3101100" y="1577249"/>
                  </a:lnTo>
                  <a:lnTo>
                    <a:pt x="3178734" y="1599867"/>
                  </a:lnTo>
                  <a:lnTo>
                    <a:pt x="3256368" y="1621923"/>
                  </a:lnTo>
                  <a:lnTo>
                    <a:pt x="3334002" y="1643431"/>
                  </a:lnTo>
                  <a:lnTo>
                    <a:pt x="3411636" y="1664403"/>
                  </a:lnTo>
                  <a:lnTo>
                    <a:pt x="3489270" y="1684855"/>
                  </a:lnTo>
                  <a:lnTo>
                    <a:pt x="3566904" y="1704798"/>
                  </a:lnTo>
                  <a:lnTo>
                    <a:pt x="3644538" y="1724245"/>
                  </a:lnTo>
                  <a:lnTo>
                    <a:pt x="3722172" y="1743208"/>
                  </a:lnTo>
                  <a:lnTo>
                    <a:pt x="3799806" y="1761701"/>
                  </a:lnTo>
                  <a:lnTo>
                    <a:pt x="3877440" y="1779733"/>
                  </a:lnTo>
                  <a:lnTo>
                    <a:pt x="3955074" y="1797317"/>
                  </a:lnTo>
                  <a:lnTo>
                    <a:pt x="4032708" y="1814464"/>
                  </a:lnTo>
                  <a:lnTo>
                    <a:pt x="4110342" y="1831185"/>
                  </a:lnTo>
                  <a:lnTo>
                    <a:pt x="4187976" y="1847490"/>
                  </a:lnTo>
                  <a:lnTo>
                    <a:pt x="4265610" y="1863390"/>
                  </a:lnTo>
                  <a:lnTo>
                    <a:pt x="4343244" y="1878894"/>
                  </a:lnTo>
                  <a:lnTo>
                    <a:pt x="4420879" y="1894013"/>
                  </a:lnTo>
                  <a:lnTo>
                    <a:pt x="4498513" y="1908756"/>
                  </a:lnTo>
                  <a:lnTo>
                    <a:pt x="4576147" y="1923133"/>
                  </a:lnTo>
                  <a:lnTo>
                    <a:pt x="4653781" y="1937152"/>
                  </a:lnTo>
                  <a:lnTo>
                    <a:pt x="4731415" y="1950823"/>
                  </a:lnTo>
                  <a:lnTo>
                    <a:pt x="4809049" y="1964154"/>
                  </a:lnTo>
                  <a:lnTo>
                    <a:pt x="4886683" y="1977153"/>
                  </a:lnTo>
                  <a:lnTo>
                    <a:pt x="4964317" y="1989829"/>
                  </a:lnTo>
                  <a:lnTo>
                    <a:pt x="5041951" y="2002190"/>
                  </a:lnTo>
                  <a:lnTo>
                    <a:pt x="5119585" y="2014244"/>
                  </a:lnTo>
                  <a:lnTo>
                    <a:pt x="5197219" y="2025998"/>
                  </a:lnTo>
                  <a:lnTo>
                    <a:pt x="5274853" y="2037460"/>
                  </a:lnTo>
                  <a:lnTo>
                    <a:pt x="5352487" y="2048637"/>
                  </a:lnTo>
                  <a:lnTo>
                    <a:pt x="5430121" y="2059536"/>
                  </a:lnTo>
                  <a:lnTo>
                    <a:pt x="5507755" y="2070164"/>
                  </a:lnTo>
                  <a:lnTo>
                    <a:pt x="5585389" y="2080528"/>
                  </a:lnTo>
                  <a:lnTo>
                    <a:pt x="5663023" y="2090634"/>
                  </a:lnTo>
                  <a:lnTo>
                    <a:pt x="5740657" y="2100489"/>
                  </a:lnTo>
                  <a:lnTo>
                    <a:pt x="5818291" y="2110099"/>
                  </a:lnTo>
                  <a:lnTo>
                    <a:pt x="5895925" y="2119470"/>
                  </a:lnTo>
                  <a:lnTo>
                    <a:pt x="5973559" y="2128608"/>
                  </a:lnTo>
                  <a:lnTo>
                    <a:pt x="6051193" y="2137519"/>
                  </a:lnTo>
                  <a:lnTo>
                    <a:pt x="6128827" y="2146208"/>
                  </a:lnTo>
                  <a:lnTo>
                    <a:pt x="6206462" y="2154682"/>
                  </a:lnTo>
                  <a:lnTo>
                    <a:pt x="6284096" y="2162944"/>
                  </a:lnTo>
                  <a:lnTo>
                    <a:pt x="6361730" y="2171002"/>
                  </a:lnTo>
                  <a:lnTo>
                    <a:pt x="6439364" y="2178859"/>
                  </a:lnTo>
                  <a:lnTo>
                    <a:pt x="6516998" y="2186520"/>
                  </a:lnTo>
                  <a:lnTo>
                    <a:pt x="6594632" y="2193991"/>
                  </a:lnTo>
                  <a:lnTo>
                    <a:pt x="6672266" y="2201277"/>
                  </a:lnTo>
                  <a:lnTo>
                    <a:pt x="6749900" y="2208381"/>
                  </a:lnTo>
                  <a:lnTo>
                    <a:pt x="6827534" y="2215309"/>
                  </a:lnTo>
                  <a:lnTo>
                    <a:pt x="6905168" y="2222064"/>
                  </a:lnTo>
                  <a:lnTo>
                    <a:pt x="6982802" y="2228652"/>
                  </a:lnTo>
                  <a:lnTo>
                    <a:pt x="7060436" y="2235076"/>
                  </a:lnTo>
                  <a:lnTo>
                    <a:pt x="7138070" y="2241340"/>
                  </a:lnTo>
                  <a:lnTo>
                    <a:pt x="7215704" y="2247448"/>
                  </a:lnTo>
                  <a:lnTo>
                    <a:pt x="7293338" y="2253404"/>
                  </a:lnTo>
                  <a:lnTo>
                    <a:pt x="7370972" y="2259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2026-06-02T08:49:26Z</dcterms:modified>
  <cp:category/>
</cp:coreProperties>
</file>