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60123"/>
            </a:xfrm>
            <a:custGeom>
              <a:avLst/>
              <a:pathLst>
                <a:path w="7370972" h="3560123">
                  <a:moveTo>
                    <a:pt x="834295" y="0"/>
                  </a:moveTo>
                  <a:lnTo>
                    <a:pt x="849712" y="32083"/>
                  </a:lnTo>
                  <a:lnTo>
                    <a:pt x="927346" y="186736"/>
                  </a:lnTo>
                  <a:lnTo>
                    <a:pt x="1004981" y="334782"/>
                  </a:lnTo>
                  <a:lnTo>
                    <a:pt x="1082615" y="476505"/>
                  </a:lnTo>
                  <a:lnTo>
                    <a:pt x="1160249" y="612174"/>
                  </a:lnTo>
                  <a:lnTo>
                    <a:pt x="1237883" y="742048"/>
                  </a:lnTo>
                  <a:lnTo>
                    <a:pt x="1315517" y="866375"/>
                  </a:lnTo>
                  <a:lnTo>
                    <a:pt x="1393151" y="985390"/>
                  </a:lnTo>
                  <a:lnTo>
                    <a:pt x="1470785" y="1099322"/>
                  </a:lnTo>
                  <a:lnTo>
                    <a:pt x="1548419" y="1208388"/>
                  </a:lnTo>
                  <a:lnTo>
                    <a:pt x="1626053" y="1312795"/>
                  </a:lnTo>
                  <a:lnTo>
                    <a:pt x="1703687" y="1412741"/>
                  </a:lnTo>
                  <a:lnTo>
                    <a:pt x="1781321" y="1508419"/>
                  </a:lnTo>
                  <a:lnTo>
                    <a:pt x="1858955" y="1600010"/>
                  </a:lnTo>
                  <a:lnTo>
                    <a:pt x="1936589" y="1687688"/>
                  </a:lnTo>
                  <a:lnTo>
                    <a:pt x="2014223" y="1771622"/>
                  </a:lnTo>
                  <a:lnTo>
                    <a:pt x="2091857" y="1851970"/>
                  </a:lnTo>
                  <a:lnTo>
                    <a:pt x="2169491" y="1928886"/>
                  </a:lnTo>
                  <a:lnTo>
                    <a:pt x="2247125" y="2002516"/>
                  </a:lnTo>
                  <a:lnTo>
                    <a:pt x="2324759" y="2073002"/>
                  </a:lnTo>
                  <a:lnTo>
                    <a:pt x="2402393" y="2140476"/>
                  </a:lnTo>
                  <a:lnTo>
                    <a:pt x="2480027" y="2205069"/>
                  </a:lnTo>
                  <a:lnTo>
                    <a:pt x="2557661" y="2266902"/>
                  </a:lnTo>
                  <a:lnTo>
                    <a:pt x="2635295" y="2326094"/>
                  </a:lnTo>
                  <a:lnTo>
                    <a:pt x="2712930" y="2382758"/>
                  </a:lnTo>
                  <a:lnTo>
                    <a:pt x="2790564" y="2437001"/>
                  </a:lnTo>
                  <a:lnTo>
                    <a:pt x="2868198" y="2488927"/>
                  </a:lnTo>
                  <a:lnTo>
                    <a:pt x="2945832" y="2538636"/>
                  </a:lnTo>
                  <a:lnTo>
                    <a:pt x="3023466" y="2586221"/>
                  </a:lnTo>
                  <a:lnTo>
                    <a:pt x="3101100" y="2631773"/>
                  </a:lnTo>
                  <a:lnTo>
                    <a:pt x="3178734" y="2675380"/>
                  </a:lnTo>
                  <a:lnTo>
                    <a:pt x="3256368" y="2717124"/>
                  </a:lnTo>
                  <a:lnTo>
                    <a:pt x="3334002" y="2757084"/>
                  </a:lnTo>
                  <a:lnTo>
                    <a:pt x="3411636" y="2775079"/>
                  </a:lnTo>
                  <a:lnTo>
                    <a:pt x="3489270" y="2750604"/>
                  </a:lnTo>
                  <a:lnTo>
                    <a:pt x="3566904" y="2725446"/>
                  </a:lnTo>
                  <a:lnTo>
                    <a:pt x="3644538" y="2699587"/>
                  </a:lnTo>
                  <a:lnTo>
                    <a:pt x="3722172" y="2673007"/>
                  </a:lnTo>
                  <a:lnTo>
                    <a:pt x="3799806" y="2645685"/>
                  </a:lnTo>
                  <a:lnTo>
                    <a:pt x="3877440" y="2617601"/>
                  </a:lnTo>
                  <a:lnTo>
                    <a:pt x="3955074" y="2588734"/>
                  </a:lnTo>
                  <a:lnTo>
                    <a:pt x="4032708" y="2559062"/>
                  </a:lnTo>
                  <a:lnTo>
                    <a:pt x="4110342" y="2528563"/>
                  </a:lnTo>
                  <a:lnTo>
                    <a:pt x="4187976" y="2497213"/>
                  </a:lnTo>
                  <a:lnTo>
                    <a:pt x="4265610" y="2464988"/>
                  </a:lnTo>
                  <a:lnTo>
                    <a:pt x="4343244" y="2431865"/>
                  </a:lnTo>
                  <a:lnTo>
                    <a:pt x="4420879" y="2397818"/>
                  </a:lnTo>
                  <a:lnTo>
                    <a:pt x="4498513" y="2362821"/>
                  </a:lnTo>
                  <a:lnTo>
                    <a:pt x="4576147" y="2326848"/>
                  </a:lnTo>
                  <a:lnTo>
                    <a:pt x="4653781" y="2289873"/>
                  </a:lnTo>
                  <a:lnTo>
                    <a:pt x="4731415" y="2251865"/>
                  </a:lnTo>
                  <a:lnTo>
                    <a:pt x="4809049" y="2212798"/>
                  </a:lnTo>
                  <a:lnTo>
                    <a:pt x="4886683" y="2172641"/>
                  </a:lnTo>
                  <a:lnTo>
                    <a:pt x="4964317" y="2131365"/>
                  </a:lnTo>
                  <a:lnTo>
                    <a:pt x="5041951" y="2088937"/>
                  </a:lnTo>
                  <a:lnTo>
                    <a:pt x="5119585" y="2045326"/>
                  </a:lnTo>
                  <a:lnTo>
                    <a:pt x="5197219" y="2000498"/>
                  </a:lnTo>
                  <a:lnTo>
                    <a:pt x="5274853" y="1954421"/>
                  </a:lnTo>
                  <a:lnTo>
                    <a:pt x="5352487" y="1907058"/>
                  </a:lnTo>
                  <a:lnTo>
                    <a:pt x="5430121" y="1858374"/>
                  </a:lnTo>
                  <a:lnTo>
                    <a:pt x="5507755" y="1808333"/>
                  </a:lnTo>
                  <a:lnTo>
                    <a:pt x="5585389" y="1756895"/>
                  </a:lnTo>
                  <a:lnTo>
                    <a:pt x="5663023" y="1704024"/>
                  </a:lnTo>
                  <a:lnTo>
                    <a:pt x="5740657" y="1649678"/>
                  </a:lnTo>
                  <a:lnTo>
                    <a:pt x="5818291" y="1593816"/>
                  </a:lnTo>
                  <a:lnTo>
                    <a:pt x="5895925" y="1536396"/>
                  </a:lnTo>
                  <a:lnTo>
                    <a:pt x="5973559" y="1477374"/>
                  </a:lnTo>
                  <a:lnTo>
                    <a:pt x="6051193" y="1416707"/>
                  </a:lnTo>
                  <a:lnTo>
                    <a:pt x="6128827" y="1354347"/>
                  </a:lnTo>
                  <a:lnTo>
                    <a:pt x="6206462" y="1290249"/>
                  </a:lnTo>
                  <a:lnTo>
                    <a:pt x="6284096" y="1224363"/>
                  </a:lnTo>
                  <a:lnTo>
                    <a:pt x="6361730" y="1156639"/>
                  </a:lnTo>
                  <a:lnTo>
                    <a:pt x="6439364" y="1087026"/>
                  </a:lnTo>
                  <a:lnTo>
                    <a:pt x="6516998" y="1015472"/>
                  </a:lnTo>
                  <a:lnTo>
                    <a:pt x="6594632" y="941922"/>
                  </a:lnTo>
                  <a:lnTo>
                    <a:pt x="6672266" y="866321"/>
                  </a:lnTo>
                  <a:lnTo>
                    <a:pt x="6749900" y="788612"/>
                  </a:lnTo>
                  <a:lnTo>
                    <a:pt x="6827534" y="708735"/>
                  </a:lnTo>
                  <a:lnTo>
                    <a:pt x="6905168" y="626631"/>
                  </a:lnTo>
                  <a:lnTo>
                    <a:pt x="6982802" y="542236"/>
                  </a:lnTo>
                  <a:lnTo>
                    <a:pt x="7060436" y="455488"/>
                  </a:lnTo>
                  <a:lnTo>
                    <a:pt x="7138070" y="366321"/>
                  </a:lnTo>
                  <a:lnTo>
                    <a:pt x="7215704" y="274667"/>
                  </a:lnTo>
                  <a:lnTo>
                    <a:pt x="7293338" y="180456"/>
                  </a:lnTo>
                  <a:lnTo>
                    <a:pt x="7370972" y="83618"/>
                  </a:lnTo>
                  <a:lnTo>
                    <a:pt x="7370972" y="3560123"/>
                  </a:lnTo>
                  <a:lnTo>
                    <a:pt x="7293338" y="3555995"/>
                  </a:lnTo>
                  <a:lnTo>
                    <a:pt x="7215704" y="3551682"/>
                  </a:lnTo>
                  <a:lnTo>
                    <a:pt x="7138070" y="3547177"/>
                  </a:lnTo>
                  <a:lnTo>
                    <a:pt x="7060436" y="3542471"/>
                  </a:lnTo>
                  <a:lnTo>
                    <a:pt x="6982802" y="3537555"/>
                  </a:lnTo>
                  <a:lnTo>
                    <a:pt x="6905168" y="3532420"/>
                  </a:lnTo>
                  <a:lnTo>
                    <a:pt x="6827534" y="3527055"/>
                  </a:lnTo>
                  <a:lnTo>
                    <a:pt x="6749900" y="3521451"/>
                  </a:lnTo>
                  <a:lnTo>
                    <a:pt x="6672266" y="3515598"/>
                  </a:lnTo>
                  <a:lnTo>
                    <a:pt x="6594632" y="3509482"/>
                  </a:lnTo>
                  <a:lnTo>
                    <a:pt x="6516998" y="3503094"/>
                  </a:lnTo>
                  <a:lnTo>
                    <a:pt x="6439364" y="3496421"/>
                  </a:lnTo>
                  <a:lnTo>
                    <a:pt x="6361730" y="3489451"/>
                  </a:lnTo>
                  <a:lnTo>
                    <a:pt x="6284096" y="3482169"/>
                  </a:lnTo>
                  <a:lnTo>
                    <a:pt x="6206462" y="3474562"/>
                  </a:lnTo>
                  <a:lnTo>
                    <a:pt x="6128827" y="3466616"/>
                  </a:lnTo>
                  <a:lnTo>
                    <a:pt x="6051193" y="3458315"/>
                  </a:lnTo>
                  <a:lnTo>
                    <a:pt x="5973559" y="3449644"/>
                  </a:lnTo>
                  <a:lnTo>
                    <a:pt x="5895925" y="3440586"/>
                  </a:lnTo>
                  <a:lnTo>
                    <a:pt x="5818291" y="3431124"/>
                  </a:lnTo>
                  <a:lnTo>
                    <a:pt x="5740657" y="3421239"/>
                  </a:lnTo>
                  <a:lnTo>
                    <a:pt x="5663023" y="3410914"/>
                  </a:lnTo>
                  <a:lnTo>
                    <a:pt x="5585389" y="3400127"/>
                  </a:lnTo>
                  <a:lnTo>
                    <a:pt x="5507755" y="3388860"/>
                  </a:lnTo>
                  <a:lnTo>
                    <a:pt x="5430121" y="3377089"/>
                  </a:lnTo>
                  <a:lnTo>
                    <a:pt x="5352487" y="3364794"/>
                  </a:lnTo>
                  <a:lnTo>
                    <a:pt x="5274853" y="3351950"/>
                  </a:lnTo>
                  <a:lnTo>
                    <a:pt x="5197219" y="3338532"/>
                  </a:lnTo>
                  <a:lnTo>
                    <a:pt x="5119585" y="3324516"/>
                  </a:lnTo>
                  <a:lnTo>
                    <a:pt x="5041951" y="3309875"/>
                  </a:lnTo>
                  <a:lnTo>
                    <a:pt x="4964317" y="3294580"/>
                  </a:lnTo>
                  <a:lnTo>
                    <a:pt x="4886683" y="3278603"/>
                  </a:lnTo>
                  <a:lnTo>
                    <a:pt x="4809049" y="3261913"/>
                  </a:lnTo>
                  <a:lnTo>
                    <a:pt x="4731415" y="3244478"/>
                  </a:lnTo>
                  <a:lnTo>
                    <a:pt x="4653781" y="3226266"/>
                  </a:lnTo>
                  <a:lnTo>
                    <a:pt x="4576147" y="3207240"/>
                  </a:lnTo>
                  <a:lnTo>
                    <a:pt x="4498513" y="3187366"/>
                  </a:lnTo>
                  <a:lnTo>
                    <a:pt x="4420879" y="3166604"/>
                  </a:lnTo>
                  <a:lnTo>
                    <a:pt x="4343244" y="3144917"/>
                  </a:lnTo>
                  <a:lnTo>
                    <a:pt x="4265610" y="3122262"/>
                  </a:lnTo>
                  <a:lnTo>
                    <a:pt x="4187976" y="3098595"/>
                  </a:lnTo>
                  <a:lnTo>
                    <a:pt x="4110342" y="3073873"/>
                  </a:lnTo>
                  <a:lnTo>
                    <a:pt x="4032708" y="3048048"/>
                  </a:lnTo>
                  <a:lnTo>
                    <a:pt x="3955074" y="3021070"/>
                  </a:lnTo>
                  <a:lnTo>
                    <a:pt x="3877440" y="2992889"/>
                  </a:lnTo>
                  <a:lnTo>
                    <a:pt x="3799806" y="2963450"/>
                  </a:lnTo>
                  <a:lnTo>
                    <a:pt x="3722172" y="2932697"/>
                  </a:lnTo>
                  <a:lnTo>
                    <a:pt x="3644538" y="2900572"/>
                  </a:lnTo>
                  <a:lnTo>
                    <a:pt x="3566904" y="2867014"/>
                  </a:lnTo>
                  <a:lnTo>
                    <a:pt x="3489270" y="2831958"/>
                  </a:lnTo>
                  <a:lnTo>
                    <a:pt x="3411636" y="2795338"/>
                  </a:lnTo>
                  <a:lnTo>
                    <a:pt x="3334002" y="2798890"/>
                  </a:lnTo>
                  <a:lnTo>
                    <a:pt x="3256368" y="2822054"/>
                  </a:lnTo>
                  <a:lnTo>
                    <a:pt x="3178734" y="2844591"/>
                  </a:lnTo>
                  <a:lnTo>
                    <a:pt x="3101100" y="2866515"/>
                  </a:lnTo>
                  <a:lnTo>
                    <a:pt x="3023466" y="2887845"/>
                  </a:lnTo>
                  <a:lnTo>
                    <a:pt x="2945832" y="2908597"/>
                  </a:lnTo>
                  <a:lnTo>
                    <a:pt x="2868198" y="2928785"/>
                  </a:lnTo>
                  <a:lnTo>
                    <a:pt x="2790564" y="2948425"/>
                  </a:lnTo>
                  <a:lnTo>
                    <a:pt x="2712930" y="2967533"/>
                  </a:lnTo>
                  <a:lnTo>
                    <a:pt x="2635295" y="2986122"/>
                  </a:lnTo>
                  <a:lnTo>
                    <a:pt x="2557661" y="3004206"/>
                  </a:lnTo>
                  <a:lnTo>
                    <a:pt x="2480027" y="3021800"/>
                  </a:lnTo>
                  <a:lnTo>
                    <a:pt x="2402393" y="3038917"/>
                  </a:lnTo>
                  <a:lnTo>
                    <a:pt x="2324759" y="3055569"/>
                  </a:lnTo>
                  <a:lnTo>
                    <a:pt x="2247125" y="3071769"/>
                  </a:lnTo>
                  <a:lnTo>
                    <a:pt x="2169491" y="3087530"/>
                  </a:lnTo>
                  <a:lnTo>
                    <a:pt x="2091857" y="3102863"/>
                  </a:lnTo>
                  <a:lnTo>
                    <a:pt x="2014223" y="3117780"/>
                  </a:lnTo>
                  <a:lnTo>
                    <a:pt x="1936589" y="3132293"/>
                  </a:lnTo>
                  <a:lnTo>
                    <a:pt x="1858955" y="3146411"/>
                  </a:lnTo>
                  <a:lnTo>
                    <a:pt x="1781321" y="3160147"/>
                  </a:lnTo>
                  <a:lnTo>
                    <a:pt x="1703687" y="3173510"/>
                  </a:lnTo>
                  <a:lnTo>
                    <a:pt x="1626053" y="3186510"/>
                  </a:lnTo>
                  <a:lnTo>
                    <a:pt x="1548419" y="3199158"/>
                  </a:lnTo>
                  <a:lnTo>
                    <a:pt x="1470785" y="3211462"/>
                  </a:lnTo>
                  <a:lnTo>
                    <a:pt x="1393151" y="3223433"/>
                  </a:lnTo>
                  <a:lnTo>
                    <a:pt x="1315517" y="3235078"/>
                  </a:lnTo>
                  <a:lnTo>
                    <a:pt x="1237883" y="3246408"/>
                  </a:lnTo>
                  <a:lnTo>
                    <a:pt x="1160249" y="3257430"/>
                  </a:lnTo>
                  <a:lnTo>
                    <a:pt x="1082615" y="3268154"/>
                  </a:lnTo>
                  <a:lnTo>
                    <a:pt x="1004981" y="3278586"/>
                  </a:lnTo>
                  <a:lnTo>
                    <a:pt x="927346" y="3288735"/>
                  </a:lnTo>
                  <a:lnTo>
                    <a:pt x="849712" y="3298609"/>
                  </a:lnTo>
                  <a:lnTo>
                    <a:pt x="772078" y="3308215"/>
                  </a:lnTo>
                  <a:lnTo>
                    <a:pt x="694444" y="3317560"/>
                  </a:lnTo>
                  <a:lnTo>
                    <a:pt x="616810" y="3326652"/>
                  </a:lnTo>
                  <a:lnTo>
                    <a:pt x="539176" y="3335497"/>
                  </a:lnTo>
                  <a:lnTo>
                    <a:pt x="461542" y="3344102"/>
                  </a:lnTo>
                  <a:lnTo>
                    <a:pt x="383908" y="3352474"/>
                  </a:lnTo>
                  <a:lnTo>
                    <a:pt x="306274" y="3360618"/>
                  </a:lnTo>
                  <a:lnTo>
                    <a:pt x="228640" y="3368542"/>
                  </a:lnTo>
                  <a:lnTo>
                    <a:pt x="151006" y="3376250"/>
                  </a:lnTo>
                  <a:lnTo>
                    <a:pt x="73372" y="3383750"/>
                  </a:lnTo>
                  <a:lnTo>
                    <a:pt x="0" y="3390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1813" y="1896563"/>
              <a:ext cx="6536677" cy="2775079"/>
            </a:xfrm>
            <a:custGeom>
              <a:avLst/>
              <a:pathLst>
                <a:path w="6536677" h="2775079">
                  <a:moveTo>
                    <a:pt x="0" y="0"/>
                  </a:moveTo>
                  <a:lnTo>
                    <a:pt x="15417" y="32083"/>
                  </a:lnTo>
                  <a:lnTo>
                    <a:pt x="93051" y="186736"/>
                  </a:lnTo>
                  <a:lnTo>
                    <a:pt x="170685" y="334782"/>
                  </a:lnTo>
                  <a:lnTo>
                    <a:pt x="248319" y="476505"/>
                  </a:lnTo>
                  <a:lnTo>
                    <a:pt x="325953" y="612174"/>
                  </a:lnTo>
                  <a:lnTo>
                    <a:pt x="403587" y="742048"/>
                  </a:lnTo>
                  <a:lnTo>
                    <a:pt x="481221" y="866375"/>
                  </a:lnTo>
                  <a:lnTo>
                    <a:pt x="558855" y="985390"/>
                  </a:lnTo>
                  <a:lnTo>
                    <a:pt x="636489" y="1099322"/>
                  </a:lnTo>
                  <a:lnTo>
                    <a:pt x="714124" y="1208388"/>
                  </a:lnTo>
                  <a:lnTo>
                    <a:pt x="791758" y="1312795"/>
                  </a:lnTo>
                  <a:lnTo>
                    <a:pt x="869392" y="1412741"/>
                  </a:lnTo>
                  <a:lnTo>
                    <a:pt x="947026" y="1508419"/>
                  </a:lnTo>
                  <a:lnTo>
                    <a:pt x="1024660" y="1600010"/>
                  </a:lnTo>
                  <a:lnTo>
                    <a:pt x="1102294" y="1687688"/>
                  </a:lnTo>
                  <a:lnTo>
                    <a:pt x="1179928" y="1771622"/>
                  </a:lnTo>
                  <a:lnTo>
                    <a:pt x="1257562" y="1851970"/>
                  </a:lnTo>
                  <a:lnTo>
                    <a:pt x="1335196" y="1928886"/>
                  </a:lnTo>
                  <a:lnTo>
                    <a:pt x="1412830" y="2002516"/>
                  </a:lnTo>
                  <a:lnTo>
                    <a:pt x="1490464" y="2073002"/>
                  </a:lnTo>
                  <a:lnTo>
                    <a:pt x="1568098" y="2140476"/>
                  </a:lnTo>
                  <a:lnTo>
                    <a:pt x="1645732" y="2205069"/>
                  </a:lnTo>
                  <a:lnTo>
                    <a:pt x="1723366" y="2266902"/>
                  </a:lnTo>
                  <a:lnTo>
                    <a:pt x="1801000" y="2326094"/>
                  </a:lnTo>
                  <a:lnTo>
                    <a:pt x="1878634" y="2382758"/>
                  </a:lnTo>
                  <a:lnTo>
                    <a:pt x="1956268" y="2437001"/>
                  </a:lnTo>
                  <a:lnTo>
                    <a:pt x="2033902" y="2488927"/>
                  </a:lnTo>
                  <a:lnTo>
                    <a:pt x="2111536" y="2538636"/>
                  </a:lnTo>
                  <a:lnTo>
                    <a:pt x="2189170" y="2586221"/>
                  </a:lnTo>
                  <a:lnTo>
                    <a:pt x="2266804" y="2631773"/>
                  </a:lnTo>
                  <a:lnTo>
                    <a:pt x="2344438" y="2675380"/>
                  </a:lnTo>
                  <a:lnTo>
                    <a:pt x="2422072" y="2717124"/>
                  </a:lnTo>
                  <a:lnTo>
                    <a:pt x="2499707" y="2757084"/>
                  </a:lnTo>
                  <a:lnTo>
                    <a:pt x="2577341" y="2775079"/>
                  </a:lnTo>
                  <a:lnTo>
                    <a:pt x="2654975" y="2750604"/>
                  </a:lnTo>
                  <a:lnTo>
                    <a:pt x="2732609" y="2725446"/>
                  </a:lnTo>
                  <a:lnTo>
                    <a:pt x="2810243" y="2699587"/>
                  </a:lnTo>
                  <a:lnTo>
                    <a:pt x="2887877" y="2673007"/>
                  </a:lnTo>
                  <a:lnTo>
                    <a:pt x="2965511" y="2645685"/>
                  </a:lnTo>
                  <a:lnTo>
                    <a:pt x="3043145" y="2617601"/>
                  </a:lnTo>
                  <a:lnTo>
                    <a:pt x="3120779" y="2588734"/>
                  </a:lnTo>
                  <a:lnTo>
                    <a:pt x="3198413" y="2559062"/>
                  </a:lnTo>
                  <a:lnTo>
                    <a:pt x="3276047" y="2528563"/>
                  </a:lnTo>
                  <a:lnTo>
                    <a:pt x="3353681" y="2497213"/>
                  </a:lnTo>
                  <a:lnTo>
                    <a:pt x="3431315" y="2464988"/>
                  </a:lnTo>
                  <a:lnTo>
                    <a:pt x="3508949" y="2431865"/>
                  </a:lnTo>
                  <a:lnTo>
                    <a:pt x="3586583" y="2397818"/>
                  </a:lnTo>
                  <a:lnTo>
                    <a:pt x="3664217" y="2362821"/>
                  </a:lnTo>
                  <a:lnTo>
                    <a:pt x="3741851" y="2326848"/>
                  </a:lnTo>
                  <a:lnTo>
                    <a:pt x="3819485" y="2289873"/>
                  </a:lnTo>
                  <a:lnTo>
                    <a:pt x="3897119" y="2251865"/>
                  </a:lnTo>
                  <a:lnTo>
                    <a:pt x="3974753" y="2212798"/>
                  </a:lnTo>
                  <a:lnTo>
                    <a:pt x="4052387" y="2172641"/>
                  </a:lnTo>
                  <a:lnTo>
                    <a:pt x="4130021" y="2131365"/>
                  </a:lnTo>
                  <a:lnTo>
                    <a:pt x="4207656" y="2088937"/>
                  </a:lnTo>
                  <a:lnTo>
                    <a:pt x="4285290" y="2045326"/>
                  </a:lnTo>
                  <a:lnTo>
                    <a:pt x="4362924" y="2000498"/>
                  </a:lnTo>
                  <a:lnTo>
                    <a:pt x="4440558" y="1954421"/>
                  </a:lnTo>
                  <a:lnTo>
                    <a:pt x="4518192" y="1907058"/>
                  </a:lnTo>
                  <a:lnTo>
                    <a:pt x="4595826" y="1858374"/>
                  </a:lnTo>
                  <a:lnTo>
                    <a:pt x="4673460" y="1808333"/>
                  </a:lnTo>
                  <a:lnTo>
                    <a:pt x="4751094" y="1756895"/>
                  </a:lnTo>
                  <a:lnTo>
                    <a:pt x="4828728" y="1704024"/>
                  </a:lnTo>
                  <a:lnTo>
                    <a:pt x="4906362" y="1649678"/>
                  </a:lnTo>
                  <a:lnTo>
                    <a:pt x="4983996" y="1593816"/>
                  </a:lnTo>
                  <a:lnTo>
                    <a:pt x="5061630" y="1536396"/>
                  </a:lnTo>
                  <a:lnTo>
                    <a:pt x="5139264" y="1477374"/>
                  </a:lnTo>
                  <a:lnTo>
                    <a:pt x="5216898" y="1416707"/>
                  </a:lnTo>
                  <a:lnTo>
                    <a:pt x="5294532" y="1354347"/>
                  </a:lnTo>
                  <a:lnTo>
                    <a:pt x="5372166" y="1290249"/>
                  </a:lnTo>
                  <a:lnTo>
                    <a:pt x="5449800" y="1224363"/>
                  </a:lnTo>
                  <a:lnTo>
                    <a:pt x="5527434" y="1156639"/>
                  </a:lnTo>
                  <a:lnTo>
                    <a:pt x="5605068" y="1087026"/>
                  </a:lnTo>
                  <a:lnTo>
                    <a:pt x="5682702" y="1015472"/>
                  </a:lnTo>
                  <a:lnTo>
                    <a:pt x="5760336" y="941922"/>
                  </a:lnTo>
                  <a:lnTo>
                    <a:pt x="5837970" y="866321"/>
                  </a:lnTo>
                  <a:lnTo>
                    <a:pt x="5915605" y="788612"/>
                  </a:lnTo>
                  <a:lnTo>
                    <a:pt x="5993239" y="708735"/>
                  </a:lnTo>
                  <a:lnTo>
                    <a:pt x="6070873" y="626631"/>
                  </a:lnTo>
                  <a:lnTo>
                    <a:pt x="6148507" y="542236"/>
                  </a:lnTo>
                  <a:lnTo>
                    <a:pt x="6226141" y="455488"/>
                  </a:lnTo>
                  <a:lnTo>
                    <a:pt x="6303775" y="366321"/>
                  </a:lnTo>
                  <a:lnTo>
                    <a:pt x="6381409" y="274667"/>
                  </a:lnTo>
                  <a:lnTo>
                    <a:pt x="6459043" y="180456"/>
                  </a:lnTo>
                  <a:lnTo>
                    <a:pt x="6536677" y="83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1902"/>
              <a:ext cx="7370972" cy="764784"/>
            </a:xfrm>
            <a:custGeom>
              <a:avLst/>
              <a:pathLst>
                <a:path w="7370972" h="764784">
                  <a:moveTo>
                    <a:pt x="7370972" y="764784"/>
                  </a:moveTo>
                  <a:lnTo>
                    <a:pt x="7293338" y="760656"/>
                  </a:lnTo>
                  <a:lnTo>
                    <a:pt x="7215704" y="756343"/>
                  </a:lnTo>
                  <a:lnTo>
                    <a:pt x="7138070" y="751838"/>
                  </a:lnTo>
                  <a:lnTo>
                    <a:pt x="7060436" y="747132"/>
                  </a:lnTo>
                  <a:lnTo>
                    <a:pt x="6982802" y="742216"/>
                  </a:lnTo>
                  <a:lnTo>
                    <a:pt x="6905168" y="737081"/>
                  </a:lnTo>
                  <a:lnTo>
                    <a:pt x="6827534" y="731717"/>
                  </a:lnTo>
                  <a:lnTo>
                    <a:pt x="6749900" y="726113"/>
                  </a:lnTo>
                  <a:lnTo>
                    <a:pt x="6672266" y="720259"/>
                  </a:lnTo>
                  <a:lnTo>
                    <a:pt x="6594632" y="714144"/>
                  </a:lnTo>
                  <a:lnTo>
                    <a:pt x="6516998" y="707756"/>
                  </a:lnTo>
                  <a:lnTo>
                    <a:pt x="6439364" y="701083"/>
                  </a:lnTo>
                  <a:lnTo>
                    <a:pt x="6361730" y="694112"/>
                  </a:lnTo>
                  <a:lnTo>
                    <a:pt x="6284096" y="686830"/>
                  </a:lnTo>
                  <a:lnTo>
                    <a:pt x="6206462" y="679223"/>
                  </a:lnTo>
                  <a:lnTo>
                    <a:pt x="6128827" y="671277"/>
                  </a:lnTo>
                  <a:lnTo>
                    <a:pt x="6051193" y="662976"/>
                  </a:lnTo>
                  <a:lnTo>
                    <a:pt x="5973559" y="654305"/>
                  </a:lnTo>
                  <a:lnTo>
                    <a:pt x="5895925" y="645247"/>
                  </a:lnTo>
                  <a:lnTo>
                    <a:pt x="5818291" y="635785"/>
                  </a:lnTo>
                  <a:lnTo>
                    <a:pt x="5740657" y="625900"/>
                  </a:lnTo>
                  <a:lnTo>
                    <a:pt x="5663023" y="615575"/>
                  </a:lnTo>
                  <a:lnTo>
                    <a:pt x="5585389" y="604788"/>
                  </a:lnTo>
                  <a:lnTo>
                    <a:pt x="5507755" y="593521"/>
                  </a:lnTo>
                  <a:lnTo>
                    <a:pt x="5430121" y="581751"/>
                  </a:lnTo>
                  <a:lnTo>
                    <a:pt x="5352487" y="569455"/>
                  </a:lnTo>
                  <a:lnTo>
                    <a:pt x="5274853" y="556611"/>
                  </a:lnTo>
                  <a:lnTo>
                    <a:pt x="5197219" y="543194"/>
                  </a:lnTo>
                  <a:lnTo>
                    <a:pt x="5119585" y="529178"/>
                  </a:lnTo>
                  <a:lnTo>
                    <a:pt x="5041951" y="514536"/>
                  </a:lnTo>
                  <a:lnTo>
                    <a:pt x="4964317" y="499242"/>
                  </a:lnTo>
                  <a:lnTo>
                    <a:pt x="4886683" y="483264"/>
                  </a:lnTo>
                  <a:lnTo>
                    <a:pt x="4809049" y="466574"/>
                  </a:lnTo>
                  <a:lnTo>
                    <a:pt x="4731415" y="449140"/>
                  </a:lnTo>
                  <a:lnTo>
                    <a:pt x="4653781" y="430927"/>
                  </a:lnTo>
                  <a:lnTo>
                    <a:pt x="4576147" y="411901"/>
                  </a:lnTo>
                  <a:lnTo>
                    <a:pt x="4498513" y="392027"/>
                  </a:lnTo>
                  <a:lnTo>
                    <a:pt x="4420879" y="371266"/>
                  </a:lnTo>
                  <a:lnTo>
                    <a:pt x="4343244" y="349578"/>
                  </a:lnTo>
                  <a:lnTo>
                    <a:pt x="4265610" y="326923"/>
                  </a:lnTo>
                  <a:lnTo>
                    <a:pt x="4187976" y="303257"/>
                  </a:lnTo>
                  <a:lnTo>
                    <a:pt x="4110342" y="278534"/>
                  </a:lnTo>
                  <a:lnTo>
                    <a:pt x="4032708" y="252709"/>
                  </a:lnTo>
                  <a:lnTo>
                    <a:pt x="3955074" y="225731"/>
                  </a:lnTo>
                  <a:lnTo>
                    <a:pt x="3877440" y="197550"/>
                  </a:lnTo>
                  <a:lnTo>
                    <a:pt x="3799806" y="168111"/>
                  </a:lnTo>
                  <a:lnTo>
                    <a:pt x="3722172" y="137358"/>
                  </a:lnTo>
                  <a:lnTo>
                    <a:pt x="3644538" y="105233"/>
                  </a:lnTo>
                  <a:lnTo>
                    <a:pt x="3566904" y="71675"/>
                  </a:lnTo>
                  <a:lnTo>
                    <a:pt x="3489270" y="36619"/>
                  </a:lnTo>
                  <a:lnTo>
                    <a:pt x="3411636" y="0"/>
                  </a:lnTo>
                  <a:lnTo>
                    <a:pt x="3334002" y="3551"/>
                  </a:lnTo>
                  <a:lnTo>
                    <a:pt x="3256368" y="26716"/>
                  </a:lnTo>
                  <a:lnTo>
                    <a:pt x="3178734" y="49252"/>
                  </a:lnTo>
                  <a:lnTo>
                    <a:pt x="3101100" y="71177"/>
                  </a:lnTo>
                  <a:lnTo>
                    <a:pt x="3023466" y="92507"/>
                  </a:lnTo>
                  <a:lnTo>
                    <a:pt x="2945832" y="113258"/>
                  </a:lnTo>
                  <a:lnTo>
                    <a:pt x="2868198" y="133446"/>
                  </a:lnTo>
                  <a:lnTo>
                    <a:pt x="2790564" y="153086"/>
                  </a:lnTo>
                  <a:lnTo>
                    <a:pt x="2712930" y="172194"/>
                  </a:lnTo>
                  <a:lnTo>
                    <a:pt x="2635295" y="190783"/>
                  </a:lnTo>
                  <a:lnTo>
                    <a:pt x="2557661" y="208867"/>
                  </a:lnTo>
                  <a:lnTo>
                    <a:pt x="2480027" y="226461"/>
                  </a:lnTo>
                  <a:lnTo>
                    <a:pt x="2402393" y="243578"/>
                  </a:lnTo>
                  <a:lnTo>
                    <a:pt x="2324759" y="260230"/>
                  </a:lnTo>
                  <a:lnTo>
                    <a:pt x="2247125" y="276431"/>
                  </a:lnTo>
                  <a:lnTo>
                    <a:pt x="2169491" y="292191"/>
                  </a:lnTo>
                  <a:lnTo>
                    <a:pt x="2091857" y="307524"/>
                  </a:lnTo>
                  <a:lnTo>
                    <a:pt x="2014223" y="322442"/>
                  </a:lnTo>
                  <a:lnTo>
                    <a:pt x="1936589" y="336954"/>
                  </a:lnTo>
                  <a:lnTo>
                    <a:pt x="1858955" y="351073"/>
                  </a:lnTo>
                  <a:lnTo>
                    <a:pt x="1781321" y="364808"/>
                  </a:lnTo>
                  <a:lnTo>
                    <a:pt x="1703687" y="378171"/>
                  </a:lnTo>
                  <a:lnTo>
                    <a:pt x="1626053" y="391171"/>
                  </a:lnTo>
                  <a:lnTo>
                    <a:pt x="1548419" y="403819"/>
                  </a:lnTo>
                  <a:lnTo>
                    <a:pt x="1470785" y="416123"/>
                  </a:lnTo>
                  <a:lnTo>
                    <a:pt x="1393151" y="428094"/>
                  </a:lnTo>
                  <a:lnTo>
                    <a:pt x="1315517" y="439739"/>
                  </a:lnTo>
                  <a:lnTo>
                    <a:pt x="1237883" y="451069"/>
                  </a:lnTo>
                  <a:lnTo>
                    <a:pt x="1160249" y="462092"/>
                  </a:lnTo>
                  <a:lnTo>
                    <a:pt x="1082615" y="472815"/>
                  </a:lnTo>
                  <a:lnTo>
                    <a:pt x="1004981" y="483247"/>
                  </a:lnTo>
                  <a:lnTo>
                    <a:pt x="927346" y="493396"/>
                  </a:lnTo>
                  <a:lnTo>
                    <a:pt x="849712" y="503270"/>
                  </a:lnTo>
                  <a:lnTo>
                    <a:pt x="772078" y="512876"/>
                  </a:lnTo>
                  <a:lnTo>
                    <a:pt x="694444" y="522222"/>
                  </a:lnTo>
                  <a:lnTo>
                    <a:pt x="616810" y="531313"/>
                  </a:lnTo>
                  <a:lnTo>
                    <a:pt x="539176" y="540158"/>
                  </a:lnTo>
                  <a:lnTo>
                    <a:pt x="461542" y="548764"/>
                  </a:lnTo>
                  <a:lnTo>
                    <a:pt x="383908" y="557135"/>
                  </a:lnTo>
                  <a:lnTo>
                    <a:pt x="306274" y="565280"/>
                  </a:lnTo>
                  <a:lnTo>
                    <a:pt x="228640" y="573203"/>
                  </a:lnTo>
                  <a:lnTo>
                    <a:pt x="151006" y="580912"/>
                  </a:lnTo>
                  <a:lnTo>
                    <a:pt x="73372" y="588411"/>
                  </a:lnTo>
                  <a:lnTo>
                    <a:pt x="0" y="595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12444"/>
              <a:ext cx="7370972" cy="662126"/>
            </a:xfrm>
            <a:custGeom>
              <a:avLst/>
              <a:pathLst>
                <a:path w="7370972" h="662126">
                  <a:moveTo>
                    <a:pt x="0" y="0"/>
                  </a:moveTo>
                  <a:lnTo>
                    <a:pt x="73372" y="9402"/>
                  </a:lnTo>
                  <a:lnTo>
                    <a:pt x="151006" y="19271"/>
                  </a:lnTo>
                  <a:lnTo>
                    <a:pt x="228640" y="29061"/>
                  </a:lnTo>
                  <a:lnTo>
                    <a:pt x="306274" y="38771"/>
                  </a:lnTo>
                  <a:lnTo>
                    <a:pt x="383908" y="48404"/>
                  </a:lnTo>
                  <a:lnTo>
                    <a:pt x="461542" y="57959"/>
                  </a:lnTo>
                  <a:lnTo>
                    <a:pt x="539176" y="67438"/>
                  </a:lnTo>
                  <a:lnTo>
                    <a:pt x="616810" y="76840"/>
                  </a:lnTo>
                  <a:lnTo>
                    <a:pt x="694444" y="86167"/>
                  </a:lnTo>
                  <a:lnTo>
                    <a:pt x="772078" y="95418"/>
                  </a:lnTo>
                  <a:lnTo>
                    <a:pt x="849712" y="104596"/>
                  </a:lnTo>
                  <a:lnTo>
                    <a:pt x="927346" y="113699"/>
                  </a:lnTo>
                  <a:lnTo>
                    <a:pt x="1004981" y="122729"/>
                  </a:lnTo>
                  <a:lnTo>
                    <a:pt x="1082615" y="131687"/>
                  </a:lnTo>
                  <a:lnTo>
                    <a:pt x="1160249" y="140573"/>
                  </a:lnTo>
                  <a:lnTo>
                    <a:pt x="1237883" y="149387"/>
                  </a:lnTo>
                  <a:lnTo>
                    <a:pt x="1315517" y="158130"/>
                  </a:lnTo>
                  <a:lnTo>
                    <a:pt x="1393151" y="166803"/>
                  </a:lnTo>
                  <a:lnTo>
                    <a:pt x="1470785" y="175406"/>
                  </a:lnTo>
                  <a:lnTo>
                    <a:pt x="1548419" y="183940"/>
                  </a:lnTo>
                  <a:lnTo>
                    <a:pt x="1626053" y="192406"/>
                  </a:lnTo>
                  <a:lnTo>
                    <a:pt x="1703687" y="200803"/>
                  </a:lnTo>
                  <a:lnTo>
                    <a:pt x="1781321" y="209133"/>
                  </a:lnTo>
                  <a:lnTo>
                    <a:pt x="1858955" y="217396"/>
                  </a:lnTo>
                  <a:lnTo>
                    <a:pt x="1936589" y="225592"/>
                  </a:lnTo>
                  <a:lnTo>
                    <a:pt x="2014223" y="233723"/>
                  </a:lnTo>
                  <a:lnTo>
                    <a:pt x="2091857" y="241788"/>
                  </a:lnTo>
                  <a:lnTo>
                    <a:pt x="2169491" y="249789"/>
                  </a:lnTo>
                  <a:lnTo>
                    <a:pt x="2247125" y="257725"/>
                  </a:lnTo>
                  <a:lnTo>
                    <a:pt x="2324759" y="265597"/>
                  </a:lnTo>
                  <a:lnTo>
                    <a:pt x="2402393" y="273406"/>
                  </a:lnTo>
                  <a:lnTo>
                    <a:pt x="2480027" y="281152"/>
                  </a:lnTo>
                  <a:lnTo>
                    <a:pt x="2557661" y="288835"/>
                  </a:lnTo>
                  <a:lnTo>
                    <a:pt x="2635295" y="296458"/>
                  </a:lnTo>
                  <a:lnTo>
                    <a:pt x="2712930" y="304018"/>
                  </a:lnTo>
                  <a:lnTo>
                    <a:pt x="2790564" y="311518"/>
                  </a:lnTo>
                  <a:lnTo>
                    <a:pt x="2868198" y="318958"/>
                  </a:lnTo>
                  <a:lnTo>
                    <a:pt x="2945832" y="326338"/>
                  </a:lnTo>
                  <a:lnTo>
                    <a:pt x="3023466" y="333658"/>
                  </a:lnTo>
                  <a:lnTo>
                    <a:pt x="3101100" y="340920"/>
                  </a:lnTo>
                  <a:lnTo>
                    <a:pt x="3178734" y="348123"/>
                  </a:lnTo>
                  <a:lnTo>
                    <a:pt x="3256368" y="355268"/>
                  </a:lnTo>
                  <a:lnTo>
                    <a:pt x="3334002" y="362356"/>
                  </a:lnTo>
                  <a:lnTo>
                    <a:pt x="3411636" y="369387"/>
                  </a:lnTo>
                  <a:lnTo>
                    <a:pt x="3489270" y="376361"/>
                  </a:lnTo>
                  <a:lnTo>
                    <a:pt x="3566904" y="383280"/>
                  </a:lnTo>
                  <a:lnTo>
                    <a:pt x="3644538" y="390142"/>
                  </a:lnTo>
                  <a:lnTo>
                    <a:pt x="3722172" y="396950"/>
                  </a:lnTo>
                  <a:lnTo>
                    <a:pt x="3799806" y="403702"/>
                  </a:lnTo>
                  <a:lnTo>
                    <a:pt x="3877440" y="410401"/>
                  </a:lnTo>
                  <a:lnTo>
                    <a:pt x="3955074" y="417045"/>
                  </a:lnTo>
                  <a:lnTo>
                    <a:pt x="4032708" y="423637"/>
                  </a:lnTo>
                  <a:lnTo>
                    <a:pt x="4110342" y="430175"/>
                  </a:lnTo>
                  <a:lnTo>
                    <a:pt x="4187976" y="436660"/>
                  </a:lnTo>
                  <a:lnTo>
                    <a:pt x="4265610" y="443094"/>
                  </a:lnTo>
                  <a:lnTo>
                    <a:pt x="4343244" y="449475"/>
                  </a:lnTo>
                  <a:lnTo>
                    <a:pt x="4420879" y="455806"/>
                  </a:lnTo>
                  <a:lnTo>
                    <a:pt x="4498513" y="462085"/>
                  </a:lnTo>
                  <a:lnTo>
                    <a:pt x="4576147" y="468314"/>
                  </a:lnTo>
                  <a:lnTo>
                    <a:pt x="4653781" y="474493"/>
                  </a:lnTo>
                  <a:lnTo>
                    <a:pt x="4731415" y="480622"/>
                  </a:lnTo>
                  <a:lnTo>
                    <a:pt x="4809049" y="486702"/>
                  </a:lnTo>
                  <a:lnTo>
                    <a:pt x="4886683" y="492733"/>
                  </a:lnTo>
                  <a:lnTo>
                    <a:pt x="4964317" y="498716"/>
                  </a:lnTo>
                  <a:lnTo>
                    <a:pt x="5041951" y="504650"/>
                  </a:lnTo>
                  <a:lnTo>
                    <a:pt x="5119585" y="510537"/>
                  </a:lnTo>
                  <a:lnTo>
                    <a:pt x="5197219" y="516376"/>
                  </a:lnTo>
                  <a:lnTo>
                    <a:pt x="5274853" y="522169"/>
                  </a:lnTo>
                  <a:lnTo>
                    <a:pt x="5352487" y="527915"/>
                  </a:lnTo>
                  <a:lnTo>
                    <a:pt x="5430121" y="533614"/>
                  </a:lnTo>
                  <a:lnTo>
                    <a:pt x="5507755" y="539268"/>
                  </a:lnTo>
                  <a:lnTo>
                    <a:pt x="5585389" y="544876"/>
                  </a:lnTo>
                  <a:lnTo>
                    <a:pt x="5663023" y="550440"/>
                  </a:lnTo>
                  <a:lnTo>
                    <a:pt x="5740657" y="555958"/>
                  </a:lnTo>
                  <a:lnTo>
                    <a:pt x="5818291" y="561432"/>
                  </a:lnTo>
                  <a:lnTo>
                    <a:pt x="5895925" y="566863"/>
                  </a:lnTo>
                  <a:lnTo>
                    <a:pt x="5973559" y="572249"/>
                  </a:lnTo>
                  <a:lnTo>
                    <a:pt x="6051193" y="577592"/>
                  </a:lnTo>
                  <a:lnTo>
                    <a:pt x="6128827" y="582892"/>
                  </a:lnTo>
                  <a:lnTo>
                    <a:pt x="6206462" y="588150"/>
                  </a:lnTo>
                  <a:lnTo>
                    <a:pt x="6284096" y="593365"/>
                  </a:lnTo>
                  <a:lnTo>
                    <a:pt x="6361730" y="598539"/>
                  </a:lnTo>
                  <a:lnTo>
                    <a:pt x="6439364" y="603670"/>
                  </a:lnTo>
                  <a:lnTo>
                    <a:pt x="6516998" y="608761"/>
                  </a:lnTo>
                  <a:lnTo>
                    <a:pt x="6594632" y="613811"/>
                  </a:lnTo>
                  <a:lnTo>
                    <a:pt x="6672266" y="618820"/>
                  </a:lnTo>
                  <a:lnTo>
                    <a:pt x="6749900" y="623788"/>
                  </a:lnTo>
                  <a:lnTo>
                    <a:pt x="6827534" y="628717"/>
                  </a:lnTo>
                  <a:lnTo>
                    <a:pt x="6905168" y="633606"/>
                  </a:lnTo>
                  <a:lnTo>
                    <a:pt x="6982802" y="638456"/>
                  </a:lnTo>
                  <a:lnTo>
                    <a:pt x="7060436" y="643267"/>
                  </a:lnTo>
                  <a:lnTo>
                    <a:pt x="7138070" y="648039"/>
                  </a:lnTo>
                  <a:lnTo>
                    <a:pt x="7215704" y="652773"/>
                  </a:lnTo>
                  <a:lnTo>
                    <a:pt x="7293338" y="657468"/>
                  </a:lnTo>
                  <a:lnTo>
                    <a:pt x="7370972" y="6621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2026-05-22T10:32:46Z</dcterms:modified>
  <cp:category/>
</cp:coreProperties>
</file>