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74536"/>
            </a:xfrm>
            <a:custGeom>
              <a:avLst/>
              <a:pathLst>
                <a:path w="7370972" h="3574536">
                  <a:moveTo>
                    <a:pt x="1013528" y="0"/>
                  </a:moveTo>
                  <a:lnTo>
                    <a:pt x="1082615" y="149850"/>
                  </a:lnTo>
                  <a:lnTo>
                    <a:pt x="1160249" y="310517"/>
                  </a:lnTo>
                  <a:lnTo>
                    <a:pt x="1237883" y="463815"/>
                  </a:lnTo>
                  <a:lnTo>
                    <a:pt x="1315517" y="610081"/>
                  </a:lnTo>
                  <a:lnTo>
                    <a:pt x="1393151" y="749638"/>
                  </a:lnTo>
                  <a:lnTo>
                    <a:pt x="1470785" y="882793"/>
                  </a:lnTo>
                  <a:lnTo>
                    <a:pt x="1548419" y="1009841"/>
                  </a:lnTo>
                  <a:lnTo>
                    <a:pt x="1626053" y="1131062"/>
                  </a:lnTo>
                  <a:lnTo>
                    <a:pt x="1703687" y="1246723"/>
                  </a:lnTo>
                  <a:lnTo>
                    <a:pt x="1781321" y="1357078"/>
                  </a:lnTo>
                  <a:lnTo>
                    <a:pt x="1858955" y="1462371"/>
                  </a:lnTo>
                  <a:lnTo>
                    <a:pt x="1936589" y="1562835"/>
                  </a:lnTo>
                  <a:lnTo>
                    <a:pt x="2014223" y="1658691"/>
                  </a:lnTo>
                  <a:lnTo>
                    <a:pt x="2091857" y="1750150"/>
                  </a:lnTo>
                  <a:lnTo>
                    <a:pt x="2169491" y="1837414"/>
                  </a:lnTo>
                  <a:lnTo>
                    <a:pt x="2247125" y="1920676"/>
                  </a:lnTo>
                  <a:lnTo>
                    <a:pt x="2324759" y="2000118"/>
                  </a:lnTo>
                  <a:lnTo>
                    <a:pt x="2402393" y="2075916"/>
                  </a:lnTo>
                  <a:lnTo>
                    <a:pt x="2480027" y="2148238"/>
                  </a:lnTo>
                  <a:lnTo>
                    <a:pt x="2557661" y="2217242"/>
                  </a:lnTo>
                  <a:lnTo>
                    <a:pt x="2635295" y="2283082"/>
                  </a:lnTo>
                  <a:lnTo>
                    <a:pt x="2712930" y="2345901"/>
                  </a:lnTo>
                  <a:lnTo>
                    <a:pt x="2790564" y="2405839"/>
                  </a:lnTo>
                  <a:lnTo>
                    <a:pt x="2868198" y="2463028"/>
                  </a:lnTo>
                  <a:lnTo>
                    <a:pt x="2945832" y="2517593"/>
                  </a:lnTo>
                  <a:lnTo>
                    <a:pt x="3023466" y="2569656"/>
                  </a:lnTo>
                  <a:lnTo>
                    <a:pt x="3101100" y="2619331"/>
                  </a:lnTo>
                  <a:lnTo>
                    <a:pt x="3178734" y="2666727"/>
                  </a:lnTo>
                  <a:lnTo>
                    <a:pt x="3256368" y="2711949"/>
                  </a:lnTo>
                  <a:lnTo>
                    <a:pt x="3334002" y="2755097"/>
                  </a:lnTo>
                  <a:lnTo>
                    <a:pt x="3411636" y="2777844"/>
                  </a:lnTo>
                  <a:lnTo>
                    <a:pt x="3489270" y="2762053"/>
                  </a:lnTo>
                  <a:lnTo>
                    <a:pt x="3566904" y="2745976"/>
                  </a:lnTo>
                  <a:lnTo>
                    <a:pt x="3644538" y="2729610"/>
                  </a:lnTo>
                  <a:lnTo>
                    <a:pt x="3722172" y="2712948"/>
                  </a:lnTo>
                  <a:lnTo>
                    <a:pt x="3799806" y="2695985"/>
                  </a:lnTo>
                  <a:lnTo>
                    <a:pt x="3877440" y="2678716"/>
                  </a:lnTo>
                  <a:lnTo>
                    <a:pt x="3955074" y="2661135"/>
                  </a:lnTo>
                  <a:lnTo>
                    <a:pt x="4032708" y="2643236"/>
                  </a:lnTo>
                  <a:lnTo>
                    <a:pt x="4110342" y="2625015"/>
                  </a:lnTo>
                  <a:lnTo>
                    <a:pt x="4187976" y="2606465"/>
                  </a:lnTo>
                  <a:lnTo>
                    <a:pt x="4265610" y="2587580"/>
                  </a:lnTo>
                  <a:lnTo>
                    <a:pt x="4343244" y="2568354"/>
                  </a:lnTo>
                  <a:lnTo>
                    <a:pt x="4420879" y="2548781"/>
                  </a:lnTo>
                  <a:lnTo>
                    <a:pt x="4498513" y="2528854"/>
                  </a:lnTo>
                  <a:lnTo>
                    <a:pt x="4576147" y="2508568"/>
                  </a:lnTo>
                  <a:lnTo>
                    <a:pt x="4653781" y="2487916"/>
                  </a:lnTo>
                  <a:lnTo>
                    <a:pt x="4731415" y="2466891"/>
                  </a:lnTo>
                  <a:lnTo>
                    <a:pt x="4809049" y="2445486"/>
                  </a:lnTo>
                  <a:lnTo>
                    <a:pt x="4886683" y="2423695"/>
                  </a:lnTo>
                  <a:lnTo>
                    <a:pt x="4964317" y="2401511"/>
                  </a:lnTo>
                  <a:lnTo>
                    <a:pt x="5041951" y="2378926"/>
                  </a:lnTo>
                  <a:lnTo>
                    <a:pt x="5119585" y="2355934"/>
                  </a:lnTo>
                  <a:lnTo>
                    <a:pt x="5197219" y="2332526"/>
                  </a:lnTo>
                  <a:lnTo>
                    <a:pt x="5274853" y="2308696"/>
                  </a:lnTo>
                  <a:lnTo>
                    <a:pt x="5352487" y="2284436"/>
                  </a:lnTo>
                  <a:lnTo>
                    <a:pt x="5430121" y="2259737"/>
                  </a:lnTo>
                  <a:lnTo>
                    <a:pt x="5507755" y="2234593"/>
                  </a:lnTo>
                  <a:lnTo>
                    <a:pt x="5585389" y="2208995"/>
                  </a:lnTo>
                  <a:lnTo>
                    <a:pt x="5663023" y="2182935"/>
                  </a:lnTo>
                  <a:lnTo>
                    <a:pt x="5740657" y="2156405"/>
                  </a:lnTo>
                  <a:lnTo>
                    <a:pt x="5818291" y="2129395"/>
                  </a:lnTo>
                  <a:lnTo>
                    <a:pt x="5895925" y="2101899"/>
                  </a:lnTo>
                  <a:lnTo>
                    <a:pt x="5973559" y="2073905"/>
                  </a:lnTo>
                  <a:lnTo>
                    <a:pt x="6051193" y="2045407"/>
                  </a:lnTo>
                  <a:lnTo>
                    <a:pt x="6128827" y="2016394"/>
                  </a:lnTo>
                  <a:lnTo>
                    <a:pt x="6206462" y="1986857"/>
                  </a:lnTo>
                  <a:lnTo>
                    <a:pt x="6284096" y="1956787"/>
                  </a:lnTo>
                  <a:lnTo>
                    <a:pt x="6361730" y="1926174"/>
                  </a:lnTo>
                  <a:lnTo>
                    <a:pt x="6439364" y="1895009"/>
                  </a:lnTo>
                  <a:lnTo>
                    <a:pt x="6516998" y="1863281"/>
                  </a:lnTo>
                  <a:lnTo>
                    <a:pt x="6594632" y="1830980"/>
                  </a:lnTo>
                  <a:lnTo>
                    <a:pt x="6672266" y="1798096"/>
                  </a:lnTo>
                  <a:lnTo>
                    <a:pt x="6749900" y="1764619"/>
                  </a:lnTo>
                  <a:lnTo>
                    <a:pt x="6827534" y="1730537"/>
                  </a:lnTo>
                  <a:lnTo>
                    <a:pt x="6905168" y="1695840"/>
                  </a:lnTo>
                  <a:lnTo>
                    <a:pt x="6982802" y="1660517"/>
                  </a:lnTo>
                  <a:lnTo>
                    <a:pt x="7060436" y="1624556"/>
                  </a:lnTo>
                  <a:lnTo>
                    <a:pt x="7138070" y="1587946"/>
                  </a:lnTo>
                  <a:lnTo>
                    <a:pt x="7215704" y="1550675"/>
                  </a:lnTo>
                  <a:lnTo>
                    <a:pt x="7293338" y="1512731"/>
                  </a:lnTo>
                  <a:lnTo>
                    <a:pt x="7370972" y="1474103"/>
                  </a:lnTo>
                  <a:lnTo>
                    <a:pt x="7370972" y="3574536"/>
                  </a:lnTo>
                  <a:lnTo>
                    <a:pt x="7293338" y="3570781"/>
                  </a:lnTo>
                  <a:lnTo>
                    <a:pt x="7215704" y="3566846"/>
                  </a:lnTo>
                  <a:lnTo>
                    <a:pt x="7138070" y="3562721"/>
                  </a:lnTo>
                  <a:lnTo>
                    <a:pt x="7060436" y="3558398"/>
                  </a:lnTo>
                  <a:lnTo>
                    <a:pt x="6982802" y="3553868"/>
                  </a:lnTo>
                  <a:lnTo>
                    <a:pt x="6905168" y="3549119"/>
                  </a:lnTo>
                  <a:lnTo>
                    <a:pt x="6827534" y="3544143"/>
                  </a:lnTo>
                  <a:lnTo>
                    <a:pt x="6749900" y="3538927"/>
                  </a:lnTo>
                  <a:lnTo>
                    <a:pt x="6672266" y="3533460"/>
                  </a:lnTo>
                  <a:lnTo>
                    <a:pt x="6594632" y="3527730"/>
                  </a:lnTo>
                  <a:lnTo>
                    <a:pt x="6516998" y="3521725"/>
                  </a:lnTo>
                  <a:lnTo>
                    <a:pt x="6439364" y="3515432"/>
                  </a:lnTo>
                  <a:lnTo>
                    <a:pt x="6361730" y="3508835"/>
                  </a:lnTo>
                  <a:lnTo>
                    <a:pt x="6284096" y="3501922"/>
                  </a:lnTo>
                  <a:lnTo>
                    <a:pt x="6206462" y="3494677"/>
                  </a:lnTo>
                  <a:lnTo>
                    <a:pt x="6128827" y="3487083"/>
                  </a:lnTo>
                  <a:lnTo>
                    <a:pt x="6051193" y="3479123"/>
                  </a:lnTo>
                  <a:lnTo>
                    <a:pt x="5973559" y="3470782"/>
                  </a:lnTo>
                  <a:lnTo>
                    <a:pt x="5895925" y="3462039"/>
                  </a:lnTo>
                  <a:lnTo>
                    <a:pt x="5818291" y="3452876"/>
                  </a:lnTo>
                  <a:lnTo>
                    <a:pt x="5740657" y="3443273"/>
                  </a:lnTo>
                  <a:lnTo>
                    <a:pt x="5663023" y="3433208"/>
                  </a:lnTo>
                  <a:lnTo>
                    <a:pt x="5585389" y="3422659"/>
                  </a:lnTo>
                  <a:lnTo>
                    <a:pt x="5507755" y="3411602"/>
                  </a:lnTo>
                  <a:lnTo>
                    <a:pt x="5430121" y="3400015"/>
                  </a:lnTo>
                  <a:lnTo>
                    <a:pt x="5352487" y="3387870"/>
                  </a:lnTo>
                  <a:lnTo>
                    <a:pt x="5274853" y="3375142"/>
                  </a:lnTo>
                  <a:lnTo>
                    <a:pt x="5197219" y="3361801"/>
                  </a:lnTo>
                  <a:lnTo>
                    <a:pt x="5119585" y="3347820"/>
                  </a:lnTo>
                  <a:lnTo>
                    <a:pt x="5041951" y="3333166"/>
                  </a:lnTo>
                  <a:lnTo>
                    <a:pt x="4964317" y="3317807"/>
                  </a:lnTo>
                  <a:lnTo>
                    <a:pt x="4886683" y="3301711"/>
                  </a:lnTo>
                  <a:lnTo>
                    <a:pt x="4809049" y="3284840"/>
                  </a:lnTo>
                  <a:lnTo>
                    <a:pt x="4731415" y="3267159"/>
                  </a:lnTo>
                  <a:lnTo>
                    <a:pt x="4653781" y="3248627"/>
                  </a:lnTo>
                  <a:lnTo>
                    <a:pt x="4576147" y="3229205"/>
                  </a:lnTo>
                  <a:lnTo>
                    <a:pt x="4498513" y="3208849"/>
                  </a:lnTo>
                  <a:lnTo>
                    <a:pt x="4420879" y="3187514"/>
                  </a:lnTo>
                  <a:lnTo>
                    <a:pt x="4343244" y="3165154"/>
                  </a:lnTo>
                  <a:lnTo>
                    <a:pt x="4265610" y="3141719"/>
                  </a:lnTo>
                  <a:lnTo>
                    <a:pt x="4187976" y="3117157"/>
                  </a:lnTo>
                  <a:lnTo>
                    <a:pt x="4110342" y="3091414"/>
                  </a:lnTo>
                  <a:lnTo>
                    <a:pt x="4032708" y="3064434"/>
                  </a:lnTo>
                  <a:lnTo>
                    <a:pt x="3955074" y="3036157"/>
                  </a:lnTo>
                  <a:lnTo>
                    <a:pt x="3877440" y="3006520"/>
                  </a:lnTo>
                  <a:lnTo>
                    <a:pt x="3799806" y="2975459"/>
                  </a:lnTo>
                  <a:lnTo>
                    <a:pt x="3722172" y="2942905"/>
                  </a:lnTo>
                  <a:lnTo>
                    <a:pt x="3644538" y="2908785"/>
                  </a:lnTo>
                  <a:lnTo>
                    <a:pt x="3566904" y="2873025"/>
                  </a:lnTo>
                  <a:lnTo>
                    <a:pt x="3489270" y="2835547"/>
                  </a:lnTo>
                  <a:lnTo>
                    <a:pt x="3411636" y="2796266"/>
                  </a:lnTo>
                  <a:lnTo>
                    <a:pt x="3334002" y="2793356"/>
                  </a:lnTo>
                  <a:lnTo>
                    <a:pt x="3256368" y="2808592"/>
                  </a:lnTo>
                  <a:lnTo>
                    <a:pt x="3178734" y="2823558"/>
                  </a:lnTo>
                  <a:lnTo>
                    <a:pt x="3101100" y="2838259"/>
                  </a:lnTo>
                  <a:lnTo>
                    <a:pt x="3023466" y="2852700"/>
                  </a:lnTo>
                  <a:lnTo>
                    <a:pt x="2945832" y="2866884"/>
                  </a:lnTo>
                  <a:lnTo>
                    <a:pt x="2868198" y="2880816"/>
                  </a:lnTo>
                  <a:lnTo>
                    <a:pt x="2790564" y="2894502"/>
                  </a:lnTo>
                  <a:lnTo>
                    <a:pt x="2712930" y="2907945"/>
                  </a:lnTo>
                  <a:lnTo>
                    <a:pt x="2635295" y="2921149"/>
                  </a:lnTo>
                  <a:lnTo>
                    <a:pt x="2557661" y="2934120"/>
                  </a:lnTo>
                  <a:lnTo>
                    <a:pt x="2480027" y="2946860"/>
                  </a:lnTo>
                  <a:lnTo>
                    <a:pt x="2402393" y="2959375"/>
                  </a:lnTo>
                  <a:lnTo>
                    <a:pt x="2324759" y="2971667"/>
                  </a:lnTo>
                  <a:lnTo>
                    <a:pt x="2247125" y="2983742"/>
                  </a:lnTo>
                  <a:lnTo>
                    <a:pt x="2169491" y="2995603"/>
                  </a:lnTo>
                  <a:lnTo>
                    <a:pt x="2091857" y="3007253"/>
                  </a:lnTo>
                  <a:lnTo>
                    <a:pt x="2014223" y="3018697"/>
                  </a:lnTo>
                  <a:lnTo>
                    <a:pt x="1936589" y="3029937"/>
                  </a:lnTo>
                  <a:lnTo>
                    <a:pt x="1858955" y="3040979"/>
                  </a:lnTo>
                  <a:lnTo>
                    <a:pt x="1781321" y="3051825"/>
                  </a:lnTo>
                  <a:lnTo>
                    <a:pt x="1703687" y="3062478"/>
                  </a:lnTo>
                  <a:lnTo>
                    <a:pt x="1626053" y="3072942"/>
                  </a:lnTo>
                  <a:lnTo>
                    <a:pt x="1548419" y="3083221"/>
                  </a:lnTo>
                  <a:lnTo>
                    <a:pt x="1470785" y="3093318"/>
                  </a:lnTo>
                  <a:lnTo>
                    <a:pt x="1393151" y="3103236"/>
                  </a:lnTo>
                  <a:lnTo>
                    <a:pt x="1315517" y="3112978"/>
                  </a:lnTo>
                  <a:lnTo>
                    <a:pt x="1237883" y="3122547"/>
                  </a:lnTo>
                  <a:lnTo>
                    <a:pt x="1160249" y="3131946"/>
                  </a:lnTo>
                  <a:lnTo>
                    <a:pt x="1082615" y="3141179"/>
                  </a:lnTo>
                  <a:lnTo>
                    <a:pt x="1004981" y="3150248"/>
                  </a:lnTo>
                  <a:lnTo>
                    <a:pt x="927346" y="3159156"/>
                  </a:lnTo>
                  <a:lnTo>
                    <a:pt x="849712" y="3167906"/>
                  </a:lnTo>
                  <a:lnTo>
                    <a:pt x="772078" y="3176501"/>
                  </a:lnTo>
                  <a:lnTo>
                    <a:pt x="694444" y="3184944"/>
                  </a:lnTo>
                  <a:lnTo>
                    <a:pt x="616810" y="3193237"/>
                  </a:lnTo>
                  <a:lnTo>
                    <a:pt x="539176" y="3201383"/>
                  </a:lnTo>
                  <a:lnTo>
                    <a:pt x="461542" y="3209384"/>
                  </a:lnTo>
                  <a:lnTo>
                    <a:pt x="383908" y="3217244"/>
                  </a:lnTo>
                  <a:lnTo>
                    <a:pt x="306274" y="3224964"/>
                  </a:lnTo>
                  <a:lnTo>
                    <a:pt x="228640" y="3232547"/>
                  </a:lnTo>
                  <a:lnTo>
                    <a:pt x="151006" y="3239996"/>
                  </a:lnTo>
                  <a:lnTo>
                    <a:pt x="73372" y="3247313"/>
                  </a:lnTo>
                  <a:lnTo>
                    <a:pt x="0" y="32541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1046" y="1896563"/>
              <a:ext cx="6357444" cy="2777844"/>
            </a:xfrm>
            <a:custGeom>
              <a:avLst/>
              <a:pathLst>
                <a:path w="6357444" h="2777844">
                  <a:moveTo>
                    <a:pt x="0" y="0"/>
                  </a:moveTo>
                  <a:lnTo>
                    <a:pt x="69086" y="149850"/>
                  </a:lnTo>
                  <a:lnTo>
                    <a:pt x="146720" y="310517"/>
                  </a:lnTo>
                  <a:lnTo>
                    <a:pt x="224354" y="463815"/>
                  </a:lnTo>
                  <a:lnTo>
                    <a:pt x="301988" y="610081"/>
                  </a:lnTo>
                  <a:lnTo>
                    <a:pt x="379622" y="749638"/>
                  </a:lnTo>
                  <a:lnTo>
                    <a:pt x="457256" y="882793"/>
                  </a:lnTo>
                  <a:lnTo>
                    <a:pt x="534890" y="1009841"/>
                  </a:lnTo>
                  <a:lnTo>
                    <a:pt x="612524" y="1131062"/>
                  </a:lnTo>
                  <a:lnTo>
                    <a:pt x="690158" y="1246723"/>
                  </a:lnTo>
                  <a:lnTo>
                    <a:pt x="767792" y="1357078"/>
                  </a:lnTo>
                  <a:lnTo>
                    <a:pt x="845426" y="1462371"/>
                  </a:lnTo>
                  <a:lnTo>
                    <a:pt x="923060" y="1562835"/>
                  </a:lnTo>
                  <a:lnTo>
                    <a:pt x="1000694" y="1658691"/>
                  </a:lnTo>
                  <a:lnTo>
                    <a:pt x="1078328" y="1750150"/>
                  </a:lnTo>
                  <a:lnTo>
                    <a:pt x="1155963" y="1837414"/>
                  </a:lnTo>
                  <a:lnTo>
                    <a:pt x="1233597" y="1920676"/>
                  </a:lnTo>
                  <a:lnTo>
                    <a:pt x="1311231" y="2000118"/>
                  </a:lnTo>
                  <a:lnTo>
                    <a:pt x="1388865" y="2075916"/>
                  </a:lnTo>
                  <a:lnTo>
                    <a:pt x="1466499" y="2148238"/>
                  </a:lnTo>
                  <a:lnTo>
                    <a:pt x="1544133" y="2217242"/>
                  </a:lnTo>
                  <a:lnTo>
                    <a:pt x="1621767" y="2283082"/>
                  </a:lnTo>
                  <a:lnTo>
                    <a:pt x="1699401" y="2345901"/>
                  </a:lnTo>
                  <a:lnTo>
                    <a:pt x="1777035" y="2405839"/>
                  </a:lnTo>
                  <a:lnTo>
                    <a:pt x="1854669" y="2463028"/>
                  </a:lnTo>
                  <a:lnTo>
                    <a:pt x="1932303" y="2517593"/>
                  </a:lnTo>
                  <a:lnTo>
                    <a:pt x="2009937" y="2569656"/>
                  </a:lnTo>
                  <a:lnTo>
                    <a:pt x="2087571" y="2619331"/>
                  </a:lnTo>
                  <a:lnTo>
                    <a:pt x="2165205" y="2666727"/>
                  </a:lnTo>
                  <a:lnTo>
                    <a:pt x="2242839" y="2711949"/>
                  </a:lnTo>
                  <a:lnTo>
                    <a:pt x="2320473" y="2755097"/>
                  </a:lnTo>
                  <a:lnTo>
                    <a:pt x="2398107" y="2777844"/>
                  </a:lnTo>
                  <a:lnTo>
                    <a:pt x="2475741" y="2762053"/>
                  </a:lnTo>
                  <a:lnTo>
                    <a:pt x="2553375" y="2745976"/>
                  </a:lnTo>
                  <a:lnTo>
                    <a:pt x="2631009" y="2729610"/>
                  </a:lnTo>
                  <a:lnTo>
                    <a:pt x="2708643" y="2712948"/>
                  </a:lnTo>
                  <a:lnTo>
                    <a:pt x="2786277" y="2695985"/>
                  </a:lnTo>
                  <a:lnTo>
                    <a:pt x="2863912" y="2678716"/>
                  </a:lnTo>
                  <a:lnTo>
                    <a:pt x="2941546" y="2661135"/>
                  </a:lnTo>
                  <a:lnTo>
                    <a:pt x="3019180" y="2643236"/>
                  </a:lnTo>
                  <a:lnTo>
                    <a:pt x="3096814" y="2625015"/>
                  </a:lnTo>
                  <a:lnTo>
                    <a:pt x="3174448" y="2606465"/>
                  </a:lnTo>
                  <a:lnTo>
                    <a:pt x="3252082" y="2587580"/>
                  </a:lnTo>
                  <a:lnTo>
                    <a:pt x="3329716" y="2568354"/>
                  </a:lnTo>
                  <a:lnTo>
                    <a:pt x="3407350" y="2548781"/>
                  </a:lnTo>
                  <a:lnTo>
                    <a:pt x="3484984" y="2528854"/>
                  </a:lnTo>
                  <a:lnTo>
                    <a:pt x="3562618" y="2508568"/>
                  </a:lnTo>
                  <a:lnTo>
                    <a:pt x="3640252" y="2487916"/>
                  </a:lnTo>
                  <a:lnTo>
                    <a:pt x="3717886" y="2466891"/>
                  </a:lnTo>
                  <a:lnTo>
                    <a:pt x="3795520" y="2445486"/>
                  </a:lnTo>
                  <a:lnTo>
                    <a:pt x="3873154" y="2423695"/>
                  </a:lnTo>
                  <a:lnTo>
                    <a:pt x="3950788" y="2401511"/>
                  </a:lnTo>
                  <a:lnTo>
                    <a:pt x="4028422" y="2378926"/>
                  </a:lnTo>
                  <a:lnTo>
                    <a:pt x="4106056" y="2355934"/>
                  </a:lnTo>
                  <a:lnTo>
                    <a:pt x="4183690" y="2332526"/>
                  </a:lnTo>
                  <a:lnTo>
                    <a:pt x="4261324" y="2308696"/>
                  </a:lnTo>
                  <a:lnTo>
                    <a:pt x="4338958" y="2284436"/>
                  </a:lnTo>
                  <a:lnTo>
                    <a:pt x="4416592" y="2259737"/>
                  </a:lnTo>
                  <a:lnTo>
                    <a:pt x="4494226" y="2234593"/>
                  </a:lnTo>
                  <a:lnTo>
                    <a:pt x="4571861" y="2208995"/>
                  </a:lnTo>
                  <a:lnTo>
                    <a:pt x="4649495" y="2182935"/>
                  </a:lnTo>
                  <a:lnTo>
                    <a:pt x="4727129" y="2156405"/>
                  </a:lnTo>
                  <a:lnTo>
                    <a:pt x="4804763" y="2129395"/>
                  </a:lnTo>
                  <a:lnTo>
                    <a:pt x="4882397" y="2101899"/>
                  </a:lnTo>
                  <a:lnTo>
                    <a:pt x="4960031" y="2073905"/>
                  </a:lnTo>
                  <a:lnTo>
                    <a:pt x="5037665" y="2045407"/>
                  </a:lnTo>
                  <a:lnTo>
                    <a:pt x="5115299" y="2016394"/>
                  </a:lnTo>
                  <a:lnTo>
                    <a:pt x="5192933" y="1986857"/>
                  </a:lnTo>
                  <a:lnTo>
                    <a:pt x="5270567" y="1956787"/>
                  </a:lnTo>
                  <a:lnTo>
                    <a:pt x="5348201" y="1926174"/>
                  </a:lnTo>
                  <a:lnTo>
                    <a:pt x="5425835" y="1895009"/>
                  </a:lnTo>
                  <a:lnTo>
                    <a:pt x="5503469" y="1863281"/>
                  </a:lnTo>
                  <a:lnTo>
                    <a:pt x="5581103" y="1830980"/>
                  </a:lnTo>
                  <a:lnTo>
                    <a:pt x="5658737" y="1798096"/>
                  </a:lnTo>
                  <a:lnTo>
                    <a:pt x="5736371" y="1764619"/>
                  </a:lnTo>
                  <a:lnTo>
                    <a:pt x="5814005" y="1730537"/>
                  </a:lnTo>
                  <a:lnTo>
                    <a:pt x="5891639" y="1695840"/>
                  </a:lnTo>
                  <a:lnTo>
                    <a:pt x="5969273" y="1660517"/>
                  </a:lnTo>
                  <a:lnTo>
                    <a:pt x="6046907" y="1624556"/>
                  </a:lnTo>
                  <a:lnTo>
                    <a:pt x="6124541" y="1587946"/>
                  </a:lnTo>
                  <a:lnTo>
                    <a:pt x="6202175" y="1550675"/>
                  </a:lnTo>
                  <a:lnTo>
                    <a:pt x="6279810" y="1512731"/>
                  </a:lnTo>
                  <a:lnTo>
                    <a:pt x="6357444" y="1474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19"/>
              <a:ext cx="7370972" cy="781180"/>
            </a:xfrm>
            <a:custGeom>
              <a:avLst/>
              <a:pathLst>
                <a:path w="7370972" h="781180">
                  <a:moveTo>
                    <a:pt x="7370972" y="781180"/>
                  </a:moveTo>
                  <a:lnTo>
                    <a:pt x="7293338" y="777425"/>
                  </a:lnTo>
                  <a:lnTo>
                    <a:pt x="7215704" y="773490"/>
                  </a:lnTo>
                  <a:lnTo>
                    <a:pt x="7138070" y="769365"/>
                  </a:lnTo>
                  <a:lnTo>
                    <a:pt x="7060436" y="765042"/>
                  </a:lnTo>
                  <a:lnTo>
                    <a:pt x="6982802" y="760511"/>
                  </a:lnTo>
                  <a:lnTo>
                    <a:pt x="6905168" y="755763"/>
                  </a:lnTo>
                  <a:lnTo>
                    <a:pt x="6827534" y="750786"/>
                  </a:lnTo>
                  <a:lnTo>
                    <a:pt x="6749900" y="745570"/>
                  </a:lnTo>
                  <a:lnTo>
                    <a:pt x="6672266" y="740104"/>
                  </a:lnTo>
                  <a:lnTo>
                    <a:pt x="6594632" y="734374"/>
                  </a:lnTo>
                  <a:lnTo>
                    <a:pt x="6516998" y="728369"/>
                  </a:lnTo>
                  <a:lnTo>
                    <a:pt x="6439364" y="722075"/>
                  </a:lnTo>
                  <a:lnTo>
                    <a:pt x="6361730" y="715479"/>
                  </a:lnTo>
                  <a:lnTo>
                    <a:pt x="6284096" y="708566"/>
                  </a:lnTo>
                  <a:lnTo>
                    <a:pt x="6206462" y="701320"/>
                  </a:lnTo>
                  <a:lnTo>
                    <a:pt x="6128827" y="693726"/>
                  </a:lnTo>
                  <a:lnTo>
                    <a:pt x="6051193" y="685767"/>
                  </a:lnTo>
                  <a:lnTo>
                    <a:pt x="5973559" y="677425"/>
                  </a:lnTo>
                  <a:lnTo>
                    <a:pt x="5895925" y="668683"/>
                  </a:lnTo>
                  <a:lnTo>
                    <a:pt x="5818291" y="659520"/>
                  </a:lnTo>
                  <a:lnTo>
                    <a:pt x="5740657" y="649916"/>
                  </a:lnTo>
                  <a:lnTo>
                    <a:pt x="5663023" y="639851"/>
                  </a:lnTo>
                  <a:lnTo>
                    <a:pt x="5585389" y="629302"/>
                  </a:lnTo>
                  <a:lnTo>
                    <a:pt x="5507755" y="618246"/>
                  </a:lnTo>
                  <a:lnTo>
                    <a:pt x="5430121" y="606659"/>
                  </a:lnTo>
                  <a:lnTo>
                    <a:pt x="5352487" y="594514"/>
                  </a:lnTo>
                  <a:lnTo>
                    <a:pt x="5274853" y="581785"/>
                  </a:lnTo>
                  <a:lnTo>
                    <a:pt x="5197219" y="568445"/>
                  </a:lnTo>
                  <a:lnTo>
                    <a:pt x="5119585" y="554463"/>
                  </a:lnTo>
                  <a:lnTo>
                    <a:pt x="5041951" y="539809"/>
                  </a:lnTo>
                  <a:lnTo>
                    <a:pt x="4964317" y="524451"/>
                  </a:lnTo>
                  <a:lnTo>
                    <a:pt x="4886683" y="508354"/>
                  </a:lnTo>
                  <a:lnTo>
                    <a:pt x="4809049" y="491484"/>
                  </a:lnTo>
                  <a:lnTo>
                    <a:pt x="4731415" y="473802"/>
                  </a:lnTo>
                  <a:lnTo>
                    <a:pt x="4653781" y="455271"/>
                  </a:lnTo>
                  <a:lnTo>
                    <a:pt x="4576147" y="435848"/>
                  </a:lnTo>
                  <a:lnTo>
                    <a:pt x="4498513" y="415492"/>
                  </a:lnTo>
                  <a:lnTo>
                    <a:pt x="4420879" y="394158"/>
                  </a:lnTo>
                  <a:lnTo>
                    <a:pt x="4343244" y="371797"/>
                  </a:lnTo>
                  <a:lnTo>
                    <a:pt x="4265610" y="348362"/>
                  </a:lnTo>
                  <a:lnTo>
                    <a:pt x="4187976" y="323800"/>
                  </a:lnTo>
                  <a:lnTo>
                    <a:pt x="4110342" y="298058"/>
                  </a:lnTo>
                  <a:lnTo>
                    <a:pt x="4032708" y="271078"/>
                  </a:lnTo>
                  <a:lnTo>
                    <a:pt x="3955074" y="242801"/>
                  </a:lnTo>
                  <a:lnTo>
                    <a:pt x="3877440" y="213164"/>
                  </a:lnTo>
                  <a:lnTo>
                    <a:pt x="3799806" y="182103"/>
                  </a:lnTo>
                  <a:lnTo>
                    <a:pt x="3722172" y="149548"/>
                  </a:lnTo>
                  <a:lnTo>
                    <a:pt x="3644538" y="115429"/>
                  </a:lnTo>
                  <a:lnTo>
                    <a:pt x="3566904" y="79669"/>
                  </a:lnTo>
                  <a:lnTo>
                    <a:pt x="3489270" y="42190"/>
                  </a:lnTo>
                  <a:lnTo>
                    <a:pt x="3411636" y="2910"/>
                  </a:lnTo>
                  <a:lnTo>
                    <a:pt x="3334002" y="0"/>
                  </a:lnTo>
                  <a:lnTo>
                    <a:pt x="3256368" y="15236"/>
                  </a:lnTo>
                  <a:lnTo>
                    <a:pt x="3178734" y="30202"/>
                  </a:lnTo>
                  <a:lnTo>
                    <a:pt x="3101100" y="44903"/>
                  </a:lnTo>
                  <a:lnTo>
                    <a:pt x="3023466" y="59343"/>
                  </a:lnTo>
                  <a:lnTo>
                    <a:pt x="2945832" y="73527"/>
                  </a:lnTo>
                  <a:lnTo>
                    <a:pt x="2868198" y="87460"/>
                  </a:lnTo>
                  <a:lnTo>
                    <a:pt x="2790564" y="101146"/>
                  </a:lnTo>
                  <a:lnTo>
                    <a:pt x="2712930" y="114589"/>
                  </a:lnTo>
                  <a:lnTo>
                    <a:pt x="2635295" y="127793"/>
                  </a:lnTo>
                  <a:lnTo>
                    <a:pt x="2557661" y="140764"/>
                  </a:lnTo>
                  <a:lnTo>
                    <a:pt x="2480027" y="153504"/>
                  </a:lnTo>
                  <a:lnTo>
                    <a:pt x="2402393" y="166019"/>
                  </a:lnTo>
                  <a:lnTo>
                    <a:pt x="2324759" y="178311"/>
                  </a:lnTo>
                  <a:lnTo>
                    <a:pt x="2247125" y="190386"/>
                  </a:lnTo>
                  <a:lnTo>
                    <a:pt x="2169491" y="202246"/>
                  </a:lnTo>
                  <a:lnTo>
                    <a:pt x="2091857" y="213897"/>
                  </a:lnTo>
                  <a:lnTo>
                    <a:pt x="2014223" y="225340"/>
                  </a:lnTo>
                  <a:lnTo>
                    <a:pt x="1936589" y="236581"/>
                  </a:lnTo>
                  <a:lnTo>
                    <a:pt x="1858955" y="247623"/>
                  </a:lnTo>
                  <a:lnTo>
                    <a:pt x="1781321" y="258468"/>
                  </a:lnTo>
                  <a:lnTo>
                    <a:pt x="1703687" y="269122"/>
                  </a:lnTo>
                  <a:lnTo>
                    <a:pt x="1626053" y="279586"/>
                  </a:lnTo>
                  <a:lnTo>
                    <a:pt x="1548419" y="289865"/>
                  </a:lnTo>
                  <a:lnTo>
                    <a:pt x="1470785" y="299962"/>
                  </a:lnTo>
                  <a:lnTo>
                    <a:pt x="1393151" y="309879"/>
                  </a:lnTo>
                  <a:lnTo>
                    <a:pt x="1315517" y="319621"/>
                  </a:lnTo>
                  <a:lnTo>
                    <a:pt x="1237883" y="329190"/>
                  </a:lnTo>
                  <a:lnTo>
                    <a:pt x="1160249" y="338590"/>
                  </a:lnTo>
                  <a:lnTo>
                    <a:pt x="1082615" y="347822"/>
                  </a:lnTo>
                  <a:lnTo>
                    <a:pt x="1004981" y="356891"/>
                  </a:lnTo>
                  <a:lnTo>
                    <a:pt x="927346" y="365799"/>
                  </a:lnTo>
                  <a:lnTo>
                    <a:pt x="849712" y="374550"/>
                  </a:lnTo>
                  <a:lnTo>
                    <a:pt x="772078" y="383145"/>
                  </a:lnTo>
                  <a:lnTo>
                    <a:pt x="694444" y="391587"/>
                  </a:lnTo>
                  <a:lnTo>
                    <a:pt x="616810" y="399880"/>
                  </a:lnTo>
                  <a:lnTo>
                    <a:pt x="539176" y="408026"/>
                  </a:lnTo>
                  <a:lnTo>
                    <a:pt x="461542" y="416028"/>
                  </a:lnTo>
                  <a:lnTo>
                    <a:pt x="383908" y="423888"/>
                  </a:lnTo>
                  <a:lnTo>
                    <a:pt x="306274" y="431608"/>
                  </a:lnTo>
                  <a:lnTo>
                    <a:pt x="228640" y="439191"/>
                  </a:lnTo>
                  <a:lnTo>
                    <a:pt x="151006" y="446640"/>
                  </a:lnTo>
                  <a:lnTo>
                    <a:pt x="73372" y="453957"/>
                  </a:lnTo>
                  <a:lnTo>
                    <a:pt x="0" y="460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0036"/>
              <a:ext cx="7370972" cy="1226666"/>
            </a:xfrm>
            <a:custGeom>
              <a:avLst/>
              <a:pathLst>
                <a:path w="7370972" h="1226666">
                  <a:moveTo>
                    <a:pt x="0" y="0"/>
                  </a:moveTo>
                  <a:lnTo>
                    <a:pt x="73372" y="22367"/>
                  </a:lnTo>
                  <a:lnTo>
                    <a:pt x="151006" y="45691"/>
                  </a:lnTo>
                  <a:lnTo>
                    <a:pt x="228640" y="68679"/>
                  </a:lnTo>
                  <a:lnTo>
                    <a:pt x="306274" y="91336"/>
                  </a:lnTo>
                  <a:lnTo>
                    <a:pt x="383908" y="113666"/>
                  </a:lnTo>
                  <a:lnTo>
                    <a:pt x="461542" y="135673"/>
                  </a:lnTo>
                  <a:lnTo>
                    <a:pt x="539176" y="157363"/>
                  </a:lnTo>
                  <a:lnTo>
                    <a:pt x="616810" y="178741"/>
                  </a:lnTo>
                  <a:lnTo>
                    <a:pt x="694444" y="199809"/>
                  </a:lnTo>
                  <a:lnTo>
                    <a:pt x="772078" y="220574"/>
                  </a:lnTo>
                  <a:lnTo>
                    <a:pt x="849712" y="241039"/>
                  </a:lnTo>
                  <a:lnTo>
                    <a:pt x="927346" y="261209"/>
                  </a:lnTo>
                  <a:lnTo>
                    <a:pt x="1004981" y="281088"/>
                  </a:lnTo>
                  <a:lnTo>
                    <a:pt x="1082615" y="300681"/>
                  </a:lnTo>
                  <a:lnTo>
                    <a:pt x="1160249" y="319990"/>
                  </a:lnTo>
                  <a:lnTo>
                    <a:pt x="1237883" y="339021"/>
                  </a:lnTo>
                  <a:lnTo>
                    <a:pt x="1315517" y="357778"/>
                  </a:lnTo>
                  <a:lnTo>
                    <a:pt x="1393151" y="376264"/>
                  </a:lnTo>
                  <a:lnTo>
                    <a:pt x="1470785" y="394483"/>
                  </a:lnTo>
                  <a:lnTo>
                    <a:pt x="1548419" y="412439"/>
                  </a:lnTo>
                  <a:lnTo>
                    <a:pt x="1626053" y="430137"/>
                  </a:lnTo>
                  <a:lnTo>
                    <a:pt x="1703687" y="447579"/>
                  </a:lnTo>
                  <a:lnTo>
                    <a:pt x="1781321" y="464769"/>
                  </a:lnTo>
                  <a:lnTo>
                    <a:pt x="1858955" y="481712"/>
                  </a:lnTo>
                  <a:lnTo>
                    <a:pt x="1936589" y="498410"/>
                  </a:lnTo>
                  <a:lnTo>
                    <a:pt x="2014223" y="514867"/>
                  </a:lnTo>
                  <a:lnTo>
                    <a:pt x="2091857" y="531086"/>
                  </a:lnTo>
                  <a:lnTo>
                    <a:pt x="2169491" y="547072"/>
                  </a:lnTo>
                  <a:lnTo>
                    <a:pt x="2247125" y="562827"/>
                  </a:lnTo>
                  <a:lnTo>
                    <a:pt x="2324759" y="578355"/>
                  </a:lnTo>
                  <a:lnTo>
                    <a:pt x="2402393" y="593659"/>
                  </a:lnTo>
                  <a:lnTo>
                    <a:pt x="2480027" y="608742"/>
                  </a:lnTo>
                  <a:lnTo>
                    <a:pt x="2557661" y="623607"/>
                  </a:lnTo>
                  <a:lnTo>
                    <a:pt x="2635295" y="638258"/>
                  </a:lnTo>
                  <a:lnTo>
                    <a:pt x="2712930" y="652698"/>
                  </a:lnTo>
                  <a:lnTo>
                    <a:pt x="2790564" y="666929"/>
                  </a:lnTo>
                  <a:lnTo>
                    <a:pt x="2868198" y="680955"/>
                  </a:lnTo>
                  <a:lnTo>
                    <a:pt x="2945832" y="694778"/>
                  </a:lnTo>
                  <a:lnTo>
                    <a:pt x="3023466" y="708403"/>
                  </a:lnTo>
                  <a:lnTo>
                    <a:pt x="3101100" y="721830"/>
                  </a:lnTo>
                  <a:lnTo>
                    <a:pt x="3178734" y="735064"/>
                  </a:lnTo>
                  <a:lnTo>
                    <a:pt x="3256368" y="748107"/>
                  </a:lnTo>
                  <a:lnTo>
                    <a:pt x="3334002" y="760962"/>
                  </a:lnTo>
                  <a:lnTo>
                    <a:pt x="3411636" y="773632"/>
                  </a:lnTo>
                  <a:lnTo>
                    <a:pt x="3489270" y="786118"/>
                  </a:lnTo>
                  <a:lnTo>
                    <a:pt x="3566904" y="798425"/>
                  </a:lnTo>
                  <a:lnTo>
                    <a:pt x="3644538" y="810554"/>
                  </a:lnTo>
                  <a:lnTo>
                    <a:pt x="3722172" y="822508"/>
                  </a:lnTo>
                  <a:lnTo>
                    <a:pt x="3799806" y="834289"/>
                  </a:lnTo>
                  <a:lnTo>
                    <a:pt x="3877440" y="845901"/>
                  </a:lnTo>
                  <a:lnTo>
                    <a:pt x="3955074" y="857345"/>
                  </a:lnTo>
                  <a:lnTo>
                    <a:pt x="4032708" y="868624"/>
                  </a:lnTo>
                  <a:lnTo>
                    <a:pt x="4110342" y="879740"/>
                  </a:lnTo>
                  <a:lnTo>
                    <a:pt x="4187976" y="890696"/>
                  </a:lnTo>
                  <a:lnTo>
                    <a:pt x="4265610" y="901494"/>
                  </a:lnTo>
                  <a:lnTo>
                    <a:pt x="4343244" y="912136"/>
                  </a:lnTo>
                  <a:lnTo>
                    <a:pt x="4420879" y="922624"/>
                  </a:lnTo>
                  <a:lnTo>
                    <a:pt x="4498513" y="932961"/>
                  </a:lnTo>
                  <a:lnTo>
                    <a:pt x="4576147" y="943149"/>
                  </a:lnTo>
                  <a:lnTo>
                    <a:pt x="4653781" y="953190"/>
                  </a:lnTo>
                  <a:lnTo>
                    <a:pt x="4731415" y="963087"/>
                  </a:lnTo>
                  <a:lnTo>
                    <a:pt x="4809049" y="972840"/>
                  </a:lnTo>
                  <a:lnTo>
                    <a:pt x="4886683" y="982453"/>
                  </a:lnTo>
                  <a:lnTo>
                    <a:pt x="4964317" y="991927"/>
                  </a:lnTo>
                  <a:lnTo>
                    <a:pt x="5041951" y="1001264"/>
                  </a:lnTo>
                  <a:lnTo>
                    <a:pt x="5119585" y="1010467"/>
                  </a:lnTo>
                  <a:lnTo>
                    <a:pt x="5197219" y="1019537"/>
                  </a:lnTo>
                  <a:lnTo>
                    <a:pt x="5274853" y="1028476"/>
                  </a:lnTo>
                  <a:lnTo>
                    <a:pt x="5352487" y="1037286"/>
                  </a:lnTo>
                  <a:lnTo>
                    <a:pt x="5430121" y="1045969"/>
                  </a:lnTo>
                  <a:lnTo>
                    <a:pt x="5507755" y="1054527"/>
                  </a:lnTo>
                  <a:lnTo>
                    <a:pt x="5585389" y="1062961"/>
                  </a:lnTo>
                  <a:lnTo>
                    <a:pt x="5663023" y="1071274"/>
                  </a:lnTo>
                  <a:lnTo>
                    <a:pt x="5740657" y="1079467"/>
                  </a:lnTo>
                  <a:lnTo>
                    <a:pt x="5818291" y="1087541"/>
                  </a:lnTo>
                  <a:lnTo>
                    <a:pt x="5895925" y="1095499"/>
                  </a:lnTo>
                  <a:lnTo>
                    <a:pt x="5973559" y="1103343"/>
                  </a:lnTo>
                  <a:lnTo>
                    <a:pt x="6051193" y="1111073"/>
                  </a:lnTo>
                  <a:lnTo>
                    <a:pt x="6128827" y="1118691"/>
                  </a:lnTo>
                  <a:lnTo>
                    <a:pt x="6206462" y="1126200"/>
                  </a:lnTo>
                  <a:lnTo>
                    <a:pt x="6284096" y="1133600"/>
                  </a:lnTo>
                  <a:lnTo>
                    <a:pt x="6361730" y="1140894"/>
                  </a:lnTo>
                  <a:lnTo>
                    <a:pt x="6439364" y="1148082"/>
                  </a:lnTo>
                  <a:lnTo>
                    <a:pt x="6516998" y="1155167"/>
                  </a:lnTo>
                  <a:lnTo>
                    <a:pt x="6594632" y="1162149"/>
                  </a:lnTo>
                  <a:lnTo>
                    <a:pt x="6672266" y="1169031"/>
                  </a:lnTo>
                  <a:lnTo>
                    <a:pt x="6749900" y="1175813"/>
                  </a:lnTo>
                  <a:lnTo>
                    <a:pt x="6827534" y="1182498"/>
                  </a:lnTo>
                  <a:lnTo>
                    <a:pt x="6905168" y="1189086"/>
                  </a:lnTo>
                  <a:lnTo>
                    <a:pt x="6982802" y="1195579"/>
                  </a:lnTo>
                  <a:lnTo>
                    <a:pt x="7060436" y="1201979"/>
                  </a:lnTo>
                  <a:lnTo>
                    <a:pt x="7138070" y="1208286"/>
                  </a:lnTo>
                  <a:lnTo>
                    <a:pt x="7215704" y="1214502"/>
                  </a:lnTo>
                  <a:lnTo>
                    <a:pt x="7293338" y="1220628"/>
                  </a:lnTo>
                  <a:lnTo>
                    <a:pt x="7370972" y="12266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2026-05-22T09:54:37Z</dcterms:modified>
  <cp:category/>
</cp:coreProperties>
</file>