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383379"/>
            </a:xfrm>
            <a:custGeom>
              <a:avLst/>
              <a:pathLst>
                <a:path w="7370972" h="3383379">
                  <a:moveTo>
                    <a:pt x="678696" y="0"/>
                  </a:moveTo>
                  <a:lnTo>
                    <a:pt x="694444" y="29433"/>
                  </a:lnTo>
                  <a:lnTo>
                    <a:pt x="772078" y="168679"/>
                  </a:lnTo>
                  <a:lnTo>
                    <a:pt x="849712" y="302312"/>
                  </a:lnTo>
                  <a:lnTo>
                    <a:pt x="927346" y="430559"/>
                  </a:lnTo>
                  <a:lnTo>
                    <a:pt x="1004981" y="553635"/>
                  </a:lnTo>
                  <a:lnTo>
                    <a:pt x="1082615" y="671751"/>
                  </a:lnTo>
                  <a:lnTo>
                    <a:pt x="1160249" y="785105"/>
                  </a:lnTo>
                  <a:lnTo>
                    <a:pt x="1237883" y="893889"/>
                  </a:lnTo>
                  <a:lnTo>
                    <a:pt x="1315517" y="998288"/>
                  </a:lnTo>
                  <a:lnTo>
                    <a:pt x="1393151" y="1098479"/>
                  </a:lnTo>
                  <a:lnTo>
                    <a:pt x="1470785" y="1194632"/>
                  </a:lnTo>
                  <a:lnTo>
                    <a:pt x="1548419" y="1286908"/>
                  </a:lnTo>
                  <a:lnTo>
                    <a:pt x="1626053" y="1375464"/>
                  </a:lnTo>
                  <a:lnTo>
                    <a:pt x="1703687" y="1460451"/>
                  </a:lnTo>
                  <a:lnTo>
                    <a:pt x="1781321" y="1542012"/>
                  </a:lnTo>
                  <a:lnTo>
                    <a:pt x="1858955" y="1620285"/>
                  </a:lnTo>
                  <a:lnTo>
                    <a:pt x="1936589" y="1695402"/>
                  </a:lnTo>
                  <a:lnTo>
                    <a:pt x="2014223" y="1767492"/>
                  </a:lnTo>
                  <a:lnTo>
                    <a:pt x="2091857" y="1836676"/>
                  </a:lnTo>
                  <a:lnTo>
                    <a:pt x="2169491" y="1903070"/>
                  </a:lnTo>
                  <a:lnTo>
                    <a:pt x="2247125" y="1966789"/>
                  </a:lnTo>
                  <a:lnTo>
                    <a:pt x="2324759" y="2027939"/>
                  </a:lnTo>
                  <a:lnTo>
                    <a:pt x="2402393" y="2086624"/>
                  </a:lnTo>
                  <a:lnTo>
                    <a:pt x="2480027" y="2142943"/>
                  </a:lnTo>
                  <a:lnTo>
                    <a:pt x="2557661" y="2196992"/>
                  </a:lnTo>
                  <a:lnTo>
                    <a:pt x="2635295" y="2248862"/>
                  </a:lnTo>
                  <a:lnTo>
                    <a:pt x="2712930" y="2298641"/>
                  </a:lnTo>
                  <a:lnTo>
                    <a:pt x="2790564" y="2346414"/>
                  </a:lnTo>
                  <a:lnTo>
                    <a:pt x="2868198" y="2392261"/>
                  </a:lnTo>
                  <a:lnTo>
                    <a:pt x="2945832" y="2436259"/>
                  </a:lnTo>
                  <a:lnTo>
                    <a:pt x="3023466" y="2478484"/>
                  </a:lnTo>
                  <a:lnTo>
                    <a:pt x="3101100" y="2519007"/>
                  </a:lnTo>
                  <a:lnTo>
                    <a:pt x="3178734" y="2557897"/>
                  </a:lnTo>
                  <a:lnTo>
                    <a:pt x="3256368" y="2595219"/>
                  </a:lnTo>
                  <a:lnTo>
                    <a:pt x="3334002" y="2631036"/>
                  </a:lnTo>
                  <a:lnTo>
                    <a:pt x="3411636" y="2649363"/>
                  </a:lnTo>
                  <a:lnTo>
                    <a:pt x="3489270" y="2634194"/>
                  </a:lnTo>
                  <a:lnTo>
                    <a:pt x="3566904" y="2618749"/>
                  </a:lnTo>
                  <a:lnTo>
                    <a:pt x="3644538" y="2603023"/>
                  </a:lnTo>
                  <a:lnTo>
                    <a:pt x="3722172" y="2587011"/>
                  </a:lnTo>
                  <a:lnTo>
                    <a:pt x="3799806" y="2570708"/>
                  </a:lnTo>
                  <a:lnTo>
                    <a:pt x="3877440" y="2554108"/>
                  </a:lnTo>
                  <a:lnTo>
                    <a:pt x="3955074" y="2537207"/>
                  </a:lnTo>
                  <a:lnTo>
                    <a:pt x="4032708" y="2519999"/>
                  </a:lnTo>
                  <a:lnTo>
                    <a:pt x="4110342" y="2502477"/>
                  </a:lnTo>
                  <a:lnTo>
                    <a:pt x="4187976" y="2484637"/>
                  </a:lnTo>
                  <a:lnTo>
                    <a:pt x="4265610" y="2466473"/>
                  </a:lnTo>
                  <a:lnTo>
                    <a:pt x="4343244" y="2447979"/>
                  </a:lnTo>
                  <a:lnTo>
                    <a:pt x="4420879" y="2429148"/>
                  </a:lnTo>
                  <a:lnTo>
                    <a:pt x="4498513" y="2409975"/>
                  </a:lnTo>
                  <a:lnTo>
                    <a:pt x="4576147" y="2390453"/>
                  </a:lnTo>
                  <a:lnTo>
                    <a:pt x="4653781" y="2370577"/>
                  </a:lnTo>
                  <a:lnTo>
                    <a:pt x="4731415" y="2350339"/>
                  </a:lnTo>
                  <a:lnTo>
                    <a:pt x="4809049" y="2329733"/>
                  </a:lnTo>
                  <a:lnTo>
                    <a:pt x="4886683" y="2308753"/>
                  </a:lnTo>
                  <a:lnTo>
                    <a:pt x="4964317" y="2287391"/>
                  </a:lnTo>
                  <a:lnTo>
                    <a:pt x="5041951" y="2265641"/>
                  </a:lnTo>
                  <a:lnTo>
                    <a:pt x="5119585" y="2243495"/>
                  </a:lnTo>
                  <a:lnTo>
                    <a:pt x="5197219" y="2220947"/>
                  </a:lnTo>
                  <a:lnTo>
                    <a:pt x="5274853" y="2197988"/>
                  </a:lnTo>
                  <a:lnTo>
                    <a:pt x="5352487" y="2174613"/>
                  </a:lnTo>
                  <a:lnTo>
                    <a:pt x="5430121" y="2150812"/>
                  </a:lnTo>
                  <a:lnTo>
                    <a:pt x="5507755" y="2126579"/>
                  </a:lnTo>
                  <a:lnTo>
                    <a:pt x="5585389" y="2101905"/>
                  </a:lnTo>
                  <a:lnTo>
                    <a:pt x="5663023" y="2076783"/>
                  </a:lnTo>
                  <a:lnTo>
                    <a:pt x="5740657" y="2051204"/>
                  </a:lnTo>
                  <a:lnTo>
                    <a:pt x="5818291" y="2025159"/>
                  </a:lnTo>
                  <a:lnTo>
                    <a:pt x="5895925" y="1998642"/>
                  </a:lnTo>
                  <a:lnTo>
                    <a:pt x="5973559" y="1971642"/>
                  </a:lnTo>
                  <a:lnTo>
                    <a:pt x="6051193" y="1944151"/>
                  </a:lnTo>
                  <a:lnTo>
                    <a:pt x="6128827" y="1916161"/>
                  </a:lnTo>
                  <a:lnTo>
                    <a:pt x="6206462" y="1887661"/>
                  </a:lnTo>
                  <a:lnTo>
                    <a:pt x="6284096" y="1858644"/>
                  </a:lnTo>
                  <a:lnTo>
                    <a:pt x="6361730" y="1829099"/>
                  </a:lnTo>
                  <a:lnTo>
                    <a:pt x="6439364" y="1799017"/>
                  </a:lnTo>
                  <a:lnTo>
                    <a:pt x="6516998" y="1768388"/>
                  </a:lnTo>
                  <a:lnTo>
                    <a:pt x="6594632" y="1737202"/>
                  </a:lnTo>
                  <a:lnTo>
                    <a:pt x="6672266" y="1705449"/>
                  </a:lnTo>
                  <a:lnTo>
                    <a:pt x="6749900" y="1673119"/>
                  </a:lnTo>
                  <a:lnTo>
                    <a:pt x="6827534" y="1640201"/>
                  </a:lnTo>
                  <a:lnTo>
                    <a:pt x="6905168" y="1606684"/>
                  </a:lnTo>
                  <a:lnTo>
                    <a:pt x="6982802" y="1572558"/>
                  </a:lnTo>
                  <a:lnTo>
                    <a:pt x="7060436" y="1537812"/>
                  </a:lnTo>
                  <a:lnTo>
                    <a:pt x="7138070" y="1502434"/>
                  </a:lnTo>
                  <a:lnTo>
                    <a:pt x="7215704" y="1466413"/>
                  </a:lnTo>
                  <a:lnTo>
                    <a:pt x="7293338" y="1429737"/>
                  </a:lnTo>
                  <a:lnTo>
                    <a:pt x="7370972" y="1392395"/>
                  </a:lnTo>
                  <a:lnTo>
                    <a:pt x="7370972" y="3383379"/>
                  </a:lnTo>
                  <a:lnTo>
                    <a:pt x="7293338" y="3379163"/>
                  </a:lnTo>
                  <a:lnTo>
                    <a:pt x="7215704" y="3374770"/>
                  </a:lnTo>
                  <a:lnTo>
                    <a:pt x="7138070" y="3370193"/>
                  </a:lnTo>
                  <a:lnTo>
                    <a:pt x="7060436" y="3365423"/>
                  </a:lnTo>
                  <a:lnTo>
                    <a:pt x="6982802" y="3360453"/>
                  </a:lnTo>
                  <a:lnTo>
                    <a:pt x="6905168" y="3355274"/>
                  </a:lnTo>
                  <a:lnTo>
                    <a:pt x="6827534" y="3349878"/>
                  </a:lnTo>
                  <a:lnTo>
                    <a:pt x="6749900" y="3344255"/>
                  </a:lnTo>
                  <a:lnTo>
                    <a:pt x="6672266" y="3338396"/>
                  </a:lnTo>
                  <a:lnTo>
                    <a:pt x="6594632" y="3332291"/>
                  </a:lnTo>
                  <a:lnTo>
                    <a:pt x="6516998" y="3325929"/>
                  </a:lnTo>
                  <a:lnTo>
                    <a:pt x="6439364" y="3319300"/>
                  </a:lnTo>
                  <a:lnTo>
                    <a:pt x="6361730" y="3312392"/>
                  </a:lnTo>
                  <a:lnTo>
                    <a:pt x="6284096" y="3305195"/>
                  </a:lnTo>
                  <a:lnTo>
                    <a:pt x="6206462" y="3297695"/>
                  </a:lnTo>
                  <a:lnTo>
                    <a:pt x="6128827" y="3289880"/>
                  </a:lnTo>
                  <a:lnTo>
                    <a:pt x="6051193" y="3281737"/>
                  </a:lnTo>
                  <a:lnTo>
                    <a:pt x="5973559" y="3273252"/>
                  </a:lnTo>
                  <a:lnTo>
                    <a:pt x="5895925" y="3264410"/>
                  </a:lnTo>
                  <a:lnTo>
                    <a:pt x="5818291" y="3255197"/>
                  </a:lnTo>
                  <a:lnTo>
                    <a:pt x="5740657" y="3245597"/>
                  </a:lnTo>
                  <a:lnTo>
                    <a:pt x="5663023" y="3235594"/>
                  </a:lnTo>
                  <a:lnTo>
                    <a:pt x="5585389" y="3225170"/>
                  </a:lnTo>
                  <a:lnTo>
                    <a:pt x="5507755" y="3214309"/>
                  </a:lnTo>
                  <a:lnTo>
                    <a:pt x="5430121" y="3202991"/>
                  </a:lnTo>
                  <a:lnTo>
                    <a:pt x="5352487" y="3191199"/>
                  </a:lnTo>
                  <a:lnTo>
                    <a:pt x="5274853" y="3178910"/>
                  </a:lnTo>
                  <a:lnTo>
                    <a:pt x="5197219" y="3166106"/>
                  </a:lnTo>
                  <a:lnTo>
                    <a:pt x="5119585" y="3152764"/>
                  </a:lnTo>
                  <a:lnTo>
                    <a:pt x="5041951" y="3138861"/>
                  </a:lnTo>
                  <a:lnTo>
                    <a:pt x="4964317" y="3124375"/>
                  </a:lnTo>
                  <a:lnTo>
                    <a:pt x="4886683" y="3109280"/>
                  </a:lnTo>
                  <a:lnTo>
                    <a:pt x="4809049" y="3093551"/>
                  </a:lnTo>
                  <a:lnTo>
                    <a:pt x="4731415" y="3077161"/>
                  </a:lnTo>
                  <a:lnTo>
                    <a:pt x="4653781" y="3060082"/>
                  </a:lnTo>
                  <a:lnTo>
                    <a:pt x="4576147" y="3042287"/>
                  </a:lnTo>
                  <a:lnTo>
                    <a:pt x="4498513" y="3023744"/>
                  </a:lnTo>
                  <a:lnTo>
                    <a:pt x="4420879" y="3004422"/>
                  </a:lnTo>
                  <a:lnTo>
                    <a:pt x="4343244" y="2984288"/>
                  </a:lnTo>
                  <a:lnTo>
                    <a:pt x="4265610" y="2963309"/>
                  </a:lnTo>
                  <a:lnTo>
                    <a:pt x="4187976" y="2941448"/>
                  </a:lnTo>
                  <a:lnTo>
                    <a:pt x="4110342" y="2918670"/>
                  </a:lnTo>
                  <a:lnTo>
                    <a:pt x="4032708" y="2894934"/>
                  </a:lnTo>
                  <a:lnTo>
                    <a:pt x="3955074" y="2870202"/>
                  </a:lnTo>
                  <a:lnTo>
                    <a:pt x="3877440" y="2844430"/>
                  </a:lnTo>
                  <a:lnTo>
                    <a:pt x="3799806" y="2817576"/>
                  </a:lnTo>
                  <a:lnTo>
                    <a:pt x="3722172" y="2789594"/>
                  </a:lnTo>
                  <a:lnTo>
                    <a:pt x="3644538" y="2760437"/>
                  </a:lnTo>
                  <a:lnTo>
                    <a:pt x="3566904" y="2730055"/>
                  </a:lnTo>
                  <a:lnTo>
                    <a:pt x="3489270" y="2698397"/>
                  </a:lnTo>
                  <a:lnTo>
                    <a:pt x="3411636" y="2665409"/>
                  </a:lnTo>
                  <a:lnTo>
                    <a:pt x="3334002" y="2664262"/>
                  </a:lnTo>
                  <a:lnTo>
                    <a:pt x="3256368" y="2678894"/>
                  </a:lnTo>
                  <a:lnTo>
                    <a:pt x="3178734" y="2693266"/>
                  </a:lnTo>
                  <a:lnTo>
                    <a:pt x="3101100" y="2707380"/>
                  </a:lnTo>
                  <a:lnTo>
                    <a:pt x="3023466" y="2721243"/>
                  </a:lnTo>
                  <a:lnTo>
                    <a:pt x="2945832" y="2734858"/>
                  </a:lnTo>
                  <a:lnTo>
                    <a:pt x="2868198" y="2748230"/>
                  </a:lnTo>
                  <a:lnTo>
                    <a:pt x="2790564" y="2761363"/>
                  </a:lnTo>
                  <a:lnTo>
                    <a:pt x="2712930" y="2774262"/>
                  </a:lnTo>
                  <a:lnTo>
                    <a:pt x="2635295" y="2786930"/>
                  </a:lnTo>
                  <a:lnTo>
                    <a:pt x="2557661" y="2799372"/>
                  </a:lnTo>
                  <a:lnTo>
                    <a:pt x="2480027" y="2811593"/>
                  </a:lnTo>
                  <a:lnTo>
                    <a:pt x="2402393" y="2823594"/>
                  </a:lnTo>
                  <a:lnTo>
                    <a:pt x="2324759" y="2835382"/>
                  </a:lnTo>
                  <a:lnTo>
                    <a:pt x="2247125" y="2846959"/>
                  </a:lnTo>
                  <a:lnTo>
                    <a:pt x="2169491" y="2858329"/>
                  </a:lnTo>
                  <a:lnTo>
                    <a:pt x="2091857" y="2869497"/>
                  </a:lnTo>
                  <a:lnTo>
                    <a:pt x="2014223" y="2880464"/>
                  </a:lnTo>
                  <a:lnTo>
                    <a:pt x="1936589" y="2891237"/>
                  </a:lnTo>
                  <a:lnTo>
                    <a:pt x="1858955" y="2901816"/>
                  </a:lnTo>
                  <a:lnTo>
                    <a:pt x="1781321" y="2912207"/>
                  </a:lnTo>
                  <a:lnTo>
                    <a:pt x="1703687" y="2922412"/>
                  </a:lnTo>
                  <a:lnTo>
                    <a:pt x="1626053" y="2932435"/>
                  </a:lnTo>
                  <a:lnTo>
                    <a:pt x="1548419" y="2942280"/>
                  </a:lnTo>
                  <a:lnTo>
                    <a:pt x="1470785" y="2951948"/>
                  </a:lnTo>
                  <a:lnTo>
                    <a:pt x="1393151" y="2961444"/>
                  </a:lnTo>
                  <a:lnTo>
                    <a:pt x="1315517" y="2970770"/>
                  </a:lnTo>
                  <a:lnTo>
                    <a:pt x="1237883" y="2979929"/>
                  </a:lnTo>
                  <a:lnTo>
                    <a:pt x="1160249" y="2988925"/>
                  </a:lnTo>
                  <a:lnTo>
                    <a:pt x="1082615" y="2997761"/>
                  </a:lnTo>
                  <a:lnTo>
                    <a:pt x="1004981" y="3006438"/>
                  </a:lnTo>
                  <a:lnTo>
                    <a:pt x="927346" y="3014961"/>
                  </a:lnTo>
                  <a:lnTo>
                    <a:pt x="849712" y="3023332"/>
                  </a:lnTo>
                  <a:lnTo>
                    <a:pt x="772078" y="3031553"/>
                  </a:lnTo>
                  <a:lnTo>
                    <a:pt x="694444" y="3039627"/>
                  </a:lnTo>
                  <a:lnTo>
                    <a:pt x="616810" y="3047557"/>
                  </a:lnTo>
                  <a:lnTo>
                    <a:pt x="539176" y="3055346"/>
                  </a:lnTo>
                  <a:lnTo>
                    <a:pt x="461542" y="3062995"/>
                  </a:lnTo>
                  <a:lnTo>
                    <a:pt x="383908" y="3070508"/>
                  </a:lnTo>
                  <a:lnTo>
                    <a:pt x="306274" y="3077887"/>
                  </a:lnTo>
                  <a:lnTo>
                    <a:pt x="228640" y="3085133"/>
                  </a:lnTo>
                  <a:lnTo>
                    <a:pt x="151006" y="3092251"/>
                  </a:lnTo>
                  <a:lnTo>
                    <a:pt x="73372" y="3099241"/>
                  </a:lnTo>
                  <a:lnTo>
                    <a:pt x="0" y="31057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2073503"/>
              <a:ext cx="6692276" cy="2649363"/>
            </a:xfrm>
            <a:custGeom>
              <a:avLst/>
              <a:pathLst>
                <a:path w="6692276" h="2649363">
                  <a:moveTo>
                    <a:pt x="0" y="0"/>
                  </a:moveTo>
                  <a:lnTo>
                    <a:pt x="15748" y="29433"/>
                  </a:lnTo>
                  <a:lnTo>
                    <a:pt x="93382" y="168679"/>
                  </a:lnTo>
                  <a:lnTo>
                    <a:pt x="171016" y="302312"/>
                  </a:lnTo>
                  <a:lnTo>
                    <a:pt x="248650" y="430559"/>
                  </a:lnTo>
                  <a:lnTo>
                    <a:pt x="326284" y="553635"/>
                  </a:lnTo>
                  <a:lnTo>
                    <a:pt x="403918" y="671751"/>
                  </a:lnTo>
                  <a:lnTo>
                    <a:pt x="481552" y="785105"/>
                  </a:lnTo>
                  <a:lnTo>
                    <a:pt x="559186" y="893889"/>
                  </a:lnTo>
                  <a:lnTo>
                    <a:pt x="636820" y="998288"/>
                  </a:lnTo>
                  <a:lnTo>
                    <a:pt x="714454" y="1098479"/>
                  </a:lnTo>
                  <a:lnTo>
                    <a:pt x="792088" y="1194632"/>
                  </a:lnTo>
                  <a:lnTo>
                    <a:pt x="869722" y="1286908"/>
                  </a:lnTo>
                  <a:lnTo>
                    <a:pt x="947357" y="1375464"/>
                  </a:lnTo>
                  <a:lnTo>
                    <a:pt x="1024991" y="1460451"/>
                  </a:lnTo>
                  <a:lnTo>
                    <a:pt x="1102625" y="1542012"/>
                  </a:lnTo>
                  <a:lnTo>
                    <a:pt x="1180259" y="1620285"/>
                  </a:lnTo>
                  <a:lnTo>
                    <a:pt x="1257893" y="1695402"/>
                  </a:lnTo>
                  <a:lnTo>
                    <a:pt x="1335527" y="1767492"/>
                  </a:lnTo>
                  <a:lnTo>
                    <a:pt x="1413161" y="1836676"/>
                  </a:lnTo>
                  <a:lnTo>
                    <a:pt x="1490795" y="1903070"/>
                  </a:lnTo>
                  <a:lnTo>
                    <a:pt x="1568429" y="1966789"/>
                  </a:lnTo>
                  <a:lnTo>
                    <a:pt x="1646063" y="2027939"/>
                  </a:lnTo>
                  <a:lnTo>
                    <a:pt x="1723697" y="2086624"/>
                  </a:lnTo>
                  <a:lnTo>
                    <a:pt x="1801331" y="2142943"/>
                  </a:lnTo>
                  <a:lnTo>
                    <a:pt x="1878965" y="2196992"/>
                  </a:lnTo>
                  <a:lnTo>
                    <a:pt x="1956599" y="2248862"/>
                  </a:lnTo>
                  <a:lnTo>
                    <a:pt x="2034233" y="2298641"/>
                  </a:lnTo>
                  <a:lnTo>
                    <a:pt x="2111867" y="2346414"/>
                  </a:lnTo>
                  <a:lnTo>
                    <a:pt x="2189501" y="2392261"/>
                  </a:lnTo>
                  <a:lnTo>
                    <a:pt x="2267135" y="2436259"/>
                  </a:lnTo>
                  <a:lnTo>
                    <a:pt x="2344769" y="2478484"/>
                  </a:lnTo>
                  <a:lnTo>
                    <a:pt x="2422403" y="2519007"/>
                  </a:lnTo>
                  <a:lnTo>
                    <a:pt x="2500037" y="2557897"/>
                  </a:lnTo>
                  <a:lnTo>
                    <a:pt x="2577671" y="2595219"/>
                  </a:lnTo>
                  <a:lnTo>
                    <a:pt x="2655306" y="2631036"/>
                  </a:lnTo>
                  <a:lnTo>
                    <a:pt x="2732940" y="2649363"/>
                  </a:lnTo>
                  <a:lnTo>
                    <a:pt x="2810574" y="2634194"/>
                  </a:lnTo>
                  <a:lnTo>
                    <a:pt x="2888208" y="2618749"/>
                  </a:lnTo>
                  <a:lnTo>
                    <a:pt x="2965842" y="2603023"/>
                  </a:lnTo>
                  <a:lnTo>
                    <a:pt x="3043476" y="2587011"/>
                  </a:lnTo>
                  <a:lnTo>
                    <a:pt x="3121110" y="2570708"/>
                  </a:lnTo>
                  <a:lnTo>
                    <a:pt x="3198744" y="2554108"/>
                  </a:lnTo>
                  <a:lnTo>
                    <a:pt x="3276378" y="2537207"/>
                  </a:lnTo>
                  <a:lnTo>
                    <a:pt x="3354012" y="2519999"/>
                  </a:lnTo>
                  <a:lnTo>
                    <a:pt x="3431646" y="2502477"/>
                  </a:lnTo>
                  <a:lnTo>
                    <a:pt x="3509280" y="2484637"/>
                  </a:lnTo>
                  <a:lnTo>
                    <a:pt x="3586914" y="2466473"/>
                  </a:lnTo>
                  <a:lnTo>
                    <a:pt x="3664548" y="2447979"/>
                  </a:lnTo>
                  <a:lnTo>
                    <a:pt x="3742182" y="2429148"/>
                  </a:lnTo>
                  <a:lnTo>
                    <a:pt x="3819816" y="2409975"/>
                  </a:lnTo>
                  <a:lnTo>
                    <a:pt x="3897450" y="2390453"/>
                  </a:lnTo>
                  <a:lnTo>
                    <a:pt x="3975084" y="2370577"/>
                  </a:lnTo>
                  <a:lnTo>
                    <a:pt x="4052718" y="2350339"/>
                  </a:lnTo>
                  <a:lnTo>
                    <a:pt x="4130352" y="2329733"/>
                  </a:lnTo>
                  <a:lnTo>
                    <a:pt x="4207986" y="2308753"/>
                  </a:lnTo>
                  <a:lnTo>
                    <a:pt x="4285620" y="2287391"/>
                  </a:lnTo>
                  <a:lnTo>
                    <a:pt x="4363255" y="2265641"/>
                  </a:lnTo>
                  <a:lnTo>
                    <a:pt x="4440889" y="2243495"/>
                  </a:lnTo>
                  <a:lnTo>
                    <a:pt x="4518523" y="2220947"/>
                  </a:lnTo>
                  <a:lnTo>
                    <a:pt x="4596157" y="2197988"/>
                  </a:lnTo>
                  <a:lnTo>
                    <a:pt x="4673791" y="2174613"/>
                  </a:lnTo>
                  <a:lnTo>
                    <a:pt x="4751425" y="2150812"/>
                  </a:lnTo>
                  <a:lnTo>
                    <a:pt x="4829059" y="2126579"/>
                  </a:lnTo>
                  <a:lnTo>
                    <a:pt x="4906693" y="2101905"/>
                  </a:lnTo>
                  <a:lnTo>
                    <a:pt x="4984327" y="2076783"/>
                  </a:lnTo>
                  <a:lnTo>
                    <a:pt x="5061961" y="2051204"/>
                  </a:lnTo>
                  <a:lnTo>
                    <a:pt x="5139595" y="2025159"/>
                  </a:lnTo>
                  <a:lnTo>
                    <a:pt x="5217229" y="1998642"/>
                  </a:lnTo>
                  <a:lnTo>
                    <a:pt x="5294863" y="1971642"/>
                  </a:lnTo>
                  <a:lnTo>
                    <a:pt x="5372497" y="1944151"/>
                  </a:lnTo>
                  <a:lnTo>
                    <a:pt x="5450131" y="1916161"/>
                  </a:lnTo>
                  <a:lnTo>
                    <a:pt x="5527765" y="1887661"/>
                  </a:lnTo>
                  <a:lnTo>
                    <a:pt x="5605399" y="1858644"/>
                  </a:lnTo>
                  <a:lnTo>
                    <a:pt x="5683033" y="1829099"/>
                  </a:lnTo>
                  <a:lnTo>
                    <a:pt x="5760667" y="1799017"/>
                  </a:lnTo>
                  <a:lnTo>
                    <a:pt x="5838301" y="1768388"/>
                  </a:lnTo>
                  <a:lnTo>
                    <a:pt x="5915935" y="1737202"/>
                  </a:lnTo>
                  <a:lnTo>
                    <a:pt x="5993569" y="1705449"/>
                  </a:lnTo>
                  <a:lnTo>
                    <a:pt x="6071204" y="1673119"/>
                  </a:lnTo>
                  <a:lnTo>
                    <a:pt x="6148838" y="1640201"/>
                  </a:lnTo>
                  <a:lnTo>
                    <a:pt x="6226472" y="1606684"/>
                  </a:lnTo>
                  <a:lnTo>
                    <a:pt x="6304106" y="1572558"/>
                  </a:lnTo>
                  <a:lnTo>
                    <a:pt x="6381740" y="1537812"/>
                  </a:lnTo>
                  <a:lnTo>
                    <a:pt x="6459374" y="1502434"/>
                  </a:lnTo>
                  <a:lnTo>
                    <a:pt x="6537008" y="1466413"/>
                  </a:lnTo>
                  <a:lnTo>
                    <a:pt x="6614642" y="1429737"/>
                  </a:lnTo>
                  <a:lnTo>
                    <a:pt x="6692276" y="1392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765"/>
              <a:ext cx="7370972" cy="719117"/>
            </a:xfrm>
            <a:custGeom>
              <a:avLst/>
              <a:pathLst>
                <a:path w="7370972" h="719117">
                  <a:moveTo>
                    <a:pt x="7370972" y="719117"/>
                  </a:moveTo>
                  <a:lnTo>
                    <a:pt x="7293338" y="714901"/>
                  </a:lnTo>
                  <a:lnTo>
                    <a:pt x="7215704" y="710508"/>
                  </a:lnTo>
                  <a:lnTo>
                    <a:pt x="7138070" y="705931"/>
                  </a:lnTo>
                  <a:lnTo>
                    <a:pt x="7060436" y="701161"/>
                  </a:lnTo>
                  <a:lnTo>
                    <a:pt x="6982802" y="696191"/>
                  </a:lnTo>
                  <a:lnTo>
                    <a:pt x="6905168" y="691012"/>
                  </a:lnTo>
                  <a:lnTo>
                    <a:pt x="6827534" y="685616"/>
                  </a:lnTo>
                  <a:lnTo>
                    <a:pt x="6749900" y="679993"/>
                  </a:lnTo>
                  <a:lnTo>
                    <a:pt x="6672266" y="674134"/>
                  </a:lnTo>
                  <a:lnTo>
                    <a:pt x="6594632" y="668028"/>
                  </a:lnTo>
                  <a:lnTo>
                    <a:pt x="6516998" y="661666"/>
                  </a:lnTo>
                  <a:lnTo>
                    <a:pt x="6439364" y="655038"/>
                  </a:lnTo>
                  <a:lnTo>
                    <a:pt x="6361730" y="648130"/>
                  </a:lnTo>
                  <a:lnTo>
                    <a:pt x="6284096" y="640933"/>
                  </a:lnTo>
                  <a:lnTo>
                    <a:pt x="6206462" y="633433"/>
                  </a:lnTo>
                  <a:lnTo>
                    <a:pt x="6128827" y="625618"/>
                  </a:lnTo>
                  <a:lnTo>
                    <a:pt x="6051193" y="617475"/>
                  </a:lnTo>
                  <a:lnTo>
                    <a:pt x="5973559" y="608989"/>
                  </a:lnTo>
                  <a:lnTo>
                    <a:pt x="5895925" y="600148"/>
                  </a:lnTo>
                  <a:lnTo>
                    <a:pt x="5818291" y="590935"/>
                  </a:lnTo>
                  <a:lnTo>
                    <a:pt x="5740657" y="581335"/>
                  </a:lnTo>
                  <a:lnTo>
                    <a:pt x="5663023" y="571331"/>
                  </a:lnTo>
                  <a:lnTo>
                    <a:pt x="5585389" y="560908"/>
                  </a:lnTo>
                  <a:lnTo>
                    <a:pt x="5507755" y="550047"/>
                  </a:lnTo>
                  <a:lnTo>
                    <a:pt x="5430121" y="538729"/>
                  </a:lnTo>
                  <a:lnTo>
                    <a:pt x="5352487" y="526936"/>
                  </a:lnTo>
                  <a:lnTo>
                    <a:pt x="5274853" y="514648"/>
                  </a:lnTo>
                  <a:lnTo>
                    <a:pt x="5197219" y="501844"/>
                  </a:lnTo>
                  <a:lnTo>
                    <a:pt x="5119585" y="488502"/>
                  </a:lnTo>
                  <a:lnTo>
                    <a:pt x="5041951" y="474599"/>
                  </a:lnTo>
                  <a:lnTo>
                    <a:pt x="4964317" y="460112"/>
                  </a:lnTo>
                  <a:lnTo>
                    <a:pt x="4886683" y="445017"/>
                  </a:lnTo>
                  <a:lnTo>
                    <a:pt x="4809049" y="429288"/>
                  </a:lnTo>
                  <a:lnTo>
                    <a:pt x="4731415" y="412898"/>
                  </a:lnTo>
                  <a:lnTo>
                    <a:pt x="4653781" y="395820"/>
                  </a:lnTo>
                  <a:lnTo>
                    <a:pt x="4576147" y="378025"/>
                  </a:lnTo>
                  <a:lnTo>
                    <a:pt x="4498513" y="359481"/>
                  </a:lnTo>
                  <a:lnTo>
                    <a:pt x="4420879" y="340159"/>
                  </a:lnTo>
                  <a:lnTo>
                    <a:pt x="4343244" y="320026"/>
                  </a:lnTo>
                  <a:lnTo>
                    <a:pt x="4265610" y="299047"/>
                  </a:lnTo>
                  <a:lnTo>
                    <a:pt x="4187976" y="277186"/>
                  </a:lnTo>
                  <a:lnTo>
                    <a:pt x="4110342" y="254407"/>
                  </a:lnTo>
                  <a:lnTo>
                    <a:pt x="4032708" y="230672"/>
                  </a:lnTo>
                  <a:lnTo>
                    <a:pt x="3955074" y="205939"/>
                  </a:lnTo>
                  <a:lnTo>
                    <a:pt x="3877440" y="180168"/>
                  </a:lnTo>
                  <a:lnTo>
                    <a:pt x="3799806" y="153314"/>
                  </a:lnTo>
                  <a:lnTo>
                    <a:pt x="3722172" y="125332"/>
                  </a:lnTo>
                  <a:lnTo>
                    <a:pt x="3644538" y="96175"/>
                  </a:lnTo>
                  <a:lnTo>
                    <a:pt x="3566904" y="65793"/>
                  </a:lnTo>
                  <a:lnTo>
                    <a:pt x="3489270" y="34135"/>
                  </a:lnTo>
                  <a:lnTo>
                    <a:pt x="3411636" y="1147"/>
                  </a:lnTo>
                  <a:lnTo>
                    <a:pt x="3334002" y="0"/>
                  </a:lnTo>
                  <a:lnTo>
                    <a:pt x="3256368" y="14632"/>
                  </a:lnTo>
                  <a:lnTo>
                    <a:pt x="3178734" y="29003"/>
                  </a:lnTo>
                  <a:lnTo>
                    <a:pt x="3101100" y="43118"/>
                  </a:lnTo>
                  <a:lnTo>
                    <a:pt x="3023466" y="56981"/>
                  </a:lnTo>
                  <a:lnTo>
                    <a:pt x="2945832" y="70596"/>
                  </a:lnTo>
                  <a:lnTo>
                    <a:pt x="2868198" y="83968"/>
                  </a:lnTo>
                  <a:lnTo>
                    <a:pt x="2790564" y="97101"/>
                  </a:lnTo>
                  <a:lnTo>
                    <a:pt x="2712930" y="110000"/>
                  </a:lnTo>
                  <a:lnTo>
                    <a:pt x="2635295" y="122668"/>
                  </a:lnTo>
                  <a:lnTo>
                    <a:pt x="2557661" y="135110"/>
                  </a:lnTo>
                  <a:lnTo>
                    <a:pt x="2480027" y="147330"/>
                  </a:lnTo>
                  <a:lnTo>
                    <a:pt x="2402393" y="159332"/>
                  </a:lnTo>
                  <a:lnTo>
                    <a:pt x="2324759" y="171120"/>
                  </a:lnTo>
                  <a:lnTo>
                    <a:pt x="2247125" y="182697"/>
                  </a:lnTo>
                  <a:lnTo>
                    <a:pt x="2169491" y="194067"/>
                  </a:lnTo>
                  <a:lnTo>
                    <a:pt x="2091857" y="205234"/>
                  </a:lnTo>
                  <a:lnTo>
                    <a:pt x="2014223" y="216202"/>
                  </a:lnTo>
                  <a:lnTo>
                    <a:pt x="1936589" y="226974"/>
                  </a:lnTo>
                  <a:lnTo>
                    <a:pt x="1858955" y="237554"/>
                  </a:lnTo>
                  <a:lnTo>
                    <a:pt x="1781321" y="247945"/>
                  </a:lnTo>
                  <a:lnTo>
                    <a:pt x="1703687" y="258150"/>
                  </a:lnTo>
                  <a:lnTo>
                    <a:pt x="1626053" y="268173"/>
                  </a:lnTo>
                  <a:lnTo>
                    <a:pt x="1548419" y="278017"/>
                  </a:lnTo>
                  <a:lnTo>
                    <a:pt x="1470785" y="287686"/>
                  </a:lnTo>
                  <a:lnTo>
                    <a:pt x="1393151" y="297181"/>
                  </a:lnTo>
                  <a:lnTo>
                    <a:pt x="1315517" y="306507"/>
                  </a:lnTo>
                  <a:lnTo>
                    <a:pt x="1237883" y="315667"/>
                  </a:lnTo>
                  <a:lnTo>
                    <a:pt x="1160249" y="324663"/>
                  </a:lnTo>
                  <a:lnTo>
                    <a:pt x="1082615" y="333498"/>
                  </a:lnTo>
                  <a:lnTo>
                    <a:pt x="1004981" y="342176"/>
                  </a:lnTo>
                  <a:lnTo>
                    <a:pt x="927346" y="350699"/>
                  </a:lnTo>
                  <a:lnTo>
                    <a:pt x="849712" y="359069"/>
                  </a:lnTo>
                  <a:lnTo>
                    <a:pt x="772078" y="367290"/>
                  </a:lnTo>
                  <a:lnTo>
                    <a:pt x="694444" y="375365"/>
                  </a:lnTo>
                  <a:lnTo>
                    <a:pt x="616810" y="383295"/>
                  </a:lnTo>
                  <a:lnTo>
                    <a:pt x="539176" y="391083"/>
                  </a:lnTo>
                  <a:lnTo>
                    <a:pt x="461542" y="398733"/>
                  </a:lnTo>
                  <a:lnTo>
                    <a:pt x="383908" y="406246"/>
                  </a:lnTo>
                  <a:lnTo>
                    <a:pt x="306274" y="413624"/>
                  </a:lnTo>
                  <a:lnTo>
                    <a:pt x="228640" y="420871"/>
                  </a:lnTo>
                  <a:lnTo>
                    <a:pt x="151006" y="427989"/>
                  </a:lnTo>
                  <a:lnTo>
                    <a:pt x="73372" y="434979"/>
                  </a:lnTo>
                  <a:lnTo>
                    <a:pt x="0" y="4414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83658"/>
              <a:ext cx="7370972" cy="915439"/>
            </a:xfrm>
            <a:custGeom>
              <a:avLst/>
              <a:pathLst>
                <a:path w="7370972" h="915439">
                  <a:moveTo>
                    <a:pt x="0" y="0"/>
                  </a:moveTo>
                  <a:lnTo>
                    <a:pt x="73372" y="14935"/>
                  </a:lnTo>
                  <a:lnTo>
                    <a:pt x="151006" y="30557"/>
                  </a:lnTo>
                  <a:lnTo>
                    <a:pt x="228640" y="45999"/>
                  </a:lnTo>
                  <a:lnTo>
                    <a:pt x="306274" y="61263"/>
                  </a:lnTo>
                  <a:lnTo>
                    <a:pt x="383908" y="76352"/>
                  </a:lnTo>
                  <a:lnTo>
                    <a:pt x="461542" y="91267"/>
                  </a:lnTo>
                  <a:lnTo>
                    <a:pt x="539176" y="106011"/>
                  </a:lnTo>
                  <a:lnTo>
                    <a:pt x="616810" y="120585"/>
                  </a:lnTo>
                  <a:lnTo>
                    <a:pt x="694444" y="134992"/>
                  </a:lnTo>
                  <a:lnTo>
                    <a:pt x="772078" y="149233"/>
                  </a:lnTo>
                  <a:lnTo>
                    <a:pt x="849712" y="163311"/>
                  </a:lnTo>
                  <a:lnTo>
                    <a:pt x="927346" y="177226"/>
                  </a:lnTo>
                  <a:lnTo>
                    <a:pt x="1004981" y="190982"/>
                  </a:lnTo>
                  <a:lnTo>
                    <a:pt x="1082615" y="204579"/>
                  </a:lnTo>
                  <a:lnTo>
                    <a:pt x="1160249" y="218020"/>
                  </a:lnTo>
                  <a:lnTo>
                    <a:pt x="1237883" y="231306"/>
                  </a:lnTo>
                  <a:lnTo>
                    <a:pt x="1315517" y="244440"/>
                  </a:lnTo>
                  <a:lnTo>
                    <a:pt x="1393151" y="257423"/>
                  </a:lnTo>
                  <a:lnTo>
                    <a:pt x="1470785" y="270256"/>
                  </a:lnTo>
                  <a:lnTo>
                    <a:pt x="1548419" y="282942"/>
                  </a:lnTo>
                  <a:lnTo>
                    <a:pt x="1626053" y="295482"/>
                  </a:lnTo>
                  <a:lnTo>
                    <a:pt x="1703687" y="307878"/>
                  </a:lnTo>
                  <a:lnTo>
                    <a:pt x="1781321" y="320131"/>
                  </a:lnTo>
                  <a:lnTo>
                    <a:pt x="1858955" y="332244"/>
                  </a:lnTo>
                  <a:lnTo>
                    <a:pt x="1936589" y="344217"/>
                  </a:lnTo>
                  <a:lnTo>
                    <a:pt x="2014223" y="356052"/>
                  </a:lnTo>
                  <a:lnTo>
                    <a:pt x="2091857" y="367752"/>
                  </a:lnTo>
                  <a:lnTo>
                    <a:pt x="2169491" y="379317"/>
                  </a:lnTo>
                  <a:lnTo>
                    <a:pt x="2247125" y="390749"/>
                  </a:lnTo>
                  <a:lnTo>
                    <a:pt x="2324759" y="402049"/>
                  </a:lnTo>
                  <a:lnTo>
                    <a:pt x="2402393" y="413220"/>
                  </a:lnTo>
                  <a:lnTo>
                    <a:pt x="2480027" y="424262"/>
                  </a:lnTo>
                  <a:lnTo>
                    <a:pt x="2557661" y="435177"/>
                  </a:lnTo>
                  <a:lnTo>
                    <a:pt x="2635295" y="445967"/>
                  </a:lnTo>
                  <a:lnTo>
                    <a:pt x="2712930" y="456632"/>
                  </a:lnTo>
                  <a:lnTo>
                    <a:pt x="2790564" y="467175"/>
                  </a:lnTo>
                  <a:lnTo>
                    <a:pt x="2868198" y="477597"/>
                  </a:lnTo>
                  <a:lnTo>
                    <a:pt x="2945832" y="487899"/>
                  </a:lnTo>
                  <a:lnTo>
                    <a:pt x="3023466" y="498082"/>
                  </a:lnTo>
                  <a:lnTo>
                    <a:pt x="3101100" y="508149"/>
                  </a:lnTo>
                  <a:lnTo>
                    <a:pt x="3178734" y="518099"/>
                  </a:lnTo>
                  <a:lnTo>
                    <a:pt x="3256368" y="527936"/>
                  </a:lnTo>
                  <a:lnTo>
                    <a:pt x="3334002" y="537659"/>
                  </a:lnTo>
                  <a:lnTo>
                    <a:pt x="3411636" y="547270"/>
                  </a:lnTo>
                  <a:lnTo>
                    <a:pt x="3489270" y="556771"/>
                  </a:lnTo>
                  <a:lnTo>
                    <a:pt x="3566904" y="566162"/>
                  </a:lnTo>
                  <a:lnTo>
                    <a:pt x="3644538" y="575446"/>
                  </a:lnTo>
                  <a:lnTo>
                    <a:pt x="3722172" y="584623"/>
                  </a:lnTo>
                  <a:lnTo>
                    <a:pt x="3799806" y="593694"/>
                  </a:lnTo>
                  <a:lnTo>
                    <a:pt x="3877440" y="602661"/>
                  </a:lnTo>
                  <a:lnTo>
                    <a:pt x="3955074" y="611525"/>
                  </a:lnTo>
                  <a:lnTo>
                    <a:pt x="4032708" y="620287"/>
                  </a:lnTo>
                  <a:lnTo>
                    <a:pt x="4110342" y="628949"/>
                  </a:lnTo>
                  <a:lnTo>
                    <a:pt x="4187976" y="637510"/>
                  </a:lnTo>
                  <a:lnTo>
                    <a:pt x="4265610" y="645974"/>
                  </a:lnTo>
                  <a:lnTo>
                    <a:pt x="4343244" y="654340"/>
                  </a:lnTo>
                  <a:lnTo>
                    <a:pt x="4420879" y="662609"/>
                  </a:lnTo>
                  <a:lnTo>
                    <a:pt x="4498513" y="670784"/>
                  </a:lnTo>
                  <a:lnTo>
                    <a:pt x="4576147" y="678865"/>
                  </a:lnTo>
                  <a:lnTo>
                    <a:pt x="4653781" y="686853"/>
                  </a:lnTo>
                  <a:lnTo>
                    <a:pt x="4731415" y="694749"/>
                  </a:lnTo>
                  <a:lnTo>
                    <a:pt x="4809049" y="702554"/>
                  </a:lnTo>
                  <a:lnTo>
                    <a:pt x="4886683" y="710269"/>
                  </a:lnTo>
                  <a:lnTo>
                    <a:pt x="4964317" y="717896"/>
                  </a:lnTo>
                  <a:lnTo>
                    <a:pt x="5041951" y="725435"/>
                  </a:lnTo>
                  <a:lnTo>
                    <a:pt x="5119585" y="732887"/>
                  </a:lnTo>
                  <a:lnTo>
                    <a:pt x="5197219" y="740254"/>
                  </a:lnTo>
                  <a:lnTo>
                    <a:pt x="5274853" y="747536"/>
                  </a:lnTo>
                  <a:lnTo>
                    <a:pt x="5352487" y="754734"/>
                  </a:lnTo>
                  <a:lnTo>
                    <a:pt x="5430121" y="761850"/>
                  </a:lnTo>
                  <a:lnTo>
                    <a:pt x="5507755" y="768883"/>
                  </a:lnTo>
                  <a:lnTo>
                    <a:pt x="5585389" y="775836"/>
                  </a:lnTo>
                  <a:lnTo>
                    <a:pt x="5663023" y="782709"/>
                  </a:lnTo>
                  <a:lnTo>
                    <a:pt x="5740657" y="789503"/>
                  </a:lnTo>
                  <a:lnTo>
                    <a:pt x="5818291" y="796218"/>
                  </a:lnTo>
                  <a:lnTo>
                    <a:pt x="5895925" y="802857"/>
                  </a:lnTo>
                  <a:lnTo>
                    <a:pt x="5973559" y="809419"/>
                  </a:lnTo>
                  <a:lnTo>
                    <a:pt x="6051193" y="815906"/>
                  </a:lnTo>
                  <a:lnTo>
                    <a:pt x="6128827" y="822318"/>
                  </a:lnTo>
                  <a:lnTo>
                    <a:pt x="6206462" y="828656"/>
                  </a:lnTo>
                  <a:lnTo>
                    <a:pt x="6284096" y="834922"/>
                  </a:lnTo>
                  <a:lnTo>
                    <a:pt x="6361730" y="841115"/>
                  </a:lnTo>
                  <a:lnTo>
                    <a:pt x="6439364" y="847238"/>
                  </a:lnTo>
                  <a:lnTo>
                    <a:pt x="6516998" y="853289"/>
                  </a:lnTo>
                  <a:lnTo>
                    <a:pt x="6594632" y="859272"/>
                  </a:lnTo>
                  <a:lnTo>
                    <a:pt x="6672266" y="865185"/>
                  </a:lnTo>
                  <a:lnTo>
                    <a:pt x="6749900" y="871031"/>
                  </a:lnTo>
                  <a:lnTo>
                    <a:pt x="6827534" y="876809"/>
                  </a:lnTo>
                  <a:lnTo>
                    <a:pt x="6905168" y="882521"/>
                  </a:lnTo>
                  <a:lnTo>
                    <a:pt x="6982802" y="888167"/>
                  </a:lnTo>
                  <a:lnTo>
                    <a:pt x="7060436" y="893748"/>
                  </a:lnTo>
                  <a:lnTo>
                    <a:pt x="7138070" y="899266"/>
                  </a:lnTo>
                  <a:lnTo>
                    <a:pt x="7215704" y="904719"/>
                  </a:lnTo>
                  <a:lnTo>
                    <a:pt x="7293338" y="910110"/>
                  </a:lnTo>
                  <a:lnTo>
                    <a:pt x="7370972" y="9154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2026-06-02T08:49:36Z</dcterms:modified>
  <cp:category/>
</cp:coreProperties>
</file>