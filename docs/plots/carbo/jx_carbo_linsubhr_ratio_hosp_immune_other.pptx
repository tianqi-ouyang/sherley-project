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7410"/>
            </a:xfrm>
            <a:custGeom>
              <a:avLst/>
              <a:pathLst>
                <a:path w="7370972" h="3547410">
                  <a:moveTo>
                    <a:pt x="678696" y="0"/>
                  </a:moveTo>
                  <a:lnTo>
                    <a:pt x="694444" y="30860"/>
                  </a:lnTo>
                  <a:lnTo>
                    <a:pt x="772078" y="176857"/>
                  </a:lnTo>
                  <a:lnTo>
                    <a:pt x="849712" y="316969"/>
                  </a:lnTo>
                  <a:lnTo>
                    <a:pt x="927346" y="451433"/>
                  </a:lnTo>
                  <a:lnTo>
                    <a:pt x="1004981" y="580476"/>
                  </a:lnTo>
                  <a:lnTo>
                    <a:pt x="1082615" y="704318"/>
                  </a:lnTo>
                  <a:lnTo>
                    <a:pt x="1160249" y="823168"/>
                  </a:lnTo>
                  <a:lnTo>
                    <a:pt x="1237883" y="937226"/>
                  </a:lnTo>
                  <a:lnTo>
                    <a:pt x="1315517" y="1046687"/>
                  </a:lnTo>
                  <a:lnTo>
                    <a:pt x="1393151" y="1151735"/>
                  </a:lnTo>
                  <a:lnTo>
                    <a:pt x="1470785" y="1252549"/>
                  </a:lnTo>
                  <a:lnTo>
                    <a:pt x="1548419" y="1349299"/>
                  </a:lnTo>
                  <a:lnTo>
                    <a:pt x="1626053" y="1442149"/>
                  </a:lnTo>
                  <a:lnTo>
                    <a:pt x="1703687" y="1531255"/>
                  </a:lnTo>
                  <a:lnTo>
                    <a:pt x="1781321" y="1616770"/>
                  </a:lnTo>
                  <a:lnTo>
                    <a:pt x="1858955" y="1698838"/>
                  </a:lnTo>
                  <a:lnTo>
                    <a:pt x="1936589" y="1777598"/>
                  </a:lnTo>
                  <a:lnTo>
                    <a:pt x="2014223" y="1853182"/>
                  </a:lnTo>
                  <a:lnTo>
                    <a:pt x="2091857" y="1925720"/>
                  </a:lnTo>
                  <a:lnTo>
                    <a:pt x="2169491" y="1995334"/>
                  </a:lnTo>
                  <a:lnTo>
                    <a:pt x="2247125" y="2062142"/>
                  </a:lnTo>
                  <a:lnTo>
                    <a:pt x="2324759" y="2126256"/>
                  </a:lnTo>
                  <a:lnTo>
                    <a:pt x="2402393" y="2187786"/>
                  </a:lnTo>
                  <a:lnTo>
                    <a:pt x="2480027" y="2246836"/>
                  </a:lnTo>
                  <a:lnTo>
                    <a:pt x="2557661" y="2303505"/>
                  </a:lnTo>
                  <a:lnTo>
                    <a:pt x="2635295" y="2357890"/>
                  </a:lnTo>
                  <a:lnTo>
                    <a:pt x="2712930" y="2410082"/>
                  </a:lnTo>
                  <a:lnTo>
                    <a:pt x="2790564" y="2460171"/>
                  </a:lnTo>
                  <a:lnTo>
                    <a:pt x="2868198" y="2508241"/>
                  </a:lnTo>
                  <a:lnTo>
                    <a:pt x="2945832" y="2554373"/>
                  </a:lnTo>
                  <a:lnTo>
                    <a:pt x="3023466" y="2598645"/>
                  </a:lnTo>
                  <a:lnTo>
                    <a:pt x="3101100" y="2641132"/>
                  </a:lnTo>
                  <a:lnTo>
                    <a:pt x="3178734" y="2681907"/>
                  </a:lnTo>
                  <a:lnTo>
                    <a:pt x="3256368" y="2721038"/>
                  </a:lnTo>
                  <a:lnTo>
                    <a:pt x="3334002" y="2758592"/>
                  </a:lnTo>
                  <a:lnTo>
                    <a:pt x="3411636" y="2777808"/>
                  </a:lnTo>
                  <a:lnTo>
                    <a:pt x="3489270" y="2761903"/>
                  </a:lnTo>
                  <a:lnTo>
                    <a:pt x="3566904" y="2745709"/>
                  </a:lnTo>
                  <a:lnTo>
                    <a:pt x="3644538" y="2729221"/>
                  </a:lnTo>
                  <a:lnTo>
                    <a:pt x="3722172" y="2712433"/>
                  </a:lnTo>
                  <a:lnTo>
                    <a:pt x="3799806" y="2695339"/>
                  </a:lnTo>
                  <a:lnTo>
                    <a:pt x="3877440" y="2677935"/>
                  </a:lnTo>
                  <a:lnTo>
                    <a:pt x="3955074" y="2660214"/>
                  </a:lnTo>
                  <a:lnTo>
                    <a:pt x="4032708" y="2642172"/>
                  </a:lnTo>
                  <a:lnTo>
                    <a:pt x="4110342" y="2623801"/>
                  </a:lnTo>
                  <a:lnTo>
                    <a:pt x="4187976" y="2605096"/>
                  </a:lnTo>
                  <a:lnTo>
                    <a:pt x="4265610" y="2586051"/>
                  </a:lnTo>
                  <a:lnTo>
                    <a:pt x="4343244" y="2566660"/>
                  </a:lnTo>
                  <a:lnTo>
                    <a:pt x="4420879" y="2546916"/>
                  </a:lnTo>
                  <a:lnTo>
                    <a:pt x="4498513" y="2526814"/>
                  </a:lnTo>
                  <a:lnTo>
                    <a:pt x="4576147" y="2506346"/>
                  </a:lnTo>
                  <a:lnTo>
                    <a:pt x="4653781" y="2485506"/>
                  </a:lnTo>
                  <a:lnTo>
                    <a:pt x="4731415" y="2464287"/>
                  </a:lnTo>
                  <a:lnTo>
                    <a:pt x="4809049" y="2442682"/>
                  </a:lnTo>
                  <a:lnTo>
                    <a:pt x="4886683" y="2420684"/>
                  </a:lnTo>
                  <a:lnTo>
                    <a:pt x="4964317" y="2398287"/>
                  </a:lnTo>
                  <a:lnTo>
                    <a:pt x="5041951" y="2375482"/>
                  </a:lnTo>
                  <a:lnTo>
                    <a:pt x="5119585" y="2352263"/>
                  </a:lnTo>
                  <a:lnTo>
                    <a:pt x="5197219" y="2328621"/>
                  </a:lnTo>
                  <a:lnTo>
                    <a:pt x="5274853" y="2304550"/>
                  </a:lnTo>
                  <a:lnTo>
                    <a:pt x="5352487" y="2280041"/>
                  </a:lnTo>
                  <a:lnTo>
                    <a:pt x="5430121" y="2255087"/>
                  </a:lnTo>
                  <a:lnTo>
                    <a:pt x="5507755" y="2229678"/>
                  </a:lnTo>
                  <a:lnTo>
                    <a:pt x="5585389" y="2203808"/>
                  </a:lnTo>
                  <a:lnTo>
                    <a:pt x="5663023" y="2177468"/>
                  </a:lnTo>
                  <a:lnTo>
                    <a:pt x="5740657" y="2150649"/>
                  </a:lnTo>
                  <a:lnTo>
                    <a:pt x="5818291" y="2123342"/>
                  </a:lnTo>
                  <a:lnTo>
                    <a:pt x="5895925" y="2095538"/>
                  </a:lnTo>
                  <a:lnTo>
                    <a:pt x="5973559" y="2067230"/>
                  </a:lnTo>
                  <a:lnTo>
                    <a:pt x="6051193" y="2038406"/>
                  </a:lnTo>
                  <a:lnTo>
                    <a:pt x="6128827" y="2009059"/>
                  </a:lnTo>
                  <a:lnTo>
                    <a:pt x="6206462" y="1979178"/>
                  </a:lnTo>
                  <a:lnTo>
                    <a:pt x="6284096" y="1948753"/>
                  </a:lnTo>
                  <a:lnTo>
                    <a:pt x="6361730" y="1917776"/>
                  </a:lnTo>
                  <a:lnTo>
                    <a:pt x="6439364" y="1886235"/>
                  </a:lnTo>
                  <a:lnTo>
                    <a:pt x="6516998" y="1854121"/>
                  </a:lnTo>
                  <a:lnTo>
                    <a:pt x="6594632" y="1821423"/>
                  </a:lnTo>
                  <a:lnTo>
                    <a:pt x="6672266" y="1788131"/>
                  </a:lnTo>
                  <a:lnTo>
                    <a:pt x="6749900" y="1754234"/>
                  </a:lnTo>
                  <a:lnTo>
                    <a:pt x="6827534" y="1719720"/>
                  </a:lnTo>
                  <a:lnTo>
                    <a:pt x="6905168" y="1684578"/>
                  </a:lnTo>
                  <a:lnTo>
                    <a:pt x="6982802" y="1648798"/>
                  </a:lnTo>
                  <a:lnTo>
                    <a:pt x="7060436" y="1612367"/>
                  </a:lnTo>
                  <a:lnTo>
                    <a:pt x="7138070" y="1575274"/>
                  </a:lnTo>
                  <a:lnTo>
                    <a:pt x="7215704" y="1537507"/>
                  </a:lnTo>
                  <a:lnTo>
                    <a:pt x="7293338" y="1499053"/>
                  </a:lnTo>
                  <a:lnTo>
                    <a:pt x="7370972" y="1459900"/>
                  </a:lnTo>
                  <a:lnTo>
                    <a:pt x="7370972" y="3547410"/>
                  </a:lnTo>
                  <a:lnTo>
                    <a:pt x="7293338" y="3542990"/>
                  </a:lnTo>
                  <a:lnTo>
                    <a:pt x="7215704" y="3538384"/>
                  </a:lnTo>
                  <a:lnTo>
                    <a:pt x="7138070" y="3533585"/>
                  </a:lnTo>
                  <a:lnTo>
                    <a:pt x="7060436" y="3528584"/>
                  </a:lnTo>
                  <a:lnTo>
                    <a:pt x="6982802" y="3523373"/>
                  </a:lnTo>
                  <a:lnTo>
                    <a:pt x="6905168" y="3517943"/>
                  </a:lnTo>
                  <a:lnTo>
                    <a:pt x="6827534" y="3512285"/>
                  </a:lnTo>
                  <a:lnTo>
                    <a:pt x="6749900" y="3506389"/>
                  </a:lnTo>
                  <a:lnTo>
                    <a:pt x="6672266" y="3500246"/>
                  </a:lnTo>
                  <a:lnTo>
                    <a:pt x="6594632" y="3493845"/>
                  </a:lnTo>
                  <a:lnTo>
                    <a:pt x="6516998" y="3487174"/>
                  </a:lnTo>
                  <a:lnTo>
                    <a:pt x="6439364" y="3480224"/>
                  </a:lnTo>
                  <a:lnTo>
                    <a:pt x="6361730" y="3472982"/>
                  </a:lnTo>
                  <a:lnTo>
                    <a:pt x="6284096" y="3465435"/>
                  </a:lnTo>
                  <a:lnTo>
                    <a:pt x="6206462" y="3457572"/>
                  </a:lnTo>
                  <a:lnTo>
                    <a:pt x="6128827" y="3449378"/>
                  </a:lnTo>
                  <a:lnTo>
                    <a:pt x="6051193" y="3440840"/>
                  </a:lnTo>
                  <a:lnTo>
                    <a:pt x="5973559" y="3431943"/>
                  </a:lnTo>
                  <a:lnTo>
                    <a:pt x="5895925" y="3422673"/>
                  </a:lnTo>
                  <a:lnTo>
                    <a:pt x="5818291" y="3413013"/>
                  </a:lnTo>
                  <a:lnTo>
                    <a:pt x="5740657" y="3402948"/>
                  </a:lnTo>
                  <a:lnTo>
                    <a:pt x="5663023" y="3392460"/>
                  </a:lnTo>
                  <a:lnTo>
                    <a:pt x="5585389" y="3381531"/>
                  </a:lnTo>
                  <a:lnTo>
                    <a:pt x="5507755" y="3370143"/>
                  </a:lnTo>
                  <a:lnTo>
                    <a:pt x="5430121" y="3358277"/>
                  </a:lnTo>
                  <a:lnTo>
                    <a:pt x="5352487" y="3345912"/>
                  </a:lnTo>
                  <a:lnTo>
                    <a:pt x="5274853" y="3333028"/>
                  </a:lnTo>
                  <a:lnTo>
                    <a:pt x="5197219" y="3319603"/>
                  </a:lnTo>
                  <a:lnTo>
                    <a:pt x="5119585" y="3305614"/>
                  </a:lnTo>
                  <a:lnTo>
                    <a:pt x="5041951" y="3291038"/>
                  </a:lnTo>
                  <a:lnTo>
                    <a:pt x="4964317" y="3275849"/>
                  </a:lnTo>
                  <a:lnTo>
                    <a:pt x="4886683" y="3260022"/>
                  </a:lnTo>
                  <a:lnTo>
                    <a:pt x="4809049" y="3243530"/>
                  </a:lnTo>
                  <a:lnTo>
                    <a:pt x="4731415" y="3226346"/>
                  </a:lnTo>
                  <a:lnTo>
                    <a:pt x="4653781" y="3208440"/>
                  </a:lnTo>
                  <a:lnTo>
                    <a:pt x="4576147" y="3189781"/>
                  </a:lnTo>
                  <a:lnTo>
                    <a:pt x="4498513" y="3170339"/>
                  </a:lnTo>
                  <a:lnTo>
                    <a:pt x="4420879" y="3150080"/>
                  </a:lnTo>
                  <a:lnTo>
                    <a:pt x="4343244" y="3128971"/>
                  </a:lnTo>
                  <a:lnTo>
                    <a:pt x="4265610" y="3106974"/>
                  </a:lnTo>
                  <a:lnTo>
                    <a:pt x="4187976" y="3084054"/>
                  </a:lnTo>
                  <a:lnTo>
                    <a:pt x="4110342" y="3060171"/>
                  </a:lnTo>
                  <a:lnTo>
                    <a:pt x="4032708" y="3035285"/>
                  </a:lnTo>
                  <a:lnTo>
                    <a:pt x="3955074" y="3009353"/>
                  </a:lnTo>
                  <a:lnTo>
                    <a:pt x="3877440" y="2982332"/>
                  </a:lnTo>
                  <a:lnTo>
                    <a:pt x="3799806" y="2954176"/>
                  </a:lnTo>
                  <a:lnTo>
                    <a:pt x="3722172" y="2924838"/>
                  </a:lnTo>
                  <a:lnTo>
                    <a:pt x="3644538" y="2894267"/>
                  </a:lnTo>
                  <a:lnTo>
                    <a:pt x="3566904" y="2862412"/>
                  </a:lnTo>
                  <a:lnTo>
                    <a:pt x="3489270" y="2829219"/>
                  </a:lnTo>
                  <a:lnTo>
                    <a:pt x="3411636" y="2794632"/>
                  </a:lnTo>
                  <a:lnTo>
                    <a:pt x="3334002" y="2793429"/>
                  </a:lnTo>
                  <a:lnTo>
                    <a:pt x="3256368" y="2808771"/>
                  </a:lnTo>
                  <a:lnTo>
                    <a:pt x="3178734" y="2823839"/>
                  </a:lnTo>
                  <a:lnTo>
                    <a:pt x="3101100" y="2838638"/>
                  </a:lnTo>
                  <a:lnTo>
                    <a:pt x="3023466" y="2853173"/>
                  </a:lnTo>
                  <a:lnTo>
                    <a:pt x="2945832" y="2867448"/>
                  </a:lnTo>
                  <a:lnTo>
                    <a:pt x="2868198" y="2881468"/>
                  </a:lnTo>
                  <a:lnTo>
                    <a:pt x="2790564" y="2895238"/>
                  </a:lnTo>
                  <a:lnTo>
                    <a:pt x="2712930" y="2908762"/>
                  </a:lnTo>
                  <a:lnTo>
                    <a:pt x="2635295" y="2922045"/>
                  </a:lnTo>
                  <a:lnTo>
                    <a:pt x="2557661" y="2935090"/>
                  </a:lnTo>
                  <a:lnTo>
                    <a:pt x="2480027" y="2947902"/>
                  </a:lnTo>
                  <a:lnTo>
                    <a:pt x="2402393" y="2960486"/>
                  </a:lnTo>
                  <a:lnTo>
                    <a:pt x="2324759" y="2972845"/>
                  </a:lnTo>
                  <a:lnTo>
                    <a:pt x="2247125" y="2984984"/>
                  </a:lnTo>
                  <a:lnTo>
                    <a:pt x="2169491" y="2996905"/>
                  </a:lnTo>
                  <a:lnTo>
                    <a:pt x="2091857" y="3008614"/>
                  </a:lnTo>
                  <a:lnTo>
                    <a:pt x="2014223" y="3020113"/>
                  </a:lnTo>
                  <a:lnTo>
                    <a:pt x="1936589" y="3031408"/>
                  </a:lnTo>
                  <a:lnTo>
                    <a:pt x="1858955" y="3042500"/>
                  </a:lnTo>
                  <a:lnTo>
                    <a:pt x="1781321" y="3053395"/>
                  </a:lnTo>
                  <a:lnTo>
                    <a:pt x="1703687" y="3064095"/>
                  </a:lnTo>
                  <a:lnTo>
                    <a:pt x="1626053" y="3074604"/>
                  </a:lnTo>
                  <a:lnTo>
                    <a:pt x="1548419" y="3084925"/>
                  </a:lnTo>
                  <a:lnTo>
                    <a:pt x="1470785" y="3095062"/>
                  </a:lnTo>
                  <a:lnTo>
                    <a:pt x="1393151" y="3105018"/>
                  </a:lnTo>
                  <a:lnTo>
                    <a:pt x="1315517" y="3114797"/>
                  </a:lnTo>
                  <a:lnTo>
                    <a:pt x="1237883" y="3124400"/>
                  </a:lnTo>
                  <a:lnTo>
                    <a:pt x="1160249" y="3133833"/>
                  </a:lnTo>
                  <a:lnTo>
                    <a:pt x="1082615" y="3143096"/>
                  </a:lnTo>
                  <a:lnTo>
                    <a:pt x="1004981" y="3152195"/>
                  </a:lnTo>
                  <a:lnTo>
                    <a:pt x="927346" y="3161131"/>
                  </a:lnTo>
                  <a:lnTo>
                    <a:pt x="849712" y="3169907"/>
                  </a:lnTo>
                  <a:lnTo>
                    <a:pt x="772078" y="3178527"/>
                  </a:lnTo>
                  <a:lnTo>
                    <a:pt x="694444" y="3186992"/>
                  </a:lnTo>
                  <a:lnTo>
                    <a:pt x="616810" y="3195307"/>
                  </a:lnTo>
                  <a:lnTo>
                    <a:pt x="539176" y="3203473"/>
                  </a:lnTo>
                  <a:lnTo>
                    <a:pt x="461542" y="3211493"/>
                  </a:lnTo>
                  <a:lnTo>
                    <a:pt x="383908" y="3219370"/>
                  </a:lnTo>
                  <a:lnTo>
                    <a:pt x="306274" y="3227107"/>
                  </a:lnTo>
                  <a:lnTo>
                    <a:pt x="228640" y="3234705"/>
                  </a:lnTo>
                  <a:lnTo>
                    <a:pt x="151006" y="3242168"/>
                  </a:lnTo>
                  <a:lnTo>
                    <a:pt x="73372" y="3249497"/>
                  </a:lnTo>
                  <a:lnTo>
                    <a:pt x="0" y="32563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1896563"/>
              <a:ext cx="6692276" cy="2777808"/>
            </a:xfrm>
            <a:custGeom>
              <a:avLst/>
              <a:pathLst>
                <a:path w="6692276" h="2777808">
                  <a:moveTo>
                    <a:pt x="0" y="0"/>
                  </a:moveTo>
                  <a:lnTo>
                    <a:pt x="15748" y="30860"/>
                  </a:lnTo>
                  <a:lnTo>
                    <a:pt x="93382" y="176857"/>
                  </a:lnTo>
                  <a:lnTo>
                    <a:pt x="171016" y="316969"/>
                  </a:lnTo>
                  <a:lnTo>
                    <a:pt x="248650" y="451433"/>
                  </a:lnTo>
                  <a:lnTo>
                    <a:pt x="326284" y="580476"/>
                  </a:lnTo>
                  <a:lnTo>
                    <a:pt x="403918" y="704318"/>
                  </a:lnTo>
                  <a:lnTo>
                    <a:pt x="481552" y="823168"/>
                  </a:lnTo>
                  <a:lnTo>
                    <a:pt x="559186" y="937226"/>
                  </a:lnTo>
                  <a:lnTo>
                    <a:pt x="636820" y="1046687"/>
                  </a:lnTo>
                  <a:lnTo>
                    <a:pt x="714454" y="1151735"/>
                  </a:lnTo>
                  <a:lnTo>
                    <a:pt x="792088" y="1252549"/>
                  </a:lnTo>
                  <a:lnTo>
                    <a:pt x="869723" y="1349299"/>
                  </a:lnTo>
                  <a:lnTo>
                    <a:pt x="947357" y="1442149"/>
                  </a:lnTo>
                  <a:lnTo>
                    <a:pt x="1024991" y="1531255"/>
                  </a:lnTo>
                  <a:lnTo>
                    <a:pt x="1102625" y="1616770"/>
                  </a:lnTo>
                  <a:lnTo>
                    <a:pt x="1180259" y="1698838"/>
                  </a:lnTo>
                  <a:lnTo>
                    <a:pt x="1257893" y="1777598"/>
                  </a:lnTo>
                  <a:lnTo>
                    <a:pt x="1335527" y="1853182"/>
                  </a:lnTo>
                  <a:lnTo>
                    <a:pt x="1413161" y="1925720"/>
                  </a:lnTo>
                  <a:lnTo>
                    <a:pt x="1490795" y="1995334"/>
                  </a:lnTo>
                  <a:lnTo>
                    <a:pt x="1568429" y="2062142"/>
                  </a:lnTo>
                  <a:lnTo>
                    <a:pt x="1646063" y="2126256"/>
                  </a:lnTo>
                  <a:lnTo>
                    <a:pt x="1723697" y="2187786"/>
                  </a:lnTo>
                  <a:lnTo>
                    <a:pt x="1801331" y="2246836"/>
                  </a:lnTo>
                  <a:lnTo>
                    <a:pt x="1878965" y="2303505"/>
                  </a:lnTo>
                  <a:lnTo>
                    <a:pt x="1956599" y="2357890"/>
                  </a:lnTo>
                  <a:lnTo>
                    <a:pt x="2034233" y="2410082"/>
                  </a:lnTo>
                  <a:lnTo>
                    <a:pt x="2111867" y="2460171"/>
                  </a:lnTo>
                  <a:lnTo>
                    <a:pt x="2189501" y="2508241"/>
                  </a:lnTo>
                  <a:lnTo>
                    <a:pt x="2267135" y="2554373"/>
                  </a:lnTo>
                  <a:lnTo>
                    <a:pt x="2344769" y="2598645"/>
                  </a:lnTo>
                  <a:lnTo>
                    <a:pt x="2422403" y="2641132"/>
                  </a:lnTo>
                  <a:lnTo>
                    <a:pt x="2500037" y="2681907"/>
                  </a:lnTo>
                  <a:lnTo>
                    <a:pt x="2577671" y="2721038"/>
                  </a:lnTo>
                  <a:lnTo>
                    <a:pt x="2655306" y="2758592"/>
                  </a:lnTo>
                  <a:lnTo>
                    <a:pt x="2732940" y="2777808"/>
                  </a:lnTo>
                  <a:lnTo>
                    <a:pt x="2810574" y="2761903"/>
                  </a:lnTo>
                  <a:lnTo>
                    <a:pt x="2888208" y="2745709"/>
                  </a:lnTo>
                  <a:lnTo>
                    <a:pt x="2965842" y="2729221"/>
                  </a:lnTo>
                  <a:lnTo>
                    <a:pt x="3043476" y="2712433"/>
                  </a:lnTo>
                  <a:lnTo>
                    <a:pt x="3121110" y="2695339"/>
                  </a:lnTo>
                  <a:lnTo>
                    <a:pt x="3198744" y="2677935"/>
                  </a:lnTo>
                  <a:lnTo>
                    <a:pt x="3276378" y="2660214"/>
                  </a:lnTo>
                  <a:lnTo>
                    <a:pt x="3354012" y="2642172"/>
                  </a:lnTo>
                  <a:lnTo>
                    <a:pt x="3431646" y="2623801"/>
                  </a:lnTo>
                  <a:lnTo>
                    <a:pt x="3509280" y="2605096"/>
                  </a:lnTo>
                  <a:lnTo>
                    <a:pt x="3586914" y="2586051"/>
                  </a:lnTo>
                  <a:lnTo>
                    <a:pt x="3664548" y="2566660"/>
                  </a:lnTo>
                  <a:lnTo>
                    <a:pt x="3742182" y="2546916"/>
                  </a:lnTo>
                  <a:lnTo>
                    <a:pt x="3819816" y="2526814"/>
                  </a:lnTo>
                  <a:lnTo>
                    <a:pt x="3897450" y="2506346"/>
                  </a:lnTo>
                  <a:lnTo>
                    <a:pt x="3975084" y="2485506"/>
                  </a:lnTo>
                  <a:lnTo>
                    <a:pt x="4052718" y="2464287"/>
                  </a:lnTo>
                  <a:lnTo>
                    <a:pt x="4130352" y="2442682"/>
                  </a:lnTo>
                  <a:lnTo>
                    <a:pt x="4207986" y="2420684"/>
                  </a:lnTo>
                  <a:lnTo>
                    <a:pt x="4285620" y="2398287"/>
                  </a:lnTo>
                  <a:lnTo>
                    <a:pt x="4363255" y="2375482"/>
                  </a:lnTo>
                  <a:lnTo>
                    <a:pt x="4440889" y="2352263"/>
                  </a:lnTo>
                  <a:lnTo>
                    <a:pt x="4518523" y="2328621"/>
                  </a:lnTo>
                  <a:lnTo>
                    <a:pt x="4596157" y="2304550"/>
                  </a:lnTo>
                  <a:lnTo>
                    <a:pt x="4673791" y="2280041"/>
                  </a:lnTo>
                  <a:lnTo>
                    <a:pt x="4751425" y="2255087"/>
                  </a:lnTo>
                  <a:lnTo>
                    <a:pt x="4829059" y="2229678"/>
                  </a:lnTo>
                  <a:lnTo>
                    <a:pt x="4906693" y="2203808"/>
                  </a:lnTo>
                  <a:lnTo>
                    <a:pt x="4984327" y="2177468"/>
                  </a:lnTo>
                  <a:lnTo>
                    <a:pt x="5061961" y="2150649"/>
                  </a:lnTo>
                  <a:lnTo>
                    <a:pt x="5139595" y="2123342"/>
                  </a:lnTo>
                  <a:lnTo>
                    <a:pt x="5217229" y="2095538"/>
                  </a:lnTo>
                  <a:lnTo>
                    <a:pt x="5294863" y="2067230"/>
                  </a:lnTo>
                  <a:lnTo>
                    <a:pt x="5372497" y="2038406"/>
                  </a:lnTo>
                  <a:lnTo>
                    <a:pt x="5450131" y="2009059"/>
                  </a:lnTo>
                  <a:lnTo>
                    <a:pt x="5527765" y="1979178"/>
                  </a:lnTo>
                  <a:lnTo>
                    <a:pt x="5605399" y="1948753"/>
                  </a:lnTo>
                  <a:lnTo>
                    <a:pt x="5683033" y="1917776"/>
                  </a:lnTo>
                  <a:lnTo>
                    <a:pt x="5760667" y="1886235"/>
                  </a:lnTo>
                  <a:lnTo>
                    <a:pt x="5838301" y="1854121"/>
                  </a:lnTo>
                  <a:lnTo>
                    <a:pt x="5915935" y="1821423"/>
                  </a:lnTo>
                  <a:lnTo>
                    <a:pt x="5993569" y="1788131"/>
                  </a:lnTo>
                  <a:lnTo>
                    <a:pt x="6071204" y="1754234"/>
                  </a:lnTo>
                  <a:lnTo>
                    <a:pt x="6148838" y="1719720"/>
                  </a:lnTo>
                  <a:lnTo>
                    <a:pt x="6226472" y="1684578"/>
                  </a:lnTo>
                  <a:lnTo>
                    <a:pt x="6304106" y="1648798"/>
                  </a:lnTo>
                  <a:lnTo>
                    <a:pt x="6381740" y="1612367"/>
                  </a:lnTo>
                  <a:lnTo>
                    <a:pt x="6459374" y="1575274"/>
                  </a:lnTo>
                  <a:lnTo>
                    <a:pt x="6537008" y="1537507"/>
                  </a:lnTo>
                  <a:lnTo>
                    <a:pt x="6614642" y="1499053"/>
                  </a:lnTo>
                  <a:lnTo>
                    <a:pt x="6692276" y="1459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92"/>
              <a:ext cx="7370972" cy="753981"/>
            </a:xfrm>
            <a:custGeom>
              <a:avLst/>
              <a:pathLst>
                <a:path w="7370972" h="753981">
                  <a:moveTo>
                    <a:pt x="7370972" y="753981"/>
                  </a:moveTo>
                  <a:lnTo>
                    <a:pt x="7293338" y="749560"/>
                  </a:lnTo>
                  <a:lnTo>
                    <a:pt x="7215704" y="744955"/>
                  </a:lnTo>
                  <a:lnTo>
                    <a:pt x="7138070" y="740155"/>
                  </a:lnTo>
                  <a:lnTo>
                    <a:pt x="7060436" y="735154"/>
                  </a:lnTo>
                  <a:lnTo>
                    <a:pt x="6982802" y="729943"/>
                  </a:lnTo>
                  <a:lnTo>
                    <a:pt x="6905168" y="724513"/>
                  </a:lnTo>
                  <a:lnTo>
                    <a:pt x="6827534" y="718855"/>
                  </a:lnTo>
                  <a:lnTo>
                    <a:pt x="6749900" y="712960"/>
                  </a:lnTo>
                  <a:lnTo>
                    <a:pt x="6672266" y="706817"/>
                  </a:lnTo>
                  <a:lnTo>
                    <a:pt x="6594632" y="700415"/>
                  </a:lnTo>
                  <a:lnTo>
                    <a:pt x="6516998" y="693745"/>
                  </a:lnTo>
                  <a:lnTo>
                    <a:pt x="6439364" y="686795"/>
                  </a:lnTo>
                  <a:lnTo>
                    <a:pt x="6361730" y="679552"/>
                  </a:lnTo>
                  <a:lnTo>
                    <a:pt x="6284096" y="672006"/>
                  </a:lnTo>
                  <a:lnTo>
                    <a:pt x="6206462" y="664142"/>
                  </a:lnTo>
                  <a:lnTo>
                    <a:pt x="6128827" y="655949"/>
                  </a:lnTo>
                  <a:lnTo>
                    <a:pt x="6051193" y="647411"/>
                  </a:lnTo>
                  <a:lnTo>
                    <a:pt x="5973559" y="638514"/>
                  </a:lnTo>
                  <a:lnTo>
                    <a:pt x="5895925" y="629244"/>
                  </a:lnTo>
                  <a:lnTo>
                    <a:pt x="5818291" y="619584"/>
                  </a:lnTo>
                  <a:lnTo>
                    <a:pt x="5740657" y="609519"/>
                  </a:lnTo>
                  <a:lnTo>
                    <a:pt x="5663023" y="599030"/>
                  </a:lnTo>
                  <a:lnTo>
                    <a:pt x="5585389" y="588102"/>
                  </a:lnTo>
                  <a:lnTo>
                    <a:pt x="5507755" y="576714"/>
                  </a:lnTo>
                  <a:lnTo>
                    <a:pt x="5430121" y="564848"/>
                  </a:lnTo>
                  <a:lnTo>
                    <a:pt x="5352487" y="552483"/>
                  </a:lnTo>
                  <a:lnTo>
                    <a:pt x="5274853" y="539599"/>
                  </a:lnTo>
                  <a:lnTo>
                    <a:pt x="5197219" y="526174"/>
                  </a:lnTo>
                  <a:lnTo>
                    <a:pt x="5119585" y="512185"/>
                  </a:lnTo>
                  <a:lnTo>
                    <a:pt x="5041951" y="497608"/>
                  </a:lnTo>
                  <a:lnTo>
                    <a:pt x="4964317" y="482419"/>
                  </a:lnTo>
                  <a:lnTo>
                    <a:pt x="4886683" y="466592"/>
                  </a:lnTo>
                  <a:lnTo>
                    <a:pt x="4809049" y="450101"/>
                  </a:lnTo>
                  <a:lnTo>
                    <a:pt x="4731415" y="432916"/>
                  </a:lnTo>
                  <a:lnTo>
                    <a:pt x="4653781" y="415010"/>
                  </a:lnTo>
                  <a:lnTo>
                    <a:pt x="4576147" y="396352"/>
                  </a:lnTo>
                  <a:lnTo>
                    <a:pt x="4498513" y="376910"/>
                  </a:lnTo>
                  <a:lnTo>
                    <a:pt x="4420879" y="356651"/>
                  </a:lnTo>
                  <a:lnTo>
                    <a:pt x="4343244" y="335541"/>
                  </a:lnTo>
                  <a:lnTo>
                    <a:pt x="4265610" y="313545"/>
                  </a:lnTo>
                  <a:lnTo>
                    <a:pt x="4187976" y="290624"/>
                  </a:lnTo>
                  <a:lnTo>
                    <a:pt x="4110342" y="266741"/>
                  </a:lnTo>
                  <a:lnTo>
                    <a:pt x="4032708" y="241855"/>
                  </a:lnTo>
                  <a:lnTo>
                    <a:pt x="3955074" y="215924"/>
                  </a:lnTo>
                  <a:lnTo>
                    <a:pt x="3877440" y="188903"/>
                  </a:lnTo>
                  <a:lnTo>
                    <a:pt x="3799806" y="160747"/>
                  </a:lnTo>
                  <a:lnTo>
                    <a:pt x="3722172" y="131409"/>
                  </a:lnTo>
                  <a:lnTo>
                    <a:pt x="3644538" y="100838"/>
                  </a:lnTo>
                  <a:lnTo>
                    <a:pt x="3566904" y="68983"/>
                  </a:lnTo>
                  <a:lnTo>
                    <a:pt x="3489270" y="35790"/>
                  </a:lnTo>
                  <a:lnTo>
                    <a:pt x="3411636" y="1203"/>
                  </a:lnTo>
                  <a:lnTo>
                    <a:pt x="3334002" y="0"/>
                  </a:lnTo>
                  <a:lnTo>
                    <a:pt x="3256368" y="15341"/>
                  </a:lnTo>
                  <a:lnTo>
                    <a:pt x="3178734" y="30409"/>
                  </a:lnTo>
                  <a:lnTo>
                    <a:pt x="3101100" y="45208"/>
                  </a:lnTo>
                  <a:lnTo>
                    <a:pt x="3023466" y="59743"/>
                  </a:lnTo>
                  <a:lnTo>
                    <a:pt x="2945832" y="74018"/>
                  </a:lnTo>
                  <a:lnTo>
                    <a:pt x="2868198" y="88039"/>
                  </a:lnTo>
                  <a:lnTo>
                    <a:pt x="2790564" y="101809"/>
                  </a:lnTo>
                  <a:lnTo>
                    <a:pt x="2712930" y="115333"/>
                  </a:lnTo>
                  <a:lnTo>
                    <a:pt x="2635295" y="128615"/>
                  </a:lnTo>
                  <a:lnTo>
                    <a:pt x="2557661" y="141661"/>
                  </a:lnTo>
                  <a:lnTo>
                    <a:pt x="2480027" y="154473"/>
                  </a:lnTo>
                  <a:lnTo>
                    <a:pt x="2402393" y="167057"/>
                  </a:lnTo>
                  <a:lnTo>
                    <a:pt x="2324759" y="179416"/>
                  </a:lnTo>
                  <a:lnTo>
                    <a:pt x="2247125" y="191554"/>
                  </a:lnTo>
                  <a:lnTo>
                    <a:pt x="2169491" y="203476"/>
                  </a:lnTo>
                  <a:lnTo>
                    <a:pt x="2091857" y="215184"/>
                  </a:lnTo>
                  <a:lnTo>
                    <a:pt x="2014223" y="226684"/>
                  </a:lnTo>
                  <a:lnTo>
                    <a:pt x="1936589" y="237978"/>
                  </a:lnTo>
                  <a:lnTo>
                    <a:pt x="1858955" y="249071"/>
                  </a:lnTo>
                  <a:lnTo>
                    <a:pt x="1781321" y="259966"/>
                  </a:lnTo>
                  <a:lnTo>
                    <a:pt x="1703687" y="270666"/>
                  </a:lnTo>
                  <a:lnTo>
                    <a:pt x="1626053" y="281175"/>
                  </a:lnTo>
                  <a:lnTo>
                    <a:pt x="1548419" y="291496"/>
                  </a:lnTo>
                  <a:lnTo>
                    <a:pt x="1470785" y="301633"/>
                  </a:lnTo>
                  <a:lnTo>
                    <a:pt x="1393151" y="311589"/>
                  </a:lnTo>
                  <a:lnTo>
                    <a:pt x="1315517" y="321367"/>
                  </a:lnTo>
                  <a:lnTo>
                    <a:pt x="1237883" y="330971"/>
                  </a:lnTo>
                  <a:lnTo>
                    <a:pt x="1160249" y="340403"/>
                  </a:lnTo>
                  <a:lnTo>
                    <a:pt x="1082615" y="349667"/>
                  </a:lnTo>
                  <a:lnTo>
                    <a:pt x="1004981" y="358765"/>
                  </a:lnTo>
                  <a:lnTo>
                    <a:pt x="927346" y="367701"/>
                  </a:lnTo>
                  <a:lnTo>
                    <a:pt x="849712" y="376478"/>
                  </a:lnTo>
                  <a:lnTo>
                    <a:pt x="772078" y="385097"/>
                  </a:lnTo>
                  <a:lnTo>
                    <a:pt x="694444" y="393563"/>
                  </a:lnTo>
                  <a:lnTo>
                    <a:pt x="616810" y="401877"/>
                  </a:lnTo>
                  <a:lnTo>
                    <a:pt x="539176" y="410044"/>
                  </a:lnTo>
                  <a:lnTo>
                    <a:pt x="461542" y="418064"/>
                  </a:lnTo>
                  <a:lnTo>
                    <a:pt x="383908" y="425941"/>
                  </a:lnTo>
                  <a:lnTo>
                    <a:pt x="306274" y="433677"/>
                  </a:lnTo>
                  <a:lnTo>
                    <a:pt x="228640" y="441276"/>
                  </a:lnTo>
                  <a:lnTo>
                    <a:pt x="151006" y="448738"/>
                  </a:lnTo>
                  <a:lnTo>
                    <a:pt x="73372" y="456068"/>
                  </a:lnTo>
                  <a:lnTo>
                    <a:pt x="0" y="46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09022"/>
              <a:ext cx="7370972" cy="959821"/>
            </a:xfrm>
            <a:custGeom>
              <a:avLst/>
              <a:pathLst>
                <a:path w="7370972" h="959821">
                  <a:moveTo>
                    <a:pt x="0" y="0"/>
                  </a:moveTo>
                  <a:lnTo>
                    <a:pt x="73372" y="15659"/>
                  </a:lnTo>
                  <a:lnTo>
                    <a:pt x="151006" y="32038"/>
                  </a:lnTo>
                  <a:lnTo>
                    <a:pt x="228640" y="48229"/>
                  </a:lnTo>
                  <a:lnTo>
                    <a:pt x="306274" y="64233"/>
                  </a:lnTo>
                  <a:lnTo>
                    <a:pt x="383908" y="80053"/>
                  </a:lnTo>
                  <a:lnTo>
                    <a:pt x="461542" y="95692"/>
                  </a:lnTo>
                  <a:lnTo>
                    <a:pt x="539176" y="111151"/>
                  </a:lnTo>
                  <a:lnTo>
                    <a:pt x="616810" y="126431"/>
                  </a:lnTo>
                  <a:lnTo>
                    <a:pt x="694444" y="141537"/>
                  </a:lnTo>
                  <a:lnTo>
                    <a:pt x="772078" y="156468"/>
                  </a:lnTo>
                  <a:lnTo>
                    <a:pt x="849712" y="171228"/>
                  </a:lnTo>
                  <a:lnTo>
                    <a:pt x="927346" y="185818"/>
                  </a:lnTo>
                  <a:lnTo>
                    <a:pt x="1004981" y="200241"/>
                  </a:lnTo>
                  <a:lnTo>
                    <a:pt x="1082615" y="214497"/>
                  </a:lnTo>
                  <a:lnTo>
                    <a:pt x="1160249" y="228590"/>
                  </a:lnTo>
                  <a:lnTo>
                    <a:pt x="1237883" y="242520"/>
                  </a:lnTo>
                  <a:lnTo>
                    <a:pt x="1315517" y="256291"/>
                  </a:lnTo>
                  <a:lnTo>
                    <a:pt x="1393151" y="269903"/>
                  </a:lnTo>
                  <a:lnTo>
                    <a:pt x="1470785" y="283359"/>
                  </a:lnTo>
                  <a:lnTo>
                    <a:pt x="1548419" y="296660"/>
                  </a:lnTo>
                  <a:lnTo>
                    <a:pt x="1626053" y="309807"/>
                  </a:lnTo>
                  <a:lnTo>
                    <a:pt x="1703687" y="322804"/>
                  </a:lnTo>
                  <a:lnTo>
                    <a:pt x="1781321" y="335652"/>
                  </a:lnTo>
                  <a:lnTo>
                    <a:pt x="1858955" y="348351"/>
                  </a:lnTo>
                  <a:lnTo>
                    <a:pt x="1936589" y="360905"/>
                  </a:lnTo>
                  <a:lnTo>
                    <a:pt x="2014223" y="373314"/>
                  </a:lnTo>
                  <a:lnTo>
                    <a:pt x="2091857" y="385581"/>
                  </a:lnTo>
                  <a:lnTo>
                    <a:pt x="2169491" y="397706"/>
                  </a:lnTo>
                  <a:lnTo>
                    <a:pt x="2247125" y="409693"/>
                  </a:lnTo>
                  <a:lnTo>
                    <a:pt x="2324759" y="421541"/>
                  </a:lnTo>
                  <a:lnTo>
                    <a:pt x="2402393" y="433253"/>
                  </a:lnTo>
                  <a:lnTo>
                    <a:pt x="2480027" y="444830"/>
                  </a:lnTo>
                  <a:lnTo>
                    <a:pt x="2557661" y="456275"/>
                  </a:lnTo>
                  <a:lnTo>
                    <a:pt x="2635295" y="467588"/>
                  </a:lnTo>
                  <a:lnTo>
                    <a:pt x="2712930" y="478770"/>
                  </a:lnTo>
                  <a:lnTo>
                    <a:pt x="2790564" y="489824"/>
                  </a:lnTo>
                  <a:lnTo>
                    <a:pt x="2868198" y="500751"/>
                  </a:lnTo>
                  <a:lnTo>
                    <a:pt x="2945832" y="511553"/>
                  </a:lnTo>
                  <a:lnTo>
                    <a:pt x="3023466" y="522230"/>
                  </a:lnTo>
                  <a:lnTo>
                    <a:pt x="3101100" y="532784"/>
                  </a:lnTo>
                  <a:lnTo>
                    <a:pt x="3178734" y="543217"/>
                  </a:lnTo>
                  <a:lnTo>
                    <a:pt x="3256368" y="553531"/>
                  </a:lnTo>
                  <a:lnTo>
                    <a:pt x="3334002" y="563725"/>
                  </a:lnTo>
                  <a:lnTo>
                    <a:pt x="3411636" y="573802"/>
                  </a:lnTo>
                  <a:lnTo>
                    <a:pt x="3489270" y="583764"/>
                  </a:lnTo>
                  <a:lnTo>
                    <a:pt x="3566904" y="593611"/>
                  </a:lnTo>
                  <a:lnTo>
                    <a:pt x="3644538" y="603344"/>
                  </a:lnTo>
                  <a:lnTo>
                    <a:pt x="3722172" y="612966"/>
                  </a:lnTo>
                  <a:lnTo>
                    <a:pt x="3799806" y="622477"/>
                  </a:lnTo>
                  <a:lnTo>
                    <a:pt x="3877440" y="631879"/>
                  </a:lnTo>
                  <a:lnTo>
                    <a:pt x="3955074" y="641173"/>
                  </a:lnTo>
                  <a:lnTo>
                    <a:pt x="4032708" y="650360"/>
                  </a:lnTo>
                  <a:lnTo>
                    <a:pt x="4110342" y="659441"/>
                  </a:lnTo>
                  <a:lnTo>
                    <a:pt x="4187976" y="668418"/>
                  </a:lnTo>
                  <a:lnTo>
                    <a:pt x="4265610" y="677291"/>
                  </a:lnTo>
                  <a:lnTo>
                    <a:pt x="4343244" y="686063"/>
                  </a:lnTo>
                  <a:lnTo>
                    <a:pt x="4420879" y="694734"/>
                  </a:lnTo>
                  <a:lnTo>
                    <a:pt x="4498513" y="703305"/>
                  </a:lnTo>
                  <a:lnTo>
                    <a:pt x="4576147" y="711777"/>
                  </a:lnTo>
                  <a:lnTo>
                    <a:pt x="4653781" y="720152"/>
                  </a:lnTo>
                  <a:lnTo>
                    <a:pt x="4731415" y="728431"/>
                  </a:lnTo>
                  <a:lnTo>
                    <a:pt x="4809049" y="736614"/>
                  </a:lnTo>
                  <a:lnTo>
                    <a:pt x="4886683" y="744704"/>
                  </a:lnTo>
                  <a:lnTo>
                    <a:pt x="4964317" y="752700"/>
                  </a:lnTo>
                  <a:lnTo>
                    <a:pt x="5041951" y="760605"/>
                  </a:lnTo>
                  <a:lnTo>
                    <a:pt x="5119585" y="768419"/>
                  </a:lnTo>
                  <a:lnTo>
                    <a:pt x="5197219" y="776142"/>
                  </a:lnTo>
                  <a:lnTo>
                    <a:pt x="5274853" y="783777"/>
                  </a:lnTo>
                  <a:lnTo>
                    <a:pt x="5352487" y="791325"/>
                  </a:lnTo>
                  <a:lnTo>
                    <a:pt x="5430121" y="798785"/>
                  </a:lnTo>
                  <a:lnTo>
                    <a:pt x="5507755" y="806160"/>
                  </a:lnTo>
                  <a:lnTo>
                    <a:pt x="5585389" y="813450"/>
                  </a:lnTo>
                  <a:lnTo>
                    <a:pt x="5663023" y="820656"/>
                  </a:lnTo>
                  <a:lnTo>
                    <a:pt x="5740657" y="827779"/>
                  </a:lnTo>
                  <a:lnTo>
                    <a:pt x="5818291" y="834820"/>
                  </a:lnTo>
                  <a:lnTo>
                    <a:pt x="5895925" y="841780"/>
                  </a:lnTo>
                  <a:lnTo>
                    <a:pt x="5973559" y="848661"/>
                  </a:lnTo>
                  <a:lnTo>
                    <a:pt x="6051193" y="855462"/>
                  </a:lnTo>
                  <a:lnTo>
                    <a:pt x="6128827" y="862185"/>
                  </a:lnTo>
                  <a:lnTo>
                    <a:pt x="6206462" y="868831"/>
                  </a:lnTo>
                  <a:lnTo>
                    <a:pt x="6284096" y="875400"/>
                  </a:lnTo>
                  <a:lnTo>
                    <a:pt x="6361730" y="881894"/>
                  </a:lnTo>
                  <a:lnTo>
                    <a:pt x="6439364" y="888313"/>
                  </a:lnTo>
                  <a:lnTo>
                    <a:pt x="6516998" y="894658"/>
                  </a:lnTo>
                  <a:lnTo>
                    <a:pt x="6594632" y="900930"/>
                  </a:lnTo>
                  <a:lnTo>
                    <a:pt x="6672266" y="907131"/>
                  </a:lnTo>
                  <a:lnTo>
                    <a:pt x="6749900" y="913260"/>
                  </a:lnTo>
                  <a:lnTo>
                    <a:pt x="6827534" y="919318"/>
                  </a:lnTo>
                  <a:lnTo>
                    <a:pt x="6905168" y="925307"/>
                  </a:lnTo>
                  <a:lnTo>
                    <a:pt x="6982802" y="931227"/>
                  </a:lnTo>
                  <a:lnTo>
                    <a:pt x="7060436" y="937079"/>
                  </a:lnTo>
                  <a:lnTo>
                    <a:pt x="7138070" y="942863"/>
                  </a:lnTo>
                  <a:lnTo>
                    <a:pt x="7215704" y="948581"/>
                  </a:lnTo>
                  <a:lnTo>
                    <a:pt x="7293338" y="954234"/>
                  </a:lnTo>
                  <a:lnTo>
                    <a:pt x="7370972" y="959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2026-05-22T10:22:52Z</dcterms:modified>
  <cp:category/>
</cp:coreProperties>
</file>