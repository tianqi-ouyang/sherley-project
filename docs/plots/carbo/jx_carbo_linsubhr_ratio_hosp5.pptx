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51735"/>
            </a:xfrm>
            <a:custGeom>
              <a:avLst/>
              <a:pathLst>
                <a:path w="7370972" h="3651735">
                  <a:moveTo>
                    <a:pt x="2553305" y="0"/>
                  </a:moveTo>
                  <a:lnTo>
                    <a:pt x="2557661" y="29095"/>
                  </a:lnTo>
                  <a:lnTo>
                    <a:pt x="2635295" y="482653"/>
                  </a:lnTo>
                  <a:lnTo>
                    <a:pt x="2712930" y="879440"/>
                  </a:lnTo>
                  <a:lnTo>
                    <a:pt x="2790564" y="1226561"/>
                  </a:lnTo>
                  <a:lnTo>
                    <a:pt x="2868198" y="1530233"/>
                  </a:lnTo>
                  <a:lnTo>
                    <a:pt x="2945832" y="1795894"/>
                  </a:lnTo>
                  <a:lnTo>
                    <a:pt x="3023466" y="2028303"/>
                  </a:lnTo>
                  <a:lnTo>
                    <a:pt x="3101100" y="2231621"/>
                  </a:lnTo>
                  <a:lnTo>
                    <a:pt x="3178734" y="2409490"/>
                  </a:lnTo>
                  <a:lnTo>
                    <a:pt x="3256368" y="2565095"/>
                  </a:lnTo>
                  <a:lnTo>
                    <a:pt x="3334002" y="2701223"/>
                  </a:lnTo>
                  <a:lnTo>
                    <a:pt x="3411636" y="2784981"/>
                  </a:lnTo>
                  <a:lnTo>
                    <a:pt x="3489270" y="2791092"/>
                  </a:lnTo>
                  <a:lnTo>
                    <a:pt x="3566904" y="2797160"/>
                  </a:lnTo>
                  <a:lnTo>
                    <a:pt x="3644538" y="2803185"/>
                  </a:lnTo>
                  <a:lnTo>
                    <a:pt x="3722172" y="2809168"/>
                  </a:lnTo>
                  <a:lnTo>
                    <a:pt x="3799806" y="2815108"/>
                  </a:lnTo>
                  <a:lnTo>
                    <a:pt x="3877440" y="2821007"/>
                  </a:lnTo>
                  <a:lnTo>
                    <a:pt x="3955074" y="2826864"/>
                  </a:lnTo>
                  <a:lnTo>
                    <a:pt x="4032708" y="2832680"/>
                  </a:lnTo>
                  <a:lnTo>
                    <a:pt x="4110342" y="2838455"/>
                  </a:lnTo>
                  <a:lnTo>
                    <a:pt x="4187976" y="2844189"/>
                  </a:lnTo>
                  <a:lnTo>
                    <a:pt x="4265610" y="2849883"/>
                  </a:lnTo>
                  <a:lnTo>
                    <a:pt x="4343244" y="2855537"/>
                  </a:lnTo>
                  <a:lnTo>
                    <a:pt x="4420879" y="2861151"/>
                  </a:lnTo>
                  <a:lnTo>
                    <a:pt x="4498513" y="2866725"/>
                  </a:lnTo>
                  <a:lnTo>
                    <a:pt x="4576147" y="2872260"/>
                  </a:lnTo>
                  <a:lnTo>
                    <a:pt x="4653781" y="2877756"/>
                  </a:lnTo>
                  <a:lnTo>
                    <a:pt x="4731415" y="2883214"/>
                  </a:lnTo>
                  <a:lnTo>
                    <a:pt x="4809049" y="2888633"/>
                  </a:lnTo>
                  <a:lnTo>
                    <a:pt x="4886683" y="2894014"/>
                  </a:lnTo>
                  <a:lnTo>
                    <a:pt x="4964317" y="2899356"/>
                  </a:lnTo>
                  <a:lnTo>
                    <a:pt x="5041951" y="2904662"/>
                  </a:lnTo>
                  <a:lnTo>
                    <a:pt x="5119585" y="2909930"/>
                  </a:lnTo>
                  <a:lnTo>
                    <a:pt x="5197219" y="2915161"/>
                  </a:lnTo>
                  <a:lnTo>
                    <a:pt x="5274853" y="2920355"/>
                  </a:lnTo>
                  <a:lnTo>
                    <a:pt x="5352487" y="2925512"/>
                  </a:lnTo>
                  <a:lnTo>
                    <a:pt x="5430121" y="2930633"/>
                  </a:lnTo>
                  <a:lnTo>
                    <a:pt x="5507755" y="2935718"/>
                  </a:lnTo>
                  <a:lnTo>
                    <a:pt x="5585389" y="2940767"/>
                  </a:lnTo>
                  <a:lnTo>
                    <a:pt x="5663023" y="2945781"/>
                  </a:lnTo>
                  <a:lnTo>
                    <a:pt x="5740657" y="2950759"/>
                  </a:lnTo>
                  <a:lnTo>
                    <a:pt x="5818291" y="2955703"/>
                  </a:lnTo>
                  <a:lnTo>
                    <a:pt x="5895925" y="2960611"/>
                  </a:lnTo>
                  <a:lnTo>
                    <a:pt x="5973559" y="2965485"/>
                  </a:lnTo>
                  <a:lnTo>
                    <a:pt x="6051193" y="2970325"/>
                  </a:lnTo>
                  <a:lnTo>
                    <a:pt x="6128827" y="2975130"/>
                  </a:lnTo>
                  <a:lnTo>
                    <a:pt x="6206462" y="2979902"/>
                  </a:lnTo>
                  <a:lnTo>
                    <a:pt x="6284096" y="2984640"/>
                  </a:lnTo>
                  <a:lnTo>
                    <a:pt x="6361730" y="2989345"/>
                  </a:lnTo>
                  <a:lnTo>
                    <a:pt x="6439364" y="2994016"/>
                  </a:lnTo>
                  <a:lnTo>
                    <a:pt x="6516998" y="2998655"/>
                  </a:lnTo>
                  <a:lnTo>
                    <a:pt x="6594632" y="3003261"/>
                  </a:lnTo>
                  <a:lnTo>
                    <a:pt x="6672266" y="3007834"/>
                  </a:lnTo>
                  <a:lnTo>
                    <a:pt x="6749900" y="3012376"/>
                  </a:lnTo>
                  <a:lnTo>
                    <a:pt x="6827534" y="3016885"/>
                  </a:lnTo>
                  <a:lnTo>
                    <a:pt x="6905168" y="3021362"/>
                  </a:lnTo>
                  <a:lnTo>
                    <a:pt x="6982802" y="3025808"/>
                  </a:lnTo>
                  <a:lnTo>
                    <a:pt x="7060436" y="3030223"/>
                  </a:lnTo>
                  <a:lnTo>
                    <a:pt x="7138070" y="3034607"/>
                  </a:lnTo>
                  <a:lnTo>
                    <a:pt x="7215704" y="3038960"/>
                  </a:lnTo>
                  <a:lnTo>
                    <a:pt x="7293338" y="3043282"/>
                  </a:lnTo>
                  <a:lnTo>
                    <a:pt x="7370972" y="3047573"/>
                  </a:lnTo>
                  <a:lnTo>
                    <a:pt x="7370972" y="3651735"/>
                  </a:lnTo>
                  <a:lnTo>
                    <a:pt x="7293338" y="3651605"/>
                  </a:lnTo>
                  <a:lnTo>
                    <a:pt x="7215704" y="3651456"/>
                  </a:lnTo>
                  <a:lnTo>
                    <a:pt x="7138070" y="3651286"/>
                  </a:lnTo>
                  <a:lnTo>
                    <a:pt x="7060436" y="3651092"/>
                  </a:lnTo>
                  <a:lnTo>
                    <a:pt x="6982802" y="3650870"/>
                  </a:lnTo>
                  <a:lnTo>
                    <a:pt x="6905168" y="3650616"/>
                  </a:lnTo>
                  <a:lnTo>
                    <a:pt x="6827534" y="3650326"/>
                  </a:lnTo>
                  <a:lnTo>
                    <a:pt x="6749900" y="3649995"/>
                  </a:lnTo>
                  <a:lnTo>
                    <a:pt x="6672266" y="3649616"/>
                  </a:lnTo>
                  <a:lnTo>
                    <a:pt x="6594632" y="3649183"/>
                  </a:lnTo>
                  <a:lnTo>
                    <a:pt x="6516998" y="3648687"/>
                  </a:lnTo>
                  <a:lnTo>
                    <a:pt x="6439364" y="3648121"/>
                  </a:lnTo>
                  <a:lnTo>
                    <a:pt x="6361730" y="3647474"/>
                  </a:lnTo>
                  <a:lnTo>
                    <a:pt x="6284096" y="3646735"/>
                  </a:lnTo>
                  <a:lnTo>
                    <a:pt x="6206462" y="3645889"/>
                  </a:lnTo>
                  <a:lnTo>
                    <a:pt x="6128827" y="3644923"/>
                  </a:lnTo>
                  <a:lnTo>
                    <a:pt x="6051193" y="3643818"/>
                  </a:lnTo>
                  <a:lnTo>
                    <a:pt x="5973559" y="3642556"/>
                  </a:lnTo>
                  <a:lnTo>
                    <a:pt x="5895925" y="3641113"/>
                  </a:lnTo>
                  <a:lnTo>
                    <a:pt x="5818291" y="3639463"/>
                  </a:lnTo>
                  <a:lnTo>
                    <a:pt x="5740657" y="3637577"/>
                  </a:lnTo>
                  <a:lnTo>
                    <a:pt x="5663023" y="3635421"/>
                  </a:lnTo>
                  <a:lnTo>
                    <a:pt x="5585389" y="3632957"/>
                  </a:lnTo>
                  <a:lnTo>
                    <a:pt x="5507755" y="3630140"/>
                  </a:lnTo>
                  <a:lnTo>
                    <a:pt x="5430121" y="3626921"/>
                  </a:lnTo>
                  <a:lnTo>
                    <a:pt x="5352487" y="3623240"/>
                  </a:lnTo>
                  <a:lnTo>
                    <a:pt x="5274853" y="3619033"/>
                  </a:lnTo>
                  <a:lnTo>
                    <a:pt x="5197219" y="3614224"/>
                  </a:lnTo>
                  <a:lnTo>
                    <a:pt x="5119585" y="3608728"/>
                  </a:lnTo>
                  <a:lnTo>
                    <a:pt x="5041951" y="3602444"/>
                  </a:lnTo>
                  <a:lnTo>
                    <a:pt x="4964317" y="3595262"/>
                  </a:lnTo>
                  <a:lnTo>
                    <a:pt x="4886683" y="3587052"/>
                  </a:lnTo>
                  <a:lnTo>
                    <a:pt x="4809049" y="3577667"/>
                  </a:lnTo>
                  <a:lnTo>
                    <a:pt x="4731415" y="3566939"/>
                  </a:lnTo>
                  <a:lnTo>
                    <a:pt x="4653781" y="3554677"/>
                  </a:lnTo>
                  <a:lnTo>
                    <a:pt x="4576147" y="3540660"/>
                  </a:lnTo>
                  <a:lnTo>
                    <a:pt x="4498513" y="3524637"/>
                  </a:lnTo>
                  <a:lnTo>
                    <a:pt x="4420879" y="3506323"/>
                  </a:lnTo>
                  <a:lnTo>
                    <a:pt x="4343244" y="3485387"/>
                  </a:lnTo>
                  <a:lnTo>
                    <a:pt x="4265610" y="3461456"/>
                  </a:lnTo>
                  <a:lnTo>
                    <a:pt x="4187976" y="3434102"/>
                  </a:lnTo>
                  <a:lnTo>
                    <a:pt x="4110342" y="3402833"/>
                  </a:lnTo>
                  <a:lnTo>
                    <a:pt x="4032708" y="3367090"/>
                  </a:lnTo>
                  <a:lnTo>
                    <a:pt x="3955074" y="3326234"/>
                  </a:lnTo>
                  <a:lnTo>
                    <a:pt x="3877440" y="3279531"/>
                  </a:lnTo>
                  <a:lnTo>
                    <a:pt x="3799806" y="3226147"/>
                  </a:lnTo>
                  <a:lnTo>
                    <a:pt x="3722172" y="3165124"/>
                  </a:lnTo>
                  <a:lnTo>
                    <a:pt x="3644538" y="3095371"/>
                  </a:lnTo>
                  <a:lnTo>
                    <a:pt x="3566904" y="3015637"/>
                  </a:lnTo>
                  <a:lnTo>
                    <a:pt x="3489270" y="2924495"/>
                  </a:lnTo>
                  <a:lnTo>
                    <a:pt x="3411636" y="2820312"/>
                  </a:lnTo>
                  <a:lnTo>
                    <a:pt x="3334002" y="2778827"/>
                  </a:lnTo>
                  <a:lnTo>
                    <a:pt x="3256368" y="2772629"/>
                  </a:lnTo>
                  <a:lnTo>
                    <a:pt x="3178734" y="2766388"/>
                  </a:lnTo>
                  <a:lnTo>
                    <a:pt x="3101100" y="2760101"/>
                  </a:lnTo>
                  <a:lnTo>
                    <a:pt x="3023466" y="2753771"/>
                  </a:lnTo>
                  <a:lnTo>
                    <a:pt x="2945832" y="2747395"/>
                  </a:lnTo>
                  <a:lnTo>
                    <a:pt x="2868198" y="2740974"/>
                  </a:lnTo>
                  <a:lnTo>
                    <a:pt x="2790564" y="2734508"/>
                  </a:lnTo>
                  <a:lnTo>
                    <a:pt x="2712930" y="2727996"/>
                  </a:lnTo>
                  <a:lnTo>
                    <a:pt x="2635295" y="2721438"/>
                  </a:lnTo>
                  <a:lnTo>
                    <a:pt x="2557661" y="2714833"/>
                  </a:lnTo>
                  <a:lnTo>
                    <a:pt x="2480027" y="2708181"/>
                  </a:lnTo>
                  <a:lnTo>
                    <a:pt x="2402393" y="2701482"/>
                  </a:lnTo>
                  <a:lnTo>
                    <a:pt x="2324759" y="2694736"/>
                  </a:lnTo>
                  <a:lnTo>
                    <a:pt x="2247125" y="2687941"/>
                  </a:lnTo>
                  <a:lnTo>
                    <a:pt x="2169491" y="2681099"/>
                  </a:lnTo>
                  <a:lnTo>
                    <a:pt x="2091857" y="2674208"/>
                  </a:lnTo>
                  <a:lnTo>
                    <a:pt x="2014223" y="2667268"/>
                  </a:lnTo>
                  <a:lnTo>
                    <a:pt x="1936589" y="2660279"/>
                  </a:lnTo>
                  <a:lnTo>
                    <a:pt x="1858955" y="2653240"/>
                  </a:lnTo>
                  <a:lnTo>
                    <a:pt x="1781321" y="2646151"/>
                  </a:lnTo>
                  <a:lnTo>
                    <a:pt x="1703687" y="2639013"/>
                  </a:lnTo>
                  <a:lnTo>
                    <a:pt x="1626053" y="2631823"/>
                  </a:lnTo>
                  <a:lnTo>
                    <a:pt x="1548419" y="2624583"/>
                  </a:lnTo>
                  <a:lnTo>
                    <a:pt x="1470785" y="2617291"/>
                  </a:lnTo>
                  <a:lnTo>
                    <a:pt x="1393151" y="2609947"/>
                  </a:lnTo>
                  <a:lnTo>
                    <a:pt x="1315517" y="2602551"/>
                  </a:lnTo>
                  <a:lnTo>
                    <a:pt x="1237883" y="2595103"/>
                  </a:lnTo>
                  <a:lnTo>
                    <a:pt x="1160249" y="2587602"/>
                  </a:lnTo>
                  <a:lnTo>
                    <a:pt x="1082615" y="2580048"/>
                  </a:lnTo>
                  <a:lnTo>
                    <a:pt x="1004981" y="2572440"/>
                  </a:lnTo>
                  <a:lnTo>
                    <a:pt x="927346" y="2564779"/>
                  </a:lnTo>
                  <a:lnTo>
                    <a:pt x="849712" y="2557063"/>
                  </a:lnTo>
                  <a:lnTo>
                    <a:pt x="772078" y="2549292"/>
                  </a:lnTo>
                  <a:lnTo>
                    <a:pt x="694444" y="2541466"/>
                  </a:lnTo>
                  <a:lnTo>
                    <a:pt x="616810" y="2533585"/>
                  </a:lnTo>
                  <a:lnTo>
                    <a:pt x="539176" y="2525647"/>
                  </a:lnTo>
                  <a:lnTo>
                    <a:pt x="461542" y="2517654"/>
                  </a:lnTo>
                  <a:lnTo>
                    <a:pt x="383908" y="2509603"/>
                  </a:lnTo>
                  <a:lnTo>
                    <a:pt x="306274" y="2501496"/>
                  </a:lnTo>
                  <a:lnTo>
                    <a:pt x="228640" y="2493331"/>
                  </a:lnTo>
                  <a:lnTo>
                    <a:pt x="151006" y="2485108"/>
                  </a:lnTo>
                  <a:lnTo>
                    <a:pt x="73372" y="2476827"/>
                  </a:lnTo>
                  <a:lnTo>
                    <a:pt x="0" y="246894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70823" y="1896563"/>
              <a:ext cx="4817667" cy="3047573"/>
            </a:xfrm>
            <a:custGeom>
              <a:avLst/>
              <a:pathLst>
                <a:path w="4817667" h="3047573">
                  <a:moveTo>
                    <a:pt x="0" y="0"/>
                  </a:moveTo>
                  <a:lnTo>
                    <a:pt x="4356" y="29095"/>
                  </a:lnTo>
                  <a:lnTo>
                    <a:pt x="81990" y="482653"/>
                  </a:lnTo>
                  <a:lnTo>
                    <a:pt x="159624" y="879440"/>
                  </a:lnTo>
                  <a:lnTo>
                    <a:pt x="237258" y="1226561"/>
                  </a:lnTo>
                  <a:lnTo>
                    <a:pt x="314892" y="1530233"/>
                  </a:lnTo>
                  <a:lnTo>
                    <a:pt x="392526" y="1795894"/>
                  </a:lnTo>
                  <a:lnTo>
                    <a:pt x="470161" y="2028303"/>
                  </a:lnTo>
                  <a:lnTo>
                    <a:pt x="547795" y="2231621"/>
                  </a:lnTo>
                  <a:lnTo>
                    <a:pt x="625429" y="2409490"/>
                  </a:lnTo>
                  <a:lnTo>
                    <a:pt x="703063" y="2565095"/>
                  </a:lnTo>
                  <a:lnTo>
                    <a:pt x="780697" y="2701223"/>
                  </a:lnTo>
                  <a:lnTo>
                    <a:pt x="858331" y="2784981"/>
                  </a:lnTo>
                  <a:lnTo>
                    <a:pt x="935965" y="2791092"/>
                  </a:lnTo>
                  <a:lnTo>
                    <a:pt x="1013599" y="2797160"/>
                  </a:lnTo>
                  <a:lnTo>
                    <a:pt x="1091233" y="2803185"/>
                  </a:lnTo>
                  <a:lnTo>
                    <a:pt x="1168867" y="2809168"/>
                  </a:lnTo>
                  <a:lnTo>
                    <a:pt x="1246501" y="2815108"/>
                  </a:lnTo>
                  <a:lnTo>
                    <a:pt x="1324135" y="2821007"/>
                  </a:lnTo>
                  <a:lnTo>
                    <a:pt x="1401769" y="2826864"/>
                  </a:lnTo>
                  <a:lnTo>
                    <a:pt x="1479403" y="2832680"/>
                  </a:lnTo>
                  <a:lnTo>
                    <a:pt x="1557037" y="2838455"/>
                  </a:lnTo>
                  <a:lnTo>
                    <a:pt x="1634671" y="2844189"/>
                  </a:lnTo>
                  <a:lnTo>
                    <a:pt x="1712305" y="2849883"/>
                  </a:lnTo>
                  <a:lnTo>
                    <a:pt x="1789939" y="2855537"/>
                  </a:lnTo>
                  <a:lnTo>
                    <a:pt x="1867573" y="2861151"/>
                  </a:lnTo>
                  <a:lnTo>
                    <a:pt x="1945207" y="2866725"/>
                  </a:lnTo>
                  <a:lnTo>
                    <a:pt x="2022841" y="2872260"/>
                  </a:lnTo>
                  <a:lnTo>
                    <a:pt x="2100475" y="2877756"/>
                  </a:lnTo>
                  <a:lnTo>
                    <a:pt x="2178110" y="2883214"/>
                  </a:lnTo>
                  <a:lnTo>
                    <a:pt x="2255744" y="2888633"/>
                  </a:lnTo>
                  <a:lnTo>
                    <a:pt x="2333378" y="2894014"/>
                  </a:lnTo>
                  <a:lnTo>
                    <a:pt x="2411012" y="2899356"/>
                  </a:lnTo>
                  <a:lnTo>
                    <a:pt x="2488646" y="2904662"/>
                  </a:lnTo>
                  <a:lnTo>
                    <a:pt x="2566280" y="2909930"/>
                  </a:lnTo>
                  <a:lnTo>
                    <a:pt x="2643914" y="2915161"/>
                  </a:lnTo>
                  <a:lnTo>
                    <a:pt x="2721548" y="2920355"/>
                  </a:lnTo>
                  <a:lnTo>
                    <a:pt x="2799182" y="2925512"/>
                  </a:lnTo>
                  <a:lnTo>
                    <a:pt x="2876816" y="2930633"/>
                  </a:lnTo>
                  <a:lnTo>
                    <a:pt x="2954450" y="2935718"/>
                  </a:lnTo>
                  <a:lnTo>
                    <a:pt x="3032084" y="2940767"/>
                  </a:lnTo>
                  <a:lnTo>
                    <a:pt x="3109718" y="2945781"/>
                  </a:lnTo>
                  <a:lnTo>
                    <a:pt x="3187352" y="2950759"/>
                  </a:lnTo>
                  <a:lnTo>
                    <a:pt x="3264986" y="2955703"/>
                  </a:lnTo>
                  <a:lnTo>
                    <a:pt x="3342620" y="2960611"/>
                  </a:lnTo>
                  <a:lnTo>
                    <a:pt x="3420254" y="2965485"/>
                  </a:lnTo>
                  <a:lnTo>
                    <a:pt x="3497888" y="2970325"/>
                  </a:lnTo>
                  <a:lnTo>
                    <a:pt x="3575522" y="2975130"/>
                  </a:lnTo>
                  <a:lnTo>
                    <a:pt x="3653156" y="2979902"/>
                  </a:lnTo>
                  <a:lnTo>
                    <a:pt x="3730790" y="2984640"/>
                  </a:lnTo>
                  <a:lnTo>
                    <a:pt x="3808424" y="2989345"/>
                  </a:lnTo>
                  <a:lnTo>
                    <a:pt x="3886058" y="2994016"/>
                  </a:lnTo>
                  <a:lnTo>
                    <a:pt x="3963693" y="2998655"/>
                  </a:lnTo>
                  <a:lnTo>
                    <a:pt x="4041327" y="3003261"/>
                  </a:lnTo>
                  <a:lnTo>
                    <a:pt x="4118961" y="3007834"/>
                  </a:lnTo>
                  <a:lnTo>
                    <a:pt x="4196595" y="3012376"/>
                  </a:lnTo>
                  <a:lnTo>
                    <a:pt x="4274229" y="3016885"/>
                  </a:lnTo>
                  <a:lnTo>
                    <a:pt x="4351863" y="3021362"/>
                  </a:lnTo>
                  <a:lnTo>
                    <a:pt x="4429497" y="3025808"/>
                  </a:lnTo>
                  <a:lnTo>
                    <a:pt x="4507131" y="3030223"/>
                  </a:lnTo>
                  <a:lnTo>
                    <a:pt x="4584765" y="3034607"/>
                  </a:lnTo>
                  <a:lnTo>
                    <a:pt x="4662399" y="3038960"/>
                  </a:lnTo>
                  <a:lnTo>
                    <a:pt x="4740033" y="3043282"/>
                  </a:lnTo>
                  <a:lnTo>
                    <a:pt x="4817667" y="30475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65508"/>
              <a:ext cx="7370972" cy="1182789"/>
            </a:xfrm>
            <a:custGeom>
              <a:avLst/>
              <a:pathLst>
                <a:path w="7370972" h="1182789">
                  <a:moveTo>
                    <a:pt x="7370972" y="1182789"/>
                  </a:moveTo>
                  <a:lnTo>
                    <a:pt x="7293338" y="1182659"/>
                  </a:lnTo>
                  <a:lnTo>
                    <a:pt x="7215704" y="1182511"/>
                  </a:lnTo>
                  <a:lnTo>
                    <a:pt x="7138070" y="1182341"/>
                  </a:lnTo>
                  <a:lnTo>
                    <a:pt x="7060436" y="1182146"/>
                  </a:lnTo>
                  <a:lnTo>
                    <a:pt x="6982802" y="1181924"/>
                  </a:lnTo>
                  <a:lnTo>
                    <a:pt x="6905168" y="1181671"/>
                  </a:lnTo>
                  <a:lnTo>
                    <a:pt x="6827534" y="1181381"/>
                  </a:lnTo>
                  <a:lnTo>
                    <a:pt x="6749900" y="1181049"/>
                  </a:lnTo>
                  <a:lnTo>
                    <a:pt x="6672266" y="1180670"/>
                  </a:lnTo>
                  <a:lnTo>
                    <a:pt x="6594632" y="1180237"/>
                  </a:lnTo>
                  <a:lnTo>
                    <a:pt x="6516998" y="1179742"/>
                  </a:lnTo>
                  <a:lnTo>
                    <a:pt x="6439364" y="1179176"/>
                  </a:lnTo>
                  <a:lnTo>
                    <a:pt x="6361730" y="1178529"/>
                  </a:lnTo>
                  <a:lnTo>
                    <a:pt x="6284096" y="1177789"/>
                  </a:lnTo>
                  <a:lnTo>
                    <a:pt x="6206462" y="1176944"/>
                  </a:lnTo>
                  <a:lnTo>
                    <a:pt x="6128827" y="1175978"/>
                  </a:lnTo>
                  <a:lnTo>
                    <a:pt x="6051193" y="1174873"/>
                  </a:lnTo>
                  <a:lnTo>
                    <a:pt x="5973559" y="1173610"/>
                  </a:lnTo>
                  <a:lnTo>
                    <a:pt x="5895925" y="1172167"/>
                  </a:lnTo>
                  <a:lnTo>
                    <a:pt x="5818291" y="1170517"/>
                  </a:lnTo>
                  <a:lnTo>
                    <a:pt x="5740657" y="1168631"/>
                  </a:lnTo>
                  <a:lnTo>
                    <a:pt x="5663023" y="1166476"/>
                  </a:lnTo>
                  <a:lnTo>
                    <a:pt x="5585389" y="1164012"/>
                  </a:lnTo>
                  <a:lnTo>
                    <a:pt x="5507755" y="1161195"/>
                  </a:lnTo>
                  <a:lnTo>
                    <a:pt x="5430121" y="1157975"/>
                  </a:lnTo>
                  <a:lnTo>
                    <a:pt x="5352487" y="1154295"/>
                  </a:lnTo>
                  <a:lnTo>
                    <a:pt x="5274853" y="1150088"/>
                  </a:lnTo>
                  <a:lnTo>
                    <a:pt x="5197219" y="1145279"/>
                  </a:lnTo>
                  <a:lnTo>
                    <a:pt x="5119585" y="1139782"/>
                  </a:lnTo>
                  <a:lnTo>
                    <a:pt x="5041951" y="1133499"/>
                  </a:lnTo>
                  <a:lnTo>
                    <a:pt x="4964317" y="1126316"/>
                  </a:lnTo>
                  <a:lnTo>
                    <a:pt x="4886683" y="1118106"/>
                  </a:lnTo>
                  <a:lnTo>
                    <a:pt x="4809049" y="1108721"/>
                  </a:lnTo>
                  <a:lnTo>
                    <a:pt x="4731415" y="1097994"/>
                  </a:lnTo>
                  <a:lnTo>
                    <a:pt x="4653781" y="1085731"/>
                  </a:lnTo>
                  <a:lnTo>
                    <a:pt x="4576147" y="1071714"/>
                  </a:lnTo>
                  <a:lnTo>
                    <a:pt x="4498513" y="1055692"/>
                  </a:lnTo>
                  <a:lnTo>
                    <a:pt x="4420879" y="1037377"/>
                  </a:lnTo>
                  <a:lnTo>
                    <a:pt x="4343244" y="1016442"/>
                  </a:lnTo>
                  <a:lnTo>
                    <a:pt x="4265610" y="992511"/>
                  </a:lnTo>
                  <a:lnTo>
                    <a:pt x="4187976" y="965156"/>
                  </a:lnTo>
                  <a:lnTo>
                    <a:pt x="4110342" y="933887"/>
                  </a:lnTo>
                  <a:lnTo>
                    <a:pt x="4032708" y="898145"/>
                  </a:lnTo>
                  <a:lnTo>
                    <a:pt x="3955074" y="857288"/>
                  </a:lnTo>
                  <a:lnTo>
                    <a:pt x="3877440" y="810586"/>
                  </a:lnTo>
                  <a:lnTo>
                    <a:pt x="3799806" y="757201"/>
                  </a:lnTo>
                  <a:lnTo>
                    <a:pt x="3722172" y="696179"/>
                  </a:lnTo>
                  <a:lnTo>
                    <a:pt x="3644538" y="626425"/>
                  </a:lnTo>
                  <a:lnTo>
                    <a:pt x="3566904" y="546691"/>
                  </a:lnTo>
                  <a:lnTo>
                    <a:pt x="3489270" y="455549"/>
                  </a:lnTo>
                  <a:lnTo>
                    <a:pt x="3411636" y="351367"/>
                  </a:lnTo>
                  <a:lnTo>
                    <a:pt x="3334002" y="309882"/>
                  </a:lnTo>
                  <a:lnTo>
                    <a:pt x="3256368" y="303684"/>
                  </a:lnTo>
                  <a:lnTo>
                    <a:pt x="3178734" y="297442"/>
                  </a:lnTo>
                  <a:lnTo>
                    <a:pt x="3101100" y="291156"/>
                  </a:lnTo>
                  <a:lnTo>
                    <a:pt x="3023466" y="284825"/>
                  </a:lnTo>
                  <a:lnTo>
                    <a:pt x="2945832" y="278450"/>
                  </a:lnTo>
                  <a:lnTo>
                    <a:pt x="2868198" y="272029"/>
                  </a:lnTo>
                  <a:lnTo>
                    <a:pt x="2790564" y="265563"/>
                  </a:lnTo>
                  <a:lnTo>
                    <a:pt x="2712930" y="259050"/>
                  </a:lnTo>
                  <a:lnTo>
                    <a:pt x="2635295" y="252492"/>
                  </a:lnTo>
                  <a:lnTo>
                    <a:pt x="2557661" y="245887"/>
                  </a:lnTo>
                  <a:lnTo>
                    <a:pt x="2480027" y="239235"/>
                  </a:lnTo>
                  <a:lnTo>
                    <a:pt x="2402393" y="232537"/>
                  </a:lnTo>
                  <a:lnTo>
                    <a:pt x="2324759" y="225790"/>
                  </a:lnTo>
                  <a:lnTo>
                    <a:pt x="2247125" y="218996"/>
                  </a:lnTo>
                  <a:lnTo>
                    <a:pt x="2169491" y="212153"/>
                  </a:lnTo>
                  <a:lnTo>
                    <a:pt x="2091857" y="205262"/>
                  </a:lnTo>
                  <a:lnTo>
                    <a:pt x="2014223" y="198322"/>
                  </a:lnTo>
                  <a:lnTo>
                    <a:pt x="1936589" y="191333"/>
                  </a:lnTo>
                  <a:lnTo>
                    <a:pt x="1858955" y="184295"/>
                  </a:lnTo>
                  <a:lnTo>
                    <a:pt x="1781321" y="177206"/>
                  </a:lnTo>
                  <a:lnTo>
                    <a:pt x="1703687" y="170067"/>
                  </a:lnTo>
                  <a:lnTo>
                    <a:pt x="1626053" y="162878"/>
                  </a:lnTo>
                  <a:lnTo>
                    <a:pt x="1548419" y="155637"/>
                  </a:lnTo>
                  <a:lnTo>
                    <a:pt x="1470785" y="148345"/>
                  </a:lnTo>
                  <a:lnTo>
                    <a:pt x="1393151" y="141002"/>
                  </a:lnTo>
                  <a:lnTo>
                    <a:pt x="1315517" y="133606"/>
                  </a:lnTo>
                  <a:lnTo>
                    <a:pt x="1237883" y="126158"/>
                  </a:lnTo>
                  <a:lnTo>
                    <a:pt x="1160249" y="118657"/>
                  </a:lnTo>
                  <a:lnTo>
                    <a:pt x="1082615" y="111103"/>
                  </a:lnTo>
                  <a:lnTo>
                    <a:pt x="1004981" y="103495"/>
                  </a:lnTo>
                  <a:lnTo>
                    <a:pt x="927346" y="95833"/>
                  </a:lnTo>
                  <a:lnTo>
                    <a:pt x="849712" y="88117"/>
                  </a:lnTo>
                  <a:lnTo>
                    <a:pt x="772078" y="80346"/>
                  </a:lnTo>
                  <a:lnTo>
                    <a:pt x="694444" y="72520"/>
                  </a:lnTo>
                  <a:lnTo>
                    <a:pt x="616810" y="64639"/>
                  </a:lnTo>
                  <a:lnTo>
                    <a:pt x="539176" y="56702"/>
                  </a:lnTo>
                  <a:lnTo>
                    <a:pt x="461542" y="48708"/>
                  </a:lnTo>
                  <a:lnTo>
                    <a:pt x="383908" y="40658"/>
                  </a:lnTo>
                  <a:lnTo>
                    <a:pt x="306274" y="32550"/>
                  </a:lnTo>
                  <a:lnTo>
                    <a:pt x="228640" y="24386"/>
                  </a:lnTo>
                  <a:lnTo>
                    <a:pt x="151006" y="16163"/>
                  </a:lnTo>
                  <a:lnTo>
                    <a:pt x="73372" y="78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21608" y="1896563"/>
              <a:ext cx="5566882" cy="3629195"/>
            </a:xfrm>
            <a:custGeom>
              <a:avLst/>
              <a:pathLst>
                <a:path w="5566882" h="3629195">
                  <a:moveTo>
                    <a:pt x="0" y="0"/>
                  </a:moveTo>
                  <a:lnTo>
                    <a:pt x="54865" y="179040"/>
                  </a:lnTo>
                  <a:lnTo>
                    <a:pt x="132499" y="415161"/>
                  </a:lnTo>
                  <a:lnTo>
                    <a:pt x="210133" y="635232"/>
                  </a:lnTo>
                  <a:lnTo>
                    <a:pt x="287767" y="840343"/>
                  </a:lnTo>
                  <a:lnTo>
                    <a:pt x="365401" y="1031512"/>
                  </a:lnTo>
                  <a:lnTo>
                    <a:pt x="443035" y="1209685"/>
                  </a:lnTo>
                  <a:lnTo>
                    <a:pt x="520669" y="1375748"/>
                  </a:lnTo>
                  <a:lnTo>
                    <a:pt x="598303" y="1530521"/>
                  </a:lnTo>
                  <a:lnTo>
                    <a:pt x="675937" y="1674775"/>
                  </a:lnTo>
                  <a:lnTo>
                    <a:pt x="753571" y="1809222"/>
                  </a:lnTo>
                  <a:lnTo>
                    <a:pt x="831205" y="1934530"/>
                  </a:lnTo>
                  <a:lnTo>
                    <a:pt x="908839" y="2051320"/>
                  </a:lnTo>
                  <a:lnTo>
                    <a:pt x="986473" y="2160172"/>
                  </a:lnTo>
                  <a:lnTo>
                    <a:pt x="1064107" y="2261624"/>
                  </a:lnTo>
                  <a:lnTo>
                    <a:pt x="1141741" y="2356179"/>
                  </a:lnTo>
                  <a:lnTo>
                    <a:pt x="1219375" y="2444308"/>
                  </a:lnTo>
                  <a:lnTo>
                    <a:pt x="1297009" y="2526445"/>
                  </a:lnTo>
                  <a:lnTo>
                    <a:pt x="1374643" y="2603000"/>
                  </a:lnTo>
                  <a:lnTo>
                    <a:pt x="1452277" y="2674350"/>
                  </a:lnTo>
                  <a:lnTo>
                    <a:pt x="1529911" y="2740850"/>
                  </a:lnTo>
                  <a:lnTo>
                    <a:pt x="1607545" y="2802830"/>
                  </a:lnTo>
                  <a:lnTo>
                    <a:pt x="1685180" y="2860597"/>
                  </a:lnTo>
                  <a:lnTo>
                    <a:pt x="1762814" y="2914437"/>
                  </a:lnTo>
                  <a:lnTo>
                    <a:pt x="1840448" y="2964617"/>
                  </a:lnTo>
                  <a:lnTo>
                    <a:pt x="1918082" y="3011386"/>
                  </a:lnTo>
                  <a:lnTo>
                    <a:pt x="1995716" y="3054976"/>
                  </a:lnTo>
                  <a:lnTo>
                    <a:pt x="2073350" y="3095603"/>
                  </a:lnTo>
                  <a:lnTo>
                    <a:pt x="2150984" y="3133469"/>
                  </a:lnTo>
                  <a:lnTo>
                    <a:pt x="2228618" y="3168760"/>
                  </a:lnTo>
                  <a:lnTo>
                    <a:pt x="2306252" y="3201652"/>
                  </a:lnTo>
                  <a:lnTo>
                    <a:pt x="2383886" y="3232309"/>
                  </a:lnTo>
                  <a:lnTo>
                    <a:pt x="2461520" y="3260881"/>
                  </a:lnTo>
                  <a:lnTo>
                    <a:pt x="2539154" y="3287512"/>
                  </a:lnTo>
                  <a:lnTo>
                    <a:pt x="2616788" y="3312332"/>
                  </a:lnTo>
                  <a:lnTo>
                    <a:pt x="2694422" y="3335465"/>
                  </a:lnTo>
                  <a:lnTo>
                    <a:pt x="2772056" y="3357025"/>
                  </a:lnTo>
                  <a:lnTo>
                    <a:pt x="2849690" y="3377120"/>
                  </a:lnTo>
                  <a:lnTo>
                    <a:pt x="2927324" y="3395849"/>
                  </a:lnTo>
                  <a:lnTo>
                    <a:pt x="3004958" y="3413305"/>
                  </a:lnTo>
                  <a:lnTo>
                    <a:pt x="3082592" y="3429574"/>
                  </a:lnTo>
                  <a:lnTo>
                    <a:pt x="3160226" y="3444738"/>
                  </a:lnTo>
                  <a:lnTo>
                    <a:pt x="3237860" y="3458870"/>
                  </a:lnTo>
                  <a:lnTo>
                    <a:pt x="3315494" y="3472042"/>
                  </a:lnTo>
                  <a:lnTo>
                    <a:pt x="3393129" y="3484319"/>
                  </a:lnTo>
                  <a:lnTo>
                    <a:pt x="3470763" y="3495761"/>
                  </a:lnTo>
                  <a:lnTo>
                    <a:pt x="3548397" y="3506425"/>
                  </a:lnTo>
                  <a:lnTo>
                    <a:pt x="3626031" y="3516364"/>
                  </a:lnTo>
                  <a:lnTo>
                    <a:pt x="3703665" y="3525628"/>
                  </a:lnTo>
                  <a:lnTo>
                    <a:pt x="3781299" y="3534262"/>
                  </a:lnTo>
                  <a:lnTo>
                    <a:pt x="3858933" y="3542309"/>
                  </a:lnTo>
                  <a:lnTo>
                    <a:pt x="3936567" y="3549809"/>
                  </a:lnTo>
                  <a:lnTo>
                    <a:pt x="4014201" y="3556799"/>
                  </a:lnTo>
                  <a:lnTo>
                    <a:pt x="4091835" y="3563314"/>
                  </a:lnTo>
                  <a:lnTo>
                    <a:pt x="4169469" y="3569387"/>
                  </a:lnTo>
                  <a:lnTo>
                    <a:pt x="4247103" y="3575046"/>
                  </a:lnTo>
                  <a:lnTo>
                    <a:pt x="4324737" y="3580321"/>
                  </a:lnTo>
                  <a:lnTo>
                    <a:pt x="4402371" y="3585237"/>
                  </a:lnTo>
                  <a:lnTo>
                    <a:pt x="4480005" y="3589819"/>
                  </a:lnTo>
                  <a:lnTo>
                    <a:pt x="4557639" y="3594089"/>
                  </a:lnTo>
                  <a:lnTo>
                    <a:pt x="4635273" y="3598070"/>
                  </a:lnTo>
                  <a:lnTo>
                    <a:pt x="4712907" y="3601779"/>
                  </a:lnTo>
                  <a:lnTo>
                    <a:pt x="4790541" y="3605237"/>
                  </a:lnTo>
                  <a:lnTo>
                    <a:pt x="4868175" y="3608459"/>
                  </a:lnTo>
                  <a:lnTo>
                    <a:pt x="4945809" y="3611463"/>
                  </a:lnTo>
                  <a:lnTo>
                    <a:pt x="5023443" y="3614262"/>
                  </a:lnTo>
                  <a:lnTo>
                    <a:pt x="5101078" y="3616871"/>
                  </a:lnTo>
                  <a:lnTo>
                    <a:pt x="5178712" y="3619303"/>
                  </a:lnTo>
                  <a:lnTo>
                    <a:pt x="5256346" y="3621569"/>
                  </a:lnTo>
                  <a:lnTo>
                    <a:pt x="5333980" y="3623681"/>
                  </a:lnTo>
                  <a:lnTo>
                    <a:pt x="5411614" y="3625650"/>
                  </a:lnTo>
                  <a:lnTo>
                    <a:pt x="5489248" y="3627485"/>
                  </a:lnTo>
                  <a:lnTo>
                    <a:pt x="5566882" y="36291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7692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2026-05-22T09:54:36Z</dcterms:modified>
  <cp:category/>
</cp:coreProperties>
</file>