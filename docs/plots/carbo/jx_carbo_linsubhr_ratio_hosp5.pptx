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2166"/>
            </a:xfrm>
            <a:custGeom>
              <a:avLst/>
              <a:pathLst>
                <a:path w="7370972" h="3652166">
                  <a:moveTo>
                    <a:pt x="2625055" y="0"/>
                  </a:moveTo>
                  <a:lnTo>
                    <a:pt x="2635295" y="74334"/>
                  </a:lnTo>
                  <a:lnTo>
                    <a:pt x="2712930" y="561201"/>
                  </a:lnTo>
                  <a:lnTo>
                    <a:pt x="2790564" y="981825"/>
                  </a:lnTo>
                  <a:lnTo>
                    <a:pt x="2868198" y="1345218"/>
                  </a:lnTo>
                  <a:lnTo>
                    <a:pt x="2945832" y="1659168"/>
                  </a:lnTo>
                  <a:lnTo>
                    <a:pt x="3023466" y="1930401"/>
                  </a:lnTo>
                  <a:lnTo>
                    <a:pt x="3101100" y="2164731"/>
                  </a:lnTo>
                  <a:lnTo>
                    <a:pt x="3178734" y="2367177"/>
                  </a:lnTo>
                  <a:lnTo>
                    <a:pt x="3256368" y="2542078"/>
                  </a:lnTo>
                  <a:lnTo>
                    <a:pt x="3334002" y="2693182"/>
                  </a:lnTo>
                  <a:lnTo>
                    <a:pt x="3411636" y="2781124"/>
                  </a:lnTo>
                  <a:lnTo>
                    <a:pt x="3489270" y="2775487"/>
                  </a:lnTo>
                  <a:lnTo>
                    <a:pt x="3566904" y="2769813"/>
                  </a:lnTo>
                  <a:lnTo>
                    <a:pt x="3644538" y="2764103"/>
                  </a:lnTo>
                  <a:lnTo>
                    <a:pt x="3722172" y="2758356"/>
                  </a:lnTo>
                  <a:lnTo>
                    <a:pt x="3799806" y="2752572"/>
                  </a:lnTo>
                  <a:lnTo>
                    <a:pt x="3877440" y="2746750"/>
                  </a:lnTo>
                  <a:lnTo>
                    <a:pt x="3955074" y="2740891"/>
                  </a:lnTo>
                  <a:lnTo>
                    <a:pt x="4032708" y="2734994"/>
                  </a:lnTo>
                  <a:lnTo>
                    <a:pt x="4110342" y="2729058"/>
                  </a:lnTo>
                  <a:lnTo>
                    <a:pt x="4187976" y="2723085"/>
                  </a:lnTo>
                  <a:lnTo>
                    <a:pt x="4265610" y="2717072"/>
                  </a:lnTo>
                  <a:lnTo>
                    <a:pt x="4343244" y="2711021"/>
                  </a:lnTo>
                  <a:lnTo>
                    <a:pt x="4420879" y="2704931"/>
                  </a:lnTo>
                  <a:lnTo>
                    <a:pt x="4498513" y="2698801"/>
                  </a:lnTo>
                  <a:lnTo>
                    <a:pt x="4576147" y="2692631"/>
                  </a:lnTo>
                  <a:lnTo>
                    <a:pt x="4653781" y="2686422"/>
                  </a:lnTo>
                  <a:lnTo>
                    <a:pt x="4731415" y="2680172"/>
                  </a:lnTo>
                  <a:lnTo>
                    <a:pt x="4809049" y="2673882"/>
                  </a:lnTo>
                  <a:lnTo>
                    <a:pt x="4886683" y="2667552"/>
                  </a:lnTo>
                  <a:lnTo>
                    <a:pt x="4964317" y="2661180"/>
                  </a:lnTo>
                  <a:lnTo>
                    <a:pt x="5041951" y="2654767"/>
                  </a:lnTo>
                  <a:lnTo>
                    <a:pt x="5119585" y="2648313"/>
                  </a:lnTo>
                  <a:lnTo>
                    <a:pt x="5197219" y="2641817"/>
                  </a:lnTo>
                  <a:lnTo>
                    <a:pt x="5274853" y="2635279"/>
                  </a:lnTo>
                  <a:lnTo>
                    <a:pt x="5352487" y="2628699"/>
                  </a:lnTo>
                  <a:lnTo>
                    <a:pt x="5430121" y="2622076"/>
                  </a:lnTo>
                  <a:lnTo>
                    <a:pt x="5507755" y="2615410"/>
                  </a:lnTo>
                  <a:lnTo>
                    <a:pt x="5585389" y="2608701"/>
                  </a:lnTo>
                  <a:lnTo>
                    <a:pt x="5663023" y="2601949"/>
                  </a:lnTo>
                  <a:lnTo>
                    <a:pt x="5740657" y="2595153"/>
                  </a:lnTo>
                  <a:lnTo>
                    <a:pt x="5818291" y="2588313"/>
                  </a:lnTo>
                  <a:lnTo>
                    <a:pt x="5895925" y="2581429"/>
                  </a:lnTo>
                  <a:lnTo>
                    <a:pt x="5973559" y="2574501"/>
                  </a:lnTo>
                  <a:lnTo>
                    <a:pt x="6051193" y="2567527"/>
                  </a:lnTo>
                  <a:lnTo>
                    <a:pt x="6128827" y="2560509"/>
                  </a:lnTo>
                  <a:lnTo>
                    <a:pt x="6206462" y="2553445"/>
                  </a:lnTo>
                  <a:lnTo>
                    <a:pt x="6284096" y="2546335"/>
                  </a:lnTo>
                  <a:lnTo>
                    <a:pt x="6361730" y="2539180"/>
                  </a:lnTo>
                  <a:lnTo>
                    <a:pt x="6439364" y="2531978"/>
                  </a:lnTo>
                  <a:lnTo>
                    <a:pt x="6516998" y="2524729"/>
                  </a:lnTo>
                  <a:lnTo>
                    <a:pt x="6594632" y="2517434"/>
                  </a:lnTo>
                  <a:lnTo>
                    <a:pt x="6672266" y="2510091"/>
                  </a:lnTo>
                  <a:lnTo>
                    <a:pt x="6749900" y="2502701"/>
                  </a:lnTo>
                  <a:lnTo>
                    <a:pt x="6827534" y="2495264"/>
                  </a:lnTo>
                  <a:lnTo>
                    <a:pt x="6905168" y="2487778"/>
                  </a:lnTo>
                  <a:lnTo>
                    <a:pt x="6982802" y="2480243"/>
                  </a:lnTo>
                  <a:lnTo>
                    <a:pt x="7060436" y="2472660"/>
                  </a:lnTo>
                  <a:lnTo>
                    <a:pt x="7138070" y="2465028"/>
                  </a:lnTo>
                  <a:lnTo>
                    <a:pt x="7215704" y="2457346"/>
                  </a:lnTo>
                  <a:lnTo>
                    <a:pt x="7293338" y="2449615"/>
                  </a:lnTo>
                  <a:lnTo>
                    <a:pt x="7370972" y="2441834"/>
                  </a:lnTo>
                  <a:lnTo>
                    <a:pt x="7370972" y="3652166"/>
                  </a:lnTo>
                  <a:lnTo>
                    <a:pt x="7293338" y="3652090"/>
                  </a:lnTo>
                  <a:lnTo>
                    <a:pt x="7215704" y="3652003"/>
                  </a:lnTo>
                  <a:lnTo>
                    <a:pt x="7138070" y="3651902"/>
                  </a:lnTo>
                  <a:lnTo>
                    <a:pt x="7060436" y="3651786"/>
                  </a:lnTo>
                  <a:lnTo>
                    <a:pt x="6982802" y="3651651"/>
                  </a:lnTo>
                  <a:lnTo>
                    <a:pt x="6905168" y="3651494"/>
                  </a:lnTo>
                  <a:lnTo>
                    <a:pt x="6827534" y="3651314"/>
                  </a:lnTo>
                  <a:lnTo>
                    <a:pt x="6749900" y="3651104"/>
                  </a:lnTo>
                  <a:lnTo>
                    <a:pt x="6672266" y="3650862"/>
                  </a:lnTo>
                  <a:lnTo>
                    <a:pt x="6594632" y="3650581"/>
                  </a:lnTo>
                  <a:lnTo>
                    <a:pt x="6516998" y="3650256"/>
                  </a:lnTo>
                  <a:lnTo>
                    <a:pt x="6439364" y="3649880"/>
                  </a:lnTo>
                  <a:lnTo>
                    <a:pt x="6361730" y="3649445"/>
                  </a:lnTo>
                  <a:lnTo>
                    <a:pt x="6284096" y="3648942"/>
                  </a:lnTo>
                  <a:lnTo>
                    <a:pt x="6206462" y="3648359"/>
                  </a:lnTo>
                  <a:lnTo>
                    <a:pt x="6128827" y="3647684"/>
                  </a:lnTo>
                  <a:lnTo>
                    <a:pt x="6051193" y="3646903"/>
                  </a:lnTo>
                  <a:lnTo>
                    <a:pt x="5973559" y="3645999"/>
                  </a:lnTo>
                  <a:lnTo>
                    <a:pt x="5895925" y="3644952"/>
                  </a:lnTo>
                  <a:lnTo>
                    <a:pt x="5818291" y="3643741"/>
                  </a:lnTo>
                  <a:lnTo>
                    <a:pt x="5740657" y="3642339"/>
                  </a:lnTo>
                  <a:lnTo>
                    <a:pt x="5663023" y="3640716"/>
                  </a:lnTo>
                  <a:lnTo>
                    <a:pt x="5585389" y="3638838"/>
                  </a:lnTo>
                  <a:lnTo>
                    <a:pt x="5507755" y="3636664"/>
                  </a:lnTo>
                  <a:lnTo>
                    <a:pt x="5430121" y="3634147"/>
                  </a:lnTo>
                  <a:lnTo>
                    <a:pt x="5352487" y="3631235"/>
                  </a:lnTo>
                  <a:lnTo>
                    <a:pt x="5274853" y="3627863"/>
                  </a:lnTo>
                  <a:lnTo>
                    <a:pt x="5197219" y="3623960"/>
                  </a:lnTo>
                  <a:lnTo>
                    <a:pt x="5119585" y="3619443"/>
                  </a:lnTo>
                  <a:lnTo>
                    <a:pt x="5041951" y="3614214"/>
                  </a:lnTo>
                  <a:lnTo>
                    <a:pt x="4964317" y="3608162"/>
                  </a:lnTo>
                  <a:lnTo>
                    <a:pt x="4886683" y="3601157"/>
                  </a:lnTo>
                  <a:lnTo>
                    <a:pt x="4809049" y="3593048"/>
                  </a:lnTo>
                  <a:lnTo>
                    <a:pt x="4731415" y="3583663"/>
                  </a:lnTo>
                  <a:lnTo>
                    <a:pt x="4653781" y="3572799"/>
                  </a:lnTo>
                  <a:lnTo>
                    <a:pt x="4576147" y="3560225"/>
                  </a:lnTo>
                  <a:lnTo>
                    <a:pt x="4498513" y="3545670"/>
                  </a:lnTo>
                  <a:lnTo>
                    <a:pt x="4420879" y="3528823"/>
                  </a:lnTo>
                  <a:lnTo>
                    <a:pt x="4343244" y="3509322"/>
                  </a:lnTo>
                  <a:lnTo>
                    <a:pt x="4265610" y="3486751"/>
                  </a:lnTo>
                  <a:lnTo>
                    <a:pt x="4187976" y="3460625"/>
                  </a:lnTo>
                  <a:lnTo>
                    <a:pt x="4110342" y="3430384"/>
                  </a:lnTo>
                  <a:lnTo>
                    <a:pt x="4032708" y="3395381"/>
                  </a:lnTo>
                  <a:lnTo>
                    <a:pt x="3955074" y="3354865"/>
                  </a:lnTo>
                  <a:lnTo>
                    <a:pt x="3877440" y="3307968"/>
                  </a:lnTo>
                  <a:lnTo>
                    <a:pt x="3799806" y="3253686"/>
                  </a:lnTo>
                  <a:lnTo>
                    <a:pt x="3722172" y="3190854"/>
                  </a:lnTo>
                  <a:lnTo>
                    <a:pt x="3644538" y="3118128"/>
                  </a:lnTo>
                  <a:lnTo>
                    <a:pt x="3566904" y="3033948"/>
                  </a:lnTo>
                  <a:lnTo>
                    <a:pt x="3489270" y="2936510"/>
                  </a:lnTo>
                  <a:lnTo>
                    <a:pt x="3411636" y="2823727"/>
                  </a:lnTo>
                  <a:lnTo>
                    <a:pt x="3334002" y="2786725"/>
                  </a:lnTo>
                  <a:lnTo>
                    <a:pt x="3256368" y="2792289"/>
                  </a:lnTo>
                  <a:lnTo>
                    <a:pt x="3178734" y="2797818"/>
                  </a:lnTo>
                  <a:lnTo>
                    <a:pt x="3101100" y="2803312"/>
                  </a:lnTo>
                  <a:lnTo>
                    <a:pt x="3023466" y="2808770"/>
                  </a:lnTo>
                  <a:lnTo>
                    <a:pt x="2945832" y="2814193"/>
                  </a:lnTo>
                  <a:lnTo>
                    <a:pt x="2868198" y="2819581"/>
                  </a:lnTo>
                  <a:lnTo>
                    <a:pt x="2790564" y="2824935"/>
                  </a:lnTo>
                  <a:lnTo>
                    <a:pt x="2712930" y="2830254"/>
                  </a:lnTo>
                  <a:lnTo>
                    <a:pt x="2635295" y="2835539"/>
                  </a:lnTo>
                  <a:lnTo>
                    <a:pt x="2557661" y="2840790"/>
                  </a:lnTo>
                  <a:lnTo>
                    <a:pt x="2480027" y="2846008"/>
                  </a:lnTo>
                  <a:lnTo>
                    <a:pt x="2402393" y="2851192"/>
                  </a:lnTo>
                  <a:lnTo>
                    <a:pt x="2324759" y="2856342"/>
                  </a:lnTo>
                  <a:lnTo>
                    <a:pt x="2247125" y="2861459"/>
                  </a:lnTo>
                  <a:lnTo>
                    <a:pt x="2169491" y="2866544"/>
                  </a:lnTo>
                  <a:lnTo>
                    <a:pt x="2091857" y="2871596"/>
                  </a:lnTo>
                  <a:lnTo>
                    <a:pt x="2014223" y="2876615"/>
                  </a:lnTo>
                  <a:lnTo>
                    <a:pt x="1936589" y="2881602"/>
                  </a:lnTo>
                  <a:lnTo>
                    <a:pt x="1858955" y="2886557"/>
                  </a:lnTo>
                  <a:lnTo>
                    <a:pt x="1781321" y="2891480"/>
                  </a:lnTo>
                  <a:lnTo>
                    <a:pt x="1703687" y="2896372"/>
                  </a:lnTo>
                  <a:lnTo>
                    <a:pt x="1626053" y="2901232"/>
                  </a:lnTo>
                  <a:lnTo>
                    <a:pt x="1548419" y="2906061"/>
                  </a:lnTo>
                  <a:lnTo>
                    <a:pt x="1470785" y="2910859"/>
                  </a:lnTo>
                  <a:lnTo>
                    <a:pt x="1393151" y="2915626"/>
                  </a:lnTo>
                  <a:lnTo>
                    <a:pt x="1315517" y="2920362"/>
                  </a:lnTo>
                  <a:lnTo>
                    <a:pt x="1237883" y="2925068"/>
                  </a:lnTo>
                  <a:lnTo>
                    <a:pt x="1160249" y="2929744"/>
                  </a:lnTo>
                  <a:lnTo>
                    <a:pt x="1082615" y="2934390"/>
                  </a:lnTo>
                  <a:lnTo>
                    <a:pt x="1004981" y="2939005"/>
                  </a:lnTo>
                  <a:lnTo>
                    <a:pt x="927346" y="2943592"/>
                  </a:lnTo>
                  <a:lnTo>
                    <a:pt x="849712" y="2948148"/>
                  </a:lnTo>
                  <a:lnTo>
                    <a:pt x="772078" y="2952676"/>
                  </a:lnTo>
                  <a:lnTo>
                    <a:pt x="694444" y="2957174"/>
                  </a:lnTo>
                  <a:lnTo>
                    <a:pt x="616810" y="2961643"/>
                  </a:lnTo>
                  <a:lnTo>
                    <a:pt x="539176" y="2966084"/>
                  </a:lnTo>
                  <a:lnTo>
                    <a:pt x="461542" y="2970496"/>
                  </a:lnTo>
                  <a:lnTo>
                    <a:pt x="383908" y="2974880"/>
                  </a:lnTo>
                  <a:lnTo>
                    <a:pt x="306274" y="2979236"/>
                  </a:lnTo>
                  <a:lnTo>
                    <a:pt x="228640" y="2983563"/>
                  </a:lnTo>
                  <a:lnTo>
                    <a:pt x="151006" y="2987863"/>
                  </a:lnTo>
                  <a:lnTo>
                    <a:pt x="73372" y="2992135"/>
                  </a:lnTo>
                  <a:lnTo>
                    <a:pt x="0" y="2996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42573" y="1896563"/>
              <a:ext cx="4745917" cy="2781124"/>
            </a:xfrm>
            <a:custGeom>
              <a:avLst/>
              <a:pathLst>
                <a:path w="4745917" h="2781124">
                  <a:moveTo>
                    <a:pt x="0" y="0"/>
                  </a:moveTo>
                  <a:lnTo>
                    <a:pt x="10240" y="74334"/>
                  </a:lnTo>
                  <a:lnTo>
                    <a:pt x="87874" y="561201"/>
                  </a:lnTo>
                  <a:lnTo>
                    <a:pt x="165508" y="981825"/>
                  </a:lnTo>
                  <a:lnTo>
                    <a:pt x="243142" y="1345218"/>
                  </a:lnTo>
                  <a:lnTo>
                    <a:pt x="320776" y="1659168"/>
                  </a:lnTo>
                  <a:lnTo>
                    <a:pt x="398410" y="1930401"/>
                  </a:lnTo>
                  <a:lnTo>
                    <a:pt x="476044" y="2164731"/>
                  </a:lnTo>
                  <a:lnTo>
                    <a:pt x="553678" y="2367177"/>
                  </a:lnTo>
                  <a:lnTo>
                    <a:pt x="631312" y="2542078"/>
                  </a:lnTo>
                  <a:lnTo>
                    <a:pt x="708946" y="2693182"/>
                  </a:lnTo>
                  <a:lnTo>
                    <a:pt x="786580" y="2781124"/>
                  </a:lnTo>
                  <a:lnTo>
                    <a:pt x="864214" y="2775487"/>
                  </a:lnTo>
                  <a:lnTo>
                    <a:pt x="941848" y="2769813"/>
                  </a:lnTo>
                  <a:lnTo>
                    <a:pt x="1019483" y="2764103"/>
                  </a:lnTo>
                  <a:lnTo>
                    <a:pt x="1097117" y="2758356"/>
                  </a:lnTo>
                  <a:lnTo>
                    <a:pt x="1174751" y="2752572"/>
                  </a:lnTo>
                  <a:lnTo>
                    <a:pt x="1252385" y="2746750"/>
                  </a:lnTo>
                  <a:lnTo>
                    <a:pt x="1330019" y="2740891"/>
                  </a:lnTo>
                  <a:lnTo>
                    <a:pt x="1407653" y="2734994"/>
                  </a:lnTo>
                  <a:lnTo>
                    <a:pt x="1485287" y="2729058"/>
                  </a:lnTo>
                  <a:lnTo>
                    <a:pt x="1562921" y="2723085"/>
                  </a:lnTo>
                  <a:lnTo>
                    <a:pt x="1640555" y="2717072"/>
                  </a:lnTo>
                  <a:lnTo>
                    <a:pt x="1718189" y="2711021"/>
                  </a:lnTo>
                  <a:lnTo>
                    <a:pt x="1795823" y="2704931"/>
                  </a:lnTo>
                  <a:lnTo>
                    <a:pt x="1873457" y="2698801"/>
                  </a:lnTo>
                  <a:lnTo>
                    <a:pt x="1951091" y="2692631"/>
                  </a:lnTo>
                  <a:lnTo>
                    <a:pt x="2028725" y="2686422"/>
                  </a:lnTo>
                  <a:lnTo>
                    <a:pt x="2106359" y="2680172"/>
                  </a:lnTo>
                  <a:lnTo>
                    <a:pt x="2183993" y="2673882"/>
                  </a:lnTo>
                  <a:lnTo>
                    <a:pt x="2261627" y="2667552"/>
                  </a:lnTo>
                  <a:lnTo>
                    <a:pt x="2339261" y="2661180"/>
                  </a:lnTo>
                  <a:lnTo>
                    <a:pt x="2416895" y="2654767"/>
                  </a:lnTo>
                  <a:lnTo>
                    <a:pt x="2494529" y="2648313"/>
                  </a:lnTo>
                  <a:lnTo>
                    <a:pt x="2572163" y="2641817"/>
                  </a:lnTo>
                  <a:lnTo>
                    <a:pt x="2649797" y="2635279"/>
                  </a:lnTo>
                  <a:lnTo>
                    <a:pt x="2727432" y="2628699"/>
                  </a:lnTo>
                  <a:lnTo>
                    <a:pt x="2805066" y="2622076"/>
                  </a:lnTo>
                  <a:lnTo>
                    <a:pt x="2882700" y="2615410"/>
                  </a:lnTo>
                  <a:lnTo>
                    <a:pt x="2960334" y="2608701"/>
                  </a:lnTo>
                  <a:lnTo>
                    <a:pt x="3037968" y="2601949"/>
                  </a:lnTo>
                  <a:lnTo>
                    <a:pt x="3115602" y="2595153"/>
                  </a:lnTo>
                  <a:lnTo>
                    <a:pt x="3193236" y="2588313"/>
                  </a:lnTo>
                  <a:lnTo>
                    <a:pt x="3270870" y="2581429"/>
                  </a:lnTo>
                  <a:lnTo>
                    <a:pt x="3348504" y="2574501"/>
                  </a:lnTo>
                  <a:lnTo>
                    <a:pt x="3426138" y="2567527"/>
                  </a:lnTo>
                  <a:lnTo>
                    <a:pt x="3503772" y="2560509"/>
                  </a:lnTo>
                  <a:lnTo>
                    <a:pt x="3581406" y="2553445"/>
                  </a:lnTo>
                  <a:lnTo>
                    <a:pt x="3659040" y="2546335"/>
                  </a:lnTo>
                  <a:lnTo>
                    <a:pt x="3736674" y="2539180"/>
                  </a:lnTo>
                  <a:lnTo>
                    <a:pt x="3814308" y="2531978"/>
                  </a:lnTo>
                  <a:lnTo>
                    <a:pt x="3891942" y="2524729"/>
                  </a:lnTo>
                  <a:lnTo>
                    <a:pt x="3969576" y="2517434"/>
                  </a:lnTo>
                  <a:lnTo>
                    <a:pt x="4047210" y="2510091"/>
                  </a:lnTo>
                  <a:lnTo>
                    <a:pt x="4124844" y="2502701"/>
                  </a:lnTo>
                  <a:lnTo>
                    <a:pt x="4202478" y="2495264"/>
                  </a:lnTo>
                  <a:lnTo>
                    <a:pt x="4280112" y="2487778"/>
                  </a:lnTo>
                  <a:lnTo>
                    <a:pt x="4357746" y="2480243"/>
                  </a:lnTo>
                  <a:lnTo>
                    <a:pt x="4435380" y="2472660"/>
                  </a:lnTo>
                  <a:lnTo>
                    <a:pt x="4513015" y="2465028"/>
                  </a:lnTo>
                  <a:lnTo>
                    <a:pt x="4590649" y="2457346"/>
                  </a:lnTo>
                  <a:lnTo>
                    <a:pt x="4668283" y="2449615"/>
                  </a:lnTo>
                  <a:lnTo>
                    <a:pt x="4745917" y="2441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3288"/>
              <a:ext cx="7370972" cy="865440"/>
            </a:xfrm>
            <a:custGeom>
              <a:avLst/>
              <a:pathLst>
                <a:path w="7370972" h="865440">
                  <a:moveTo>
                    <a:pt x="7370972" y="865440"/>
                  </a:moveTo>
                  <a:lnTo>
                    <a:pt x="7293338" y="865365"/>
                  </a:lnTo>
                  <a:lnTo>
                    <a:pt x="7215704" y="865278"/>
                  </a:lnTo>
                  <a:lnTo>
                    <a:pt x="7138070" y="865177"/>
                  </a:lnTo>
                  <a:lnTo>
                    <a:pt x="7060436" y="865061"/>
                  </a:lnTo>
                  <a:lnTo>
                    <a:pt x="6982802" y="864926"/>
                  </a:lnTo>
                  <a:lnTo>
                    <a:pt x="6905168" y="864769"/>
                  </a:lnTo>
                  <a:lnTo>
                    <a:pt x="6827534" y="864588"/>
                  </a:lnTo>
                  <a:lnTo>
                    <a:pt x="6749900" y="864379"/>
                  </a:lnTo>
                  <a:lnTo>
                    <a:pt x="6672266" y="864137"/>
                  </a:lnTo>
                  <a:lnTo>
                    <a:pt x="6594632" y="863856"/>
                  </a:lnTo>
                  <a:lnTo>
                    <a:pt x="6516998" y="863531"/>
                  </a:lnTo>
                  <a:lnTo>
                    <a:pt x="6439364" y="863155"/>
                  </a:lnTo>
                  <a:lnTo>
                    <a:pt x="6361730" y="862720"/>
                  </a:lnTo>
                  <a:lnTo>
                    <a:pt x="6284096" y="862216"/>
                  </a:lnTo>
                  <a:lnTo>
                    <a:pt x="6206462" y="861634"/>
                  </a:lnTo>
                  <a:lnTo>
                    <a:pt x="6128827" y="860959"/>
                  </a:lnTo>
                  <a:lnTo>
                    <a:pt x="6051193" y="860178"/>
                  </a:lnTo>
                  <a:lnTo>
                    <a:pt x="5973559" y="859274"/>
                  </a:lnTo>
                  <a:lnTo>
                    <a:pt x="5895925" y="858227"/>
                  </a:lnTo>
                  <a:lnTo>
                    <a:pt x="5818291" y="857016"/>
                  </a:lnTo>
                  <a:lnTo>
                    <a:pt x="5740657" y="855614"/>
                  </a:lnTo>
                  <a:lnTo>
                    <a:pt x="5663023" y="853991"/>
                  </a:lnTo>
                  <a:lnTo>
                    <a:pt x="5585389" y="852113"/>
                  </a:lnTo>
                  <a:lnTo>
                    <a:pt x="5507755" y="849939"/>
                  </a:lnTo>
                  <a:lnTo>
                    <a:pt x="5430121" y="847422"/>
                  </a:lnTo>
                  <a:lnTo>
                    <a:pt x="5352487" y="844509"/>
                  </a:lnTo>
                  <a:lnTo>
                    <a:pt x="5274853" y="841138"/>
                  </a:lnTo>
                  <a:lnTo>
                    <a:pt x="5197219" y="837235"/>
                  </a:lnTo>
                  <a:lnTo>
                    <a:pt x="5119585" y="832718"/>
                  </a:lnTo>
                  <a:lnTo>
                    <a:pt x="5041951" y="827489"/>
                  </a:lnTo>
                  <a:lnTo>
                    <a:pt x="4964317" y="821437"/>
                  </a:lnTo>
                  <a:lnTo>
                    <a:pt x="4886683" y="814432"/>
                  </a:lnTo>
                  <a:lnTo>
                    <a:pt x="4809049" y="806323"/>
                  </a:lnTo>
                  <a:lnTo>
                    <a:pt x="4731415" y="796938"/>
                  </a:lnTo>
                  <a:lnTo>
                    <a:pt x="4653781" y="786074"/>
                  </a:lnTo>
                  <a:lnTo>
                    <a:pt x="4576147" y="773499"/>
                  </a:lnTo>
                  <a:lnTo>
                    <a:pt x="4498513" y="758945"/>
                  </a:lnTo>
                  <a:lnTo>
                    <a:pt x="4420879" y="742097"/>
                  </a:lnTo>
                  <a:lnTo>
                    <a:pt x="4343244" y="722597"/>
                  </a:lnTo>
                  <a:lnTo>
                    <a:pt x="4265610" y="700026"/>
                  </a:lnTo>
                  <a:lnTo>
                    <a:pt x="4187976" y="673900"/>
                  </a:lnTo>
                  <a:lnTo>
                    <a:pt x="4110342" y="643659"/>
                  </a:lnTo>
                  <a:lnTo>
                    <a:pt x="4032708" y="608655"/>
                  </a:lnTo>
                  <a:lnTo>
                    <a:pt x="3955074" y="568140"/>
                  </a:lnTo>
                  <a:lnTo>
                    <a:pt x="3877440" y="521243"/>
                  </a:lnTo>
                  <a:lnTo>
                    <a:pt x="3799806" y="466960"/>
                  </a:lnTo>
                  <a:lnTo>
                    <a:pt x="3722172" y="404129"/>
                  </a:lnTo>
                  <a:lnTo>
                    <a:pt x="3644538" y="331403"/>
                  </a:lnTo>
                  <a:lnTo>
                    <a:pt x="3566904" y="247222"/>
                  </a:lnTo>
                  <a:lnTo>
                    <a:pt x="3489270" y="149785"/>
                  </a:lnTo>
                  <a:lnTo>
                    <a:pt x="3411636" y="37002"/>
                  </a:lnTo>
                  <a:lnTo>
                    <a:pt x="3334002" y="0"/>
                  </a:lnTo>
                  <a:lnTo>
                    <a:pt x="3256368" y="5564"/>
                  </a:lnTo>
                  <a:lnTo>
                    <a:pt x="3178734" y="11093"/>
                  </a:lnTo>
                  <a:lnTo>
                    <a:pt x="3101100" y="16587"/>
                  </a:lnTo>
                  <a:lnTo>
                    <a:pt x="3023466" y="22045"/>
                  </a:lnTo>
                  <a:lnTo>
                    <a:pt x="2945832" y="27468"/>
                  </a:lnTo>
                  <a:lnTo>
                    <a:pt x="2868198" y="32856"/>
                  </a:lnTo>
                  <a:lnTo>
                    <a:pt x="2790564" y="38210"/>
                  </a:lnTo>
                  <a:lnTo>
                    <a:pt x="2712930" y="43529"/>
                  </a:lnTo>
                  <a:lnTo>
                    <a:pt x="2635295" y="48814"/>
                  </a:lnTo>
                  <a:lnTo>
                    <a:pt x="2557661" y="54065"/>
                  </a:lnTo>
                  <a:lnTo>
                    <a:pt x="2480027" y="59283"/>
                  </a:lnTo>
                  <a:lnTo>
                    <a:pt x="2402393" y="64466"/>
                  </a:lnTo>
                  <a:lnTo>
                    <a:pt x="2324759" y="69617"/>
                  </a:lnTo>
                  <a:lnTo>
                    <a:pt x="2247125" y="74734"/>
                  </a:lnTo>
                  <a:lnTo>
                    <a:pt x="2169491" y="79819"/>
                  </a:lnTo>
                  <a:lnTo>
                    <a:pt x="2091857" y="84871"/>
                  </a:lnTo>
                  <a:lnTo>
                    <a:pt x="2014223" y="89890"/>
                  </a:lnTo>
                  <a:lnTo>
                    <a:pt x="1936589" y="94877"/>
                  </a:lnTo>
                  <a:lnTo>
                    <a:pt x="1858955" y="99832"/>
                  </a:lnTo>
                  <a:lnTo>
                    <a:pt x="1781321" y="104755"/>
                  </a:lnTo>
                  <a:lnTo>
                    <a:pt x="1703687" y="109647"/>
                  </a:lnTo>
                  <a:lnTo>
                    <a:pt x="1626053" y="114507"/>
                  </a:lnTo>
                  <a:lnTo>
                    <a:pt x="1548419" y="119336"/>
                  </a:lnTo>
                  <a:lnTo>
                    <a:pt x="1470785" y="124134"/>
                  </a:lnTo>
                  <a:lnTo>
                    <a:pt x="1393151" y="128901"/>
                  </a:lnTo>
                  <a:lnTo>
                    <a:pt x="1315517" y="133637"/>
                  </a:lnTo>
                  <a:lnTo>
                    <a:pt x="1237883" y="138343"/>
                  </a:lnTo>
                  <a:lnTo>
                    <a:pt x="1160249" y="143019"/>
                  </a:lnTo>
                  <a:lnTo>
                    <a:pt x="1082615" y="147664"/>
                  </a:lnTo>
                  <a:lnTo>
                    <a:pt x="1004981" y="152280"/>
                  </a:lnTo>
                  <a:lnTo>
                    <a:pt x="927346" y="156866"/>
                  </a:lnTo>
                  <a:lnTo>
                    <a:pt x="849712" y="161423"/>
                  </a:lnTo>
                  <a:lnTo>
                    <a:pt x="772078" y="165951"/>
                  </a:lnTo>
                  <a:lnTo>
                    <a:pt x="694444" y="170449"/>
                  </a:lnTo>
                  <a:lnTo>
                    <a:pt x="616810" y="174918"/>
                  </a:lnTo>
                  <a:lnTo>
                    <a:pt x="539176" y="179359"/>
                  </a:lnTo>
                  <a:lnTo>
                    <a:pt x="461542" y="183771"/>
                  </a:lnTo>
                  <a:lnTo>
                    <a:pt x="383908" y="188155"/>
                  </a:lnTo>
                  <a:lnTo>
                    <a:pt x="306274" y="192510"/>
                  </a:lnTo>
                  <a:lnTo>
                    <a:pt x="228640" y="196838"/>
                  </a:lnTo>
                  <a:lnTo>
                    <a:pt x="151006" y="201138"/>
                  </a:lnTo>
                  <a:lnTo>
                    <a:pt x="73372" y="205410"/>
                  </a:lnTo>
                  <a:lnTo>
                    <a:pt x="0" y="209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10200" y="1896563"/>
              <a:ext cx="5578289" cy="3628593"/>
            </a:xfrm>
            <a:custGeom>
              <a:avLst/>
              <a:pathLst>
                <a:path w="5578289" h="3628593">
                  <a:moveTo>
                    <a:pt x="0" y="0"/>
                  </a:moveTo>
                  <a:lnTo>
                    <a:pt x="66272" y="212620"/>
                  </a:lnTo>
                  <a:lnTo>
                    <a:pt x="143906" y="444875"/>
                  </a:lnTo>
                  <a:lnTo>
                    <a:pt x="221540" y="661449"/>
                  </a:lnTo>
                  <a:lnTo>
                    <a:pt x="299174" y="863401"/>
                  </a:lnTo>
                  <a:lnTo>
                    <a:pt x="376808" y="1051718"/>
                  </a:lnTo>
                  <a:lnTo>
                    <a:pt x="454442" y="1227321"/>
                  </a:lnTo>
                  <a:lnTo>
                    <a:pt x="532076" y="1391068"/>
                  </a:lnTo>
                  <a:lnTo>
                    <a:pt x="609711" y="1543759"/>
                  </a:lnTo>
                  <a:lnTo>
                    <a:pt x="687345" y="1686142"/>
                  </a:lnTo>
                  <a:lnTo>
                    <a:pt x="764979" y="1818911"/>
                  </a:lnTo>
                  <a:lnTo>
                    <a:pt x="842613" y="1942716"/>
                  </a:lnTo>
                  <a:lnTo>
                    <a:pt x="920247" y="2058163"/>
                  </a:lnTo>
                  <a:lnTo>
                    <a:pt x="997881" y="2165815"/>
                  </a:lnTo>
                  <a:lnTo>
                    <a:pt x="1075515" y="2266199"/>
                  </a:lnTo>
                  <a:lnTo>
                    <a:pt x="1153149" y="2359805"/>
                  </a:lnTo>
                  <a:lnTo>
                    <a:pt x="1230783" y="2447092"/>
                  </a:lnTo>
                  <a:lnTo>
                    <a:pt x="1308417" y="2528485"/>
                  </a:lnTo>
                  <a:lnTo>
                    <a:pt x="1386051" y="2604384"/>
                  </a:lnTo>
                  <a:lnTo>
                    <a:pt x="1463685" y="2675157"/>
                  </a:lnTo>
                  <a:lnTo>
                    <a:pt x="1541319" y="2741153"/>
                  </a:lnTo>
                  <a:lnTo>
                    <a:pt x="1618953" y="2802693"/>
                  </a:lnTo>
                  <a:lnTo>
                    <a:pt x="1696587" y="2860077"/>
                  </a:lnTo>
                  <a:lnTo>
                    <a:pt x="1774221" y="2913588"/>
                  </a:lnTo>
                  <a:lnTo>
                    <a:pt x="1851855" y="2963486"/>
                  </a:lnTo>
                  <a:lnTo>
                    <a:pt x="1929489" y="3010014"/>
                  </a:lnTo>
                  <a:lnTo>
                    <a:pt x="2007123" y="3053402"/>
                  </a:lnTo>
                  <a:lnTo>
                    <a:pt x="2084757" y="3093860"/>
                  </a:lnTo>
                  <a:lnTo>
                    <a:pt x="2162391" y="3131586"/>
                  </a:lnTo>
                  <a:lnTo>
                    <a:pt x="2240025" y="3166766"/>
                  </a:lnTo>
                  <a:lnTo>
                    <a:pt x="2317660" y="3199570"/>
                  </a:lnTo>
                  <a:lnTo>
                    <a:pt x="2395294" y="3230160"/>
                  </a:lnTo>
                  <a:lnTo>
                    <a:pt x="2472928" y="3258684"/>
                  </a:lnTo>
                  <a:lnTo>
                    <a:pt x="2550562" y="3285282"/>
                  </a:lnTo>
                  <a:lnTo>
                    <a:pt x="2628196" y="3310085"/>
                  </a:lnTo>
                  <a:lnTo>
                    <a:pt x="2705830" y="3333213"/>
                  </a:lnTo>
                  <a:lnTo>
                    <a:pt x="2783464" y="3354779"/>
                  </a:lnTo>
                  <a:lnTo>
                    <a:pt x="2861098" y="3374890"/>
                  </a:lnTo>
                  <a:lnTo>
                    <a:pt x="2938732" y="3393642"/>
                  </a:lnTo>
                  <a:lnTo>
                    <a:pt x="3016366" y="3411129"/>
                  </a:lnTo>
                  <a:lnTo>
                    <a:pt x="3094000" y="3427435"/>
                  </a:lnTo>
                  <a:lnTo>
                    <a:pt x="3171634" y="3442640"/>
                  </a:lnTo>
                  <a:lnTo>
                    <a:pt x="3249268" y="3456818"/>
                  </a:lnTo>
                  <a:lnTo>
                    <a:pt x="3326902" y="3470040"/>
                  </a:lnTo>
                  <a:lnTo>
                    <a:pt x="3404536" y="3482368"/>
                  </a:lnTo>
                  <a:lnTo>
                    <a:pt x="3482170" y="3493864"/>
                  </a:lnTo>
                  <a:lnTo>
                    <a:pt x="3559804" y="3504584"/>
                  </a:lnTo>
                  <a:lnTo>
                    <a:pt x="3637438" y="3514581"/>
                  </a:lnTo>
                  <a:lnTo>
                    <a:pt x="3715072" y="3523902"/>
                  </a:lnTo>
                  <a:lnTo>
                    <a:pt x="3792706" y="3532594"/>
                  </a:lnTo>
                  <a:lnTo>
                    <a:pt x="3870340" y="3540699"/>
                  </a:lnTo>
                  <a:lnTo>
                    <a:pt x="3947974" y="3548257"/>
                  </a:lnTo>
                  <a:lnTo>
                    <a:pt x="4025609" y="3555305"/>
                  </a:lnTo>
                  <a:lnTo>
                    <a:pt x="4103243" y="3561877"/>
                  </a:lnTo>
                  <a:lnTo>
                    <a:pt x="4180877" y="3568005"/>
                  </a:lnTo>
                  <a:lnTo>
                    <a:pt x="4258511" y="3573719"/>
                  </a:lnTo>
                  <a:lnTo>
                    <a:pt x="4336145" y="3579048"/>
                  </a:lnTo>
                  <a:lnTo>
                    <a:pt x="4413779" y="3584017"/>
                  </a:lnTo>
                  <a:lnTo>
                    <a:pt x="4491413" y="3588650"/>
                  </a:lnTo>
                  <a:lnTo>
                    <a:pt x="4569047" y="3592971"/>
                  </a:lnTo>
                  <a:lnTo>
                    <a:pt x="4646681" y="3596999"/>
                  </a:lnTo>
                  <a:lnTo>
                    <a:pt x="4724315" y="3600756"/>
                  </a:lnTo>
                  <a:lnTo>
                    <a:pt x="4801949" y="3604259"/>
                  </a:lnTo>
                  <a:lnTo>
                    <a:pt x="4879583" y="3607526"/>
                  </a:lnTo>
                  <a:lnTo>
                    <a:pt x="4957217" y="3610572"/>
                  </a:lnTo>
                  <a:lnTo>
                    <a:pt x="5034851" y="3613413"/>
                  </a:lnTo>
                  <a:lnTo>
                    <a:pt x="5112485" y="3616061"/>
                  </a:lnTo>
                  <a:lnTo>
                    <a:pt x="5190119" y="3618531"/>
                  </a:lnTo>
                  <a:lnTo>
                    <a:pt x="5267753" y="3620834"/>
                  </a:lnTo>
                  <a:lnTo>
                    <a:pt x="5345387" y="3622982"/>
                  </a:lnTo>
                  <a:lnTo>
                    <a:pt x="5423021" y="3624985"/>
                  </a:lnTo>
                  <a:lnTo>
                    <a:pt x="5500655" y="3626852"/>
                  </a:lnTo>
                  <a:lnTo>
                    <a:pt x="5578289" y="36285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2026-05-22T10:43:13Z</dcterms:modified>
  <cp:category/>
</cp:coreProperties>
</file>