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83291"/>
            </a:xfrm>
            <a:custGeom>
              <a:avLst/>
              <a:pathLst>
                <a:path w="7370972" h="3483291">
                  <a:moveTo>
                    <a:pt x="2625055" y="0"/>
                  </a:moveTo>
                  <a:lnTo>
                    <a:pt x="2635295" y="70897"/>
                  </a:lnTo>
                  <a:lnTo>
                    <a:pt x="2712930" y="535252"/>
                  </a:lnTo>
                  <a:lnTo>
                    <a:pt x="2790564" y="936426"/>
                  </a:lnTo>
                  <a:lnTo>
                    <a:pt x="2868198" y="1283016"/>
                  </a:lnTo>
                  <a:lnTo>
                    <a:pt x="2945832" y="1582448"/>
                  </a:lnTo>
                  <a:lnTo>
                    <a:pt x="3023466" y="1841140"/>
                  </a:lnTo>
                  <a:lnTo>
                    <a:pt x="3101100" y="2064634"/>
                  </a:lnTo>
                  <a:lnTo>
                    <a:pt x="3178734" y="2257720"/>
                  </a:lnTo>
                  <a:lnTo>
                    <a:pt x="3256368" y="2424534"/>
                  </a:lnTo>
                  <a:lnTo>
                    <a:pt x="3334002" y="2568651"/>
                  </a:lnTo>
                  <a:lnTo>
                    <a:pt x="3411636" y="2652526"/>
                  </a:lnTo>
                  <a:lnTo>
                    <a:pt x="3489270" y="2647149"/>
                  </a:lnTo>
                  <a:lnTo>
                    <a:pt x="3566904" y="2641738"/>
                  </a:lnTo>
                  <a:lnTo>
                    <a:pt x="3644538" y="2636292"/>
                  </a:lnTo>
                  <a:lnTo>
                    <a:pt x="3722172" y="2630811"/>
                  </a:lnTo>
                  <a:lnTo>
                    <a:pt x="3799806" y="2625294"/>
                  </a:lnTo>
                  <a:lnTo>
                    <a:pt x="3877440" y="2619742"/>
                  </a:lnTo>
                  <a:lnTo>
                    <a:pt x="3955074" y="2614153"/>
                  </a:lnTo>
                  <a:lnTo>
                    <a:pt x="4032708" y="2608529"/>
                  </a:lnTo>
                  <a:lnTo>
                    <a:pt x="4110342" y="2602868"/>
                  </a:lnTo>
                  <a:lnTo>
                    <a:pt x="4187976" y="2597170"/>
                  </a:lnTo>
                  <a:lnTo>
                    <a:pt x="4265610" y="2591436"/>
                  </a:lnTo>
                  <a:lnTo>
                    <a:pt x="4343244" y="2585664"/>
                  </a:lnTo>
                  <a:lnTo>
                    <a:pt x="4420879" y="2579856"/>
                  </a:lnTo>
                  <a:lnTo>
                    <a:pt x="4498513" y="2574009"/>
                  </a:lnTo>
                  <a:lnTo>
                    <a:pt x="4576147" y="2568125"/>
                  </a:lnTo>
                  <a:lnTo>
                    <a:pt x="4653781" y="2562203"/>
                  </a:lnTo>
                  <a:lnTo>
                    <a:pt x="4731415" y="2556242"/>
                  </a:lnTo>
                  <a:lnTo>
                    <a:pt x="4809049" y="2550243"/>
                  </a:lnTo>
                  <a:lnTo>
                    <a:pt x="4886683" y="2544205"/>
                  </a:lnTo>
                  <a:lnTo>
                    <a:pt x="4964317" y="2538128"/>
                  </a:lnTo>
                  <a:lnTo>
                    <a:pt x="5041951" y="2532012"/>
                  </a:lnTo>
                  <a:lnTo>
                    <a:pt x="5119585" y="2525856"/>
                  </a:lnTo>
                  <a:lnTo>
                    <a:pt x="5197219" y="2519661"/>
                  </a:lnTo>
                  <a:lnTo>
                    <a:pt x="5274853" y="2513425"/>
                  </a:lnTo>
                  <a:lnTo>
                    <a:pt x="5352487" y="2507149"/>
                  </a:lnTo>
                  <a:lnTo>
                    <a:pt x="5430121" y="2500832"/>
                  </a:lnTo>
                  <a:lnTo>
                    <a:pt x="5507755" y="2494475"/>
                  </a:lnTo>
                  <a:lnTo>
                    <a:pt x="5585389" y="2488076"/>
                  </a:lnTo>
                  <a:lnTo>
                    <a:pt x="5663023" y="2481636"/>
                  </a:lnTo>
                  <a:lnTo>
                    <a:pt x="5740657" y="2475154"/>
                  </a:lnTo>
                  <a:lnTo>
                    <a:pt x="5818291" y="2468631"/>
                  </a:lnTo>
                  <a:lnTo>
                    <a:pt x="5895925" y="2462065"/>
                  </a:lnTo>
                  <a:lnTo>
                    <a:pt x="5973559" y="2455457"/>
                  </a:lnTo>
                  <a:lnTo>
                    <a:pt x="6051193" y="2448806"/>
                  </a:lnTo>
                  <a:lnTo>
                    <a:pt x="6128827" y="2442112"/>
                  </a:lnTo>
                  <a:lnTo>
                    <a:pt x="6206462" y="2435374"/>
                  </a:lnTo>
                  <a:lnTo>
                    <a:pt x="6284096" y="2428594"/>
                  </a:lnTo>
                  <a:lnTo>
                    <a:pt x="6361730" y="2421769"/>
                  </a:lnTo>
                  <a:lnTo>
                    <a:pt x="6439364" y="2414900"/>
                  </a:lnTo>
                  <a:lnTo>
                    <a:pt x="6516998" y="2407987"/>
                  </a:lnTo>
                  <a:lnTo>
                    <a:pt x="6594632" y="2401029"/>
                  </a:lnTo>
                  <a:lnTo>
                    <a:pt x="6672266" y="2394026"/>
                  </a:lnTo>
                  <a:lnTo>
                    <a:pt x="6749900" y="2386977"/>
                  </a:lnTo>
                  <a:lnTo>
                    <a:pt x="6827534" y="2379883"/>
                  </a:lnTo>
                  <a:lnTo>
                    <a:pt x="6905168" y="2372744"/>
                  </a:lnTo>
                  <a:lnTo>
                    <a:pt x="6982802" y="2365558"/>
                  </a:lnTo>
                  <a:lnTo>
                    <a:pt x="7060436" y="2358325"/>
                  </a:lnTo>
                  <a:lnTo>
                    <a:pt x="7138070" y="2351046"/>
                  </a:lnTo>
                  <a:lnTo>
                    <a:pt x="7215704" y="2343720"/>
                  </a:lnTo>
                  <a:lnTo>
                    <a:pt x="7293338" y="2336346"/>
                  </a:lnTo>
                  <a:lnTo>
                    <a:pt x="7370972" y="2328925"/>
                  </a:lnTo>
                  <a:lnTo>
                    <a:pt x="7370972" y="3483291"/>
                  </a:lnTo>
                  <a:lnTo>
                    <a:pt x="7293338" y="3483219"/>
                  </a:lnTo>
                  <a:lnTo>
                    <a:pt x="7215704" y="3483136"/>
                  </a:lnTo>
                  <a:lnTo>
                    <a:pt x="7138070" y="3483040"/>
                  </a:lnTo>
                  <a:lnTo>
                    <a:pt x="7060436" y="3482929"/>
                  </a:lnTo>
                  <a:lnTo>
                    <a:pt x="6982802" y="3482800"/>
                  </a:lnTo>
                  <a:lnTo>
                    <a:pt x="6905168" y="3482651"/>
                  </a:lnTo>
                  <a:lnTo>
                    <a:pt x="6827534" y="3482478"/>
                  </a:lnTo>
                  <a:lnTo>
                    <a:pt x="6749900" y="3482278"/>
                  </a:lnTo>
                  <a:lnTo>
                    <a:pt x="6672266" y="3482047"/>
                  </a:lnTo>
                  <a:lnTo>
                    <a:pt x="6594632" y="3481780"/>
                  </a:lnTo>
                  <a:lnTo>
                    <a:pt x="6516998" y="3481470"/>
                  </a:lnTo>
                  <a:lnTo>
                    <a:pt x="6439364" y="3481111"/>
                  </a:lnTo>
                  <a:lnTo>
                    <a:pt x="6361730" y="3480696"/>
                  </a:lnTo>
                  <a:lnTo>
                    <a:pt x="6284096" y="3480216"/>
                  </a:lnTo>
                  <a:lnTo>
                    <a:pt x="6206462" y="3479660"/>
                  </a:lnTo>
                  <a:lnTo>
                    <a:pt x="6128827" y="3479016"/>
                  </a:lnTo>
                  <a:lnTo>
                    <a:pt x="6051193" y="3478271"/>
                  </a:lnTo>
                  <a:lnTo>
                    <a:pt x="5973559" y="3477409"/>
                  </a:lnTo>
                  <a:lnTo>
                    <a:pt x="5895925" y="3476411"/>
                  </a:lnTo>
                  <a:lnTo>
                    <a:pt x="5818291" y="3475256"/>
                  </a:lnTo>
                  <a:lnTo>
                    <a:pt x="5740657" y="3473919"/>
                  </a:lnTo>
                  <a:lnTo>
                    <a:pt x="5663023" y="3472371"/>
                  </a:lnTo>
                  <a:lnTo>
                    <a:pt x="5585389" y="3470580"/>
                  </a:lnTo>
                  <a:lnTo>
                    <a:pt x="5507755" y="3468506"/>
                  </a:lnTo>
                  <a:lnTo>
                    <a:pt x="5430121" y="3466106"/>
                  </a:lnTo>
                  <a:lnTo>
                    <a:pt x="5352487" y="3463328"/>
                  </a:lnTo>
                  <a:lnTo>
                    <a:pt x="5274853" y="3460112"/>
                  </a:lnTo>
                  <a:lnTo>
                    <a:pt x="5197219" y="3456390"/>
                  </a:lnTo>
                  <a:lnTo>
                    <a:pt x="5119585" y="3452081"/>
                  </a:lnTo>
                  <a:lnTo>
                    <a:pt x="5041951" y="3447094"/>
                  </a:lnTo>
                  <a:lnTo>
                    <a:pt x="4964317" y="3441322"/>
                  </a:lnTo>
                  <a:lnTo>
                    <a:pt x="4886683" y="3434641"/>
                  </a:lnTo>
                  <a:lnTo>
                    <a:pt x="4809049" y="3426907"/>
                  </a:lnTo>
                  <a:lnTo>
                    <a:pt x="4731415" y="3417956"/>
                  </a:lnTo>
                  <a:lnTo>
                    <a:pt x="4653781" y="3407594"/>
                  </a:lnTo>
                  <a:lnTo>
                    <a:pt x="4576147" y="3395601"/>
                  </a:lnTo>
                  <a:lnTo>
                    <a:pt x="4498513" y="3381719"/>
                  </a:lnTo>
                  <a:lnTo>
                    <a:pt x="4420879" y="3365651"/>
                  </a:lnTo>
                  <a:lnTo>
                    <a:pt x="4343244" y="3347053"/>
                  </a:lnTo>
                  <a:lnTo>
                    <a:pt x="4265610" y="3325525"/>
                  </a:lnTo>
                  <a:lnTo>
                    <a:pt x="4187976" y="3300607"/>
                  </a:lnTo>
                  <a:lnTo>
                    <a:pt x="4110342" y="3271764"/>
                  </a:lnTo>
                  <a:lnTo>
                    <a:pt x="4032708" y="3238380"/>
                  </a:lnTo>
                  <a:lnTo>
                    <a:pt x="3955074" y="3199737"/>
                  </a:lnTo>
                  <a:lnTo>
                    <a:pt x="3877440" y="3155009"/>
                  </a:lnTo>
                  <a:lnTo>
                    <a:pt x="3799806" y="3103236"/>
                  </a:lnTo>
                  <a:lnTo>
                    <a:pt x="3722172" y="3043310"/>
                  </a:lnTo>
                  <a:lnTo>
                    <a:pt x="3644538" y="2973947"/>
                  </a:lnTo>
                  <a:lnTo>
                    <a:pt x="3566904" y="2893659"/>
                  </a:lnTo>
                  <a:lnTo>
                    <a:pt x="3489270" y="2800727"/>
                  </a:lnTo>
                  <a:lnTo>
                    <a:pt x="3411636" y="2693159"/>
                  </a:lnTo>
                  <a:lnTo>
                    <a:pt x="3334002" y="2657868"/>
                  </a:lnTo>
                  <a:lnTo>
                    <a:pt x="3256368" y="2663175"/>
                  </a:lnTo>
                  <a:lnTo>
                    <a:pt x="3178734" y="2668448"/>
                  </a:lnTo>
                  <a:lnTo>
                    <a:pt x="3101100" y="2673688"/>
                  </a:lnTo>
                  <a:lnTo>
                    <a:pt x="3023466" y="2678894"/>
                  </a:lnTo>
                  <a:lnTo>
                    <a:pt x="2945832" y="2684066"/>
                  </a:lnTo>
                  <a:lnTo>
                    <a:pt x="2868198" y="2689205"/>
                  </a:lnTo>
                  <a:lnTo>
                    <a:pt x="2790564" y="2694311"/>
                  </a:lnTo>
                  <a:lnTo>
                    <a:pt x="2712930" y="2699384"/>
                  </a:lnTo>
                  <a:lnTo>
                    <a:pt x="2635295" y="2704425"/>
                  </a:lnTo>
                  <a:lnTo>
                    <a:pt x="2557661" y="2709433"/>
                  </a:lnTo>
                  <a:lnTo>
                    <a:pt x="2480027" y="2714409"/>
                  </a:lnTo>
                  <a:lnTo>
                    <a:pt x="2402393" y="2719354"/>
                  </a:lnTo>
                  <a:lnTo>
                    <a:pt x="2324759" y="2724266"/>
                  </a:lnTo>
                  <a:lnTo>
                    <a:pt x="2247125" y="2729147"/>
                  </a:lnTo>
                  <a:lnTo>
                    <a:pt x="2169491" y="2733996"/>
                  </a:lnTo>
                  <a:lnTo>
                    <a:pt x="2091857" y="2738814"/>
                  </a:lnTo>
                  <a:lnTo>
                    <a:pt x="2014223" y="2743601"/>
                  </a:lnTo>
                  <a:lnTo>
                    <a:pt x="1936589" y="2748358"/>
                  </a:lnTo>
                  <a:lnTo>
                    <a:pt x="1858955" y="2753084"/>
                  </a:lnTo>
                  <a:lnTo>
                    <a:pt x="1781321" y="2757779"/>
                  </a:lnTo>
                  <a:lnTo>
                    <a:pt x="1703687" y="2762445"/>
                  </a:lnTo>
                  <a:lnTo>
                    <a:pt x="1626053" y="2767080"/>
                  </a:lnTo>
                  <a:lnTo>
                    <a:pt x="1548419" y="2771686"/>
                  </a:lnTo>
                  <a:lnTo>
                    <a:pt x="1470785" y="2776262"/>
                  </a:lnTo>
                  <a:lnTo>
                    <a:pt x="1393151" y="2780808"/>
                  </a:lnTo>
                  <a:lnTo>
                    <a:pt x="1315517" y="2785326"/>
                  </a:lnTo>
                  <a:lnTo>
                    <a:pt x="1237883" y="2789814"/>
                  </a:lnTo>
                  <a:lnTo>
                    <a:pt x="1160249" y="2794274"/>
                  </a:lnTo>
                  <a:lnTo>
                    <a:pt x="1082615" y="2798705"/>
                  </a:lnTo>
                  <a:lnTo>
                    <a:pt x="1004981" y="2803107"/>
                  </a:lnTo>
                  <a:lnTo>
                    <a:pt x="927346" y="2807481"/>
                  </a:lnTo>
                  <a:lnTo>
                    <a:pt x="849712" y="2811827"/>
                  </a:lnTo>
                  <a:lnTo>
                    <a:pt x="772078" y="2816145"/>
                  </a:lnTo>
                  <a:lnTo>
                    <a:pt x="694444" y="2820435"/>
                  </a:lnTo>
                  <a:lnTo>
                    <a:pt x="616810" y="2824698"/>
                  </a:lnTo>
                  <a:lnTo>
                    <a:pt x="539176" y="2828933"/>
                  </a:lnTo>
                  <a:lnTo>
                    <a:pt x="461542" y="2833142"/>
                  </a:lnTo>
                  <a:lnTo>
                    <a:pt x="383908" y="2837323"/>
                  </a:lnTo>
                  <a:lnTo>
                    <a:pt x="306274" y="2841477"/>
                  </a:lnTo>
                  <a:lnTo>
                    <a:pt x="228640" y="2845604"/>
                  </a:lnTo>
                  <a:lnTo>
                    <a:pt x="151006" y="2849705"/>
                  </a:lnTo>
                  <a:lnTo>
                    <a:pt x="73372" y="2853780"/>
                  </a:lnTo>
                  <a:lnTo>
                    <a:pt x="0" y="28576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42573" y="2073503"/>
              <a:ext cx="4745917" cy="2652526"/>
            </a:xfrm>
            <a:custGeom>
              <a:avLst/>
              <a:pathLst>
                <a:path w="4745917" h="2652526">
                  <a:moveTo>
                    <a:pt x="0" y="0"/>
                  </a:moveTo>
                  <a:lnTo>
                    <a:pt x="10240" y="70897"/>
                  </a:lnTo>
                  <a:lnTo>
                    <a:pt x="87874" y="535252"/>
                  </a:lnTo>
                  <a:lnTo>
                    <a:pt x="165508" y="936426"/>
                  </a:lnTo>
                  <a:lnTo>
                    <a:pt x="243142" y="1283016"/>
                  </a:lnTo>
                  <a:lnTo>
                    <a:pt x="320776" y="1582448"/>
                  </a:lnTo>
                  <a:lnTo>
                    <a:pt x="398410" y="1841140"/>
                  </a:lnTo>
                  <a:lnTo>
                    <a:pt x="476044" y="2064634"/>
                  </a:lnTo>
                  <a:lnTo>
                    <a:pt x="553678" y="2257720"/>
                  </a:lnTo>
                  <a:lnTo>
                    <a:pt x="631312" y="2424534"/>
                  </a:lnTo>
                  <a:lnTo>
                    <a:pt x="708946" y="2568651"/>
                  </a:lnTo>
                  <a:lnTo>
                    <a:pt x="786580" y="2652526"/>
                  </a:lnTo>
                  <a:lnTo>
                    <a:pt x="864214" y="2647149"/>
                  </a:lnTo>
                  <a:lnTo>
                    <a:pt x="941848" y="2641738"/>
                  </a:lnTo>
                  <a:lnTo>
                    <a:pt x="1019483" y="2636292"/>
                  </a:lnTo>
                  <a:lnTo>
                    <a:pt x="1097117" y="2630811"/>
                  </a:lnTo>
                  <a:lnTo>
                    <a:pt x="1174751" y="2625294"/>
                  </a:lnTo>
                  <a:lnTo>
                    <a:pt x="1252385" y="2619742"/>
                  </a:lnTo>
                  <a:lnTo>
                    <a:pt x="1330019" y="2614153"/>
                  </a:lnTo>
                  <a:lnTo>
                    <a:pt x="1407653" y="2608529"/>
                  </a:lnTo>
                  <a:lnTo>
                    <a:pt x="1485287" y="2602868"/>
                  </a:lnTo>
                  <a:lnTo>
                    <a:pt x="1562921" y="2597170"/>
                  </a:lnTo>
                  <a:lnTo>
                    <a:pt x="1640555" y="2591436"/>
                  </a:lnTo>
                  <a:lnTo>
                    <a:pt x="1718189" y="2585664"/>
                  </a:lnTo>
                  <a:lnTo>
                    <a:pt x="1795823" y="2579856"/>
                  </a:lnTo>
                  <a:lnTo>
                    <a:pt x="1873457" y="2574009"/>
                  </a:lnTo>
                  <a:lnTo>
                    <a:pt x="1951091" y="2568125"/>
                  </a:lnTo>
                  <a:lnTo>
                    <a:pt x="2028725" y="2562203"/>
                  </a:lnTo>
                  <a:lnTo>
                    <a:pt x="2106359" y="2556242"/>
                  </a:lnTo>
                  <a:lnTo>
                    <a:pt x="2183993" y="2550243"/>
                  </a:lnTo>
                  <a:lnTo>
                    <a:pt x="2261627" y="2544205"/>
                  </a:lnTo>
                  <a:lnTo>
                    <a:pt x="2339261" y="2538128"/>
                  </a:lnTo>
                  <a:lnTo>
                    <a:pt x="2416895" y="2532012"/>
                  </a:lnTo>
                  <a:lnTo>
                    <a:pt x="2494529" y="2525856"/>
                  </a:lnTo>
                  <a:lnTo>
                    <a:pt x="2572163" y="2519661"/>
                  </a:lnTo>
                  <a:lnTo>
                    <a:pt x="2649797" y="2513425"/>
                  </a:lnTo>
                  <a:lnTo>
                    <a:pt x="2727431" y="2507149"/>
                  </a:lnTo>
                  <a:lnTo>
                    <a:pt x="2805066" y="2500832"/>
                  </a:lnTo>
                  <a:lnTo>
                    <a:pt x="2882700" y="2494475"/>
                  </a:lnTo>
                  <a:lnTo>
                    <a:pt x="2960334" y="2488076"/>
                  </a:lnTo>
                  <a:lnTo>
                    <a:pt x="3037968" y="2481636"/>
                  </a:lnTo>
                  <a:lnTo>
                    <a:pt x="3115602" y="2475154"/>
                  </a:lnTo>
                  <a:lnTo>
                    <a:pt x="3193236" y="2468631"/>
                  </a:lnTo>
                  <a:lnTo>
                    <a:pt x="3270870" y="2462065"/>
                  </a:lnTo>
                  <a:lnTo>
                    <a:pt x="3348504" y="2455457"/>
                  </a:lnTo>
                  <a:lnTo>
                    <a:pt x="3426138" y="2448806"/>
                  </a:lnTo>
                  <a:lnTo>
                    <a:pt x="3503772" y="2442112"/>
                  </a:lnTo>
                  <a:lnTo>
                    <a:pt x="3581406" y="2435374"/>
                  </a:lnTo>
                  <a:lnTo>
                    <a:pt x="3659040" y="2428594"/>
                  </a:lnTo>
                  <a:lnTo>
                    <a:pt x="3736674" y="2421769"/>
                  </a:lnTo>
                  <a:lnTo>
                    <a:pt x="3814308" y="2414900"/>
                  </a:lnTo>
                  <a:lnTo>
                    <a:pt x="3891942" y="2407987"/>
                  </a:lnTo>
                  <a:lnTo>
                    <a:pt x="3969576" y="2401029"/>
                  </a:lnTo>
                  <a:lnTo>
                    <a:pt x="4047210" y="2394026"/>
                  </a:lnTo>
                  <a:lnTo>
                    <a:pt x="4124844" y="2386977"/>
                  </a:lnTo>
                  <a:lnTo>
                    <a:pt x="4202478" y="2379883"/>
                  </a:lnTo>
                  <a:lnTo>
                    <a:pt x="4280112" y="2372744"/>
                  </a:lnTo>
                  <a:lnTo>
                    <a:pt x="4357746" y="2365558"/>
                  </a:lnTo>
                  <a:lnTo>
                    <a:pt x="4435380" y="2358325"/>
                  </a:lnTo>
                  <a:lnTo>
                    <a:pt x="4513015" y="2351046"/>
                  </a:lnTo>
                  <a:lnTo>
                    <a:pt x="4590649" y="2343720"/>
                  </a:lnTo>
                  <a:lnTo>
                    <a:pt x="4668283" y="2336346"/>
                  </a:lnTo>
                  <a:lnTo>
                    <a:pt x="4745917" y="2328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1371"/>
              <a:ext cx="7370972" cy="825423"/>
            </a:xfrm>
            <a:custGeom>
              <a:avLst/>
              <a:pathLst>
                <a:path w="7370972" h="825423">
                  <a:moveTo>
                    <a:pt x="7370972" y="825423"/>
                  </a:moveTo>
                  <a:lnTo>
                    <a:pt x="7293338" y="825351"/>
                  </a:lnTo>
                  <a:lnTo>
                    <a:pt x="7215704" y="825268"/>
                  </a:lnTo>
                  <a:lnTo>
                    <a:pt x="7138070" y="825172"/>
                  </a:lnTo>
                  <a:lnTo>
                    <a:pt x="7060436" y="825061"/>
                  </a:lnTo>
                  <a:lnTo>
                    <a:pt x="6982802" y="824932"/>
                  </a:lnTo>
                  <a:lnTo>
                    <a:pt x="6905168" y="824783"/>
                  </a:lnTo>
                  <a:lnTo>
                    <a:pt x="6827534" y="824610"/>
                  </a:lnTo>
                  <a:lnTo>
                    <a:pt x="6749900" y="824410"/>
                  </a:lnTo>
                  <a:lnTo>
                    <a:pt x="6672266" y="824179"/>
                  </a:lnTo>
                  <a:lnTo>
                    <a:pt x="6594632" y="823912"/>
                  </a:lnTo>
                  <a:lnTo>
                    <a:pt x="6516998" y="823602"/>
                  </a:lnTo>
                  <a:lnTo>
                    <a:pt x="6439364" y="823243"/>
                  </a:lnTo>
                  <a:lnTo>
                    <a:pt x="6361730" y="822828"/>
                  </a:lnTo>
                  <a:lnTo>
                    <a:pt x="6284096" y="822348"/>
                  </a:lnTo>
                  <a:lnTo>
                    <a:pt x="6206462" y="821792"/>
                  </a:lnTo>
                  <a:lnTo>
                    <a:pt x="6128827" y="821148"/>
                  </a:lnTo>
                  <a:lnTo>
                    <a:pt x="6051193" y="820403"/>
                  </a:lnTo>
                  <a:lnTo>
                    <a:pt x="5973559" y="819541"/>
                  </a:lnTo>
                  <a:lnTo>
                    <a:pt x="5895925" y="818543"/>
                  </a:lnTo>
                  <a:lnTo>
                    <a:pt x="5818291" y="817388"/>
                  </a:lnTo>
                  <a:lnTo>
                    <a:pt x="5740657" y="816051"/>
                  </a:lnTo>
                  <a:lnTo>
                    <a:pt x="5663023" y="814503"/>
                  </a:lnTo>
                  <a:lnTo>
                    <a:pt x="5585389" y="812712"/>
                  </a:lnTo>
                  <a:lnTo>
                    <a:pt x="5507755" y="810638"/>
                  </a:lnTo>
                  <a:lnTo>
                    <a:pt x="5430121" y="808238"/>
                  </a:lnTo>
                  <a:lnTo>
                    <a:pt x="5352487" y="805459"/>
                  </a:lnTo>
                  <a:lnTo>
                    <a:pt x="5274853" y="802244"/>
                  </a:lnTo>
                  <a:lnTo>
                    <a:pt x="5197219" y="798522"/>
                  </a:lnTo>
                  <a:lnTo>
                    <a:pt x="5119585" y="794213"/>
                  </a:lnTo>
                  <a:lnTo>
                    <a:pt x="5041951" y="789226"/>
                  </a:lnTo>
                  <a:lnTo>
                    <a:pt x="4964317" y="783454"/>
                  </a:lnTo>
                  <a:lnTo>
                    <a:pt x="4886683" y="776773"/>
                  </a:lnTo>
                  <a:lnTo>
                    <a:pt x="4809049" y="769039"/>
                  </a:lnTo>
                  <a:lnTo>
                    <a:pt x="4731415" y="760088"/>
                  </a:lnTo>
                  <a:lnTo>
                    <a:pt x="4653781" y="749726"/>
                  </a:lnTo>
                  <a:lnTo>
                    <a:pt x="4576147" y="737733"/>
                  </a:lnTo>
                  <a:lnTo>
                    <a:pt x="4498513" y="723851"/>
                  </a:lnTo>
                  <a:lnTo>
                    <a:pt x="4420879" y="707783"/>
                  </a:lnTo>
                  <a:lnTo>
                    <a:pt x="4343244" y="689184"/>
                  </a:lnTo>
                  <a:lnTo>
                    <a:pt x="4265610" y="667657"/>
                  </a:lnTo>
                  <a:lnTo>
                    <a:pt x="4187976" y="642739"/>
                  </a:lnTo>
                  <a:lnTo>
                    <a:pt x="4110342" y="613896"/>
                  </a:lnTo>
                  <a:lnTo>
                    <a:pt x="4032708" y="580511"/>
                  </a:lnTo>
                  <a:lnTo>
                    <a:pt x="3955074" y="541869"/>
                  </a:lnTo>
                  <a:lnTo>
                    <a:pt x="3877440" y="497141"/>
                  </a:lnTo>
                  <a:lnTo>
                    <a:pt x="3799806" y="445368"/>
                  </a:lnTo>
                  <a:lnTo>
                    <a:pt x="3722172" y="385442"/>
                  </a:lnTo>
                  <a:lnTo>
                    <a:pt x="3644538" y="316079"/>
                  </a:lnTo>
                  <a:lnTo>
                    <a:pt x="3566904" y="235791"/>
                  </a:lnTo>
                  <a:lnTo>
                    <a:pt x="3489270" y="142859"/>
                  </a:lnTo>
                  <a:lnTo>
                    <a:pt x="3411636" y="35291"/>
                  </a:lnTo>
                  <a:lnTo>
                    <a:pt x="3334002" y="0"/>
                  </a:lnTo>
                  <a:lnTo>
                    <a:pt x="3256368" y="5307"/>
                  </a:lnTo>
                  <a:lnTo>
                    <a:pt x="3178734" y="10580"/>
                  </a:lnTo>
                  <a:lnTo>
                    <a:pt x="3101100" y="15820"/>
                  </a:lnTo>
                  <a:lnTo>
                    <a:pt x="3023466" y="21026"/>
                  </a:lnTo>
                  <a:lnTo>
                    <a:pt x="2945832" y="26198"/>
                  </a:lnTo>
                  <a:lnTo>
                    <a:pt x="2868198" y="31337"/>
                  </a:lnTo>
                  <a:lnTo>
                    <a:pt x="2790564" y="36443"/>
                  </a:lnTo>
                  <a:lnTo>
                    <a:pt x="2712930" y="41516"/>
                  </a:lnTo>
                  <a:lnTo>
                    <a:pt x="2635295" y="46557"/>
                  </a:lnTo>
                  <a:lnTo>
                    <a:pt x="2557661" y="51565"/>
                  </a:lnTo>
                  <a:lnTo>
                    <a:pt x="2480027" y="56541"/>
                  </a:lnTo>
                  <a:lnTo>
                    <a:pt x="2402393" y="61485"/>
                  </a:lnTo>
                  <a:lnTo>
                    <a:pt x="2324759" y="66398"/>
                  </a:lnTo>
                  <a:lnTo>
                    <a:pt x="2247125" y="71279"/>
                  </a:lnTo>
                  <a:lnTo>
                    <a:pt x="2169491" y="76128"/>
                  </a:lnTo>
                  <a:lnTo>
                    <a:pt x="2091857" y="80946"/>
                  </a:lnTo>
                  <a:lnTo>
                    <a:pt x="2014223" y="85733"/>
                  </a:lnTo>
                  <a:lnTo>
                    <a:pt x="1936589" y="90490"/>
                  </a:lnTo>
                  <a:lnTo>
                    <a:pt x="1858955" y="95216"/>
                  </a:lnTo>
                  <a:lnTo>
                    <a:pt x="1781321" y="99911"/>
                  </a:lnTo>
                  <a:lnTo>
                    <a:pt x="1703687" y="104577"/>
                  </a:lnTo>
                  <a:lnTo>
                    <a:pt x="1626053" y="109212"/>
                  </a:lnTo>
                  <a:lnTo>
                    <a:pt x="1548419" y="113818"/>
                  </a:lnTo>
                  <a:lnTo>
                    <a:pt x="1470785" y="118394"/>
                  </a:lnTo>
                  <a:lnTo>
                    <a:pt x="1393151" y="122940"/>
                  </a:lnTo>
                  <a:lnTo>
                    <a:pt x="1315517" y="127458"/>
                  </a:lnTo>
                  <a:lnTo>
                    <a:pt x="1237883" y="131946"/>
                  </a:lnTo>
                  <a:lnTo>
                    <a:pt x="1160249" y="136406"/>
                  </a:lnTo>
                  <a:lnTo>
                    <a:pt x="1082615" y="140837"/>
                  </a:lnTo>
                  <a:lnTo>
                    <a:pt x="1004981" y="145239"/>
                  </a:lnTo>
                  <a:lnTo>
                    <a:pt x="927346" y="149613"/>
                  </a:lnTo>
                  <a:lnTo>
                    <a:pt x="849712" y="153959"/>
                  </a:lnTo>
                  <a:lnTo>
                    <a:pt x="772078" y="158277"/>
                  </a:lnTo>
                  <a:lnTo>
                    <a:pt x="694444" y="162567"/>
                  </a:lnTo>
                  <a:lnTo>
                    <a:pt x="616810" y="166830"/>
                  </a:lnTo>
                  <a:lnTo>
                    <a:pt x="539176" y="171065"/>
                  </a:lnTo>
                  <a:lnTo>
                    <a:pt x="461542" y="175274"/>
                  </a:lnTo>
                  <a:lnTo>
                    <a:pt x="383908" y="179455"/>
                  </a:lnTo>
                  <a:lnTo>
                    <a:pt x="306274" y="183609"/>
                  </a:lnTo>
                  <a:lnTo>
                    <a:pt x="228640" y="187736"/>
                  </a:lnTo>
                  <a:lnTo>
                    <a:pt x="151006" y="191837"/>
                  </a:lnTo>
                  <a:lnTo>
                    <a:pt x="73372" y="195912"/>
                  </a:lnTo>
                  <a:lnTo>
                    <a:pt x="0" y="199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10200" y="2073503"/>
              <a:ext cx="5578289" cy="3460808"/>
            </a:xfrm>
            <a:custGeom>
              <a:avLst/>
              <a:pathLst>
                <a:path w="5578289" h="3460808">
                  <a:moveTo>
                    <a:pt x="0" y="0"/>
                  </a:moveTo>
                  <a:lnTo>
                    <a:pt x="66272" y="202789"/>
                  </a:lnTo>
                  <a:lnTo>
                    <a:pt x="143906" y="424304"/>
                  </a:lnTo>
                  <a:lnTo>
                    <a:pt x="221540" y="630864"/>
                  </a:lnTo>
                  <a:lnTo>
                    <a:pt x="299174" y="823478"/>
                  </a:lnTo>
                  <a:lnTo>
                    <a:pt x="376808" y="1003087"/>
                  </a:lnTo>
                  <a:lnTo>
                    <a:pt x="454442" y="1170570"/>
                  </a:lnTo>
                  <a:lnTo>
                    <a:pt x="532076" y="1326745"/>
                  </a:lnTo>
                  <a:lnTo>
                    <a:pt x="609711" y="1472376"/>
                  </a:lnTo>
                  <a:lnTo>
                    <a:pt x="687345" y="1608175"/>
                  </a:lnTo>
                  <a:lnTo>
                    <a:pt x="764979" y="1734805"/>
                  </a:lnTo>
                  <a:lnTo>
                    <a:pt x="842613" y="1852886"/>
                  </a:lnTo>
                  <a:lnTo>
                    <a:pt x="920247" y="1962994"/>
                  </a:lnTo>
                  <a:lnTo>
                    <a:pt x="997881" y="2065669"/>
                  </a:lnTo>
                  <a:lnTo>
                    <a:pt x="1075515" y="2161411"/>
                  </a:lnTo>
                  <a:lnTo>
                    <a:pt x="1153149" y="2250689"/>
                  </a:lnTo>
                  <a:lnTo>
                    <a:pt x="1230783" y="2333939"/>
                  </a:lnTo>
                  <a:lnTo>
                    <a:pt x="1308417" y="2411569"/>
                  </a:lnTo>
                  <a:lnTo>
                    <a:pt x="1386051" y="2483958"/>
                  </a:lnTo>
                  <a:lnTo>
                    <a:pt x="1463685" y="2551459"/>
                  </a:lnTo>
                  <a:lnTo>
                    <a:pt x="1541319" y="2614403"/>
                  </a:lnTo>
                  <a:lnTo>
                    <a:pt x="1618953" y="2673097"/>
                  </a:lnTo>
                  <a:lnTo>
                    <a:pt x="1696587" y="2727828"/>
                  </a:lnTo>
                  <a:lnTo>
                    <a:pt x="1774221" y="2778865"/>
                  </a:lnTo>
                  <a:lnTo>
                    <a:pt x="1851855" y="2826455"/>
                  </a:lnTo>
                  <a:lnTo>
                    <a:pt x="1929489" y="2870832"/>
                  </a:lnTo>
                  <a:lnTo>
                    <a:pt x="2007123" y="2912214"/>
                  </a:lnTo>
                  <a:lnTo>
                    <a:pt x="2084757" y="2950801"/>
                  </a:lnTo>
                  <a:lnTo>
                    <a:pt x="2162391" y="2986783"/>
                  </a:lnTo>
                  <a:lnTo>
                    <a:pt x="2240025" y="3020336"/>
                  </a:lnTo>
                  <a:lnTo>
                    <a:pt x="2317660" y="3051623"/>
                  </a:lnTo>
                  <a:lnTo>
                    <a:pt x="2395294" y="3080798"/>
                  </a:lnTo>
                  <a:lnTo>
                    <a:pt x="2472928" y="3108003"/>
                  </a:lnTo>
                  <a:lnTo>
                    <a:pt x="2550562" y="3133372"/>
                  </a:lnTo>
                  <a:lnTo>
                    <a:pt x="2628196" y="3157028"/>
                  </a:lnTo>
                  <a:lnTo>
                    <a:pt x="2705830" y="3179086"/>
                  </a:lnTo>
                  <a:lnTo>
                    <a:pt x="2783464" y="3199655"/>
                  </a:lnTo>
                  <a:lnTo>
                    <a:pt x="2861098" y="3218836"/>
                  </a:lnTo>
                  <a:lnTo>
                    <a:pt x="2938732" y="3236722"/>
                  </a:lnTo>
                  <a:lnTo>
                    <a:pt x="3016366" y="3253400"/>
                  </a:lnTo>
                  <a:lnTo>
                    <a:pt x="3094000" y="3268952"/>
                  </a:lnTo>
                  <a:lnTo>
                    <a:pt x="3171634" y="3283454"/>
                  </a:lnTo>
                  <a:lnTo>
                    <a:pt x="3249268" y="3296976"/>
                  </a:lnTo>
                  <a:lnTo>
                    <a:pt x="3326902" y="3309586"/>
                  </a:lnTo>
                  <a:lnTo>
                    <a:pt x="3404536" y="3321345"/>
                  </a:lnTo>
                  <a:lnTo>
                    <a:pt x="3482170" y="3332309"/>
                  </a:lnTo>
                  <a:lnTo>
                    <a:pt x="3559804" y="3342534"/>
                  </a:lnTo>
                  <a:lnTo>
                    <a:pt x="3637438" y="3352068"/>
                  </a:lnTo>
                  <a:lnTo>
                    <a:pt x="3715072" y="3360958"/>
                  </a:lnTo>
                  <a:lnTo>
                    <a:pt x="3792706" y="3369248"/>
                  </a:lnTo>
                  <a:lnTo>
                    <a:pt x="3870340" y="3376979"/>
                  </a:lnTo>
                  <a:lnTo>
                    <a:pt x="3947974" y="3384187"/>
                  </a:lnTo>
                  <a:lnTo>
                    <a:pt x="4025609" y="3390909"/>
                  </a:lnTo>
                  <a:lnTo>
                    <a:pt x="4103243" y="3397177"/>
                  </a:lnTo>
                  <a:lnTo>
                    <a:pt x="4180877" y="3403022"/>
                  </a:lnTo>
                  <a:lnTo>
                    <a:pt x="4258511" y="3408472"/>
                  </a:lnTo>
                  <a:lnTo>
                    <a:pt x="4336145" y="3413554"/>
                  </a:lnTo>
                  <a:lnTo>
                    <a:pt x="4413779" y="3418293"/>
                  </a:lnTo>
                  <a:lnTo>
                    <a:pt x="4491413" y="3422712"/>
                  </a:lnTo>
                  <a:lnTo>
                    <a:pt x="4569047" y="3426833"/>
                  </a:lnTo>
                  <a:lnTo>
                    <a:pt x="4646681" y="3430676"/>
                  </a:lnTo>
                  <a:lnTo>
                    <a:pt x="4724315" y="3434259"/>
                  </a:lnTo>
                  <a:lnTo>
                    <a:pt x="4801949" y="3437600"/>
                  </a:lnTo>
                  <a:lnTo>
                    <a:pt x="4879583" y="3440715"/>
                  </a:lnTo>
                  <a:lnTo>
                    <a:pt x="4957217" y="3443621"/>
                  </a:lnTo>
                  <a:lnTo>
                    <a:pt x="5034851" y="3446330"/>
                  </a:lnTo>
                  <a:lnTo>
                    <a:pt x="5112485" y="3448856"/>
                  </a:lnTo>
                  <a:lnTo>
                    <a:pt x="5190119" y="3451212"/>
                  </a:lnTo>
                  <a:lnTo>
                    <a:pt x="5267753" y="3453408"/>
                  </a:lnTo>
                  <a:lnTo>
                    <a:pt x="5345387" y="3455457"/>
                  </a:lnTo>
                  <a:lnTo>
                    <a:pt x="5423021" y="3457367"/>
                  </a:lnTo>
                  <a:lnTo>
                    <a:pt x="5500655" y="3459148"/>
                  </a:lnTo>
                  <a:lnTo>
                    <a:pt x="5578289" y="3460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2026-06-02T08:49:35Z</dcterms:modified>
  <cp:category/>
</cp:coreProperties>
</file>