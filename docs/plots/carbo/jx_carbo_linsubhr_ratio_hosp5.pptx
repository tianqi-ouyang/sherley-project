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1350"/>
            </a:xfrm>
            <a:custGeom>
              <a:avLst/>
              <a:pathLst>
                <a:path w="7370972" h="3651350">
                  <a:moveTo>
                    <a:pt x="2509004" y="0"/>
                  </a:moveTo>
                  <a:lnTo>
                    <a:pt x="2557661" y="285426"/>
                  </a:lnTo>
                  <a:lnTo>
                    <a:pt x="2635295" y="686578"/>
                  </a:lnTo>
                  <a:lnTo>
                    <a:pt x="2712930" y="1039939"/>
                  </a:lnTo>
                  <a:lnTo>
                    <a:pt x="2790564" y="1351203"/>
                  </a:lnTo>
                  <a:lnTo>
                    <a:pt x="2868198" y="1625384"/>
                  </a:lnTo>
                  <a:lnTo>
                    <a:pt x="2945832" y="1866901"/>
                  </a:lnTo>
                  <a:lnTo>
                    <a:pt x="3023466" y="2079644"/>
                  </a:lnTo>
                  <a:lnTo>
                    <a:pt x="3101100" y="2267043"/>
                  </a:lnTo>
                  <a:lnTo>
                    <a:pt x="3178734" y="2432116"/>
                  </a:lnTo>
                  <a:lnTo>
                    <a:pt x="3256368" y="2577523"/>
                  </a:lnTo>
                  <a:lnTo>
                    <a:pt x="3334002" y="2705607"/>
                  </a:lnTo>
                  <a:lnTo>
                    <a:pt x="3411636" y="2782636"/>
                  </a:lnTo>
                  <a:lnTo>
                    <a:pt x="3489270" y="2781629"/>
                  </a:lnTo>
                  <a:lnTo>
                    <a:pt x="3566904" y="2780622"/>
                  </a:lnTo>
                  <a:lnTo>
                    <a:pt x="3644538" y="2779613"/>
                  </a:lnTo>
                  <a:lnTo>
                    <a:pt x="3722172" y="2778603"/>
                  </a:lnTo>
                  <a:lnTo>
                    <a:pt x="3799806" y="2777591"/>
                  </a:lnTo>
                  <a:lnTo>
                    <a:pt x="3877440" y="2776579"/>
                  </a:lnTo>
                  <a:lnTo>
                    <a:pt x="3955074" y="2775565"/>
                  </a:lnTo>
                  <a:lnTo>
                    <a:pt x="4032708" y="2774551"/>
                  </a:lnTo>
                  <a:lnTo>
                    <a:pt x="4110342" y="2773535"/>
                  </a:lnTo>
                  <a:lnTo>
                    <a:pt x="4187976" y="2772517"/>
                  </a:lnTo>
                  <a:lnTo>
                    <a:pt x="4265610" y="2771499"/>
                  </a:lnTo>
                  <a:lnTo>
                    <a:pt x="4343244" y="2770480"/>
                  </a:lnTo>
                  <a:lnTo>
                    <a:pt x="4420879" y="2769459"/>
                  </a:lnTo>
                  <a:lnTo>
                    <a:pt x="4498513" y="2768437"/>
                  </a:lnTo>
                  <a:lnTo>
                    <a:pt x="4576147" y="2767414"/>
                  </a:lnTo>
                  <a:lnTo>
                    <a:pt x="4653781" y="2766390"/>
                  </a:lnTo>
                  <a:lnTo>
                    <a:pt x="4731415" y="2765365"/>
                  </a:lnTo>
                  <a:lnTo>
                    <a:pt x="4809049" y="2764338"/>
                  </a:lnTo>
                  <a:lnTo>
                    <a:pt x="4886683" y="2763310"/>
                  </a:lnTo>
                  <a:lnTo>
                    <a:pt x="4964317" y="2762281"/>
                  </a:lnTo>
                  <a:lnTo>
                    <a:pt x="5041951" y="2761251"/>
                  </a:lnTo>
                  <a:lnTo>
                    <a:pt x="5119585" y="2760220"/>
                  </a:lnTo>
                  <a:lnTo>
                    <a:pt x="5197219" y="2759187"/>
                  </a:lnTo>
                  <a:lnTo>
                    <a:pt x="5274853" y="2758153"/>
                  </a:lnTo>
                  <a:lnTo>
                    <a:pt x="5352487" y="2757119"/>
                  </a:lnTo>
                  <a:lnTo>
                    <a:pt x="5430121" y="2756082"/>
                  </a:lnTo>
                  <a:lnTo>
                    <a:pt x="5507755" y="2755045"/>
                  </a:lnTo>
                  <a:lnTo>
                    <a:pt x="5585389" y="2754007"/>
                  </a:lnTo>
                  <a:lnTo>
                    <a:pt x="5663023" y="2752967"/>
                  </a:lnTo>
                  <a:lnTo>
                    <a:pt x="5740657" y="2751926"/>
                  </a:lnTo>
                  <a:lnTo>
                    <a:pt x="5818291" y="2750884"/>
                  </a:lnTo>
                  <a:lnTo>
                    <a:pt x="5895925" y="2749840"/>
                  </a:lnTo>
                  <a:lnTo>
                    <a:pt x="5973559" y="2748796"/>
                  </a:lnTo>
                  <a:lnTo>
                    <a:pt x="6051193" y="2747750"/>
                  </a:lnTo>
                  <a:lnTo>
                    <a:pt x="6128827" y="2746703"/>
                  </a:lnTo>
                  <a:lnTo>
                    <a:pt x="6206462" y="2745655"/>
                  </a:lnTo>
                  <a:lnTo>
                    <a:pt x="6284096" y="2744606"/>
                  </a:lnTo>
                  <a:lnTo>
                    <a:pt x="6361730" y="2743555"/>
                  </a:lnTo>
                  <a:lnTo>
                    <a:pt x="6439364" y="2742503"/>
                  </a:lnTo>
                  <a:lnTo>
                    <a:pt x="6516998" y="2741450"/>
                  </a:lnTo>
                  <a:lnTo>
                    <a:pt x="6594632" y="2740396"/>
                  </a:lnTo>
                  <a:lnTo>
                    <a:pt x="6672266" y="2739340"/>
                  </a:lnTo>
                  <a:lnTo>
                    <a:pt x="6749900" y="2738284"/>
                  </a:lnTo>
                  <a:lnTo>
                    <a:pt x="6827534" y="2737226"/>
                  </a:lnTo>
                  <a:lnTo>
                    <a:pt x="6905168" y="2736167"/>
                  </a:lnTo>
                  <a:lnTo>
                    <a:pt x="6982802" y="2735106"/>
                  </a:lnTo>
                  <a:lnTo>
                    <a:pt x="7060436" y="2734045"/>
                  </a:lnTo>
                  <a:lnTo>
                    <a:pt x="7138070" y="2732982"/>
                  </a:lnTo>
                  <a:lnTo>
                    <a:pt x="7215704" y="2731918"/>
                  </a:lnTo>
                  <a:lnTo>
                    <a:pt x="7293338" y="2730853"/>
                  </a:lnTo>
                  <a:lnTo>
                    <a:pt x="7370972" y="2729786"/>
                  </a:lnTo>
                  <a:lnTo>
                    <a:pt x="7370972" y="3651350"/>
                  </a:lnTo>
                  <a:lnTo>
                    <a:pt x="7293338" y="3651175"/>
                  </a:lnTo>
                  <a:lnTo>
                    <a:pt x="7215704" y="3650977"/>
                  </a:lnTo>
                  <a:lnTo>
                    <a:pt x="7138070" y="3650751"/>
                  </a:lnTo>
                  <a:lnTo>
                    <a:pt x="7060436" y="3650495"/>
                  </a:lnTo>
                  <a:lnTo>
                    <a:pt x="6982802" y="3650205"/>
                  </a:lnTo>
                  <a:lnTo>
                    <a:pt x="6905168" y="3649875"/>
                  </a:lnTo>
                  <a:lnTo>
                    <a:pt x="6827534" y="3649501"/>
                  </a:lnTo>
                  <a:lnTo>
                    <a:pt x="6749900" y="3649076"/>
                  </a:lnTo>
                  <a:lnTo>
                    <a:pt x="6672266" y="3648593"/>
                  </a:lnTo>
                  <a:lnTo>
                    <a:pt x="6594632" y="3648045"/>
                  </a:lnTo>
                  <a:lnTo>
                    <a:pt x="6516998" y="3647423"/>
                  </a:lnTo>
                  <a:lnTo>
                    <a:pt x="6439364" y="3646717"/>
                  </a:lnTo>
                  <a:lnTo>
                    <a:pt x="6361730" y="3645916"/>
                  </a:lnTo>
                  <a:lnTo>
                    <a:pt x="6284096" y="3645006"/>
                  </a:lnTo>
                  <a:lnTo>
                    <a:pt x="6206462" y="3643973"/>
                  </a:lnTo>
                  <a:lnTo>
                    <a:pt x="6128827" y="3642801"/>
                  </a:lnTo>
                  <a:lnTo>
                    <a:pt x="6051193" y="3641469"/>
                  </a:lnTo>
                  <a:lnTo>
                    <a:pt x="5973559" y="3639958"/>
                  </a:lnTo>
                  <a:lnTo>
                    <a:pt x="5895925" y="3638243"/>
                  </a:lnTo>
                  <a:lnTo>
                    <a:pt x="5818291" y="3636295"/>
                  </a:lnTo>
                  <a:lnTo>
                    <a:pt x="5740657" y="3634084"/>
                  </a:lnTo>
                  <a:lnTo>
                    <a:pt x="5663023" y="3631574"/>
                  </a:lnTo>
                  <a:lnTo>
                    <a:pt x="5585389" y="3628724"/>
                  </a:lnTo>
                  <a:lnTo>
                    <a:pt x="5507755" y="3625489"/>
                  </a:lnTo>
                  <a:lnTo>
                    <a:pt x="5430121" y="3621817"/>
                  </a:lnTo>
                  <a:lnTo>
                    <a:pt x="5352487" y="3617648"/>
                  </a:lnTo>
                  <a:lnTo>
                    <a:pt x="5274853" y="3612914"/>
                  </a:lnTo>
                  <a:lnTo>
                    <a:pt x="5197219" y="3607541"/>
                  </a:lnTo>
                  <a:lnTo>
                    <a:pt x="5119585" y="3601441"/>
                  </a:lnTo>
                  <a:lnTo>
                    <a:pt x="5041951" y="3594516"/>
                  </a:lnTo>
                  <a:lnTo>
                    <a:pt x="4964317" y="3586655"/>
                  </a:lnTo>
                  <a:lnTo>
                    <a:pt x="4886683" y="3577730"/>
                  </a:lnTo>
                  <a:lnTo>
                    <a:pt x="4809049" y="3567598"/>
                  </a:lnTo>
                  <a:lnTo>
                    <a:pt x="4731415" y="3556096"/>
                  </a:lnTo>
                  <a:lnTo>
                    <a:pt x="4653781" y="3543039"/>
                  </a:lnTo>
                  <a:lnTo>
                    <a:pt x="4576147" y="3528215"/>
                  </a:lnTo>
                  <a:lnTo>
                    <a:pt x="4498513" y="3511386"/>
                  </a:lnTo>
                  <a:lnTo>
                    <a:pt x="4420879" y="3492282"/>
                  </a:lnTo>
                  <a:lnTo>
                    <a:pt x="4343244" y="3470593"/>
                  </a:lnTo>
                  <a:lnTo>
                    <a:pt x="4265610" y="3445971"/>
                  </a:lnTo>
                  <a:lnTo>
                    <a:pt x="4187976" y="3418020"/>
                  </a:lnTo>
                  <a:lnTo>
                    <a:pt x="4110342" y="3386287"/>
                  </a:lnTo>
                  <a:lnTo>
                    <a:pt x="4032708" y="3350264"/>
                  </a:lnTo>
                  <a:lnTo>
                    <a:pt x="3955074" y="3309368"/>
                  </a:lnTo>
                  <a:lnTo>
                    <a:pt x="3877440" y="3262941"/>
                  </a:lnTo>
                  <a:lnTo>
                    <a:pt x="3799806" y="3210234"/>
                  </a:lnTo>
                  <a:lnTo>
                    <a:pt x="3722172" y="3150400"/>
                  </a:lnTo>
                  <a:lnTo>
                    <a:pt x="3644538" y="3082473"/>
                  </a:lnTo>
                  <a:lnTo>
                    <a:pt x="3566904" y="3005359"/>
                  </a:lnTo>
                  <a:lnTo>
                    <a:pt x="3489270" y="2917815"/>
                  </a:lnTo>
                  <a:lnTo>
                    <a:pt x="3411636" y="2818432"/>
                  </a:lnTo>
                  <a:lnTo>
                    <a:pt x="3334002" y="2783642"/>
                  </a:lnTo>
                  <a:lnTo>
                    <a:pt x="3256368" y="2784646"/>
                  </a:lnTo>
                  <a:lnTo>
                    <a:pt x="3178734" y="2785649"/>
                  </a:lnTo>
                  <a:lnTo>
                    <a:pt x="3101100" y="2786651"/>
                  </a:lnTo>
                  <a:lnTo>
                    <a:pt x="3023466" y="2787652"/>
                  </a:lnTo>
                  <a:lnTo>
                    <a:pt x="2945832" y="2788651"/>
                  </a:lnTo>
                  <a:lnTo>
                    <a:pt x="2868198" y="2789650"/>
                  </a:lnTo>
                  <a:lnTo>
                    <a:pt x="2790564" y="2790647"/>
                  </a:lnTo>
                  <a:lnTo>
                    <a:pt x="2712930" y="2791643"/>
                  </a:lnTo>
                  <a:lnTo>
                    <a:pt x="2635295" y="2792638"/>
                  </a:lnTo>
                  <a:lnTo>
                    <a:pt x="2557661" y="2793632"/>
                  </a:lnTo>
                  <a:lnTo>
                    <a:pt x="2480027" y="2794625"/>
                  </a:lnTo>
                  <a:lnTo>
                    <a:pt x="2402393" y="2795617"/>
                  </a:lnTo>
                  <a:lnTo>
                    <a:pt x="2324759" y="2796607"/>
                  </a:lnTo>
                  <a:lnTo>
                    <a:pt x="2247125" y="2797596"/>
                  </a:lnTo>
                  <a:lnTo>
                    <a:pt x="2169491" y="2798584"/>
                  </a:lnTo>
                  <a:lnTo>
                    <a:pt x="2091857" y="2799571"/>
                  </a:lnTo>
                  <a:lnTo>
                    <a:pt x="2014223" y="2800557"/>
                  </a:lnTo>
                  <a:lnTo>
                    <a:pt x="1936589" y="2801542"/>
                  </a:lnTo>
                  <a:lnTo>
                    <a:pt x="1858955" y="2802526"/>
                  </a:lnTo>
                  <a:lnTo>
                    <a:pt x="1781321" y="2803508"/>
                  </a:lnTo>
                  <a:lnTo>
                    <a:pt x="1703687" y="2804489"/>
                  </a:lnTo>
                  <a:lnTo>
                    <a:pt x="1626053" y="2805470"/>
                  </a:lnTo>
                  <a:lnTo>
                    <a:pt x="1548419" y="2806449"/>
                  </a:lnTo>
                  <a:lnTo>
                    <a:pt x="1470785" y="2807427"/>
                  </a:lnTo>
                  <a:lnTo>
                    <a:pt x="1393151" y="2808403"/>
                  </a:lnTo>
                  <a:lnTo>
                    <a:pt x="1315517" y="2809379"/>
                  </a:lnTo>
                  <a:lnTo>
                    <a:pt x="1237883" y="2810354"/>
                  </a:lnTo>
                  <a:lnTo>
                    <a:pt x="1160249" y="2811327"/>
                  </a:lnTo>
                  <a:lnTo>
                    <a:pt x="1082615" y="2812299"/>
                  </a:lnTo>
                  <a:lnTo>
                    <a:pt x="1004981" y="2813270"/>
                  </a:lnTo>
                  <a:lnTo>
                    <a:pt x="927346" y="2814240"/>
                  </a:lnTo>
                  <a:lnTo>
                    <a:pt x="849712" y="2815209"/>
                  </a:lnTo>
                  <a:lnTo>
                    <a:pt x="772078" y="2816177"/>
                  </a:lnTo>
                  <a:lnTo>
                    <a:pt x="694444" y="2817144"/>
                  </a:lnTo>
                  <a:lnTo>
                    <a:pt x="616810" y="2818109"/>
                  </a:lnTo>
                  <a:lnTo>
                    <a:pt x="539176" y="2819074"/>
                  </a:lnTo>
                  <a:lnTo>
                    <a:pt x="461542" y="2820037"/>
                  </a:lnTo>
                  <a:lnTo>
                    <a:pt x="383908" y="2820999"/>
                  </a:lnTo>
                  <a:lnTo>
                    <a:pt x="306274" y="2821960"/>
                  </a:lnTo>
                  <a:lnTo>
                    <a:pt x="228640" y="2822920"/>
                  </a:lnTo>
                  <a:lnTo>
                    <a:pt x="151006" y="2823879"/>
                  </a:lnTo>
                  <a:lnTo>
                    <a:pt x="73372" y="2824837"/>
                  </a:lnTo>
                  <a:lnTo>
                    <a:pt x="0" y="28257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26522" y="1896563"/>
              <a:ext cx="4861968" cy="2782636"/>
            </a:xfrm>
            <a:custGeom>
              <a:avLst/>
              <a:pathLst>
                <a:path w="4861968" h="2782636">
                  <a:moveTo>
                    <a:pt x="0" y="0"/>
                  </a:moveTo>
                  <a:lnTo>
                    <a:pt x="48657" y="285426"/>
                  </a:lnTo>
                  <a:lnTo>
                    <a:pt x="126291" y="686578"/>
                  </a:lnTo>
                  <a:lnTo>
                    <a:pt x="203925" y="1039939"/>
                  </a:lnTo>
                  <a:lnTo>
                    <a:pt x="281559" y="1351203"/>
                  </a:lnTo>
                  <a:lnTo>
                    <a:pt x="359193" y="1625384"/>
                  </a:lnTo>
                  <a:lnTo>
                    <a:pt x="436827" y="1866901"/>
                  </a:lnTo>
                  <a:lnTo>
                    <a:pt x="514461" y="2079644"/>
                  </a:lnTo>
                  <a:lnTo>
                    <a:pt x="592095" y="2267043"/>
                  </a:lnTo>
                  <a:lnTo>
                    <a:pt x="669729" y="2432116"/>
                  </a:lnTo>
                  <a:lnTo>
                    <a:pt x="747363" y="2577523"/>
                  </a:lnTo>
                  <a:lnTo>
                    <a:pt x="824997" y="2705607"/>
                  </a:lnTo>
                  <a:lnTo>
                    <a:pt x="902631" y="2782636"/>
                  </a:lnTo>
                  <a:lnTo>
                    <a:pt x="980265" y="2781629"/>
                  </a:lnTo>
                  <a:lnTo>
                    <a:pt x="1057899" y="2780622"/>
                  </a:lnTo>
                  <a:lnTo>
                    <a:pt x="1135533" y="2779613"/>
                  </a:lnTo>
                  <a:lnTo>
                    <a:pt x="1213167" y="2778603"/>
                  </a:lnTo>
                  <a:lnTo>
                    <a:pt x="1290801" y="2777591"/>
                  </a:lnTo>
                  <a:lnTo>
                    <a:pt x="1368435" y="2776579"/>
                  </a:lnTo>
                  <a:lnTo>
                    <a:pt x="1446070" y="2775565"/>
                  </a:lnTo>
                  <a:lnTo>
                    <a:pt x="1523704" y="2774551"/>
                  </a:lnTo>
                  <a:lnTo>
                    <a:pt x="1601338" y="2773535"/>
                  </a:lnTo>
                  <a:lnTo>
                    <a:pt x="1678972" y="2772517"/>
                  </a:lnTo>
                  <a:lnTo>
                    <a:pt x="1756606" y="2771499"/>
                  </a:lnTo>
                  <a:lnTo>
                    <a:pt x="1834240" y="2770480"/>
                  </a:lnTo>
                  <a:lnTo>
                    <a:pt x="1911874" y="2769459"/>
                  </a:lnTo>
                  <a:lnTo>
                    <a:pt x="1989508" y="2768437"/>
                  </a:lnTo>
                  <a:lnTo>
                    <a:pt x="2067142" y="2767414"/>
                  </a:lnTo>
                  <a:lnTo>
                    <a:pt x="2144776" y="2766390"/>
                  </a:lnTo>
                  <a:lnTo>
                    <a:pt x="2222410" y="2765365"/>
                  </a:lnTo>
                  <a:lnTo>
                    <a:pt x="2300044" y="2764338"/>
                  </a:lnTo>
                  <a:lnTo>
                    <a:pt x="2377678" y="2763310"/>
                  </a:lnTo>
                  <a:lnTo>
                    <a:pt x="2455312" y="2762281"/>
                  </a:lnTo>
                  <a:lnTo>
                    <a:pt x="2532946" y="2761251"/>
                  </a:lnTo>
                  <a:lnTo>
                    <a:pt x="2610580" y="2760220"/>
                  </a:lnTo>
                  <a:lnTo>
                    <a:pt x="2688214" y="2759187"/>
                  </a:lnTo>
                  <a:lnTo>
                    <a:pt x="2765848" y="2758153"/>
                  </a:lnTo>
                  <a:lnTo>
                    <a:pt x="2843482" y="2757119"/>
                  </a:lnTo>
                  <a:lnTo>
                    <a:pt x="2921116" y="2756082"/>
                  </a:lnTo>
                  <a:lnTo>
                    <a:pt x="2998750" y="2755045"/>
                  </a:lnTo>
                  <a:lnTo>
                    <a:pt x="3076384" y="2754007"/>
                  </a:lnTo>
                  <a:lnTo>
                    <a:pt x="3154019" y="2752967"/>
                  </a:lnTo>
                  <a:lnTo>
                    <a:pt x="3231653" y="2751926"/>
                  </a:lnTo>
                  <a:lnTo>
                    <a:pt x="3309287" y="2750884"/>
                  </a:lnTo>
                  <a:lnTo>
                    <a:pt x="3386921" y="2749840"/>
                  </a:lnTo>
                  <a:lnTo>
                    <a:pt x="3464555" y="2748796"/>
                  </a:lnTo>
                  <a:lnTo>
                    <a:pt x="3542189" y="2747750"/>
                  </a:lnTo>
                  <a:lnTo>
                    <a:pt x="3619823" y="2746703"/>
                  </a:lnTo>
                  <a:lnTo>
                    <a:pt x="3697457" y="2745655"/>
                  </a:lnTo>
                  <a:lnTo>
                    <a:pt x="3775091" y="2744606"/>
                  </a:lnTo>
                  <a:lnTo>
                    <a:pt x="3852725" y="2743555"/>
                  </a:lnTo>
                  <a:lnTo>
                    <a:pt x="3930359" y="2742503"/>
                  </a:lnTo>
                  <a:lnTo>
                    <a:pt x="4007993" y="2741450"/>
                  </a:lnTo>
                  <a:lnTo>
                    <a:pt x="4085627" y="2740396"/>
                  </a:lnTo>
                  <a:lnTo>
                    <a:pt x="4163261" y="2739340"/>
                  </a:lnTo>
                  <a:lnTo>
                    <a:pt x="4240895" y="2738284"/>
                  </a:lnTo>
                  <a:lnTo>
                    <a:pt x="4318529" y="2737226"/>
                  </a:lnTo>
                  <a:lnTo>
                    <a:pt x="4396163" y="2736167"/>
                  </a:lnTo>
                  <a:lnTo>
                    <a:pt x="4473797" y="2735106"/>
                  </a:lnTo>
                  <a:lnTo>
                    <a:pt x="4551431" y="2734045"/>
                  </a:lnTo>
                  <a:lnTo>
                    <a:pt x="4629065" y="2732982"/>
                  </a:lnTo>
                  <a:lnTo>
                    <a:pt x="4706699" y="2731918"/>
                  </a:lnTo>
                  <a:lnTo>
                    <a:pt x="4784333" y="2730853"/>
                  </a:lnTo>
                  <a:lnTo>
                    <a:pt x="4861968" y="2729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0205"/>
              <a:ext cx="7370972" cy="867708"/>
            </a:xfrm>
            <a:custGeom>
              <a:avLst/>
              <a:pathLst>
                <a:path w="7370972" h="867708">
                  <a:moveTo>
                    <a:pt x="7370972" y="867708"/>
                  </a:moveTo>
                  <a:lnTo>
                    <a:pt x="7293338" y="867533"/>
                  </a:lnTo>
                  <a:lnTo>
                    <a:pt x="7215704" y="867335"/>
                  </a:lnTo>
                  <a:lnTo>
                    <a:pt x="7138070" y="867109"/>
                  </a:lnTo>
                  <a:lnTo>
                    <a:pt x="7060436" y="866853"/>
                  </a:lnTo>
                  <a:lnTo>
                    <a:pt x="6982802" y="866563"/>
                  </a:lnTo>
                  <a:lnTo>
                    <a:pt x="6905168" y="866233"/>
                  </a:lnTo>
                  <a:lnTo>
                    <a:pt x="6827534" y="865859"/>
                  </a:lnTo>
                  <a:lnTo>
                    <a:pt x="6749900" y="865434"/>
                  </a:lnTo>
                  <a:lnTo>
                    <a:pt x="6672266" y="864951"/>
                  </a:lnTo>
                  <a:lnTo>
                    <a:pt x="6594632" y="864403"/>
                  </a:lnTo>
                  <a:lnTo>
                    <a:pt x="6516998" y="863781"/>
                  </a:lnTo>
                  <a:lnTo>
                    <a:pt x="6439364" y="863075"/>
                  </a:lnTo>
                  <a:lnTo>
                    <a:pt x="6361730" y="862274"/>
                  </a:lnTo>
                  <a:lnTo>
                    <a:pt x="6284096" y="861364"/>
                  </a:lnTo>
                  <a:lnTo>
                    <a:pt x="6206462" y="860331"/>
                  </a:lnTo>
                  <a:lnTo>
                    <a:pt x="6128827" y="859159"/>
                  </a:lnTo>
                  <a:lnTo>
                    <a:pt x="6051193" y="857827"/>
                  </a:lnTo>
                  <a:lnTo>
                    <a:pt x="5973559" y="856316"/>
                  </a:lnTo>
                  <a:lnTo>
                    <a:pt x="5895925" y="854601"/>
                  </a:lnTo>
                  <a:lnTo>
                    <a:pt x="5818291" y="852653"/>
                  </a:lnTo>
                  <a:lnTo>
                    <a:pt x="5740657" y="850442"/>
                  </a:lnTo>
                  <a:lnTo>
                    <a:pt x="5663023" y="847932"/>
                  </a:lnTo>
                  <a:lnTo>
                    <a:pt x="5585389" y="845082"/>
                  </a:lnTo>
                  <a:lnTo>
                    <a:pt x="5507755" y="841847"/>
                  </a:lnTo>
                  <a:lnTo>
                    <a:pt x="5430121" y="838175"/>
                  </a:lnTo>
                  <a:lnTo>
                    <a:pt x="5352487" y="834006"/>
                  </a:lnTo>
                  <a:lnTo>
                    <a:pt x="5274853" y="829272"/>
                  </a:lnTo>
                  <a:lnTo>
                    <a:pt x="5197219" y="823899"/>
                  </a:lnTo>
                  <a:lnTo>
                    <a:pt x="5119585" y="817799"/>
                  </a:lnTo>
                  <a:lnTo>
                    <a:pt x="5041951" y="810874"/>
                  </a:lnTo>
                  <a:lnTo>
                    <a:pt x="4964317" y="803013"/>
                  </a:lnTo>
                  <a:lnTo>
                    <a:pt x="4886683" y="794088"/>
                  </a:lnTo>
                  <a:lnTo>
                    <a:pt x="4809049" y="783956"/>
                  </a:lnTo>
                  <a:lnTo>
                    <a:pt x="4731415" y="772454"/>
                  </a:lnTo>
                  <a:lnTo>
                    <a:pt x="4653781" y="759397"/>
                  </a:lnTo>
                  <a:lnTo>
                    <a:pt x="4576147" y="744573"/>
                  </a:lnTo>
                  <a:lnTo>
                    <a:pt x="4498513" y="727744"/>
                  </a:lnTo>
                  <a:lnTo>
                    <a:pt x="4420879" y="708640"/>
                  </a:lnTo>
                  <a:lnTo>
                    <a:pt x="4343244" y="686951"/>
                  </a:lnTo>
                  <a:lnTo>
                    <a:pt x="4265610" y="662329"/>
                  </a:lnTo>
                  <a:lnTo>
                    <a:pt x="4187976" y="634378"/>
                  </a:lnTo>
                  <a:lnTo>
                    <a:pt x="4110342" y="602645"/>
                  </a:lnTo>
                  <a:lnTo>
                    <a:pt x="4032708" y="566622"/>
                  </a:lnTo>
                  <a:lnTo>
                    <a:pt x="3955074" y="525726"/>
                  </a:lnTo>
                  <a:lnTo>
                    <a:pt x="3877440" y="479298"/>
                  </a:lnTo>
                  <a:lnTo>
                    <a:pt x="3799806" y="426592"/>
                  </a:lnTo>
                  <a:lnTo>
                    <a:pt x="3722172" y="366758"/>
                  </a:lnTo>
                  <a:lnTo>
                    <a:pt x="3644538" y="298831"/>
                  </a:lnTo>
                  <a:lnTo>
                    <a:pt x="3566904" y="221717"/>
                  </a:lnTo>
                  <a:lnTo>
                    <a:pt x="3489270" y="134173"/>
                  </a:lnTo>
                  <a:lnTo>
                    <a:pt x="3411636" y="34790"/>
                  </a:lnTo>
                  <a:lnTo>
                    <a:pt x="3334002" y="0"/>
                  </a:lnTo>
                  <a:lnTo>
                    <a:pt x="3256368" y="1004"/>
                  </a:lnTo>
                  <a:lnTo>
                    <a:pt x="3178734" y="2007"/>
                  </a:lnTo>
                  <a:lnTo>
                    <a:pt x="3101100" y="3009"/>
                  </a:lnTo>
                  <a:lnTo>
                    <a:pt x="3023466" y="4010"/>
                  </a:lnTo>
                  <a:lnTo>
                    <a:pt x="2945832" y="5009"/>
                  </a:lnTo>
                  <a:lnTo>
                    <a:pt x="2868198" y="6008"/>
                  </a:lnTo>
                  <a:lnTo>
                    <a:pt x="2790564" y="7005"/>
                  </a:lnTo>
                  <a:lnTo>
                    <a:pt x="2712930" y="8001"/>
                  </a:lnTo>
                  <a:lnTo>
                    <a:pt x="2635295" y="8996"/>
                  </a:lnTo>
                  <a:lnTo>
                    <a:pt x="2557661" y="9990"/>
                  </a:lnTo>
                  <a:lnTo>
                    <a:pt x="2480027" y="10983"/>
                  </a:lnTo>
                  <a:lnTo>
                    <a:pt x="2402393" y="11975"/>
                  </a:lnTo>
                  <a:lnTo>
                    <a:pt x="2324759" y="12965"/>
                  </a:lnTo>
                  <a:lnTo>
                    <a:pt x="2247125" y="13954"/>
                  </a:lnTo>
                  <a:lnTo>
                    <a:pt x="2169491" y="14942"/>
                  </a:lnTo>
                  <a:lnTo>
                    <a:pt x="2091857" y="15929"/>
                  </a:lnTo>
                  <a:lnTo>
                    <a:pt x="2014223" y="16915"/>
                  </a:lnTo>
                  <a:lnTo>
                    <a:pt x="1936589" y="17900"/>
                  </a:lnTo>
                  <a:lnTo>
                    <a:pt x="1858955" y="18884"/>
                  </a:lnTo>
                  <a:lnTo>
                    <a:pt x="1781321" y="19866"/>
                  </a:lnTo>
                  <a:lnTo>
                    <a:pt x="1703687" y="20847"/>
                  </a:lnTo>
                  <a:lnTo>
                    <a:pt x="1626053" y="21828"/>
                  </a:lnTo>
                  <a:lnTo>
                    <a:pt x="1548419" y="22807"/>
                  </a:lnTo>
                  <a:lnTo>
                    <a:pt x="1470785" y="23785"/>
                  </a:lnTo>
                  <a:lnTo>
                    <a:pt x="1393151" y="24761"/>
                  </a:lnTo>
                  <a:lnTo>
                    <a:pt x="1315517" y="25737"/>
                  </a:lnTo>
                  <a:lnTo>
                    <a:pt x="1237883" y="26711"/>
                  </a:lnTo>
                  <a:lnTo>
                    <a:pt x="1160249" y="27685"/>
                  </a:lnTo>
                  <a:lnTo>
                    <a:pt x="1082615" y="28657"/>
                  </a:lnTo>
                  <a:lnTo>
                    <a:pt x="1004981" y="29628"/>
                  </a:lnTo>
                  <a:lnTo>
                    <a:pt x="927346" y="30598"/>
                  </a:lnTo>
                  <a:lnTo>
                    <a:pt x="849712" y="31567"/>
                  </a:lnTo>
                  <a:lnTo>
                    <a:pt x="772078" y="32535"/>
                  </a:lnTo>
                  <a:lnTo>
                    <a:pt x="694444" y="33502"/>
                  </a:lnTo>
                  <a:lnTo>
                    <a:pt x="616810" y="34467"/>
                  </a:lnTo>
                  <a:lnTo>
                    <a:pt x="539176" y="35432"/>
                  </a:lnTo>
                  <a:lnTo>
                    <a:pt x="461542" y="36395"/>
                  </a:lnTo>
                  <a:lnTo>
                    <a:pt x="383908" y="37357"/>
                  </a:lnTo>
                  <a:lnTo>
                    <a:pt x="306274" y="38318"/>
                  </a:lnTo>
                  <a:lnTo>
                    <a:pt x="228640" y="39278"/>
                  </a:lnTo>
                  <a:lnTo>
                    <a:pt x="151006" y="40237"/>
                  </a:lnTo>
                  <a:lnTo>
                    <a:pt x="73372" y="41195"/>
                  </a:lnTo>
                  <a:lnTo>
                    <a:pt x="0" y="42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31264" y="1896563"/>
              <a:ext cx="5757226" cy="3618097"/>
            </a:xfrm>
            <a:custGeom>
              <a:avLst/>
              <a:pathLst>
                <a:path w="5757226" h="3618097">
                  <a:moveTo>
                    <a:pt x="0" y="0"/>
                  </a:moveTo>
                  <a:lnTo>
                    <a:pt x="12306" y="37176"/>
                  </a:lnTo>
                  <a:lnTo>
                    <a:pt x="89940" y="257404"/>
                  </a:lnTo>
                  <a:lnTo>
                    <a:pt x="167574" y="464218"/>
                  </a:lnTo>
                  <a:lnTo>
                    <a:pt x="245209" y="658434"/>
                  </a:lnTo>
                  <a:lnTo>
                    <a:pt x="322843" y="840820"/>
                  </a:lnTo>
                  <a:lnTo>
                    <a:pt x="400477" y="1012097"/>
                  </a:lnTo>
                  <a:lnTo>
                    <a:pt x="478111" y="1172940"/>
                  </a:lnTo>
                  <a:lnTo>
                    <a:pt x="555745" y="1323986"/>
                  </a:lnTo>
                  <a:lnTo>
                    <a:pt x="633379" y="1465831"/>
                  </a:lnTo>
                  <a:lnTo>
                    <a:pt x="711013" y="1599036"/>
                  </a:lnTo>
                  <a:lnTo>
                    <a:pt x="788647" y="1724128"/>
                  </a:lnTo>
                  <a:lnTo>
                    <a:pt x="866281" y="1841599"/>
                  </a:lnTo>
                  <a:lnTo>
                    <a:pt x="943915" y="1951915"/>
                  </a:lnTo>
                  <a:lnTo>
                    <a:pt x="1021549" y="2055511"/>
                  </a:lnTo>
                  <a:lnTo>
                    <a:pt x="1099183" y="2152797"/>
                  </a:lnTo>
                  <a:lnTo>
                    <a:pt x="1176817" y="2244157"/>
                  </a:lnTo>
                  <a:lnTo>
                    <a:pt x="1254451" y="2329952"/>
                  </a:lnTo>
                  <a:lnTo>
                    <a:pt x="1332085" y="2410521"/>
                  </a:lnTo>
                  <a:lnTo>
                    <a:pt x="1409719" y="2486182"/>
                  </a:lnTo>
                  <a:lnTo>
                    <a:pt x="1487353" y="2557235"/>
                  </a:lnTo>
                  <a:lnTo>
                    <a:pt x="1564987" y="2623959"/>
                  </a:lnTo>
                  <a:lnTo>
                    <a:pt x="1642621" y="2686620"/>
                  </a:lnTo>
                  <a:lnTo>
                    <a:pt x="1720255" y="2745463"/>
                  </a:lnTo>
                  <a:lnTo>
                    <a:pt x="1797889" y="2800722"/>
                  </a:lnTo>
                  <a:lnTo>
                    <a:pt x="1875523" y="2852615"/>
                  </a:lnTo>
                  <a:lnTo>
                    <a:pt x="1953158" y="2901347"/>
                  </a:lnTo>
                  <a:lnTo>
                    <a:pt x="2030792" y="2947111"/>
                  </a:lnTo>
                  <a:lnTo>
                    <a:pt x="2108426" y="2990087"/>
                  </a:lnTo>
                  <a:lnTo>
                    <a:pt x="2186060" y="3030445"/>
                  </a:lnTo>
                  <a:lnTo>
                    <a:pt x="2263694" y="3068345"/>
                  </a:lnTo>
                  <a:lnTo>
                    <a:pt x="2341328" y="3103936"/>
                  </a:lnTo>
                  <a:lnTo>
                    <a:pt x="2418962" y="3137359"/>
                  </a:lnTo>
                  <a:lnTo>
                    <a:pt x="2496596" y="3168747"/>
                  </a:lnTo>
                  <a:lnTo>
                    <a:pt x="2574230" y="3198222"/>
                  </a:lnTo>
                  <a:lnTo>
                    <a:pt x="2651864" y="3225903"/>
                  </a:lnTo>
                  <a:lnTo>
                    <a:pt x="2729498" y="3251897"/>
                  </a:lnTo>
                  <a:lnTo>
                    <a:pt x="2807132" y="3276307"/>
                  </a:lnTo>
                  <a:lnTo>
                    <a:pt x="2884766" y="3299231"/>
                  </a:lnTo>
                  <a:lnTo>
                    <a:pt x="2962400" y="3320758"/>
                  </a:lnTo>
                  <a:lnTo>
                    <a:pt x="3040034" y="3340974"/>
                  </a:lnTo>
                  <a:lnTo>
                    <a:pt x="3117668" y="3359959"/>
                  </a:lnTo>
                  <a:lnTo>
                    <a:pt x="3195302" y="3377787"/>
                  </a:lnTo>
                  <a:lnTo>
                    <a:pt x="3272936" y="3394530"/>
                  </a:lnTo>
                  <a:lnTo>
                    <a:pt x="3350570" y="3410252"/>
                  </a:lnTo>
                  <a:lnTo>
                    <a:pt x="3428204" y="3425017"/>
                  </a:lnTo>
                  <a:lnTo>
                    <a:pt x="3505838" y="3438882"/>
                  </a:lnTo>
                  <a:lnTo>
                    <a:pt x="3583472" y="3451903"/>
                  </a:lnTo>
                  <a:lnTo>
                    <a:pt x="3661107" y="3464131"/>
                  </a:lnTo>
                  <a:lnTo>
                    <a:pt x="3738741" y="3475614"/>
                  </a:lnTo>
                  <a:lnTo>
                    <a:pt x="3816375" y="3486397"/>
                  </a:lnTo>
                  <a:lnTo>
                    <a:pt x="3894009" y="3496523"/>
                  </a:lnTo>
                  <a:lnTo>
                    <a:pt x="3971643" y="3506033"/>
                  </a:lnTo>
                  <a:lnTo>
                    <a:pt x="4049277" y="3514964"/>
                  </a:lnTo>
                  <a:lnTo>
                    <a:pt x="4126911" y="3523350"/>
                  </a:lnTo>
                  <a:lnTo>
                    <a:pt x="4204545" y="3531226"/>
                  </a:lnTo>
                  <a:lnTo>
                    <a:pt x="4282179" y="3538622"/>
                  </a:lnTo>
                  <a:lnTo>
                    <a:pt x="4359813" y="3545567"/>
                  </a:lnTo>
                  <a:lnTo>
                    <a:pt x="4437447" y="3552089"/>
                  </a:lnTo>
                  <a:lnTo>
                    <a:pt x="4515081" y="3558214"/>
                  </a:lnTo>
                  <a:lnTo>
                    <a:pt x="4592715" y="3563966"/>
                  </a:lnTo>
                  <a:lnTo>
                    <a:pt x="4670349" y="3569368"/>
                  </a:lnTo>
                  <a:lnTo>
                    <a:pt x="4747983" y="3574440"/>
                  </a:lnTo>
                  <a:lnTo>
                    <a:pt x="4825617" y="3579204"/>
                  </a:lnTo>
                  <a:lnTo>
                    <a:pt x="4903251" y="3583677"/>
                  </a:lnTo>
                  <a:lnTo>
                    <a:pt x="4980885" y="3587878"/>
                  </a:lnTo>
                  <a:lnTo>
                    <a:pt x="5058519" y="3591823"/>
                  </a:lnTo>
                  <a:lnTo>
                    <a:pt x="5136153" y="3595528"/>
                  </a:lnTo>
                  <a:lnTo>
                    <a:pt x="5213787" y="3599007"/>
                  </a:lnTo>
                  <a:lnTo>
                    <a:pt x="5291421" y="3602274"/>
                  </a:lnTo>
                  <a:lnTo>
                    <a:pt x="5369055" y="3605342"/>
                  </a:lnTo>
                  <a:lnTo>
                    <a:pt x="5446690" y="3608224"/>
                  </a:lnTo>
                  <a:lnTo>
                    <a:pt x="5524324" y="3610929"/>
                  </a:lnTo>
                  <a:lnTo>
                    <a:pt x="5601958" y="3613470"/>
                  </a:lnTo>
                  <a:lnTo>
                    <a:pt x="5679592" y="3615856"/>
                  </a:lnTo>
                  <a:lnTo>
                    <a:pt x="5757226" y="36180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2026-05-22T10:32:45Z</dcterms:modified>
  <cp:category/>
</cp:coreProperties>
</file>