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465030"/>
            </a:xfrm>
            <a:custGeom>
              <a:avLst/>
              <a:pathLst>
                <a:path w="7090630" h="3465030">
                  <a:moveTo>
                    <a:pt x="0" y="2734013"/>
                  </a:moveTo>
                  <a:lnTo>
                    <a:pt x="71622" y="2735194"/>
                  </a:lnTo>
                  <a:lnTo>
                    <a:pt x="143245" y="2736373"/>
                  </a:lnTo>
                  <a:lnTo>
                    <a:pt x="214867" y="2737550"/>
                  </a:lnTo>
                  <a:lnTo>
                    <a:pt x="286490" y="2738726"/>
                  </a:lnTo>
                  <a:lnTo>
                    <a:pt x="358112" y="2739900"/>
                  </a:lnTo>
                  <a:lnTo>
                    <a:pt x="429735" y="2741073"/>
                  </a:lnTo>
                  <a:lnTo>
                    <a:pt x="501357" y="2742245"/>
                  </a:lnTo>
                  <a:lnTo>
                    <a:pt x="572980" y="2743415"/>
                  </a:lnTo>
                  <a:lnTo>
                    <a:pt x="644602" y="2744583"/>
                  </a:lnTo>
                  <a:lnTo>
                    <a:pt x="716225" y="2745750"/>
                  </a:lnTo>
                  <a:lnTo>
                    <a:pt x="787847" y="2746916"/>
                  </a:lnTo>
                  <a:lnTo>
                    <a:pt x="859470" y="2748080"/>
                  </a:lnTo>
                  <a:lnTo>
                    <a:pt x="931092" y="2749242"/>
                  </a:lnTo>
                  <a:lnTo>
                    <a:pt x="1002715" y="2750403"/>
                  </a:lnTo>
                  <a:lnTo>
                    <a:pt x="1074337" y="2751562"/>
                  </a:lnTo>
                  <a:lnTo>
                    <a:pt x="1145960" y="2752720"/>
                  </a:lnTo>
                  <a:lnTo>
                    <a:pt x="1217582" y="2753877"/>
                  </a:lnTo>
                  <a:lnTo>
                    <a:pt x="1289205" y="2755032"/>
                  </a:lnTo>
                  <a:lnTo>
                    <a:pt x="1360827" y="2756185"/>
                  </a:lnTo>
                  <a:lnTo>
                    <a:pt x="1432450" y="2757337"/>
                  </a:lnTo>
                  <a:lnTo>
                    <a:pt x="1504073" y="2758488"/>
                  </a:lnTo>
                  <a:lnTo>
                    <a:pt x="1575695" y="2759637"/>
                  </a:lnTo>
                  <a:lnTo>
                    <a:pt x="1647318" y="2760785"/>
                  </a:lnTo>
                  <a:lnTo>
                    <a:pt x="1718940" y="2761931"/>
                  </a:lnTo>
                  <a:lnTo>
                    <a:pt x="1790563" y="2763075"/>
                  </a:lnTo>
                  <a:lnTo>
                    <a:pt x="1862185" y="2764218"/>
                  </a:lnTo>
                  <a:lnTo>
                    <a:pt x="1933808" y="2765360"/>
                  </a:lnTo>
                  <a:lnTo>
                    <a:pt x="2005430" y="2766500"/>
                  </a:lnTo>
                  <a:lnTo>
                    <a:pt x="2077053" y="2767639"/>
                  </a:lnTo>
                  <a:lnTo>
                    <a:pt x="2148675" y="2768776"/>
                  </a:lnTo>
                  <a:lnTo>
                    <a:pt x="2220298" y="2769912"/>
                  </a:lnTo>
                  <a:lnTo>
                    <a:pt x="2291920" y="2771047"/>
                  </a:lnTo>
                  <a:lnTo>
                    <a:pt x="2363543" y="2772180"/>
                  </a:lnTo>
                  <a:lnTo>
                    <a:pt x="2435165" y="2773311"/>
                  </a:lnTo>
                  <a:lnTo>
                    <a:pt x="2506788" y="2774441"/>
                  </a:lnTo>
                  <a:lnTo>
                    <a:pt x="2578410" y="2775570"/>
                  </a:lnTo>
                  <a:lnTo>
                    <a:pt x="2650033" y="2776697"/>
                  </a:lnTo>
                  <a:lnTo>
                    <a:pt x="2721655" y="2777822"/>
                  </a:lnTo>
                  <a:lnTo>
                    <a:pt x="2793278" y="2778947"/>
                  </a:lnTo>
                  <a:lnTo>
                    <a:pt x="2864901" y="2780069"/>
                  </a:lnTo>
                  <a:lnTo>
                    <a:pt x="2936523" y="2781191"/>
                  </a:lnTo>
                  <a:lnTo>
                    <a:pt x="3008146" y="2782311"/>
                  </a:lnTo>
                  <a:lnTo>
                    <a:pt x="3079768" y="2769901"/>
                  </a:lnTo>
                  <a:lnTo>
                    <a:pt x="3151391" y="2737529"/>
                  </a:lnTo>
                  <a:lnTo>
                    <a:pt x="3223013" y="2703971"/>
                  </a:lnTo>
                  <a:lnTo>
                    <a:pt x="3294636" y="2669181"/>
                  </a:lnTo>
                  <a:lnTo>
                    <a:pt x="3366258" y="2633116"/>
                  </a:lnTo>
                  <a:lnTo>
                    <a:pt x="3437881" y="2595729"/>
                  </a:lnTo>
                  <a:lnTo>
                    <a:pt x="3509503" y="2556970"/>
                  </a:lnTo>
                  <a:lnTo>
                    <a:pt x="3581126" y="2516790"/>
                  </a:lnTo>
                  <a:lnTo>
                    <a:pt x="3652748" y="2475137"/>
                  </a:lnTo>
                  <a:lnTo>
                    <a:pt x="3724371" y="2431956"/>
                  </a:lnTo>
                  <a:lnTo>
                    <a:pt x="3795993" y="2387191"/>
                  </a:lnTo>
                  <a:lnTo>
                    <a:pt x="3867616" y="2340785"/>
                  </a:lnTo>
                  <a:lnTo>
                    <a:pt x="3939238" y="2292677"/>
                  </a:lnTo>
                  <a:lnTo>
                    <a:pt x="4010861" y="2242805"/>
                  </a:lnTo>
                  <a:lnTo>
                    <a:pt x="4082483" y="2191105"/>
                  </a:lnTo>
                  <a:lnTo>
                    <a:pt x="4154106" y="2137508"/>
                  </a:lnTo>
                  <a:lnTo>
                    <a:pt x="4225729" y="2081945"/>
                  </a:lnTo>
                  <a:lnTo>
                    <a:pt x="4297351" y="2024346"/>
                  </a:lnTo>
                  <a:lnTo>
                    <a:pt x="4368974" y="1964633"/>
                  </a:lnTo>
                  <a:lnTo>
                    <a:pt x="4440596" y="1902732"/>
                  </a:lnTo>
                  <a:lnTo>
                    <a:pt x="4512219" y="1838560"/>
                  </a:lnTo>
                  <a:lnTo>
                    <a:pt x="4583841" y="1772034"/>
                  </a:lnTo>
                  <a:lnTo>
                    <a:pt x="4655464" y="1703070"/>
                  </a:lnTo>
                  <a:lnTo>
                    <a:pt x="4727086" y="1631576"/>
                  </a:lnTo>
                  <a:lnTo>
                    <a:pt x="4798709" y="1557460"/>
                  </a:lnTo>
                  <a:lnTo>
                    <a:pt x="4870331" y="1480627"/>
                  </a:lnTo>
                  <a:lnTo>
                    <a:pt x="4941954" y="1400976"/>
                  </a:lnTo>
                  <a:lnTo>
                    <a:pt x="5013576" y="1318403"/>
                  </a:lnTo>
                  <a:lnTo>
                    <a:pt x="5085199" y="1232803"/>
                  </a:lnTo>
                  <a:lnTo>
                    <a:pt x="5156821" y="1144064"/>
                  </a:lnTo>
                  <a:lnTo>
                    <a:pt x="5228444" y="1052071"/>
                  </a:lnTo>
                  <a:lnTo>
                    <a:pt x="5300066" y="956704"/>
                  </a:lnTo>
                  <a:lnTo>
                    <a:pt x="5371689" y="857840"/>
                  </a:lnTo>
                  <a:lnTo>
                    <a:pt x="5443311" y="755350"/>
                  </a:lnTo>
                  <a:lnTo>
                    <a:pt x="5514934" y="649102"/>
                  </a:lnTo>
                  <a:lnTo>
                    <a:pt x="5586557" y="538957"/>
                  </a:lnTo>
                  <a:lnTo>
                    <a:pt x="5658179" y="424774"/>
                  </a:lnTo>
                  <a:lnTo>
                    <a:pt x="5729802" y="306403"/>
                  </a:lnTo>
                  <a:lnTo>
                    <a:pt x="5801424" y="183691"/>
                  </a:lnTo>
                  <a:lnTo>
                    <a:pt x="5873047" y="56480"/>
                  </a:lnTo>
                  <a:lnTo>
                    <a:pt x="5903721" y="0"/>
                  </a:lnTo>
                  <a:lnTo>
                    <a:pt x="7090630" y="0"/>
                  </a:lnTo>
                  <a:lnTo>
                    <a:pt x="7090630" y="2843822"/>
                  </a:lnTo>
                  <a:lnTo>
                    <a:pt x="7019007" y="2842781"/>
                  </a:lnTo>
                  <a:lnTo>
                    <a:pt x="6947385" y="2841739"/>
                  </a:lnTo>
                  <a:lnTo>
                    <a:pt x="6875762" y="2840695"/>
                  </a:lnTo>
                  <a:lnTo>
                    <a:pt x="6804139" y="2839651"/>
                  </a:lnTo>
                  <a:lnTo>
                    <a:pt x="6732517" y="2838604"/>
                  </a:lnTo>
                  <a:lnTo>
                    <a:pt x="6660894" y="2837557"/>
                  </a:lnTo>
                  <a:lnTo>
                    <a:pt x="6589272" y="2836508"/>
                  </a:lnTo>
                  <a:lnTo>
                    <a:pt x="6517649" y="2835458"/>
                  </a:lnTo>
                  <a:lnTo>
                    <a:pt x="6446027" y="2834407"/>
                  </a:lnTo>
                  <a:lnTo>
                    <a:pt x="6374404" y="2833354"/>
                  </a:lnTo>
                  <a:lnTo>
                    <a:pt x="6302782" y="2832299"/>
                  </a:lnTo>
                  <a:lnTo>
                    <a:pt x="6231159" y="2831244"/>
                  </a:lnTo>
                  <a:lnTo>
                    <a:pt x="6159537" y="2830187"/>
                  </a:lnTo>
                  <a:lnTo>
                    <a:pt x="6087914" y="2829129"/>
                  </a:lnTo>
                  <a:lnTo>
                    <a:pt x="6016292" y="2828069"/>
                  </a:lnTo>
                  <a:lnTo>
                    <a:pt x="5944669" y="2827008"/>
                  </a:lnTo>
                  <a:lnTo>
                    <a:pt x="5873047" y="2825946"/>
                  </a:lnTo>
                  <a:lnTo>
                    <a:pt x="5801424" y="2824882"/>
                  </a:lnTo>
                  <a:lnTo>
                    <a:pt x="5729802" y="2823817"/>
                  </a:lnTo>
                  <a:lnTo>
                    <a:pt x="5658179" y="2822750"/>
                  </a:lnTo>
                  <a:lnTo>
                    <a:pt x="5586557" y="2821682"/>
                  </a:lnTo>
                  <a:lnTo>
                    <a:pt x="5514934" y="2820613"/>
                  </a:lnTo>
                  <a:lnTo>
                    <a:pt x="5443311" y="2819543"/>
                  </a:lnTo>
                  <a:lnTo>
                    <a:pt x="5371689" y="2818471"/>
                  </a:lnTo>
                  <a:lnTo>
                    <a:pt x="5300066" y="2817397"/>
                  </a:lnTo>
                  <a:lnTo>
                    <a:pt x="5228444" y="2816323"/>
                  </a:lnTo>
                  <a:lnTo>
                    <a:pt x="5156821" y="2815246"/>
                  </a:lnTo>
                  <a:lnTo>
                    <a:pt x="5085199" y="2814169"/>
                  </a:lnTo>
                  <a:lnTo>
                    <a:pt x="5013576" y="2813090"/>
                  </a:lnTo>
                  <a:lnTo>
                    <a:pt x="4941954" y="2812010"/>
                  </a:lnTo>
                  <a:lnTo>
                    <a:pt x="4870331" y="2810928"/>
                  </a:lnTo>
                  <a:lnTo>
                    <a:pt x="4798709" y="2809845"/>
                  </a:lnTo>
                  <a:lnTo>
                    <a:pt x="4727086" y="2808761"/>
                  </a:lnTo>
                  <a:lnTo>
                    <a:pt x="4655464" y="2807675"/>
                  </a:lnTo>
                  <a:lnTo>
                    <a:pt x="4583841" y="2806587"/>
                  </a:lnTo>
                  <a:lnTo>
                    <a:pt x="4512219" y="2805499"/>
                  </a:lnTo>
                  <a:lnTo>
                    <a:pt x="4440596" y="2804409"/>
                  </a:lnTo>
                  <a:lnTo>
                    <a:pt x="4368974" y="2803317"/>
                  </a:lnTo>
                  <a:lnTo>
                    <a:pt x="4297351" y="2802224"/>
                  </a:lnTo>
                  <a:lnTo>
                    <a:pt x="4225729" y="2801130"/>
                  </a:lnTo>
                  <a:lnTo>
                    <a:pt x="4154106" y="2800034"/>
                  </a:lnTo>
                  <a:lnTo>
                    <a:pt x="4082483" y="2798937"/>
                  </a:lnTo>
                  <a:lnTo>
                    <a:pt x="4010861" y="2797839"/>
                  </a:lnTo>
                  <a:lnTo>
                    <a:pt x="3939238" y="2796739"/>
                  </a:lnTo>
                  <a:lnTo>
                    <a:pt x="3867616" y="2795638"/>
                  </a:lnTo>
                  <a:lnTo>
                    <a:pt x="3795993" y="2794535"/>
                  </a:lnTo>
                  <a:lnTo>
                    <a:pt x="3724371" y="2793431"/>
                  </a:lnTo>
                  <a:lnTo>
                    <a:pt x="3652748" y="2792325"/>
                  </a:lnTo>
                  <a:lnTo>
                    <a:pt x="3581126" y="2791218"/>
                  </a:lnTo>
                  <a:lnTo>
                    <a:pt x="3509503" y="2790110"/>
                  </a:lnTo>
                  <a:lnTo>
                    <a:pt x="3437881" y="2789000"/>
                  </a:lnTo>
                  <a:lnTo>
                    <a:pt x="3366258" y="2787889"/>
                  </a:lnTo>
                  <a:lnTo>
                    <a:pt x="3294636" y="2786776"/>
                  </a:lnTo>
                  <a:lnTo>
                    <a:pt x="3223013" y="2785662"/>
                  </a:lnTo>
                  <a:lnTo>
                    <a:pt x="3151391" y="2784546"/>
                  </a:lnTo>
                  <a:lnTo>
                    <a:pt x="3079768" y="2783429"/>
                  </a:lnTo>
                  <a:lnTo>
                    <a:pt x="3008146" y="2801127"/>
                  </a:lnTo>
                  <a:lnTo>
                    <a:pt x="2936523" y="2831249"/>
                  </a:lnTo>
                  <a:lnTo>
                    <a:pt x="2864901" y="2860305"/>
                  </a:lnTo>
                  <a:lnTo>
                    <a:pt x="2793278" y="2888334"/>
                  </a:lnTo>
                  <a:lnTo>
                    <a:pt x="2721655" y="2915371"/>
                  </a:lnTo>
                  <a:lnTo>
                    <a:pt x="2650033" y="2941451"/>
                  </a:lnTo>
                  <a:lnTo>
                    <a:pt x="2578410" y="2966609"/>
                  </a:lnTo>
                  <a:lnTo>
                    <a:pt x="2506788" y="2990877"/>
                  </a:lnTo>
                  <a:lnTo>
                    <a:pt x="2435165" y="3014286"/>
                  </a:lnTo>
                  <a:lnTo>
                    <a:pt x="2363543" y="3036868"/>
                  </a:lnTo>
                  <a:lnTo>
                    <a:pt x="2291920" y="3058650"/>
                  </a:lnTo>
                  <a:lnTo>
                    <a:pt x="2220298" y="3079663"/>
                  </a:lnTo>
                  <a:lnTo>
                    <a:pt x="2148675" y="3099931"/>
                  </a:lnTo>
                  <a:lnTo>
                    <a:pt x="2077053" y="3119483"/>
                  </a:lnTo>
                  <a:lnTo>
                    <a:pt x="2005430" y="3138343"/>
                  </a:lnTo>
                  <a:lnTo>
                    <a:pt x="1933808" y="3156536"/>
                  </a:lnTo>
                  <a:lnTo>
                    <a:pt x="1862185" y="3174086"/>
                  </a:lnTo>
                  <a:lnTo>
                    <a:pt x="1790563" y="3191014"/>
                  </a:lnTo>
                  <a:lnTo>
                    <a:pt x="1718940" y="3207344"/>
                  </a:lnTo>
                  <a:lnTo>
                    <a:pt x="1647318" y="3223096"/>
                  </a:lnTo>
                  <a:lnTo>
                    <a:pt x="1575695" y="3238291"/>
                  </a:lnTo>
                  <a:lnTo>
                    <a:pt x="1504073" y="3252949"/>
                  </a:lnTo>
                  <a:lnTo>
                    <a:pt x="1432450" y="3267088"/>
                  </a:lnTo>
                  <a:lnTo>
                    <a:pt x="1360827" y="3280726"/>
                  </a:lnTo>
                  <a:lnTo>
                    <a:pt x="1289205" y="3293883"/>
                  </a:lnTo>
                  <a:lnTo>
                    <a:pt x="1217582" y="3306573"/>
                  </a:lnTo>
                  <a:lnTo>
                    <a:pt x="1145960" y="3318815"/>
                  </a:lnTo>
                  <a:lnTo>
                    <a:pt x="1074337" y="3330624"/>
                  </a:lnTo>
                  <a:lnTo>
                    <a:pt x="1002715" y="3342016"/>
                  </a:lnTo>
                  <a:lnTo>
                    <a:pt x="931092" y="3353004"/>
                  </a:lnTo>
                  <a:lnTo>
                    <a:pt x="859470" y="3363603"/>
                  </a:lnTo>
                  <a:lnTo>
                    <a:pt x="787847" y="3373828"/>
                  </a:lnTo>
                  <a:lnTo>
                    <a:pt x="716225" y="3383691"/>
                  </a:lnTo>
                  <a:lnTo>
                    <a:pt x="644602" y="3393205"/>
                  </a:lnTo>
                  <a:lnTo>
                    <a:pt x="572980" y="3402382"/>
                  </a:lnTo>
                  <a:lnTo>
                    <a:pt x="501357" y="3411235"/>
                  </a:lnTo>
                  <a:lnTo>
                    <a:pt x="429735" y="3419775"/>
                  </a:lnTo>
                  <a:lnTo>
                    <a:pt x="358112" y="3428012"/>
                  </a:lnTo>
                  <a:lnTo>
                    <a:pt x="286490" y="3435958"/>
                  </a:lnTo>
                  <a:lnTo>
                    <a:pt x="214867" y="3443624"/>
                  </a:lnTo>
                  <a:lnTo>
                    <a:pt x="143245" y="3451017"/>
                  </a:lnTo>
                  <a:lnTo>
                    <a:pt x="71622" y="3458150"/>
                  </a:lnTo>
                  <a:lnTo>
                    <a:pt x="0" y="346503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5903721" cy="2782311"/>
            </a:xfrm>
            <a:custGeom>
              <a:avLst/>
              <a:pathLst>
                <a:path w="5903721" h="2782311">
                  <a:moveTo>
                    <a:pt x="0" y="2734013"/>
                  </a:moveTo>
                  <a:lnTo>
                    <a:pt x="71622" y="2735194"/>
                  </a:lnTo>
                  <a:lnTo>
                    <a:pt x="143245" y="2736373"/>
                  </a:lnTo>
                  <a:lnTo>
                    <a:pt x="214867" y="2737550"/>
                  </a:lnTo>
                  <a:lnTo>
                    <a:pt x="286490" y="2738726"/>
                  </a:lnTo>
                  <a:lnTo>
                    <a:pt x="358112" y="2739900"/>
                  </a:lnTo>
                  <a:lnTo>
                    <a:pt x="429735" y="2741073"/>
                  </a:lnTo>
                  <a:lnTo>
                    <a:pt x="501357" y="2742245"/>
                  </a:lnTo>
                  <a:lnTo>
                    <a:pt x="572980" y="2743415"/>
                  </a:lnTo>
                  <a:lnTo>
                    <a:pt x="644602" y="2744583"/>
                  </a:lnTo>
                  <a:lnTo>
                    <a:pt x="716225" y="2745750"/>
                  </a:lnTo>
                  <a:lnTo>
                    <a:pt x="787847" y="2746916"/>
                  </a:lnTo>
                  <a:lnTo>
                    <a:pt x="859470" y="2748080"/>
                  </a:lnTo>
                  <a:lnTo>
                    <a:pt x="931092" y="2749242"/>
                  </a:lnTo>
                  <a:lnTo>
                    <a:pt x="1002715" y="2750403"/>
                  </a:lnTo>
                  <a:lnTo>
                    <a:pt x="1074337" y="2751562"/>
                  </a:lnTo>
                  <a:lnTo>
                    <a:pt x="1145960" y="2752720"/>
                  </a:lnTo>
                  <a:lnTo>
                    <a:pt x="1217582" y="2753877"/>
                  </a:lnTo>
                  <a:lnTo>
                    <a:pt x="1289205" y="2755032"/>
                  </a:lnTo>
                  <a:lnTo>
                    <a:pt x="1360827" y="2756185"/>
                  </a:lnTo>
                  <a:lnTo>
                    <a:pt x="1432450" y="2757337"/>
                  </a:lnTo>
                  <a:lnTo>
                    <a:pt x="1504073" y="2758488"/>
                  </a:lnTo>
                  <a:lnTo>
                    <a:pt x="1575695" y="2759637"/>
                  </a:lnTo>
                  <a:lnTo>
                    <a:pt x="1647318" y="2760785"/>
                  </a:lnTo>
                  <a:lnTo>
                    <a:pt x="1718940" y="2761931"/>
                  </a:lnTo>
                  <a:lnTo>
                    <a:pt x="1790563" y="2763075"/>
                  </a:lnTo>
                  <a:lnTo>
                    <a:pt x="1862185" y="2764218"/>
                  </a:lnTo>
                  <a:lnTo>
                    <a:pt x="1933808" y="2765360"/>
                  </a:lnTo>
                  <a:lnTo>
                    <a:pt x="2005430" y="2766500"/>
                  </a:lnTo>
                  <a:lnTo>
                    <a:pt x="2077053" y="2767639"/>
                  </a:lnTo>
                  <a:lnTo>
                    <a:pt x="2148675" y="2768776"/>
                  </a:lnTo>
                  <a:lnTo>
                    <a:pt x="2220298" y="2769912"/>
                  </a:lnTo>
                  <a:lnTo>
                    <a:pt x="2291920" y="2771047"/>
                  </a:lnTo>
                  <a:lnTo>
                    <a:pt x="2363543" y="2772180"/>
                  </a:lnTo>
                  <a:lnTo>
                    <a:pt x="2435165" y="2773311"/>
                  </a:lnTo>
                  <a:lnTo>
                    <a:pt x="2506788" y="2774441"/>
                  </a:lnTo>
                  <a:lnTo>
                    <a:pt x="2578410" y="2775570"/>
                  </a:lnTo>
                  <a:lnTo>
                    <a:pt x="2650033" y="2776697"/>
                  </a:lnTo>
                  <a:lnTo>
                    <a:pt x="2721655" y="2777822"/>
                  </a:lnTo>
                  <a:lnTo>
                    <a:pt x="2793278" y="2778947"/>
                  </a:lnTo>
                  <a:lnTo>
                    <a:pt x="2864901" y="2780069"/>
                  </a:lnTo>
                  <a:lnTo>
                    <a:pt x="2936523" y="2781191"/>
                  </a:lnTo>
                  <a:lnTo>
                    <a:pt x="3008146" y="2782311"/>
                  </a:lnTo>
                  <a:lnTo>
                    <a:pt x="3079768" y="2769901"/>
                  </a:lnTo>
                  <a:lnTo>
                    <a:pt x="3151391" y="2737529"/>
                  </a:lnTo>
                  <a:lnTo>
                    <a:pt x="3223013" y="2703971"/>
                  </a:lnTo>
                  <a:lnTo>
                    <a:pt x="3294636" y="2669181"/>
                  </a:lnTo>
                  <a:lnTo>
                    <a:pt x="3366258" y="2633116"/>
                  </a:lnTo>
                  <a:lnTo>
                    <a:pt x="3437881" y="2595729"/>
                  </a:lnTo>
                  <a:lnTo>
                    <a:pt x="3509503" y="2556970"/>
                  </a:lnTo>
                  <a:lnTo>
                    <a:pt x="3581126" y="2516790"/>
                  </a:lnTo>
                  <a:lnTo>
                    <a:pt x="3652748" y="2475137"/>
                  </a:lnTo>
                  <a:lnTo>
                    <a:pt x="3724371" y="2431956"/>
                  </a:lnTo>
                  <a:lnTo>
                    <a:pt x="3795993" y="2387191"/>
                  </a:lnTo>
                  <a:lnTo>
                    <a:pt x="3867616" y="2340785"/>
                  </a:lnTo>
                  <a:lnTo>
                    <a:pt x="3939238" y="2292677"/>
                  </a:lnTo>
                  <a:lnTo>
                    <a:pt x="4010861" y="2242805"/>
                  </a:lnTo>
                  <a:lnTo>
                    <a:pt x="4082483" y="2191105"/>
                  </a:lnTo>
                  <a:lnTo>
                    <a:pt x="4154106" y="2137508"/>
                  </a:lnTo>
                  <a:lnTo>
                    <a:pt x="4225729" y="2081945"/>
                  </a:lnTo>
                  <a:lnTo>
                    <a:pt x="4297351" y="2024346"/>
                  </a:lnTo>
                  <a:lnTo>
                    <a:pt x="4368974" y="1964633"/>
                  </a:lnTo>
                  <a:lnTo>
                    <a:pt x="4440596" y="1902732"/>
                  </a:lnTo>
                  <a:lnTo>
                    <a:pt x="4512219" y="1838560"/>
                  </a:lnTo>
                  <a:lnTo>
                    <a:pt x="4583841" y="1772034"/>
                  </a:lnTo>
                  <a:lnTo>
                    <a:pt x="4655464" y="1703070"/>
                  </a:lnTo>
                  <a:lnTo>
                    <a:pt x="4727086" y="1631576"/>
                  </a:lnTo>
                  <a:lnTo>
                    <a:pt x="4798709" y="1557460"/>
                  </a:lnTo>
                  <a:lnTo>
                    <a:pt x="4870331" y="1480627"/>
                  </a:lnTo>
                  <a:lnTo>
                    <a:pt x="4941954" y="1400976"/>
                  </a:lnTo>
                  <a:lnTo>
                    <a:pt x="5013576" y="1318403"/>
                  </a:lnTo>
                  <a:lnTo>
                    <a:pt x="5085199" y="1232803"/>
                  </a:lnTo>
                  <a:lnTo>
                    <a:pt x="5156821" y="1144064"/>
                  </a:lnTo>
                  <a:lnTo>
                    <a:pt x="5228444" y="1052071"/>
                  </a:lnTo>
                  <a:lnTo>
                    <a:pt x="5300066" y="956704"/>
                  </a:lnTo>
                  <a:lnTo>
                    <a:pt x="5371689" y="857840"/>
                  </a:lnTo>
                  <a:lnTo>
                    <a:pt x="5443311" y="755350"/>
                  </a:lnTo>
                  <a:lnTo>
                    <a:pt x="5514934" y="649102"/>
                  </a:lnTo>
                  <a:lnTo>
                    <a:pt x="5586557" y="538957"/>
                  </a:lnTo>
                  <a:lnTo>
                    <a:pt x="5658179" y="424774"/>
                  </a:lnTo>
                  <a:lnTo>
                    <a:pt x="5729802" y="306403"/>
                  </a:lnTo>
                  <a:lnTo>
                    <a:pt x="5801424" y="183691"/>
                  </a:lnTo>
                  <a:lnTo>
                    <a:pt x="5873047" y="56480"/>
                  </a:lnTo>
                  <a:lnTo>
                    <a:pt x="590372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679993"/>
              <a:ext cx="7090630" cy="681600"/>
            </a:xfrm>
            <a:custGeom>
              <a:avLst/>
              <a:pathLst>
                <a:path w="7090630" h="681600">
                  <a:moveTo>
                    <a:pt x="7090630" y="60392"/>
                  </a:moveTo>
                  <a:lnTo>
                    <a:pt x="7019007" y="59351"/>
                  </a:lnTo>
                  <a:lnTo>
                    <a:pt x="6947385" y="58309"/>
                  </a:lnTo>
                  <a:lnTo>
                    <a:pt x="6875762" y="57266"/>
                  </a:lnTo>
                  <a:lnTo>
                    <a:pt x="6804139" y="56221"/>
                  </a:lnTo>
                  <a:lnTo>
                    <a:pt x="6732517" y="55175"/>
                  </a:lnTo>
                  <a:lnTo>
                    <a:pt x="6660894" y="54127"/>
                  </a:lnTo>
                  <a:lnTo>
                    <a:pt x="6589272" y="53079"/>
                  </a:lnTo>
                  <a:lnTo>
                    <a:pt x="6517649" y="52028"/>
                  </a:lnTo>
                  <a:lnTo>
                    <a:pt x="6446027" y="50977"/>
                  </a:lnTo>
                  <a:lnTo>
                    <a:pt x="6374404" y="49924"/>
                  </a:lnTo>
                  <a:lnTo>
                    <a:pt x="6302782" y="48870"/>
                  </a:lnTo>
                  <a:lnTo>
                    <a:pt x="6231159" y="47814"/>
                  </a:lnTo>
                  <a:lnTo>
                    <a:pt x="6159537" y="46757"/>
                  </a:lnTo>
                  <a:lnTo>
                    <a:pt x="6087914" y="45699"/>
                  </a:lnTo>
                  <a:lnTo>
                    <a:pt x="6016292" y="44639"/>
                  </a:lnTo>
                  <a:lnTo>
                    <a:pt x="5944669" y="43578"/>
                  </a:lnTo>
                  <a:lnTo>
                    <a:pt x="5873047" y="42516"/>
                  </a:lnTo>
                  <a:lnTo>
                    <a:pt x="5801424" y="41452"/>
                  </a:lnTo>
                  <a:lnTo>
                    <a:pt x="5729802" y="40387"/>
                  </a:lnTo>
                  <a:lnTo>
                    <a:pt x="5658179" y="39321"/>
                  </a:lnTo>
                  <a:lnTo>
                    <a:pt x="5586557" y="38253"/>
                  </a:lnTo>
                  <a:lnTo>
                    <a:pt x="5514934" y="37184"/>
                  </a:lnTo>
                  <a:lnTo>
                    <a:pt x="5443311" y="36113"/>
                  </a:lnTo>
                  <a:lnTo>
                    <a:pt x="5371689" y="35041"/>
                  </a:lnTo>
                  <a:lnTo>
                    <a:pt x="5300066" y="33968"/>
                  </a:lnTo>
                  <a:lnTo>
                    <a:pt x="5228444" y="32893"/>
                  </a:lnTo>
                  <a:lnTo>
                    <a:pt x="5156821" y="31817"/>
                  </a:lnTo>
                  <a:lnTo>
                    <a:pt x="5085199" y="30739"/>
                  </a:lnTo>
                  <a:lnTo>
                    <a:pt x="5013576" y="29660"/>
                  </a:lnTo>
                  <a:lnTo>
                    <a:pt x="4941954" y="28580"/>
                  </a:lnTo>
                  <a:lnTo>
                    <a:pt x="4870331" y="27498"/>
                  </a:lnTo>
                  <a:lnTo>
                    <a:pt x="4798709" y="26415"/>
                  </a:lnTo>
                  <a:lnTo>
                    <a:pt x="4727086" y="25331"/>
                  </a:lnTo>
                  <a:lnTo>
                    <a:pt x="4655464" y="24245"/>
                  </a:lnTo>
                  <a:lnTo>
                    <a:pt x="4583841" y="23158"/>
                  </a:lnTo>
                  <a:lnTo>
                    <a:pt x="4512219" y="22069"/>
                  </a:lnTo>
                  <a:lnTo>
                    <a:pt x="4440596" y="20979"/>
                  </a:lnTo>
                  <a:lnTo>
                    <a:pt x="4368974" y="19888"/>
                  </a:lnTo>
                  <a:lnTo>
                    <a:pt x="4297351" y="18795"/>
                  </a:lnTo>
                  <a:lnTo>
                    <a:pt x="4225729" y="17701"/>
                  </a:lnTo>
                  <a:lnTo>
                    <a:pt x="4154106" y="16605"/>
                  </a:lnTo>
                  <a:lnTo>
                    <a:pt x="4082483" y="15508"/>
                  </a:lnTo>
                  <a:lnTo>
                    <a:pt x="4010861" y="14409"/>
                  </a:lnTo>
                  <a:lnTo>
                    <a:pt x="3939238" y="13309"/>
                  </a:lnTo>
                  <a:lnTo>
                    <a:pt x="3867616" y="12208"/>
                  </a:lnTo>
                  <a:lnTo>
                    <a:pt x="3795993" y="11105"/>
                  </a:lnTo>
                  <a:lnTo>
                    <a:pt x="3724371" y="10001"/>
                  </a:lnTo>
                  <a:lnTo>
                    <a:pt x="3652748" y="8896"/>
                  </a:lnTo>
                  <a:lnTo>
                    <a:pt x="3581126" y="7789"/>
                  </a:lnTo>
                  <a:lnTo>
                    <a:pt x="3509503" y="6680"/>
                  </a:lnTo>
                  <a:lnTo>
                    <a:pt x="3437881" y="5570"/>
                  </a:lnTo>
                  <a:lnTo>
                    <a:pt x="3366258" y="4459"/>
                  </a:lnTo>
                  <a:lnTo>
                    <a:pt x="3294636" y="3346"/>
                  </a:lnTo>
                  <a:lnTo>
                    <a:pt x="3223013" y="2232"/>
                  </a:lnTo>
                  <a:lnTo>
                    <a:pt x="3151391" y="1117"/>
                  </a:lnTo>
                  <a:lnTo>
                    <a:pt x="3079768" y="0"/>
                  </a:lnTo>
                  <a:lnTo>
                    <a:pt x="3008146" y="17698"/>
                  </a:lnTo>
                  <a:lnTo>
                    <a:pt x="2936523" y="47819"/>
                  </a:lnTo>
                  <a:lnTo>
                    <a:pt x="2864901" y="76876"/>
                  </a:lnTo>
                  <a:lnTo>
                    <a:pt x="2793278" y="104904"/>
                  </a:lnTo>
                  <a:lnTo>
                    <a:pt x="2721655" y="131941"/>
                  </a:lnTo>
                  <a:lnTo>
                    <a:pt x="2650033" y="158021"/>
                  </a:lnTo>
                  <a:lnTo>
                    <a:pt x="2578410" y="183179"/>
                  </a:lnTo>
                  <a:lnTo>
                    <a:pt x="2506788" y="207447"/>
                  </a:lnTo>
                  <a:lnTo>
                    <a:pt x="2435165" y="230857"/>
                  </a:lnTo>
                  <a:lnTo>
                    <a:pt x="2363543" y="253438"/>
                  </a:lnTo>
                  <a:lnTo>
                    <a:pt x="2291920" y="275221"/>
                  </a:lnTo>
                  <a:lnTo>
                    <a:pt x="2220298" y="296233"/>
                  </a:lnTo>
                  <a:lnTo>
                    <a:pt x="2148675" y="316502"/>
                  </a:lnTo>
                  <a:lnTo>
                    <a:pt x="2077053" y="336054"/>
                  </a:lnTo>
                  <a:lnTo>
                    <a:pt x="2005430" y="354914"/>
                  </a:lnTo>
                  <a:lnTo>
                    <a:pt x="1933808" y="373107"/>
                  </a:lnTo>
                  <a:lnTo>
                    <a:pt x="1862185" y="390656"/>
                  </a:lnTo>
                  <a:lnTo>
                    <a:pt x="1790563" y="407585"/>
                  </a:lnTo>
                  <a:lnTo>
                    <a:pt x="1718940" y="423915"/>
                  </a:lnTo>
                  <a:lnTo>
                    <a:pt x="1647318" y="439667"/>
                  </a:lnTo>
                  <a:lnTo>
                    <a:pt x="1575695" y="454862"/>
                  </a:lnTo>
                  <a:lnTo>
                    <a:pt x="1504073" y="469519"/>
                  </a:lnTo>
                  <a:lnTo>
                    <a:pt x="1432450" y="483658"/>
                  </a:lnTo>
                  <a:lnTo>
                    <a:pt x="1360827" y="497297"/>
                  </a:lnTo>
                  <a:lnTo>
                    <a:pt x="1289205" y="510453"/>
                  </a:lnTo>
                  <a:lnTo>
                    <a:pt x="1217582" y="523144"/>
                  </a:lnTo>
                  <a:lnTo>
                    <a:pt x="1145960" y="535386"/>
                  </a:lnTo>
                  <a:lnTo>
                    <a:pt x="1074337" y="547195"/>
                  </a:lnTo>
                  <a:lnTo>
                    <a:pt x="1002715" y="558586"/>
                  </a:lnTo>
                  <a:lnTo>
                    <a:pt x="931092" y="569574"/>
                  </a:lnTo>
                  <a:lnTo>
                    <a:pt x="859470" y="580174"/>
                  </a:lnTo>
                  <a:lnTo>
                    <a:pt x="787847" y="590398"/>
                  </a:lnTo>
                  <a:lnTo>
                    <a:pt x="716225" y="600261"/>
                  </a:lnTo>
                  <a:lnTo>
                    <a:pt x="644602" y="609775"/>
                  </a:lnTo>
                  <a:lnTo>
                    <a:pt x="572980" y="618953"/>
                  </a:lnTo>
                  <a:lnTo>
                    <a:pt x="501357" y="627805"/>
                  </a:lnTo>
                  <a:lnTo>
                    <a:pt x="429735" y="636345"/>
                  </a:lnTo>
                  <a:lnTo>
                    <a:pt x="358112" y="644583"/>
                  </a:lnTo>
                  <a:lnTo>
                    <a:pt x="286490" y="652529"/>
                  </a:lnTo>
                  <a:lnTo>
                    <a:pt x="214867" y="660194"/>
                  </a:lnTo>
                  <a:lnTo>
                    <a:pt x="143245" y="667588"/>
                  </a:lnTo>
                  <a:lnTo>
                    <a:pt x="71622" y="674720"/>
                  </a:lnTo>
                  <a:lnTo>
                    <a:pt x="0" y="68160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3232900"/>
              <a:ext cx="7090630" cy="1901159"/>
            </a:xfrm>
            <a:custGeom>
              <a:avLst/>
              <a:pathLst>
                <a:path w="7090630" h="1901159">
                  <a:moveTo>
                    <a:pt x="0" y="1901159"/>
                  </a:moveTo>
                  <a:lnTo>
                    <a:pt x="71622" y="1893887"/>
                  </a:lnTo>
                  <a:lnTo>
                    <a:pt x="143245" y="1886488"/>
                  </a:lnTo>
                  <a:lnTo>
                    <a:pt x="214867" y="1878959"/>
                  </a:lnTo>
                  <a:lnTo>
                    <a:pt x="286490" y="1871298"/>
                  </a:lnTo>
                  <a:lnTo>
                    <a:pt x="358112" y="1863503"/>
                  </a:lnTo>
                  <a:lnTo>
                    <a:pt x="429735" y="1855572"/>
                  </a:lnTo>
                  <a:lnTo>
                    <a:pt x="501357" y="1847501"/>
                  </a:lnTo>
                  <a:lnTo>
                    <a:pt x="572980" y="1839290"/>
                  </a:lnTo>
                  <a:lnTo>
                    <a:pt x="644602" y="1830934"/>
                  </a:lnTo>
                  <a:lnTo>
                    <a:pt x="716225" y="1822432"/>
                  </a:lnTo>
                  <a:lnTo>
                    <a:pt x="787847" y="1813782"/>
                  </a:lnTo>
                  <a:lnTo>
                    <a:pt x="859470" y="1804979"/>
                  </a:lnTo>
                  <a:lnTo>
                    <a:pt x="931092" y="1796023"/>
                  </a:lnTo>
                  <a:lnTo>
                    <a:pt x="1002715" y="1786909"/>
                  </a:lnTo>
                  <a:lnTo>
                    <a:pt x="1074337" y="1777636"/>
                  </a:lnTo>
                  <a:lnTo>
                    <a:pt x="1145960" y="1768201"/>
                  </a:lnTo>
                  <a:lnTo>
                    <a:pt x="1217582" y="1758600"/>
                  </a:lnTo>
                  <a:lnTo>
                    <a:pt x="1289205" y="1748831"/>
                  </a:lnTo>
                  <a:lnTo>
                    <a:pt x="1360827" y="1738891"/>
                  </a:lnTo>
                  <a:lnTo>
                    <a:pt x="1432450" y="1728777"/>
                  </a:lnTo>
                  <a:lnTo>
                    <a:pt x="1504073" y="1718486"/>
                  </a:lnTo>
                  <a:lnTo>
                    <a:pt x="1575695" y="1708014"/>
                  </a:lnTo>
                  <a:lnTo>
                    <a:pt x="1647318" y="1697359"/>
                  </a:lnTo>
                  <a:lnTo>
                    <a:pt x="1718940" y="1686517"/>
                  </a:lnTo>
                  <a:lnTo>
                    <a:pt x="1790563" y="1675486"/>
                  </a:lnTo>
                  <a:lnTo>
                    <a:pt x="1862185" y="1664261"/>
                  </a:lnTo>
                  <a:lnTo>
                    <a:pt x="1933808" y="1652840"/>
                  </a:lnTo>
                  <a:lnTo>
                    <a:pt x="2005430" y="1641218"/>
                  </a:lnTo>
                  <a:lnTo>
                    <a:pt x="2077053" y="1629393"/>
                  </a:lnTo>
                  <a:lnTo>
                    <a:pt x="2148675" y="1617361"/>
                  </a:lnTo>
                  <a:lnTo>
                    <a:pt x="2220298" y="1605118"/>
                  </a:lnTo>
                  <a:lnTo>
                    <a:pt x="2291920" y="1592661"/>
                  </a:lnTo>
                  <a:lnTo>
                    <a:pt x="2363543" y="1579985"/>
                  </a:lnTo>
                  <a:lnTo>
                    <a:pt x="2435165" y="1567088"/>
                  </a:lnTo>
                  <a:lnTo>
                    <a:pt x="2506788" y="1553964"/>
                  </a:lnTo>
                  <a:lnTo>
                    <a:pt x="2578410" y="1540611"/>
                  </a:lnTo>
                  <a:lnTo>
                    <a:pt x="2650033" y="1527024"/>
                  </a:lnTo>
                  <a:lnTo>
                    <a:pt x="2721655" y="1513199"/>
                  </a:lnTo>
                  <a:lnTo>
                    <a:pt x="2793278" y="1499131"/>
                  </a:lnTo>
                  <a:lnTo>
                    <a:pt x="2864901" y="1484817"/>
                  </a:lnTo>
                  <a:lnTo>
                    <a:pt x="2936523" y="1470253"/>
                  </a:lnTo>
                  <a:lnTo>
                    <a:pt x="3008146" y="1455433"/>
                  </a:lnTo>
                  <a:lnTo>
                    <a:pt x="3079768" y="1440354"/>
                  </a:lnTo>
                  <a:lnTo>
                    <a:pt x="3151391" y="1425010"/>
                  </a:lnTo>
                  <a:lnTo>
                    <a:pt x="3223013" y="1409398"/>
                  </a:lnTo>
                  <a:lnTo>
                    <a:pt x="3294636" y="1393513"/>
                  </a:lnTo>
                  <a:lnTo>
                    <a:pt x="3366258" y="1377349"/>
                  </a:lnTo>
                  <a:lnTo>
                    <a:pt x="3437881" y="1360902"/>
                  </a:lnTo>
                  <a:lnTo>
                    <a:pt x="3509503" y="1344167"/>
                  </a:lnTo>
                  <a:lnTo>
                    <a:pt x="3581126" y="1327138"/>
                  </a:lnTo>
                  <a:lnTo>
                    <a:pt x="3652748" y="1309812"/>
                  </a:lnTo>
                  <a:lnTo>
                    <a:pt x="3724371" y="1292182"/>
                  </a:lnTo>
                  <a:lnTo>
                    <a:pt x="3795993" y="1274243"/>
                  </a:lnTo>
                  <a:lnTo>
                    <a:pt x="3867616" y="1255990"/>
                  </a:lnTo>
                  <a:lnTo>
                    <a:pt x="3939238" y="1237417"/>
                  </a:lnTo>
                  <a:lnTo>
                    <a:pt x="4010861" y="1218519"/>
                  </a:lnTo>
                  <a:lnTo>
                    <a:pt x="4082483" y="1199290"/>
                  </a:lnTo>
                  <a:lnTo>
                    <a:pt x="4154106" y="1179724"/>
                  </a:lnTo>
                  <a:lnTo>
                    <a:pt x="4225729" y="1159816"/>
                  </a:lnTo>
                  <a:lnTo>
                    <a:pt x="4297351" y="1139558"/>
                  </a:lnTo>
                  <a:lnTo>
                    <a:pt x="4368974" y="1118946"/>
                  </a:lnTo>
                  <a:lnTo>
                    <a:pt x="4440596" y="1097973"/>
                  </a:lnTo>
                  <a:lnTo>
                    <a:pt x="4512219" y="1076632"/>
                  </a:lnTo>
                  <a:lnTo>
                    <a:pt x="4583841" y="1054918"/>
                  </a:lnTo>
                  <a:lnTo>
                    <a:pt x="4655464" y="1032823"/>
                  </a:lnTo>
                  <a:lnTo>
                    <a:pt x="4727086" y="1010341"/>
                  </a:lnTo>
                  <a:lnTo>
                    <a:pt x="4798709" y="987466"/>
                  </a:lnTo>
                  <a:lnTo>
                    <a:pt x="4870331" y="964189"/>
                  </a:lnTo>
                  <a:lnTo>
                    <a:pt x="4941954" y="940505"/>
                  </a:lnTo>
                  <a:lnTo>
                    <a:pt x="5013576" y="916406"/>
                  </a:lnTo>
                  <a:lnTo>
                    <a:pt x="5085199" y="891885"/>
                  </a:lnTo>
                  <a:lnTo>
                    <a:pt x="5156821" y="866935"/>
                  </a:lnTo>
                  <a:lnTo>
                    <a:pt x="5228444" y="841547"/>
                  </a:lnTo>
                  <a:lnTo>
                    <a:pt x="5300066" y="815715"/>
                  </a:lnTo>
                  <a:lnTo>
                    <a:pt x="5371689" y="789431"/>
                  </a:lnTo>
                  <a:lnTo>
                    <a:pt x="5443311" y="762685"/>
                  </a:lnTo>
                  <a:lnTo>
                    <a:pt x="5514934" y="735472"/>
                  </a:lnTo>
                  <a:lnTo>
                    <a:pt x="5586557" y="707782"/>
                  </a:lnTo>
                  <a:lnTo>
                    <a:pt x="5658179" y="679606"/>
                  </a:lnTo>
                  <a:lnTo>
                    <a:pt x="5729802" y="650937"/>
                  </a:lnTo>
                  <a:lnTo>
                    <a:pt x="5801424" y="621766"/>
                  </a:lnTo>
                  <a:lnTo>
                    <a:pt x="5873047" y="592084"/>
                  </a:lnTo>
                  <a:lnTo>
                    <a:pt x="5944669" y="561883"/>
                  </a:lnTo>
                  <a:lnTo>
                    <a:pt x="6016292" y="531152"/>
                  </a:lnTo>
                  <a:lnTo>
                    <a:pt x="6087914" y="499882"/>
                  </a:lnTo>
                  <a:lnTo>
                    <a:pt x="6159537" y="468066"/>
                  </a:lnTo>
                  <a:lnTo>
                    <a:pt x="6231159" y="435691"/>
                  </a:lnTo>
                  <a:lnTo>
                    <a:pt x="6302782" y="402750"/>
                  </a:lnTo>
                  <a:lnTo>
                    <a:pt x="6374404" y="369232"/>
                  </a:lnTo>
                  <a:lnTo>
                    <a:pt x="6446027" y="335126"/>
                  </a:lnTo>
                  <a:lnTo>
                    <a:pt x="6517649" y="300423"/>
                  </a:lnTo>
                  <a:lnTo>
                    <a:pt x="6589272" y="265113"/>
                  </a:lnTo>
                  <a:lnTo>
                    <a:pt x="6660894" y="229184"/>
                  </a:lnTo>
                  <a:lnTo>
                    <a:pt x="6732517" y="192625"/>
                  </a:lnTo>
                  <a:lnTo>
                    <a:pt x="6804139" y="155426"/>
                  </a:lnTo>
                  <a:lnTo>
                    <a:pt x="6875762" y="117576"/>
                  </a:lnTo>
                  <a:lnTo>
                    <a:pt x="6947385" y="79062"/>
                  </a:lnTo>
                  <a:lnTo>
                    <a:pt x="7019007" y="39874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2026-05-22T09:54:32Z</dcterms:modified>
  <cp:category/>
</cp:coreProperties>
</file>