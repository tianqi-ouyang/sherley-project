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3023"/>
            </a:xfrm>
            <a:custGeom>
              <a:avLst/>
              <a:pathLst>
                <a:path w="7090630" h="3433023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6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1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69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5"/>
                  </a:lnTo>
                  <a:lnTo>
                    <a:pt x="4512219" y="1970493"/>
                  </a:lnTo>
                  <a:lnTo>
                    <a:pt x="4583841" y="1915245"/>
                  </a:lnTo>
                  <a:lnTo>
                    <a:pt x="4655464" y="1858181"/>
                  </a:lnTo>
                  <a:lnTo>
                    <a:pt x="4727086" y="1799244"/>
                  </a:lnTo>
                  <a:lnTo>
                    <a:pt x="4798709" y="1738370"/>
                  </a:lnTo>
                  <a:lnTo>
                    <a:pt x="4870331" y="1675498"/>
                  </a:lnTo>
                  <a:lnTo>
                    <a:pt x="4941954" y="1610560"/>
                  </a:lnTo>
                  <a:lnTo>
                    <a:pt x="5013576" y="1543490"/>
                  </a:lnTo>
                  <a:lnTo>
                    <a:pt x="5085199" y="1474216"/>
                  </a:lnTo>
                  <a:lnTo>
                    <a:pt x="5156821" y="1402668"/>
                  </a:lnTo>
                  <a:lnTo>
                    <a:pt x="5228444" y="1328769"/>
                  </a:lnTo>
                  <a:lnTo>
                    <a:pt x="5300066" y="1252444"/>
                  </a:lnTo>
                  <a:lnTo>
                    <a:pt x="5371689" y="1173611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6"/>
                  </a:lnTo>
                  <a:lnTo>
                    <a:pt x="5658179" y="831525"/>
                  </a:lnTo>
                  <a:lnTo>
                    <a:pt x="5729802" y="738868"/>
                  </a:lnTo>
                  <a:lnTo>
                    <a:pt x="5801424" y="643167"/>
                  </a:lnTo>
                  <a:lnTo>
                    <a:pt x="5873047" y="544324"/>
                  </a:lnTo>
                  <a:lnTo>
                    <a:pt x="5944669" y="442234"/>
                  </a:lnTo>
                  <a:lnTo>
                    <a:pt x="6016292" y="336791"/>
                  </a:lnTo>
                  <a:lnTo>
                    <a:pt x="6087914" y="227884"/>
                  </a:lnTo>
                  <a:lnTo>
                    <a:pt x="6159537" y="115401"/>
                  </a:lnTo>
                  <a:lnTo>
                    <a:pt x="6230681" y="0"/>
                  </a:lnTo>
                  <a:lnTo>
                    <a:pt x="7090630" y="0"/>
                  </a:lnTo>
                  <a:lnTo>
                    <a:pt x="7090630" y="3026128"/>
                  </a:lnTo>
                  <a:lnTo>
                    <a:pt x="7019007" y="3022475"/>
                  </a:lnTo>
                  <a:lnTo>
                    <a:pt x="6947385" y="3018801"/>
                  </a:lnTo>
                  <a:lnTo>
                    <a:pt x="6875762" y="3015106"/>
                  </a:lnTo>
                  <a:lnTo>
                    <a:pt x="6804139" y="3011389"/>
                  </a:lnTo>
                  <a:lnTo>
                    <a:pt x="6732517" y="3007650"/>
                  </a:lnTo>
                  <a:lnTo>
                    <a:pt x="6660894" y="3003890"/>
                  </a:lnTo>
                  <a:lnTo>
                    <a:pt x="6589272" y="3000108"/>
                  </a:lnTo>
                  <a:lnTo>
                    <a:pt x="6517649" y="2996303"/>
                  </a:lnTo>
                  <a:lnTo>
                    <a:pt x="6446027" y="2992477"/>
                  </a:lnTo>
                  <a:lnTo>
                    <a:pt x="6374404" y="2988628"/>
                  </a:lnTo>
                  <a:lnTo>
                    <a:pt x="6302782" y="2984756"/>
                  </a:lnTo>
                  <a:lnTo>
                    <a:pt x="6231159" y="2980862"/>
                  </a:lnTo>
                  <a:lnTo>
                    <a:pt x="6159537" y="2976946"/>
                  </a:lnTo>
                  <a:lnTo>
                    <a:pt x="6087914" y="2973006"/>
                  </a:lnTo>
                  <a:lnTo>
                    <a:pt x="6016292" y="2969044"/>
                  </a:lnTo>
                  <a:lnTo>
                    <a:pt x="5944669" y="2965059"/>
                  </a:lnTo>
                  <a:lnTo>
                    <a:pt x="5873047" y="2961050"/>
                  </a:lnTo>
                  <a:lnTo>
                    <a:pt x="5801424" y="2957018"/>
                  </a:lnTo>
                  <a:lnTo>
                    <a:pt x="5729802" y="2952962"/>
                  </a:lnTo>
                  <a:lnTo>
                    <a:pt x="5658179" y="2948883"/>
                  </a:lnTo>
                  <a:lnTo>
                    <a:pt x="5586557" y="2944780"/>
                  </a:lnTo>
                  <a:lnTo>
                    <a:pt x="5514934" y="2940653"/>
                  </a:lnTo>
                  <a:lnTo>
                    <a:pt x="5443311" y="2936502"/>
                  </a:lnTo>
                  <a:lnTo>
                    <a:pt x="5371689" y="2932326"/>
                  </a:lnTo>
                  <a:lnTo>
                    <a:pt x="5300066" y="2928127"/>
                  </a:lnTo>
                  <a:lnTo>
                    <a:pt x="5228444" y="2923903"/>
                  </a:lnTo>
                  <a:lnTo>
                    <a:pt x="5156821" y="2919654"/>
                  </a:lnTo>
                  <a:lnTo>
                    <a:pt x="5085199" y="2915381"/>
                  </a:lnTo>
                  <a:lnTo>
                    <a:pt x="5013576" y="2911082"/>
                  </a:lnTo>
                  <a:lnTo>
                    <a:pt x="4941954" y="2906759"/>
                  </a:lnTo>
                  <a:lnTo>
                    <a:pt x="4870331" y="2902410"/>
                  </a:lnTo>
                  <a:lnTo>
                    <a:pt x="4798709" y="2898036"/>
                  </a:lnTo>
                  <a:lnTo>
                    <a:pt x="4727086" y="2893637"/>
                  </a:lnTo>
                  <a:lnTo>
                    <a:pt x="4655464" y="2889212"/>
                  </a:lnTo>
                  <a:lnTo>
                    <a:pt x="4583841" y="2884761"/>
                  </a:lnTo>
                  <a:lnTo>
                    <a:pt x="4512219" y="2880284"/>
                  </a:lnTo>
                  <a:lnTo>
                    <a:pt x="4440596" y="2875781"/>
                  </a:lnTo>
                  <a:lnTo>
                    <a:pt x="4368974" y="2871252"/>
                  </a:lnTo>
                  <a:lnTo>
                    <a:pt x="4297351" y="2866696"/>
                  </a:lnTo>
                  <a:lnTo>
                    <a:pt x="4225729" y="2862114"/>
                  </a:lnTo>
                  <a:lnTo>
                    <a:pt x="4154106" y="2857505"/>
                  </a:lnTo>
                  <a:lnTo>
                    <a:pt x="4082483" y="2852869"/>
                  </a:lnTo>
                  <a:lnTo>
                    <a:pt x="4010861" y="2848206"/>
                  </a:lnTo>
                  <a:lnTo>
                    <a:pt x="3939238" y="2843516"/>
                  </a:lnTo>
                  <a:lnTo>
                    <a:pt x="3867616" y="2838799"/>
                  </a:lnTo>
                  <a:lnTo>
                    <a:pt x="3795993" y="2834054"/>
                  </a:lnTo>
                  <a:lnTo>
                    <a:pt x="3724371" y="2829281"/>
                  </a:lnTo>
                  <a:lnTo>
                    <a:pt x="3652748" y="2824481"/>
                  </a:lnTo>
                  <a:lnTo>
                    <a:pt x="3581126" y="2819653"/>
                  </a:lnTo>
                  <a:lnTo>
                    <a:pt x="3509503" y="2814796"/>
                  </a:lnTo>
                  <a:lnTo>
                    <a:pt x="3437881" y="2809911"/>
                  </a:lnTo>
                  <a:lnTo>
                    <a:pt x="3366258" y="2804998"/>
                  </a:lnTo>
                  <a:lnTo>
                    <a:pt x="3294636" y="2800056"/>
                  </a:lnTo>
                  <a:lnTo>
                    <a:pt x="3223013" y="2795085"/>
                  </a:lnTo>
                  <a:lnTo>
                    <a:pt x="3151391" y="2790086"/>
                  </a:lnTo>
                  <a:lnTo>
                    <a:pt x="3079768" y="2785057"/>
                  </a:lnTo>
                  <a:lnTo>
                    <a:pt x="3008146" y="2799280"/>
                  </a:lnTo>
                  <a:lnTo>
                    <a:pt x="2936523" y="2826416"/>
                  </a:lnTo>
                  <a:lnTo>
                    <a:pt x="2864901" y="2852690"/>
                  </a:lnTo>
                  <a:lnTo>
                    <a:pt x="2793278" y="2878128"/>
                  </a:lnTo>
                  <a:lnTo>
                    <a:pt x="2721655" y="2902758"/>
                  </a:lnTo>
                  <a:lnTo>
                    <a:pt x="2650033" y="2926604"/>
                  </a:lnTo>
                  <a:lnTo>
                    <a:pt x="2578410" y="2949692"/>
                  </a:lnTo>
                  <a:lnTo>
                    <a:pt x="2506788" y="2972045"/>
                  </a:lnTo>
                  <a:lnTo>
                    <a:pt x="2435165" y="2993688"/>
                  </a:lnTo>
                  <a:lnTo>
                    <a:pt x="2363543" y="3014643"/>
                  </a:lnTo>
                  <a:lnTo>
                    <a:pt x="2291920" y="3034931"/>
                  </a:lnTo>
                  <a:lnTo>
                    <a:pt x="2220298" y="3054574"/>
                  </a:lnTo>
                  <a:lnTo>
                    <a:pt x="2148675" y="3073592"/>
                  </a:lnTo>
                  <a:lnTo>
                    <a:pt x="2077053" y="3092006"/>
                  </a:lnTo>
                  <a:lnTo>
                    <a:pt x="2005430" y="3109834"/>
                  </a:lnTo>
                  <a:lnTo>
                    <a:pt x="1933808" y="3127095"/>
                  </a:lnTo>
                  <a:lnTo>
                    <a:pt x="1862185" y="3143808"/>
                  </a:lnTo>
                  <a:lnTo>
                    <a:pt x="1790563" y="3159988"/>
                  </a:lnTo>
                  <a:lnTo>
                    <a:pt x="1718940" y="3175655"/>
                  </a:lnTo>
                  <a:lnTo>
                    <a:pt x="1647318" y="3190823"/>
                  </a:lnTo>
                  <a:lnTo>
                    <a:pt x="1575695" y="3205509"/>
                  </a:lnTo>
                  <a:lnTo>
                    <a:pt x="1504073" y="3219727"/>
                  </a:lnTo>
                  <a:lnTo>
                    <a:pt x="1432450" y="3233494"/>
                  </a:lnTo>
                  <a:lnTo>
                    <a:pt x="1360827" y="3246823"/>
                  </a:lnTo>
                  <a:lnTo>
                    <a:pt x="1289205" y="3259728"/>
                  </a:lnTo>
                  <a:lnTo>
                    <a:pt x="1217582" y="3272222"/>
                  </a:lnTo>
                  <a:lnTo>
                    <a:pt x="1145960" y="3284320"/>
                  </a:lnTo>
                  <a:lnTo>
                    <a:pt x="1074337" y="3296032"/>
                  </a:lnTo>
                  <a:lnTo>
                    <a:pt x="1002715" y="3307372"/>
                  </a:lnTo>
                  <a:lnTo>
                    <a:pt x="931092" y="3318352"/>
                  </a:lnTo>
                  <a:lnTo>
                    <a:pt x="859470" y="3328982"/>
                  </a:lnTo>
                  <a:lnTo>
                    <a:pt x="787847" y="3339275"/>
                  </a:lnTo>
                  <a:lnTo>
                    <a:pt x="716225" y="3349240"/>
                  </a:lnTo>
                  <a:lnTo>
                    <a:pt x="644602" y="3358888"/>
                  </a:lnTo>
                  <a:lnTo>
                    <a:pt x="572980" y="3368229"/>
                  </a:lnTo>
                  <a:lnTo>
                    <a:pt x="501357" y="3377273"/>
                  </a:lnTo>
                  <a:lnTo>
                    <a:pt x="429735" y="3386030"/>
                  </a:lnTo>
                  <a:lnTo>
                    <a:pt x="358112" y="3394508"/>
                  </a:lnTo>
                  <a:lnTo>
                    <a:pt x="286490" y="3402717"/>
                  </a:lnTo>
                  <a:lnTo>
                    <a:pt x="214867" y="3410664"/>
                  </a:lnTo>
                  <a:lnTo>
                    <a:pt x="143245" y="3418359"/>
                  </a:lnTo>
                  <a:lnTo>
                    <a:pt x="71622" y="3425809"/>
                  </a:lnTo>
                  <a:lnTo>
                    <a:pt x="0" y="3433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230681" cy="2779999"/>
            </a:xfrm>
            <a:custGeom>
              <a:avLst/>
              <a:pathLst>
                <a:path w="6230681" h="2779999">
                  <a:moveTo>
                    <a:pt x="0" y="2538674"/>
                  </a:moveTo>
                  <a:lnTo>
                    <a:pt x="71622" y="2545131"/>
                  </a:lnTo>
                  <a:lnTo>
                    <a:pt x="143245" y="2551551"/>
                  </a:lnTo>
                  <a:lnTo>
                    <a:pt x="214867" y="2557933"/>
                  </a:lnTo>
                  <a:lnTo>
                    <a:pt x="286490" y="2564278"/>
                  </a:lnTo>
                  <a:lnTo>
                    <a:pt x="358112" y="2570587"/>
                  </a:lnTo>
                  <a:lnTo>
                    <a:pt x="429735" y="2576859"/>
                  </a:lnTo>
                  <a:lnTo>
                    <a:pt x="501357" y="2583095"/>
                  </a:lnTo>
                  <a:lnTo>
                    <a:pt x="572980" y="2589294"/>
                  </a:lnTo>
                  <a:lnTo>
                    <a:pt x="644602" y="2595458"/>
                  </a:lnTo>
                  <a:lnTo>
                    <a:pt x="716225" y="2601586"/>
                  </a:lnTo>
                  <a:lnTo>
                    <a:pt x="787847" y="2607678"/>
                  </a:lnTo>
                  <a:lnTo>
                    <a:pt x="859470" y="2613735"/>
                  </a:lnTo>
                  <a:lnTo>
                    <a:pt x="931092" y="2619757"/>
                  </a:lnTo>
                  <a:lnTo>
                    <a:pt x="1002715" y="2625744"/>
                  </a:lnTo>
                  <a:lnTo>
                    <a:pt x="1074337" y="2631696"/>
                  </a:lnTo>
                  <a:lnTo>
                    <a:pt x="1145960" y="2637614"/>
                  </a:lnTo>
                  <a:lnTo>
                    <a:pt x="1217582" y="2643497"/>
                  </a:lnTo>
                  <a:lnTo>
                    <a:pt x="1289205" y="2649347"/>
                  </a:lnTo>
                  <a:lnTo>
                    <a:pt x="1360827" y="2655162"/>
                  </a:lnTo>
                  <a:lnTo>
                    <a:pt x="1432450" y="2660944"/>
                  </a:lnTo>
                  <a:lnTo>
                    <a:pt x="1504073" y="2666692"/>
                  </a:lnTo>
                  <a:lnTo>
                    <a:pt x="1575695" y="2672407"/>
                  </a:lnTo>
                  <a:lnTo>
                    <a:pt x="1647318" y="2678089"/>
                  </a:lnTo>
                  <a:lnTo>
                    <a:pt x="1718940" y="2683738"/>
                  </a:lnTo>
                  <a:lnTo>
                    <a:pt x="1790563" y="2689354"/>
                  </a:lnTo>
                  <a:lnTo>
                    <a:pt x="1862185" y="2694938"/>
                  </a:lnTo>
                  <a:lnTo>
                    <a:pt x="1933808" y="2700489"/>
                  </a:lnTo>
                  <a:lnTo>
                    <a:pt x="2005430" y="2706008"/>
                  </a:lnTo>
                  <a:lnTo>
                    <a:pt x="2077053" y="2711495"/>
                  </a:lnTo>
                  <a:lnTo>
                    <a:pt x="2148675" y="2716950"/>
                  </a:lnTo>
                  <a:lnTo>
                    <a:pt x="2220298" y="2722374"/>
                  </a:lnTo>
                  <a:lnTo>
                    <a:pt x="2291920" y="2727766"/>
                  </a:lnTo>
                  <a:lnTo>
                    <a:pt x="2363543" y="2733127"/>
                  </a:lnTo>
                  <a:lnTo>
                    <a:pt x="2435165" y="2738457"/>
                  </a:lnTo>
                  <a:lnTo>
                    <a:pt x="2506788" y="2743756"/>
                  </a:lnTo>
                  <a:lnTo>
                    <a:pt x="2578410" y="2749024"/>
                  </a:lnTo>
                  <a:lnTo>
                    <a:pt x="2650033" y="2754262"/>
                  </a:lnTo>
                  <a:lnTo>
                    <a:pt x="2721655" y="2759469"/>
                  </a:lnTo>
                  <a:lnTo>
                    <a:pt x="2793278" y="2764647"/>
                  </a:lnTo>
                  <a:lnTo>
                    <a:pt x="2864901" y="2769794"/>
                  </a:lnTo>
                  <a:lnTo>
                    <a:pt x="2936523" y="2774911"/>
                  </a:lnTo>
                  <a:lnTo>
                    <a:pt x="3008146" y="2779999"/>
                  </a:lnTo>
                  <a:lnTo>
                    <a:pt x="3079768" y="2771252"/>
                  </a:lnTo>
                  <a:lnTo>
                    <a:pt x="3151391" y="2742303"/>
                  </a:lnTo>
                  <a:lnTo>
                    <a:pt x="3223013" y="2712404"/>
                  </a:lnTo>
                  <a:lnTo>
                    <a:pt x="3294636" y="2681522"/>
                  </a:lnTo>
                  <a:lnTo>
                    <a:pt x="3366258" y="2649627"/>
                  </a:lnTo>
                  <a:lnTo>
                    <a:pt x="3437881" y="2616684"/>
                  </a:lnTo>
                  <a:lnTo>
                    <a:pt x="3509503" y="2582658"/>
                  </a:lnTo>
                  <a:lnTo>
                    <a:pt x="3581126" y="2547516"/>
                  </a:lnTo>
                  <a:lnTo>
                    <a:pt x="3652748" y="2511219"/>
                  </a:lnTo>
                  <a:lnTo>
                    <a:pt x="3724371" y="2473730"/>
                  </a:lnTo>
                  <a:lnTo>
                    <a:pt x="3795993" y="2435009"/>
                  </a:lnTo>
                  <a:lnTo>
                    <a:pt x="3867616" y="2395017"/>
                  </a:lnTo>
                  <a:lnTo>
                    <a:pt x="3939238" y="2353711"/>
                  </a:lnTo>
                  <a:lnTo>
                    <a:pt x="4010861" y="2311049"/>
                  </a:lnTo>
                  <a:lnTo>
                    <a:pt x="4082483" y="2266986"/>
                  </a:lnTo>
                  <a:lnTo>
                    <a:pt x="4154106" y="2221475"/>
                  </a:lnTo>
                  <a:lnTo>
                    <a:pt x="4225729" y="2174469"/>
                  </a:lnTo>
                  <a:lnTo>
                    <a:pt x="4297351" y="2125920"/>
                  </a:lnTo>
                  <a:lnTo>
                    <a:pt x="4368974" y="2075776"/>
                  </a:lnTo>
                  <a:lnTo>
                    <a:pt x="4440596" y="2023985"/>
                  </a:lnTo>
                  <a:lnTo>
                    <a:pt x="4512219" y="1970493"/>
                  </a:lnTo>
                  <a:lnTo>
                    <a:pt x="4583841" y="1915245"/>
                  </a:lnTo>
                  <a:lnTo>
                    <a:pt x="4655464" y="1858181"/>
                  </a:lnTo>
                  <a:lnTo>
                    <a:pt x="4727086" y="1799244"/>
                  </a:lnTo>
                  <a:lnTo>
                    <a:pt x="4798709" y="1738370"/>
                  </a:lnTo>
                  <a:lnTo>
                    <a:pt x="4870331" y="1675498"/>
                  </a:lnTo>
                  <a:lnTo>
                    <a:pt x="4941954" y="1610560"/>
                  </a:lnTo>
                  <a:lnTo>
                    <a:pt x="5013576" y="1543490"/>
                  </a:lnTo>
                  <a:lnTo>
                    <a:pt x="5085199" y="1474216"/>
                  </a:lnTo>
                  <a:lnTo>
                    <a:pt x="5156821" y="1402668"/>
                  </a:lnTo>
                  <a:lnTo>
                    <a:pt x="5228444" y="1328769"/>
                  </a:lnTo>
                  <a:lnTo>
                    <a:pt x="5300066" y="1252444"/>
                  </a:lnTo>
                  <a:lnTo>
                    <a:pt x="5371689" y="1173611"/>
                  </a:lnTo>
                  <a:lnTo>
                    <a:pt x="5443311" y="1092190"/>
                  </a:lnTo>
                  <a:lnTo>
                    <a:pt x="5514934" y="1008094"/>
                  </a:lnTo>
                  <a:lnTo>
                    <a:pt x="5586557" y="921236"/>
                  </a:lnTo>
                  <a:lnTo>
                    <a:pt x="5658179" y="831525"/>
                  </a:lnTo>
                  <a:lnTo>
                    <a:pt x="5729802" y="738868"/>
                  </a:lnTo>
                  <a:lnTo>
                    <a:pt x="5801424" y="643167"/>
                  </a:lnTo>
                  <a:lnTo>
                    <a:pt x="5873047" y="544324"/>
                  </a:lnTo>
                  <a:lnTo>
                    <a:pt x="5944669" y="442234"/>
                  </a:lnTo>
                  <a:lnTo>
                    <a:pt x="6016292" y="336791"/>
                  </a:lnTo>
                  <a:lnTo>
                    <a:pt x="6087914" y="227884"/>
                  </a:lnTo>
                  <a:lnTo>
                    <a:pt x="6159537" y="115401"/>
                  </a:lnTo>
                  <a:lnTo>
                    <a:pt x="62306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1620"/>
              <a:ext cx="7090630" cy="647965"/>
            </a:xfrm>
            <a:custGeom>
              <a:avLst/>
              <a:pathLst>
                <a:path w="7090630" h="647965">
                  <a:moveTo>
                    <a:pt x="7090630" y="241071"/>
                  </a:moveTo>
                  <a:lnTo>
                    <a:pt x="7019007" y="237418"/>
                  </a:lnTo>
                  <a:lnTo>
                    <a:pt x="6947385" y="233744"/>
                  </a:lnTo>
                  <a:lnTo>
                    <a:pt x="6875762" y="230049"/>
                  </a:lnTo>
                  <a:lnTo>
                    <a:pt x="6804139" y="226332"/>
                  </a:lnTo>
                  <a:lnTo>
                    <a:pt x="6732517" y="222593"/>
                  </a:lnTo>
                  <a:lnTo>
                    <a:pt x="6660894" y="218832"/>
                  </a:lnTo>
                  <a:lnTo>
                    <a:pt x="6589272" y="215050"/>
                  </a:lnTo>
                  <a:lnTo>
                    <a:pt x="6517649" y="211246"/>
                  </a:lnTo>
                  <a:lnTo>
                    <a:pt x="6446027" y="207419"/>
                  </a:lnTo>
                  <a:lnTo>
                    <a:pt x="6374404" y="203570"/>
                  </a:lnTo>
                  <a:lnTo>
                    <a:pt x="6302782" y="199699"/>
                  </a:lnTo>
                  <a:lnTo>
                    <a:pt x="6231159" y="195805"/>
                  </a:lnTo>
                  <a:lnTo>
                    <a:pt x="6159537" y="191888"/>
                  </a:lnTo>
                  <a:lnTo>
                    <a:pt x="6087914" y="187949"/>
                  </a:lnTo>
                  <a:lnTo>
                    <a:pt x="6016292" y="183987"/>
                  </a:lnTo>
                  <a:lnTo>
                    <a:pt x="5944669" y="180001"/>
                  </a:lnTo>
                  <a:lnTo>
                    <a:pt x="5873047" y="175992"/>
                  </a:lnTo>
                  <a:lnTo>
                    <a:pt x="5801424" y="171960"/>
                  </a:lnTo>
                  <a:lnTo>
                    <a:pt x="5729802" y="167905"/>
                  </a:lnTo>
                  <a:lnTo>
                    <a:pt x="5658179" y="163825"/>
                  </a:lnTo>
                  <a:lnTo>
                    <a:pt x="5586557" y="159722"/>
                  </a:lnTo>
                  <a:lnTo>
                    <a:pt x="5514934" y="155595"/>
                  </a:lnTo>
                  <a:lnTo>
                    <a:pt x="5443311" y="151444"/>
                  </a:lnTo>
                  <a:lnTo>
                    <a:pt x="5371689" y="147269"/>
                  </a:lnTo>
                  <a:lnTo>
                    <a:pt x="5300066" y="143069"/>
                  </a:lnTo>
                  <a:lnTo>
                    <a:pt x="5228444" y="138845"/>
                  </a:lnTo>
                  <a:lnTo>
                    <a:pt x="5156821" y="134597"/>
                  </a:lnTo>
                  <a:lnTo>
                    <a:pt x="5085199" y="130323"/>
                  </a:lnTo>
                  <a:lnTo>
                    <a:pt x="5013576" y="126025"/>
                  </a:lnTo>
                  <a:lnTo>
                    <a:pt x="4941954" y="121701"/>
                  </a:lnTo>
                  <a:lnTo>
                    <a:pt x="4870331" y="117353"/>
                  </a:lnTo>
                  <a:lnTo>
                    <a:pt x="4798709" y="112979"/>
                  </a:lnTo>
                  <a:lnTo>
                    <a:pt x="4727086" y="108579"/>
                  </a:lnTo>
                  <a:lnTo>
                    <a:pt x="4655464" y="104154"/>
                  </a:lnTo>
                  <a:lnTo>
                    <a:pt x="4583841" y="99703"/>
                  </a:lnTo>
                  <a:lnTo>
                    <a:pt x="4512219" y="95226"/>
                  </a:lnTo>
                  <a:lnTo>
                    <a:pt x="4440596" y="90723"/>
                  </a:lnTo>
                  <a:lnTo>
                    <a:pt x="4368974" y="86194"/>
                  </a:lnTo>
                  <a:lnTo>
                    <a:pt x="4297351" y="81638"/>
                  </a:lnTo>
                  <a:lnTo>
                    <a:pt x="4225729" y="77056"/>
                  </a:lnTo>
                  <a:lnTo>
                    <a:pt x="4154106" y="72447"/>
                  </a:lnTo>
                  <a:lnTo>
                    <a:pt x="4082483" y="67812"/>
                  </a:lnTo>
                  <a:lnTo>
                    <a:pt x="4010861" y="63149"/>
                  </a:lnTo>
                  <a:lnTo>
                    <a:pt x="3939238" y="58459"/>
                  </a:lnTo>
                  <a:lnTo>
                    <a:pt x="3867616" y="53741"/>
                  </a:lnTo>
                  <a:lnTo>
                    <a:pt x="3795993" y="48996"/>
                  </a:lnTo>
                  <a:lnTo>
                    <a:pt x="3724371" y="44224"/>
                  </a:lnTo>
                  <a:lnTo>
                    <a:pt x="3652748" y="39424"/>
                  </a:lnTo>
                  <a:lnTo>
                    <a:pt x="3581126" y="34595"/>
                  </a:lnTo>
                  <a:lnTo>
                    <a:pt x="3509503" y="29739"/>
                  </a:lnTo>
                  <a:lnTo>
                    <a:pt x="3437881" y="24854"/>
                  </a:lnTo>
                  <a:lnTo>
                    <a:pt x="3366258" y="19941"/>
                  </a:lnTo>
                  <a:lnTo>
                    <a:pt x="3294636" y="14999"/>
                  </a:lnTo>
                  <a:lnTo>
                    <a:pt x="3223013" y="10028"/>
                  </a:lnTo>
                  <a:lnTo>
                    <a:pt x="3151391" y="5028"/>
                  </a:lnTo>
                  <a:lnTo>
                    <a:pt x="3079768" y="0"/>
                  </a:lnTo>
                  <a:lnTo>
                    <a:pt x="3008146" y="14222"/>
                  </a:lnTo>
                  <a:lnTo>
                    <a:pt x="2936523" y="41359"/>
                  </a:lnTo>
                  <a:lnTo>
                    <a:pt x="2864901" y="67633"/>
                  </a:lnTo>
                  <a:lnTo>
                    <a:pt x="2793278" y="93071"/>
                  </a:lnTo>
                  <a:lnTo>
                    <a:pt x="2721655" y="117700"/>
                  </a:lnTo>
                  <a:lnTo>
                    <a:pt x="2650033" y="141546"/>
                  </a:lnTo>
                  <a:lnTo>
                    <a:pt x="2578410" y="164634"/>
                  </a:lnTo>
                  <a:lnTo>
                    <a:pt x="2506788" y="186988"/>
                  </a:lnTo>
                  <a:lnTo>
                    <a:pt x="2435165" y="208631"/>
                  </a:lnTo>
                  <a:lnTo>
                    <a:pt x="2363543" y="229585"/>
                  </a:lnTo>
                  <a:lnTo>
                    <a:pt x="2291920" y="249874"/>
                  </a:lnTo>
                  <a:lnTo>
                    <a:pt x="2220298" y="269517"/>
                  </a:lnTo>
                  <a:lnTo>
                    <a:pt x="2148675" y="288535"/>
                  </a:lnTo>
                  <a:lnTo>
                    <a:pt x="2077053" y="306949"/>
                  </a:lnTo>
                  <a:lnTo>
                    <a:pt x="2005430" y="324777"/>
                  </a:lnTo>
                  <a:lnTo>
                    <a:pt x="1933808" y="342038"/>
                  </a:lnTo>
                  <a:lnTo>
                    <a:pt x="1862185" y="358750"/>
                  </a:lnTo>
                  <a:lnTo>
                    <a:pt x="1790563" y="374931"/>
                  </a:lnTo>
                  <a:lnTo>
                    <a:pt x="1718940" y="390597"/>
                  </a:lnTo>
                  <a:lnTo>
                    <a:pt x="1647318" y="405765"/>
                  </a:lnTo>
                  <a:lnTo>
                    <a:pt x="1575695" y="420451"/>
                  </a:lnTo>
                  <a:lnTo>
                    <a:pt x="1504073" y="434670"/>
                  </a:lnTo>
                  <a:lnTo>
                    <a:pt x="1432450" y="448437"/>
                  </a:lnTo>
                  <a:lnTo>
                    <a:pt x="1360827" y="461765"/>
                  </a:lnTo>
                  <a:lnTo>
                    <a:pt x="1289205" y="474670"/>
                  </a:lnTo>
                  <a:lnTo>
                    <a:pt x="1217582" y="487165"/>
                  </a:lnTo>
                  <a:lnTo>
                    <a:pt x="1145960" y="499262"/>
                  </a:lnTo>
                  <a:lnTo>
                    <a:pt x="1074337" y="510975"/>
                  </a:lnTo>
                  <a:lnTo>
                    <a:pt x="1002715" y="522315"/>
                  </a:lnTo>
                  <a:lnTo>
                    <a:pt x="931092" y="533294"/>
                  </a:lnTo>
                  <a:lnTo>
                    <a:pt x="859470" y="543925"/>
                  </a:lnTo>
                  <a:lnTo>
                    <a:pt x="787847" y="554217"/>
                  </a:lnTo>
                  <a:lnTo>
                    <a:pt x="716225" y="564182"/>
                  </a:lnTo>
                  <a:lnTo>
                    <a:pt x="644602" y="573830"/>
                  </a:lnTo>
                  <a:lnTo>
                    <a:pt x="572980" y="583172"/>
                  </a:lnTo>
                  <a:lnTo>
                    <a:pt x="501357" y="592216"/>
                  </a:lnTo>
                  <a:lnTo>
                    <a:pt x="429735" y="600973"/>
                  </a:lnTo>
                  <a:lnTo>
                    <a:pt x="358112" y="609451"/>
                  </a:lnTo>
                  <a:lnTo>
                    <a:pt x="286490" y="617659"/>
                  </a:lnTo>
                  <a:lnTo>
                    <a:pt x="214867" y="625607"/>
                  </a:lnTo>
                  <a:lnTo>
                    <a:pt x="143245" y="633302"/>
                  </a:lnTo>
                  <a:lnTo>
                    <a:pt x="71622" y="640752"/>
                  </a:lnTo>
                  <a:lnTo>
                    <a:pt x="0" y="6479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712565"/>
              <a:ext cx="7090630" cy="1342019"/>
            </a:xfrm>
            <a:custGeom>
              <a:avLst/>
              <a:pathLst>
                <a:path w="7090630" h="1342019">
                  <a:moveTo>
                    <a:pt x="0" y="1342019"/>
                  </a:moveTo>
                  <a:lnTo>
                    <a:pt x="71622" y="1335421"/>
                  </a:lnTo>
                  <a:lnTo>
                    <a:pt x="143245" y="1328735"/>
                  </a:lnTo>
                  <a:lnTo>
                    <a:pt x="214867" y="1321960"/>
                  </a:lnTo>
                  <a:lnTo>
                    <a:pt x="286490" y="1315094"/>
                  </a:lnTo>
                  <a:lnTo>
                    <a:pt x="358112" y="1308137"/>
                  </a:lnTo>
                  <a:lnTo>
                    <a:pt x="429735" y="1301087"/>
                  </a:lnTo>
                  <a:lnTo>
                    <a:pt x="501357" y="1293942"/>
                  </a:lnTo>
                  <a:lnTo>
                    <a:pt x="572980" y="1286703"/>
                  </a:lnTo>
                  <a:lnTo>
                    <a:pt x="644602" y="1279367"/>
                  </a:lnTo>
                  <a:lnTo>
                    <a:pt x="716225" y="1271933"/>
                  </a:lnTo>
                  <a:lnTo>
                    <a:pt x="787847" y="1264400"/>
                  </a:lnTo>
                  <a:lnTo>
                    <a:pt x="859470" y="1256767"/>
                  </a:lnTo>
                  <a:lnTo>
                    <a:pt x="931092" y="1249031"/>
                  </a:lnTo>
                  <a:lnTo>
                    <a:pt x="1002715" y="1241193"/>
                  </a:lnTo>
                  <a:lnTo>
                    <a:pt x="1074337" y="1233250"/>
                  </a:lnTo>
                  <a:lnTo>
                    <a:pt x="1145960" y="1225200"/>
                  </a:lnTo>
                  <a:lnTo>
                    <a:pt x="1217582" y="1217044"/>
                  </a:lnTo>
                  <a:lnTo>
                    <a:pt x="1289205" y="1208779"/>
                  </a:lnTo>
                  <a:lnTo>
                    <a:pt x="1360827" y="1200403"/>
                  </a:lnTo>
                  <a:lnTo>
                    <a:pt x="1432450" y="1191916"/>
                  </a:lnTo>
                  <a:lnTo>
                    <a:pt x="1504073" y="1183316"/>
                  </a:lnTo>
                  <a:lnTo>
                    <a:pt x="1575695" y="1174600"/>
                  </a:lnTo>
                  <a:lnTo>
                    <a:pt x="1647318" y="1165769"/>
                  </a:lnTo>
                  <a:lnTo>
                    <a:pt x="1718940" y="1156820"/>
                  </a:lnTo>
                  <a:lnTo>
                    <a:pt x="1790563" y="1147751"/>
                  </a:lnTo>
                  <a:lnTo>
                    <a:pt x="1862185" y="1138562"/>
                  </a:lnTo>
                  <a:lnTo>
                    <a:pt x="1933808" y="1129249"/>
                  </a:lnTo>
                  <a:lnTo>
                    <a:pt x="2005430" y="1119813"/>
                  </a:lnTo>
                  <a:lnTo>
                    <a:pt x="2077053" y="1110251"/>
                  </a:lnTo>
                  <a:lnTo>
                    <a:pt x="2148675" y="1100561"/>
                  </a:lnTo>
                  <a:lnTo>
                    <a:pt x="2220298" y="1090742"/>
                  </a:lnTo>
                  <a:lnTo>
                    <a:pt x="2291920" y="1080792"/>
                  </a:lnTo>
                  <a:lnTo>
                    <a:pt x="2363543" y="1070709"/>
                  </a:lnTo>
                  <a:lnTo>
                    <a:pt x="2435165" y="1060492"/>
                  </a:lnTo>
                  <a:lnTo>
                    <a:pt x="2506788" y="1050138"/>
                  </a:lnTo>
                  <a:lnTo>
                    <a:pt x="2578410" y="1039646"/>
                  </a:lnTo>
                  <a:lnTo>
                    <a:pt x="2650033" y="1029015"/>
                  </a:lnTo>
                  <a:lnTo>
                    <a:pt x="2721655" y="1018241"/>
                  </a:lnTo>
                  <a:lnTo>
                    <a:pt x="2793278" y="1007324"/>
                  </a:lnTo>
                  <a:lnTo>
                    <a:pt x="2864901" y="996261"/>
                  </a:lnTo>
                  <a:lnTo>
                    <a:pt x="2936523" y="985051"/>
                  </a:lnTo>
                  <a:lnTo>
                    <a:pt x="3008146" y="973691"/>
                  </a:lnTo>
                  <a:lnTo>
                    <a:pt x="3079768" y="962179"/>
                  </a:lnTo>
                  <a:lnTo>
                    <a:pt x="3151391" y="950514"/>
                  </a:lnTo>
                  <a:lnTo>
                    <a:pt x="3223013" y="938693"/>
                  </a:lnTo>
                  <a:lnTo>
                    <a:pt x="3294636" y="926715"/>
                  </a:lnTo>
                  <a:lnTo>
                    <a:pt x="3366258" y="914577"/>
                  </a:lnTo>
                  <a:lnTo>
                    <a:pt x="3437881" y="902277"/>
                  </a:lnTo>
                  <a:lnTo>
                    <a:pt x="3509503" y="889813"/>
                  </a:lnTo>
                  <a:lnTo>
                    <a:pt x="3581126" y="877182"/>
                  </a:lnTo>
                  <a:lnTo>
                    <a:pt x="3652748" y="864383"/>
                  </a:lnTo>
                  <a:lnTo>
                    <a:pt x="3724371" y="851414"/>
                  </a:lnTo>
                  <a:lnTo>
                    <a:pt x="3795993" y="838271"/>
                  </a:lnTo>
                  <a:lnTo>
                    <a:pt x="3867616" y="824953"/>
                  </a:lnTo>
                  <a:lnTo>
                    <a:pt x="3939238" y="811457"/>
                  </a:lnTo>
                  <a:lnTo>
                    <a:pt x="4010861" y="797782"/>
                  </a:lnTo>
                  <a:lnTo>
                    <a:pt x="4082483" y="783924"/>
                  </a:lnTo>
                  <a:lnTo>
                    <a:pt x="4154106" y="769881"/>
                  </a:lnTo>
                  <a:lnTo>
                    <a:pt x="4225729" y="755650"/>
                  </a:lnTo>
                  <a:lnTo>
                    <a:pt x="4297351" y="741230"/>
                  </a:lnTo>
                  <a:lnTo>
                    <a:pt x="4368974" y="726618"/>
                  </a:lnTo>
                  <a:lnTo>
                    <a:pt x="4440596" y="711811"/>
                  </a:lnTo>
                  <a:lnTo>
                    <a:pt x="4512219" y="696806"/>
                  </a:lnTo>
                  <a:lnTo>
                    <a:pt x="4583841" y="681601"/>
                  </a:lnTo>
                  <a:lnTo>
                    <a:pt x="4655464" y="666193"/>
                  </a:lnTo>
                  <a:lnTo>
                    <a:pt x="4727086" y="650579"/>
                  </a:lnTo>
                  <a:lnTo>
                    <a:pt x="4798709" y="634757"/>
                  </a:lnTo>
                  <a:lnTo>
                    <a:pt x="4870331" y="618725"/>
                  </a:lnTo>
                  <a:lnTo>
                    <a:pt x="4941954" y="602478"/>
                  </a:lnTo>
                  <a:lnTo>
                    <a:pt x="5013576" y="586015"/>
                  </a:lnTo>
                  <a:lnTo>
                    <a:pt x="5085199" y="569332"/>
                  </a:lnTo>
                  <a:lnTo>
                    <a:pt x="5156821" y="552426"/>
                  </a:lnTo>
                  <a:lnTo>
                    <a:pt x="5228444" y="535295"/>
                  </a:lnTo>
                  <a:lnTo>
                    <a:pt x="5300066" y="517935"/>
                  </a:lnTo>
                  <a:lnTo>
                    <a:pt x="5371689" y="500344"/>
                  </a:lnTo>
                  <a:lnTo>
                    <a:pt x="5443311" y="482519"/>
                  </a:lnTo>
                  <a:lnTo>
                    <a:pt x="5514934" y="464455"/>
                  </a:lnTo>
                  <a:lnTo>
                    <a:pt x="5586557" y="446150"/>
                  </a:lnTo>
                  <a:lnTo>
                    <a:pt x="5658179" y="427602"/>
                  </a:lnTo>
                  <a:lnTo>
                    <a:pt x="5729802" y="408805"/>
                  </a:lnTo>
                  <a:lnTo>
                    <a:pt x="5801424" y="389758"/>
                  </a:lnTo>
                  <a:lnTo>
                    <a:pt x="5873047" y="370457"/>
                  </a:lnTo>
                  <a:lnTo>
                    <a:pt x="5944669" y="350899"/>
                  </a:lnTo>
                  <a:lnTo>
                    <a:pt x="6016292" y="331080"/>
                  </a:lnTo>
                  <a:lnTo>
                    <a:pt x="6087914" y="310996"/>
                  </a:lnTo>
                  <a:lnTo>
                    <a:pt x="6159537" y="290644"/>
                  </a:lnTo>
                  <a:lnTo>
                    <a:pt x="6231159" y="270021"/>
                  </a:lnTo>
                  <a:lnTo>
                    <a:pt x="6302782" y="249123"/>
                  </a:lnTo>
                  <a:lnTo>
                    <a:pt x="6374404" y="227946"/>
                  </a:lnTo>
                  <a:lnTo>
                    <a:pt x="6446027" y="206486"/>
                  </a:lnTo>
                  <a:lnTo>
                    <a:pt x="6517649" y="184740"/>
                  </a:lnTo>
                  <a:lnTo>
                    <a:pt x="6589272" y="162705"/>
                  </a:lnTo>
                  <a:lnTo>
                    <a:pt x="6660894" y="140375"/>
                  </a:lnTo>
                  <a:lnTo>
                    <a:pt x="6732517" y="117747"/>
                  </a:lnTo>
                  <a:lnTo>
                    <a:pt x="6804139" y="94818"/>
                  </a:lnTo>
                  <a:lnTo>
                    <a:pt x="6875762" y="71582"/>
                  </a:lnTo>
                  <a:lnTo>
                    <a:pt x="6947385" y="48037"/>
                  </a:lnTo>
                  <a:lnTo>
                    <a:pt x="7019007" y="2417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2026-05-22T13:29:56Z</dcterms:modified>
  <cp:category/>
</cp:coreProperties>
</file>