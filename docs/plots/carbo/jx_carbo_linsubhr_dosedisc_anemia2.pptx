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2274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8717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16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2160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804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440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80495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1693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5338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8982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626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172049" y="2073503"/>
              <a:ext cx="7090630" cy="3274281"/>
            </a:xfrm>
            <a:custGeom>
              <a:avLst/>
              <a:pathLst>
                <a:path w="7090630" h="3274281">
                  <a:moveTo>
                    <a:pt x="0" y="2421287"/>
                  </a:moveTo>
                  <a:lnTo>
                    <a:pt x="71622" y="2427445"/>
                  </a:lnTo>
                  <a:lnTo>
                    <a:pt x="143245" y="2433568"/>
                  </a:lnTo>
                  <a:lnTo>
                    <a:pt x="214867" y="2439655"/>
                  </a:lnTo>
                  <a:lnTo>
                    <a:pt x="286490" y="2445707"/>
                  </a:lnTo>
                  <a:lnTo>
                    <a:pt x="358112" y="2451724"/>
                  </a:lnTo>
                  <a:lnTo>
                    <a:pt x="429735" y="2457706"/>
                  </a:lnTo>
                  <a:lnTo>
                    <a:pt x="501357" y="2463653"/>
                  </a:lnTo>
                  <a:lnTo>
                    <a:pt x="572980" y="2469566"/>
                  </a:lnTo>
                  <a:lnTo>
                    <a:pt x="644602" y="2475445"/>
                  </a:lnTo>
                  <a:lnTo>
                    <a:pt x="716225" y="2481289"/>
                  </a:lnTo>
                  <a:lnTo>
                    <a:pt x="787847" y="2487100"/>
                  </a:lnTo>
                  <a:lnTo>
                    <a:pt x="859470" y="2492877"/>
                  </a:lnTo>
                  <a:lnTo>
                    <a:pt x="931092" y="2498620"/>
                  </a:lnTo>
                  <a:lnTo>
                    <a:pt x="1002715" y="2504330"/>
                  </a:lnTo>
                  <a:lnTo>
                    <a:pt x="1074337" y="2510007"/>
                  </a:lnTo>
                  <a:lnTo>
                    <a:pt x="1145960" y="2515652"/>
                  </a:lnTo>
                  <a:lnTo>
                    <a:pt x="1217582" y="2521263"/>
                  </a:lnTo>
                  <a:lnTo>
                    <a:pt x="1289205" y="2526842"/>
                  </a:lnTo>
                  <a:lnTo>
                    <a:pt x="1360827" y="2532389"/>
                  </a:lnTo>
                  <a:lnTo>
                    <a:pt x="1432450" y="2537903"/>
                  </a:lnTo>
                  <a:lnTo>
                    <a:pt x="1504073" y="2543385"/>
                  </a:lnTo>
                  <a:lnTo>
                    <a:pt x="1575695" y="2548836"/>
                  </a:lnTo>
                  <a:lnTo>
                    <a:pt x="1647318" y="2554255"/>
                  </a:lnTo>
                  <a:lnTo>
                    <a:pt x="1718940" y="2559643"/>
                  </a:lnTo>
                  <a:lnTo>
                    <a:pt x="1790563" y="2564999"/>
                  </a:lnTo>
                  <a:lnTo>
                    <a:pt x="1862185" y="2570325"/>
                  </a:lnTo>
                  <a:lnTo>
                    <a:pt x="1933808" y="2575619"/>
                  </a:lnTo>
                  <a:lnTo>
                    <a:pt x="2005430" y="2580883"/>
                  </a:lnTo>
                  <a:lnTo>
                    <a:pt x="2077053" y="2586117"/>
                  </a:lnTo>
                  <a:lnTo>
                    <a:pt x="2148675" y="2591320"/>
                  </a:lnTo>
                  <a:lnTo>
                    <a:pt x="2220298" y="2596492"/>
                  </a:lnTo>
                  <a:lnTo>
                    <a:pt x="2291920" y="2601635"/>
                  </a:lnTo>
                  <a:lnTo>
                    <a:pt x="2363543" y="2606748"/>
                  </a:lnTo>
                  <a:lnTo>
                    <a:pt x="2435165" y="2611832"/>
                  </a:lnTo>
                  <a:lnTo>
                    <a:pt x="2506788" y="2616886"/>
                  </a:lnTo>
                  <a:lnTo>
                    <a:pt x="2578410" y="2621910"/>
                  </a:lnTo>
                  <a:lnTo>
                    <a:pt x="2650033" y="2626906"/>
                  </a:lnTo>
                  <a:lnTo>
                    <a:pt x="2721655" y="2631872"/>
                  </a:lnTo>
                  <a:lnTo>
                    <a:pt x="2793278" y="2636810"/>
                  </a:lnTo>
                  <a:lnTo>
                    <a:pt x="2864901" y="2641719"/>
                  </a:lnTo>
                  <a:lnTo>
                    <a:pt x="2936523" y="2646600"/>
                  </a:lnTo>
                  <a:lnTo>
                    <a:pt x="3008146" y="2651453"/>
                  </a:lnTo>
                  <a:lnTo>
                    <a:pt x="3079768" y="2643110"/>
                  </a:lnTo>
                  <a:lnTo>
                    <a:pt x="3151391" y="2615500"/>
                  </a:lnTo>
                  <a:lnTo>
                    <a:pt x="3223013" y="2586983"/>
                  </a:lnTo>
                  <a:lnTo>
                    <a:pt x="3294636" y="2557530"/>
                  </a:lnTo>
                  <a:lnTo>
                    <a:pt x="3366258" y="2527109"/>
                  </a:lnTo>
                  <a:lnTo>
                    <a:pt x="3437881" y="2495689"/>
                  </a:lnTo>
                  <a:lnTo>
                    <a:pt x="3509503" y="2463237"/>
                  </a:lnTo>
                  <a:lnTo>
                    <a:pt x="3581126" y="2429720"/>
                  </a:lnTo>
                  <a:lnTo>
                    <a:pt x="3652748" y="2395101"/>
                  </a:lnTo>
                  <a:lnTo>
                    <a:pt x="3724371" y="2359345"/>
                  </a:lnTo>
                  <a:lnTo>
                    <a:pt x="3795993" y="2322415"/>
                  </a:lnTo>
                  <a:lnTo>
                    <a:pt x="3867616" y="2284272"/>
                  </a:lnTo>
                  <a:lnTo>
                    <a:pt x="3939238" y="2244877"/>
                  </a:lnTo>
                  <a:lnTo>
                    <a:pt x="4010861" y="2204187"/>
                  </a:lnTo>
                  <a:lnTo>
                    <a:pt x="4082483" y="2162161"/>
                  </a:lnTo>
                  <a:lnTo>
                    <a:pt x="4154106" y="2118755"/>
                  </a:lnTo>
                  <a:lnTo>
                    <a:pt x="4225729" y="2073923"/>
                  </a:lnTo>
                  <a:lnTo>
                    <a:pt x="4297351" y="2027618"/>
                  </a:lnTo>
                  <a:lnTo>
                    <a:pt x="4368974" y="1979793"/>
                  </a:lnTo>
                  <a:lnTo>
                    <a:pt x="4440596" y="1930397"/>
                  </a:lnTo>
                  <a:lnTo>
                    <a:pt x="4512219" y="1879379"/>
                  </a:lnTo>
                  <a:lnTo>
                    <a:pt x="4583841" y="1826685"/>
                  </a:lnTo>
                  <a:lnTo>
                    <a:pt x="4655464" y="1772260"/>
                  </a:lnTo>
                  <a:lnTo>
                    <a:pt x="4727086" y="1716048"/>
                  </a:lnTo>
                  <a:lnTo>
                    <a:pt x="4798709" y="1657989"/>
                  </a:lnTo>
                  <a:lnTo>
                    <a:pt x="4870331" y="1598024"/>
                  </a:lnTo>
                  <a:lnTo>
                    <a:pt x="4941954" y="1536089"/>
                  </a:lnTo>
                  <a:lnTo>
                    <a:pt x="5013576" y="1472120"/>
                  </a:lnTo>
                  <a:lnTo>
                    <a:pt x="5085199" y="1406050"/>
                  </a:lnTo>
                  <a:lnTo>
                    <a:pt x="5156821" y="1337810"/>
                  </a:lnTo>
                  <a:lnTo>
                    <a:pt x="5228444" y="1267328"/>
                  </a:lnTo>
                  <a:lnTo>
                    <a:pt x="5300066" y="1194532"/>
                  </a:lnTo>
                  <a:lnTo>
                    <a:pt x="5371689" y="1119344"/>
                  </a:lnTo>
                  <a:lnTo>
                    <a:pt x="5443311" y="1041688"/>
                  </a:lnTo>
                  <a:lnTo>
                    <a:pt x="5514934" y="961480"/>
                  </a:lnTo>
                  <a:lnTo>
                    <a:pt x="5586557" y="878639"/>
                  </a:lnTo>
                  <a:lnTo>
                    <a:pt x="5658179" y="793076"/>
                  </a:lnTo>
                  <a:lnTo>
                    <a:pt x="5729802" y="704704"/>
                  </a:lnTo>
                  <a:lnTo>
                    <a:pt x="5801424" y="613428"/>
                  </a:lnTo>
                  <a:lnTo>
                    <a:pt x="5873047" y="519155"/>
                  </a:lnTo>
                  <a:lnTo>
                    <a:pt x="5944669" y="421786"/>
                  </a:lnTo>
                  <a:lnTo>
                    <a:pt x="6016292" y="321219"/>
                  </a:lnTo>
                  <a:lnTo>
                    <a:pt x="6087914" y="217348"/>
                  </a:lnTo>
                  <a:lnTo>
                    <a:pt x="6159537" y="110066"/>
                  </a:lnTo>
                  <a:lnTo>
                    <a:pt x="6230682" y="0"/>
                  </a:lnTo>
                  <a:lnTo>
                    <a:pt x="7090630" y="0"/>
                  </a:lnTo>
                  <a:lnTo>
                    <a:pt x="7090630" y="2886201"/>
                  </a:lnTo>
                  <a:lnTo>
                    <a:pt x="7019007" y="2882717"/>
                  </a:lnTo>
                  <a:lnTo>
                    <a:pt x="6947385" y="2879213"/>
                  </a:lnTo>
                  <a:lnTo>
                    <a:pt x="6875762" y="2875689"/>
                  </a:lnTo>
                  <a:lnTo>
                    <a:pt x="6804139" y="2872144"/>
                  </a:lnTo>
                  <a:lnTo>
                    <a:pt x="6732517" y="2868578"/>
                  </a:lnTo>
                  <a:lnTo>
                    <a:pt x="6660894" y="2864991"/>
                  </a:lnTo>
                  <a:lnTo>
                    <a:pt x="6589272" y="2861384"/>
                  </a:lnTo>
                  <a:lnTo>
                    <a:pt x="6517649" y="2857755"/>
                  </a:lnTo>
                  <a:lnTo>
                    <a:pt x="6446027" y="2854106"/>
                  </a:lnTo>
                  <a:lnTo>
                    <a:pt x="6374404" y="2850435"/>
                  </a:lnTo>
                  <a:lnTo>
                    <a:pt x="6302782" y="2846742"/>
                  </a:lnTo>
                  <a:lnTo>
                    <a:pt x="6231159" y="2843029"/>
                  </a:lnTo>
                  <a:lnTo>
                    <a:pt x="6159537" y="2839293"/>
                  </a:lnTo>
                  <a:lnTo>
                    <a:pt x="6087914" y="2835536"/>
                  </a:lnTo>
                  <a:lnTo>
                    <a:pt x="6016292" y="2831757"/>
                  </a:lnTo>
                  <a:lnTo>
                    <a:pt x="5944669" y="2827955"/>
                  </a:lnTo>
                  <a:lnTo>
                    <a:pt x="5873047" y="2824132"/>
                  </a:lnTo>
                  <a:lnTo>
                    <a:pt x="5801424" y="2820286"/>
                  </a:lnTo>
                  <a:lnTo>
                    <a:pt x="5729802" y="2816418"/>
                  </a:lnTo>
                  <a:lnTo>
                    <a:pt x="5658179" y="2812528"/>
                  </a:lnTo>
                  <a:lnTo>
                    <a:pt x="5586557" y="2808614"/>
                  </a:lnTo>
                  <a:lnTo>
                    <a:pt x="5514934" y="2804678"/>
                  </a:lnTo>
                  <a:lnTo>
                    <a:pt x="5443311" y="2800719"/>
                  </a:lnTo>
                  <a:lnTo>
                    <a:pt x="5371689" y="2796737"/>
                  </a:lnTo>
                  <a:lnTo>
                    <a:pt x="5300066" y="2792731"/>
                  </a:lnTo>
                  <a:lnTo>
                    <a:pt x="5228444" y="2788703"/>
                  </a:lnTo>
                  <a:lnTo>
                    <a:pt x="5156821" y="2784650"/>
                  </a:lnTo>
                  <a:lnTo>
                    <a:pt x="5085199" y="2780575"/>
                  </a:lnTo>
                  <a:lnTo>
                    <a:pt x="5013576" y="2776475"/>
                  </a:lnTo>
                  <a:lnTo>
                    <a:pt x="4941954" y="2772351"/>
                  </a:lnTo>
                  <a:lnTo>
                    <a:pt x="4870331" y="2768204"/>
                  </a:lnTo>
                  <a:lnTo>
                    <a:pt x="4798709" y="2764032"/>
                  </a:lnTo>
                  <a:lnTo>
                    <a:pt x="4727086" y="2759836"/>
                  </a:lnTo>
                  <a:lnTo>
                    <a:pt x="4655464" y="2755616"/>
                  </a:lnTo>
                  <a:lnTo>
                    <a:pt x="4583841" y="2751370"/>
                  </a:lnTo>
                  <a:lnTo>
                    <a:pt x="4512219" y="2747101"/>
                  </a:lnTo>
                  <a:lnTo>
                    <a:pt x="4440596" y="2742806"/>
                  </a:lnTo>
                  <a:lnTo>
                    <a:pt x="4368974" y="2738486"/>
                  </a:lnTo>
                  <a:lnTo>
                    <a:pt x="4297351" y="2734141"/>
                  </a:lnTo>
                  <a:lnTo>
                    <a:pt x="4225729" y="2729771"/>
                  </a:lnTo>
                  <a:lnTo>
                    <a:pt x="4154106" y="2725375"/>
                  </a:lnTo>
                  <a:lnTo>
                    <a:pt x="4082483" y="2720953"/>
                  </a:lnTo>
                  <a:lnTo>
                    <a:pt x="4010861" y="2716506"/>
                  </a:lnTo>
                  <a:lnTo>
                    <a:pt x="3939238" y="2712033"/>
                  </a:lnTo>
                  <a:lnTo>
                    <a:pt x="3867616" y="2707534"/>
                  </a:lnTo>
                  <a:lnTo>
                    <a:pt x="3795993" y="2703008"/>
                  </a:lnTo>
                  <a:lnTo>
                    <a:pt x="3724371" y="2698456"/>
                  </a:lnTo>
                  <a:lnTo>
                    <a:pt x="3652748" y="2693878"/>
                  </a:lnTo>
                  <a:lnTo>
                    <a:pt x="3581126" y="2689273"/>
                  </a:lnTo>
                  <a:lnTo>
                    <a:pt x="3509503" y="2684641"/>
                  </a:lnTo>
                  <a:lnTo>
                    <a:pt x="3437881" y="2679982"/>
                  </a:lnTo>
                  <a:lnTo>
                    <a:pt x="3366258" y="2675296"/>
                  </a:lnTo>
                  <a:lnTo>
                    <a:pt x="3294636" y="2670583"/>
                  </a:lnTo>
                  <a:lnTo>
                    <a:pt x="3223013" y="2665842"/>
                  </a:lnTo>
                  <a:lnTo>
                    <a:pt x="3151391" y="2661073"/>
                  </a:lnTo>
                  <a:lnTo>
                    <a:pt x="3079768" y="2656277"/>
                  </a:lnTo>
                  <a:lnTo>
                    <a:pt x="3008146" y="2669842"/>
                  </a:lnTo>
                  <a:lnTo>
                    <a:pt x="2936523" y="2695724"/>
                  </a:lnTo>
                  <a:lnTo>
                    <a:pt x="2864901" y="2720783"/>
                  </a:lnTo>
                  <a:lnTo>
                    <a:pt x="2793278" y="2745045"/>
                  </a:lnTo>
                  <a:lnTo>
                    <a:pt x="2721655" y="2768535"/>
                  </a:lnTo>
                  <a:lnTo>
                    <a:pt x="2650033" y="2791279"/>
                  </a:lnTo>
                  <a:lnTo>
                    <a:pt x="2578410" y="2813299"/>
                  </a:lnTo>
                  <a:lnTo>
                    <a:pt x="2506788" y="2834619"/>
                  </a:lnTo>
                  <a:lnTo>
                    <a:pt x="2435165" y="2855261"/>
                  </a:lnTo>
                  <a:lnTo>
                    <a:pt x="2363543" y="2875247"/>
                  </a:lnTo>
                  <a:lnTo>
                    <a:pt x="2291920" y="2894597"/>
                  </a:lnTo>
                  <a:lnTo>
                    <a:pt x="2220298" y="2913332"/>
                  </a:lnTo>
                  <a:lnTo>
                    <a:pt x="2148675" y="2931471"/>
                  </a:lnTo>
                  <a:lnTo>
                    <a:pt x="2077053" y="2949033"/>
                  </a:lnTo>
                  <a:lnTo>
                    <a:pt x="2005430" y="2966037"/>
                  </a:lnTo>
                  <a:lnTo>
                    <a:pt x="1933808" y="2982500"/>
                  </a:lnTo>
                  <a:lnTo>
                    <a:pt x="1862185" y="2998439"/>
                  </a:lnTo>
                  <a:lnTo>
                    <a:pt x="1790563" y="3013872"/>
                  </a:lnTo>
                  <a:lnTo>
                    <a:pt x="1718940" y="3028814"/>
                  </a:lnTo>
                  <a:lnTo>
                    <a:pt x="1647318" y="3043280"/>
                  </a:lnTo>
                  <a:lnTo>
                    <a:pt x="1575695" y="3057287"/>
                  </a:lnTo>
                  <a:lnTo>
                    <a:pt x="1504073" y="3070848"/>
                  </a:lnTo>
                  <a:lnTo>
                    <a:pt x="1432450" y="3083978"/>
                  </a:lnTo>
                  <a:lnTo>
                    <a:pt x="1360827" y="3096691"/>
                  </a:lnTo>
                  <a:lnTo>
                    <a:pt x="1289205" y="3108999"/>
                  </a:lnTo>
                  <a:lnTo>
                    <a:pt x="1217582" y="3120916"/>
                  </a:lnTo>
                  <a:lnTo>
                    <a:pt x="1145960" y="3132454"/>
                  </a:lnTo>
                  <a:lnTo>
                    <a:pt x="1074337" y="3143625"/>
                  </a:lnTo>
                  <a:lnTo>
                    <a:pt x="1002715" y="3154441"/>
                  </a:lnTo>
                  <a:lnTo>
                    <a:pt x="931092" y="3164912"/>
                  </a:lnTo>
                  <a:lnTo>
                    <a:pt x="859470" y="3175051"/>
                  </a:lnTo>
                  <a:lnTo>
                    <a:pt x="787847" y="3184868"/>
                  </a:lnTo>
                  <a:lnTo>
                    <a:pt x="716225" y="3194372"/>
                  </a:lnTo>
                  <a:lnTo>
                    <a:pt x="644602" y="3203574"/>
                  </a:lnTo>
                  <a:lnTo>
                    <a:pt x="572980" y="3212483"/>
                  </a:lnTo>
                  <a:lnTo>
                    <a:pt x="501357" y="3221109"/>
                  </a:lnTo>
                  <a:lnTo>
                    <a:pt x="429735" y="3229461"/>
                  </a:lnTo>
                  <a:lnTo>
                    <a:pt x="358112" y="3237547"/>
                  </a:lnTo>
                  <a:lnTo>
                    <a:pt x="286490" y="3245376"/>
                  </a:lnTo>
                  <a:lnTo>
                    <a:pt x="214867" y="3252957"/>
                  </a:lnTo>
                  <a:lnTo>
                    <a:pt x="143245" y="3260296"/>
                  </a:lnTo>
                  <a:lnTo>
                    <a:pt x="71622" y="3267401"/>
                  </a:lnTo>
                  <a:lnTo>
                    <a:pt x="0" y="327428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2073503"/>
              <a:ext cx="6230682" cy="2651453"/>
            </a:xfrm>
            <a:custGeom>
              <a:avLst/>
              <a:pathLst>
                <a:path w="6230682" h="2651453">
                  <a:moveTo>
                    <a:pt x="0" y="2421287"/>
                  </a:moveTo>
                  <a:lnTo>
                    <a:pt x="71622" y="2427445"/>
                  </a:lnTo>
                  <a:lnTo>
                    <a:pt x="143245" y="2433568"/>
                  </a:lnTo>
                  <a:lnTo>
                    <a:pt x="214867" y="2439655"/>
                  </a:lnTo>
                  <a:lnTo>
                    <a:pt x="286490" y="2445707"/>
                  </a:lnTo>
                  <a:lnTo>
                    <a:pt x="358112" y="2451724"/>
                  </a:lnTo>
                  <a:lnTo>
                    <a:pt x="429735" y="2457706"/>
                  </a:lnTo>
                  <a:lnTo>
                    <a:pt x="501357" y="2463653"/>
                  </a:lnTo>
                  <a:lnTo>
                    <a:pt x="572980" y="2469566"/>
                  </a:lnTo>
                  <a:lnTo>
                    <a:pt x="644602" y="2475445"/>
                  </a:lnTo>
                  <a:lnTo>
                    <a:pt x="716225" y="2481289"/>
                  </a:lnTo>
                  <a:lnTo>
                    <a:pt x="787847" y="2487100"/>
                  </a:lnTo>
                  <a:lnTo>
                    <a:pt x="859470" y="2492877"/>
                  </a:lnTo>
                  <a:lnTo>
                    <a:pt x="931092" y="2498620"/>
                  </a:lnTo>
                  <a:lnTo>
                    <a:pt x="1002715" y="2504330"/>
                  </a:lnTo>
                  <a:lnTo>
                    <a:pt x="1074337" y="2510007"/>
                  </a:lnTo>
                  <a:lnTo>
                    <a:pt x="1145960" y="2515652"/>
                  </a:lnTo>
                  <a:lnTo>
                    <a:pt x="1217582" y="2521263"/>
                  </a:lnTo>
                  <a:lnTo>
                    <a:pt x="1289205" y="2526842"/>
                  </a:lnTo>
                  <a:lnTo>
                    <a:pt x="1360827" y="2532389"/>
                  </a:lnTo>
                  <a:lnTo>
                    <a:pt x="1432450" y="2537903"/>
                  </a:lnTo>
                  <a:lnTo>
                    <a:pt x="1504073" y="2543385"/>
                  </a:lnTo>
                  <a:lnTo>
                    <a:pt x="1575695" y="2548836"/>
                  </a:lnTo>
                  <a:lnTo>
                    <a:pt x="1647318" y="2554255"/>
                  </a:lnTo>
                  <a:lnTo>
                    <a:pt x="1718940" y="2559643"/>
                  </a:lnTo>
                  <a:lnTo>
                    <a:pt x="1790563" y="2564999"/>
                  </a:lnTo>
                  <a:lnTo>
                    <a:pt x="1862185" y="2570325"/>
                  </a:lnTo>
                  <a:lnTo>
                    <a:pt x="1933808" y="2575619"/>
                  </a:lnTo>
                  <a:lnTo>
                    <a:pt x="2005430" y="2580883"/>
                  </a:lnTo>
                  <a:lnTo>
                    <a:pt x="2077053" y="2586117"/>
                  </a:lnTo>
                  <a:lnTo>
                    <a:pt x="2148675" y="2591320"/>
                  </a:lnTo>
                  <a:lnTo>
                    <a:pt x="2220298" y="2596492"/>
                  </a:lnTo>
                  <a:lnTo>
                    <a:pt x="2291920" y="2601635"/>
                  </a:lnTo>
                  <a:lnTo>
                    <a:pt x="2363543" y="2606748"/>
                  </a:lnTo>
                  <a:lnTo>
                    <a:pt x="2435165" y="2611832"/>
                  </a:lnTo>
                  <a:lnTo>
                    <a:pt x="2506788" y="2616886"/>
                  </a:lnTo>
                  <a:lnTo>
                    <a:pt x="2578410" y="2621910"/>
                  </a:lnTo>
                  <a:lnTo>
                    <a:pt x="2650033" y="2626906"/>
                  </a:lnTo>
                  <a:lnTo>
                    <a:pt x="2721655" y="2631872"/>
                  </a:lnTo>
                  <a:lnTo>
                    <a:pt x="2793278" y="2636810"/>
                  </a:lnTo>
                  <a:lnTo>
                    <a:pt x="2864901" y="2641719"/>
                  </a:lnTo>
                  <a:lnTo>
                    <a:pt x="2936523" y="2646600"/>
                  </a:lnTo>
                  <a:lnTo>
                    <a:pt x="3008146" y="2651453"/>
                  </a:lnTo>
                  <a:lnTo>
                    <a:pt x="3079768" y="2643110"/>
                  </a:lnTo>
                  <a:lnTo>
                    <a:pt x="3151391" y="2615500"/>
                  </a:lnTo>
                  <a:lnTo>
                    <a:pt x="3223013" y="2586983"/>
                  </a:lnTo>
                  <a:lnTo>
                    <a:pt x="3294636" y="2557530"/>
                  </a:lnTo>
                  <a:lnTo>
                    <a:pt x="3366258" y="2527109"/>
                  </a:lnTo>
                  <a:lnTo>
                    <a:pt x="3437881" y="2495689"/>
                  </a:lnTo>
                  <a:lnTo>
                    <a:pt x="3509503" y="2463237"/>
                  </a:lnTo>
                  <a:lnTo>
                    <a:pt x="3581126" y="2429720"/>
                  </a:lnTo>
                  <a:lnTo>
                    <a:pt x="3652748" y="2395101"/>
                  </a:lnTo>
                  <a:lnTo>
                    <a:pt x="3724371" y="2359345"/>
                  </a:lnTo>
                  <a:lnTo>
                    <a:pt x="3795993" y="2322415"/>
                  </a:lnTo>
                  <a:lnTo>
                    <a:pt x="3867616" y="2284272"/>
                  </a:lnTo>
                  <a:lnTo>
                    <a:pt x="3939238" y="2244877"/>
                  </a:lnTo>
                  <a:lnTo>
                    <a:pt x="4010861" y="2204187"/>
                  </a:lnTo>
                  <a:lnTo>
                    <a:pt x="4082483" y="2162161"/>
                  </a:lnTo>
                  <a:lnTo>
                    <a:pt x="4154106" y="2118755"/>
                  </a:lnTo>
                  <a:lnTo>
                    <a:pt x="4225729" y="2073923"/>
                  </a:lnTo>
                  <a:lnTo>
                    <a:pt x="4297351" y="2027618"/>
                  </a:lnTo>
                  <a:lnTo>
                    <a:pt x="4368974" y="1979793"/>
                  </a:lnTo>
                  <a:lnTo>
                    <a:pt x="4440596" y="1930397"/>
                  </a:lnTo>
                  <a:lnTo>
                    <a:pt x="4512219" y="1879379"/>
                  </a:lnTo>
                  <a:lnTo>
                    <a:pt x="4583841" y="1826685"/>
                  </a:lnTo>
                  <a:lnTo>
                    <a:pt x="4655464" y="1772260"/>
                  </a:lnTo>
                  <a:lnTo>
                    <a:pt x="4727086" y="1716048"/>
                  </a:lnTo>
                  <a:lnTo>
                    <a:pt x="4798709" y="1657989"/>
                  </a:lnTo>
                  <a:lnTo>
                    <a:pt x="4870331" y="1598024"/>
                  </a:lnTo>
                  <a:lnTo>
                    <a:pt x="4941954" y="1536089"/>
                  </a:lnTo>
                  <a:lnTo>
                    <a:pt x="5013576" y="1472120"/>
                  </a:lnTo>
                  <a:lnTo>
                    <a:pt x="5085199" y="1406050"/>
                  </a:lnTo>
                  <a:lnTo>
                    <a:pt x="5156821" y="1337810"/>
                  </a:lnTo>
                  <a:lnTo>
                    <a:pt x="5228444" y="1267328"/>
                  </a:lnTo>
                  <a:lnTo>
                    <a:pt x="5300066" y="1194532"/>
                  </a:lnTo>
                  <a:lnTo>
                    <a:pt x="5371689" y="1119344"/>
                  </a:lnTo>
                  <a:lnTo>
                    <a:pt x="5443311" y="1041688"/>
                  </a:lnTo>
                  <a:lnTo>
                    <a:pt x="5514934" y="961480"/>
                  </a:lnTo>
                  <a:lnTo>
                    <a:pt x="5586557" y="878639"/>
                  </a:lnTo>
                  <a:lnTo>
                    <a:pt x="5658179" y="793076"/>
                  </a:lnTo>
                  <a:lnTo>
                    <a:pt x="5729802" y="704704"/>
                  </a:lnTo>
                  <a:lnTo>
                    <a:pt x="5801424" y="613428"/>
                  </a:lnTo>
                  <a:lnTo>
                    <a:pt x="5873047" y="519155"/>
                  </a:lnTo>
                  <a:lnTo>
                    <a:pt x="5944669" y="421786"/>
                  </a:lnTo>
                  <a:lnTo>
                    <a:pt x="6016292" y="321219"/>
                  </a:lnTo>
                  <a:lnTo>
                    <a:pt x="6087914" y="217348"/>
                  </a:lnTo>
                  <a:lnTo>
                    <a:pt x="6159537" y="110066"/>
                  </a:lnTo>
                  <a:lnTo>
                    <a:pt x="623068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72049" y="4729780"/>
              <a:ext cx="7090630" cy="618004"/>
            </a:xfrm>
            <a:custGeom>
              <a:avLst/>
              <a:pathLst>
                <a:path w="7090630" h="618004">
                  <a:moveTo>
                    <a:pt x="7090630" y="229924"/>
                  </a:moveTo>
                  <a:lnTo>
                    <a:pt x="7019007" y="226440"/>
                  </a:lnTo>
                  <a:lnTo>
                    <a:pt x="6947385" y="222936"/>
                  </a:lnTo>
                  <a:lnTo>
                    <a:pt x="6875762" y="219411"/>
                  </a:lnTo>
                  <a:lnTo>
                    <a:pt x="6804139" y="215866"/>
                  </a:lnTo>
                  <a:lnTo>
                    <a:pt x="6732517" y="212300"/>
                  </a:lnTo>
                  <a:lnTo>
                    <a:pt x="6660894" y="208714"/>
                  </a:lnTo>
                  <a:lnTo>
                    <a:pt x="6589272" y="205106"/>
                  </a:lnTo>
                  <a:lnTo>
                    <a:pt x="6517649" y="201478"/>
                  </a:lnTo>
                  <a:lnTo>
                    <a:pt x="6446027" y="197828"/>
                  </a:lnTo>
                  <a:lnTo>
                    <a:pt x="6374404" y="194157"/>
                  </a:lnTo>
                  <a:lnTo>
                    <a:pt x="6302782" y="190465"/>
                  </a:lnTo>
                  <a:lnTo>
                    <a:pt x="6231159" y="186751"/>
                  </a:lnTo>
                  <a:lnTo>
                    <a:pt x="6159537" y="183016"/>
                  </a:lnTo>
                  <a:lnTo>
                    <a:pt x="6087914" y="179258"/>
                  </a:lnTo>
                  <a:lnTo>
                    <a:pt x="6016292" y="175479"/>
                  </a:lnTo>
                  <a:lnTo>
                    <a:pt x="5944669" y="171678"/>
                  </a:lnTo>
                  <a:lnTo>
                    <a:pt x="5873047" y="167855"/>
                  </a:lnTo>
                  <a:lnTo>
                    <a:pt x="5801424" y="164009"/>
                  </a:lnTo>
                  <a:lnTo>
                    <a:pt x="5729802" y="160141"/>
                  </a:lnTo>
                  <a:lnTo>
                    <a:pt x="5658179" y="156250"/>
                  </a:lnTo>
                  <a:lnTo>
                    <a:pt x="5586557" y="152337"/>
                  </a:lnTo>
                  <a:lnTo>
                    <a:pt x="5514934" y="148401"/>
                  </a:lnTo>
                  <a:lnTo>
                    <a:pt x="5443311" y="144442"/>
                  </a:lnTo>
                  <a:lnTo>
                    <a:pt x="5371689" y="140459"/>
                  </a:lnTo>
                  <a:lnTo>
                    <a:pt x="5300066" y="136454"/>
                  </a:lnTo>
                  <a:lnTo>
                    <a:pt x="5228444" y="132425"/>
                  </a:lnTo>
                  <a:lnTo>
                    <a:pt x="5156821" y="128373"/>
                  </a:lnTo>
                  <a:lnTo>
                    <a:pt x="5085199" y="124297"/>
                  </a:lnTo>
                  <a:lnTo>
                    <a:pt x="5013576" y="120198"/>
                  </a:lnTo>
                  <a:lnTo>
                    <a:pt x="4941954" y="116074"/>
                  </a:lnTo>
                  <a:lnTo>
                    <a:pt x="4870331" y="111927"/>
                  </a:lnTo>
                  <a:lnTo>
                    <a:pt x="4798709" y="107755"/>
                  </a:lnTo>
                  <a:lnTo>
                    <a:pt x="4727086" y="103559"/>
                  </a:lnTo>
                  <a:lnTo>
                    <a:pt x="4655464" y="99338"/>
                  </a:lnTo>
                  <a:lnTo>
                    <a:pt x="4583841" y="95093"/>
                  </a:lnTo>
                  <a:lnTo>
                    <a:pt x="4512219" y="90823"/>
                  </a:lnTo>
                  <a:lnTo>
                    <a:pt x="4440596" y="86528"/>
                  </a:lnTo>
                  <a:lnTo>
                    <a:pt x="4368974" y="82209"/>
                  </a:lnTo>
                  <a:lnTo>
                    <a:pt x="4297351" y="77864"/>
                  </a:lnTo>
                  <a:lnTo>
                    <a:pt x="4225729" y="73493"/>
                  </a:lnTo>
                  <a:lnTo>
                    <a:pt x="4154106" y="69097"/>
                  </a:lnTo>
                  <a:lnTo>
                    <a:pt x="4082483" y="64676"/>
                  </a:lnTo>
                  <a:lnTo>
                    <a:pt x="4010861" y="60229"/>
                  </a:lnTo>
                  <a:lnTo>
                    <a:pt x="3939238" y="55756"/>
                  </a:lnTo>
                  <a:lnTo>
                    <a:pt x="3867616" y="51256"/>
                  </a:lnTo>
                  <a:lnTo>
                    <a:pt x="3795993" y="46731"/>
                  </a:lnTo>
                  <a:lnTo>
                    <a:pt x="3724371" y="42179"/>
                  </a:lnTo>
                  <a:lnTo>
                    <a:pt x="3652748" y="37601"/>
                  </a:lnTo>
                  <a:lnTo>
                    <a:pt x="3581126" y="32996"/>
                  </a:lnTo>
                  <a:lnTo>
                    <a:pt x="3509503" y="28364"/>
                  </a:lnTo>
                  <a:lnTo>
                    <a:pt x="3437881" y="23705"/>
                  </a:lnTo>
                  <a:lnTo>
                    <a:pt x="3366258" y="19019"/>
                  </a:lnTo>
                  <a:lnTo>
                    <a:pt x="3294636" y="14305"/>
                  </a:lnTo>
                  <a:lnTo>
                    <a:pt x="3223013" y="9564"/>
                  </a:lnTo>
                  <a:lnTo>
                    <a:pt x="3151391" y="4796"/>
                  </a:lnTo>
                  <a:lnTo>
                    <a:pt x="3079768" y="0"/>
                  </a:lnTo>
                  <a:lnTo>
                    <a:pt x="3008146" y="13565"/>
                  </a:lnTo>
                  <a:lnTo>
                    <a:pt x="2936523" y="39447"/>
                  </a:lnTo>
                  <a:lnTo>
                    <a:pt x="2864901" y="64505"/>
                  </a:lnTo>
                  <a:lnTo>
                    <a:pt x="2793278" y="88767"/>
                  </a:lnTo>
                  <a:lnTo>
                    <a:pt x="2721655" y="112258"/>
                  </a:lnTo>
                  <a:lnTo>
                    <a:pt x="2650033" y="135001"/>
                  </a:lnTo>
                  <a:lnTo>
                    <a:pt x="2578410" y="157022"/>
                  </a:lnTo>
                  <a:lnTo>
                    <a:pt x="2506788" y="178342"/>
                  </a:lnTo>
                  <a:lnTo>
                    <a:pt x="2435165" y="198984"/>
                  </a:lnTo>
                  <a:lnTo>
                    <a:pt x="2363543" y="218969"/>
                  </a:lnTo>
                  <a:lnTo>
                    <a:pt x="2291920" y="238319"/>
                  </a:lnTo>
                  <a:lnTo>
                    <a:pt x="2220298" y="257054"/>
                  </a:lnTo>
                  <a:lnTo>
                    <a:pt x="2148675" y="275193"/>
                  </a:lnTo>
                  <a:lnTo>
                    <a:pt x="2077053" y="292755"/>
                  </a:lnTo>
                  <a:lnTo>
                    <a:pt x="2005430" y="309759"/>
                  </a:lnTo>
                  <a:lnTo>
                    <a:pt x="1933808" y="326222"/>
                  </a:lnTo>
                  <a:lnTo>
                    <a:pt x="1862185" y="342162"/>
                  </a:lnTo>
                  <a:lnTo>
                    <a:pt x="1790563" y="357594"/>
                  </a:lnTo>
                  <a:lnTo>
                    <a:pt x="1718940" y="372536"/>
                  </a:lnTo>
                  <a:lnTo>
                    <a:pt x="1647318" y="387003"/>
                  </a:lnTo>
                  <a:lnTo>
                    <a:pt x="1575695" y="401010"/>
                  </a:lnTo>
                  <a:lnTo>
                    <a:pt x="1504073" y="414571"/>
                  </a:lnTo>
                  <a:lnTo>
                    <a:pt x="1432450" y="427701"/>
                  </a:lnTo>
                  <a:lnTo>
                    <a:pt x="1360827" y="440413"/>
                  </a:lnTo>
                  <a:lnTo>
                    <a:pt x="1289205" y="452722"/>
                  </a:lnTo>
                  <a:lnTo>
                    <a:pt x="1217582" y="464639"/>
                  </a:lnTo>
                  <a:lnTo>
                    <a:pt x="1145960" y="476176"/>
                  </a:lnTo>
                  <a:lnTo>
                    <a:pt x="1074337" y="487347"/>
                  </a:lnTo>
                  <a:lnTo>
                    <a:pt x="1002715" y="498163"/>
                  </a:lnTo>
                  <a:lnTo>
                    <a:pt x="931092" y="508635"/>
                  </a:lnTo>
                  <a:lnTo>
                    <a:pt x="859470" y="518774"/>
                  </a:lnTo>
                  <a:lnTo>
                    <a:pt x="787847" y="528590"/>
                  </a:lnTo>
                  <a:lnTo>
                    <a:pt x="716225" y="538094"/>
                  </a:lnTo>
                  <a:lnTo>
                    <a:pt x="644602" y="547297"/>
                  </a:lnTo>
                  <a:lnTo>
                    <a:pt x="572980" y="556206"/>
                  </a:lnTo>
                  <a:lnTo>
                    <a:pt x="501357" y="564832"/>
                  </a:lnTo>
                  <a:lnTo>
                    <a:pt x="429735" y="573184"/>
                  </a:lnTo>
                  <a:lnTo>
                    <a:pt x="358112" y="581270"/>
                  </a:lnTo>
                  <a:lnTo>
                    <a:pt x="286490" y="589099"/>
                  </a:lnTo>
                  <a:lnTo>
                    <a:pt x="214867" y="596679"/>
                  </a:lnTo>
                  <a:lnTo>
                    <a:pt x="143245" y="604018"/>
                  </a:lnTo>
                  <a:lnTo>
                    <a:pt x="71622" y="611124"/>
                  </a:lnTo>
                  <a:lnTo>
                    <a:pt x="0" y="6180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172049" y="3805534"/>
              <a:ext cx="7090630" cy="1279964"/>
            </a:xfrm>
            <a:custGeom>
              <a:avLst/>
              <a:pathLst>
                <a:path w="7090630" h="1279964">
                  <a:moveTo>
                    <a:pt x="0" y="1279964"/>
                  </a:moveTo>
                  <a:lnTo>
                    <a:pt x="71622" y="1273671"/>
                  </a:lnTo>
                  <a:lnTo>
                    <a:pt x="143245" y="1267294"/>
                  </a:lnTo>
                  <a:lnTo>
                    <a:pt x="214867" y="1260832"/>
                  </a:lnTo>
                  <a:lnTo>
                    <a:pt x="286490" y="1254284"/>
                  </a:lnTo>
                  <a:lnTo>
                    <a:pt x="358112" y="1247648"/>
                  </a:lnTo>
                  <a:lnTo>
                    <a:pt x="429735" y="1240924"/>
                  </a:lnTo>
                  <a:lnTo>
                    <a:pt x="501357" y="1234110"/>
                  </a:lnTo>
                  <a:lnTo>
                    <a:pt x="572980" y="1227206"/>
                  </a:lnTo>
                  <a:lnTo>
                    <a:pt x="644602" y="1220209"/>
                  </a:lnTo>
                  <a:lnTo>
                    <a:pt x="716225" y="1213119"/>
                  </a:lnTo>
                  <a:lnTo>
                    <a:pt x="787847" y="1205934"/>
                  </a:lnTo>
                  <a:lnTo>
                    <a:pt x="859470" y="1198654"/>
                  </a:lnTo>
                  <a:lnTo>
                    <a:pt x="931092" y="1191276"/>
                  </a:lnTo>
                  <a:lnTo>
                    <a:pt x="1002715" y="1183800"/>
                  </a:lnTo>
                  <a:lnTo>
                    <a:pt x="1074337" y="1176224"/>
                  </a:lnTo>
                  <a:lnTo>
                    <a:pt x="1145960" y="1168547"/>
                  </a:lnTo>
                  <a:lnTo>
                    <a:pt x="1217582" y="1160768"/>
                  </a:lnTo>
                  <a:lnTo>
                    <a:pt x="1289205" y="1152885"/>
                  </a:lnTo>
                  <a:lnTo>
                    <a:pt x="1360827" y="1144896"/>
                  </a:lnTo>
                  <a:lnTo>
                    <a:pt x="1432450" y="1136802"/>
                  </a:lnTo>
                  <a:lnTo>
                    <a:pt x="1504073" y="1128599"/>
                  </a:lnTo>
                  <a:lnTo>
                    <a:pt x="1575695" y="1120287"/>
                  </a:lnTo>
                  <a:lnTo>
                    <a:pt x="1647318" y="1111864"/>
                  </a:lnTo>
                  <a:lnTo>
                    <a:pt x="1718940" y="1103328"/>
                  </a:lnTo>
                  <a:lnTo>
                    <a:pt x="1790563" y="1094679"/>
                  </a:lnTo>
                  <a:lnTo>
                    <a:pt x="1862185" y="1085914"/>
                  </a:lnTo>
                  <a:lnTo>
                    <a:pt x="1933808" y="1077033"/>
                  </a:lnTo>
                  <a:lnTo>
                    <a:pt x="2005430" y="1068033"/>
                  </a:lnTo>
                  <a:lnTo>
                    <a:pt x="2077053" y="1058913"/>
                  </a:lnTo>
                  <a:lnTo>
                    <a:pt x="2148675" y="1049671"/>
                  </a:lnTo>
                  <a:lnTo>
                    <a:pt x="2220298" y="1040306"/>
                  </a:lnTo>
                  <a:lnTo>
                    <a:pt x="2291920" y="1030816"/>
                  </a:lnTo>
                  <a:lnTo>
                    <a:pt x="2363543" y="1021199"/>
                  </a:lnTo>
                  <a:lnTo>
                    <a:pt x="2435165" y="1011454"/>
                  </a:lnTo>
                  <a:lnTo>
                    <a:pt x="2506788" y="1001579"/>
                  </a:lnTo>
                  <a:lnTo>
                    <a:pt x="2578410" y="991573"/>
                  </a:lnTo>
                  <a:lnTo>
                    <a:pt x="2650033" y="981433"/>
                  </a:lnTo>
                  <a:lnTo>
                    <a:pt x="2721655" y="971157"/>
                  </a:lnTo>
                  <a:lnTo>
                    <a:pt x="2793278" y="960745"/>
                  </a:lnTo>
                  <a:lnTo>
                    <a:pt x="2864901" y="950194"/>
                  </a:lnTo>
                  <a:lnTo>
                    <a:pt x="2936523" y="939502"/>
                  </a:lnTo>
                  <a:lnTo>
                    <a:pt x="3008146" y="928667"/>
                  </a:lnTo>
                  <a:lnTo>
                    <a:pt x="3079768" y="917688"/>
                  </a:lnTo>
                  <a:lnTo>
                    <a:pt x="3151391" y="906562"/>
                  </a:lnTo>
                  <a:lnTo>
                    <a:pt x="3223013" y="895288"/>
                  </a:lnTo>
                  <a:lnTo>
                    <a:pt x="3294636" y="883864"/>
                  </a:lnTo>
                  <a:lnTo>
                    <a:pt x="3366258" y="872287"/>
                  </a:lnTo>
                  <a:lnTo>
                    <a:pt x="3437881" y="860555"/>
                  </a:lnTo>
                  <a:lnTo>
                    <a:pt x="3509503" y="848668"/>
                  </a:lnTo>
                  <a:lnTo>
                    <a:pt x="3581126" y="836621"/>
                  </a:lnTo>
                  <a:lnTo>
                    <a:pt x="3652748" y="824414"/>
                  </a:lnTo>
                  <a:lnTo>
                    <a:pt x="3724371" y="812044"/>
                  </a:lnTo>
                  <a:lnTo>
                    <a:pt x="3795993" y="799509"/>
                  </a:lnTo>
                  <a:lnTo>
                    <a:pt x="3867616" y="786807"/>
                  </a:lnTo>
                  <a:lnTo>
                    <a:pt x="3939238" y="773935"/>
                  </a:lnTo>
                  <a:lnTo>
                    <a:pt x="4010861" y="760892"/>
                  </a:lnTo>
                  <a:lnTo>
                    <a:pt x="4082483" y="747675"/>
                  </a:lnTo>
                  <a:lnTo>
                    <a:pt x="4154106" y="734281"/>
                  </a:lnTo>
                  <a:lnTo>
                    <a:pt x="4225729" y="720709"/>
                  </a:lnTo>
                  <a:lnTo>
                    <a:pt x="4297351" y="706956"/>
                  </a:lnTo>
                  <a:lnTo>
                    <a:pt x="4368974" y="693019"/>
                  </a:lnTo>
                  <a:lnTo>
                    <a:pt x="4440596" y="678896"/>
                  </a:lnTo>
                  <a:lnTo>
                    <a:pt x="4512219" y="664585"/>
                  </a:lnTo>
                  <a:lnTo>
                    <a:pt x="4583841" y="650083"/>
                  </a:lnTo>
                  <a:lnTo>
                    <a:pt x="4655464" y="635388"/>
                  </a:lnTo>
                  <a:lnTo>
                    <a:pt x="4727086" y="620496"/>
                  </a:lnTo>
                  <a:lnTo>
                    <a:pt x="4798709" y="605406"/>
                  </a:lnTo>
                  <a:lnTo>
                    <a:pt x="4870331" y="590115"/>
                  </a:lnTo>
                  <a:lnTo>
                    <a:pt x="4941954" y="574619"/>
                  </a:lnTo>
                  <a:lnTo>
                    <a:pt x="5013576" y="558917"/>
                  </a:lnTo>
                  <a:lnTo>
                    <a:pt x="5085199" y="543006"/>
                  </a:lnTo>
                  <a:lnTo>
                    <a:pt x="5156821" y="526882"/>
                  </a:lnTo>
                  <a:lnTo>
                    <a:pt x="5228444" y="510543"/>
                  </a:lnTo>
                  <a:lnTo>
                    <a:pt x="5300066" y="493986"/>
                  </a:lnTo>
                  <a:lnTo>
                    <a:pt x="5371689" y="477208"/>
                  </a:lnTo>
                  <a:lnTo>
                    <a:pt x="5443311" y="460207"/>
                  </a:lnTo>
                  <a:lnTo>
                    <a:pt x="5514934" y="442978"/>
                  </a:lnTo>
                  <a:lnTo>
                    <a:pt x="5586557" y="425520"/>
                  </a:lnTo>
                  <a:lnTo>
                    <a:pt x="5658179" y="407829"/>
                  </a:lnTo>
                  <a:lnTo>
                    <a:pt x="5729802" y="389902"/>
                  </a:lnTo>
                  <a:lnTo>
                    <a:pt x="5801424" y="371736"/>
                  </a:lnTo>
                  <a:lnTo>
                    <a:pt x="5873047" y="353327"/>
                  </a:lnTo>
                  <a:lnTo>
                    <a:pt x="5944669" y="334673"/>
                  </a:lnTo>
                  <a:lnTo>
                    <a:pt x="6016292" y="315770"/>
                  </a:lnTo>
                  <a:lnTo>
                    <a:pt x="6087914" y="296615"/>
                  </a:lnTo>
                  <a:lnTo>
                    <a:pt x="6159537" y="277205"/>
                  </a:lnTo>
                  <a:lnTo>
                    <a:pt x="6231159" y="257535"/>
                  </a:lnTo>
                  <a:lnTo>
                    <a:pt x="6302782" y="237603"/>
                  </a:lnTo>
                  <a:lnTo>
                    <a:pt x="6374404" y="217406"/>
                  </a:lnTo>
                  <a:lnTo>
                    <a:pt x="6446027" y="196938"/>
                  </a:lnTo>
                  <a:lnTo>
                    <a:pt x="6517649" y="176198"/>
                  </a:lnTo>
                  <a:lnTo>
                    <a:pt x="6589272" y="155181"/>
                  </a:lnTo>
                  <a:lnTo>
                    <a:pt x="6660894" y="133884"/>
                  </a:lnTo>
                  <a:lnTo>
                    <a:pt x="6732517" y="112302"/>
                  </a:lnTo>
                  <a:lnTo>
                    <a:pt x="6804139" y="90433"/>
                  </a:lnTo>
                  <a:lnTo>
                    <a:pt x="6875762" y="68272"/>
                  </a:lnTo>
                  <a:lnTo>
                    <a:pt x="6947385" y="45815"/>
                  </a:lnTo>
                  <a:lnTo>
                    <a:pt x="7019007" y="23059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221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328653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72417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13830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716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804980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69410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896563"/>
              <a:ext cx="44333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1.13 (95% CI 0.95-1.36), p = 0.173   (per 25 mg increase in dose discrepancy)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2026-06-02T08:49:31Z</dcterms:modified>
  <cp:category/>
</cp:coreProperties>
</file>