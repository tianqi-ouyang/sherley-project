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1358"/>
            </a:xfrm>
            <a:custGeom>
              <a:avLst/>
              <a:pathLst>
                <a:path w="7090630" h="3451358">
                  <a:moveTo>
                    <a:pt x="0" y="2625624"/>
                  </a:moveTo>
                  <a:lnTo>
                    <a:pt x="71622" y="2629627"/>
                  </a:lnTo>
                  <a:lnTo>
                    <a:pt x="143245" y="2633614"/>
                  </a:lnTo>
                  <a:lnTo>
                    <a:pt x="214867" y="2637585"/>
                  </a:lnTo>
                  <a:lnTo>
                    <a:pt x="286490" y="2641541"/>
                  </a:lnTo>
                  <a:lnTo>
                    <a:pt x="358112" y="2645482"/>
                  </a:lnTo>
                  <a:lnTo>
                    <a:pt x="429735" y="2649407"/>
                  </a:lnTo>
                  <a:lnTo>
                    <a:pt x="501357" y="2653317"/>
                  </a:lnTo>
                  <a:lnTo>
                    <a:pt x="572980" y="2657211"/>
                  </a:lnTo>
                  <a:lnTo>
                    <a:pt x="644602" y="2661091"/>
                  </a:lnTo>
                  <a:lnTo>
                    <a:pt x="716225" y="2664955"/>
                  </a:lnTo>
                  <a:lnTo>
                    <a:pt x="787847" y="2668804"/>
                  </a:lnTo>
                  <a:lnTo>
                    <a:pt x="859470" y="2672639"/>
                  </a:lnTo>
                  <a:lnTo>
                    <a:pt x="931092" y="2676458"/>
                  </a:lnTo>
                  <a:lnTo>
                    <a:pt x="1002715" y="2680263"/>
                  </a:lnTo>
                  <a:lnTo>
                    <a:pt x="1074337" y="2684052"/>
                  </a:lnTo>
                  <a:lnTo>
                    <a:pt x="1145960" y="2687827"/>
                  </a:lnTo>
                  <a:lnTo>
                    <a:pt x="1217582" y="2691587"/>
                  </a:lnTo>
                  <a:lnTo>
                    <a:pt x="1289205" y="2695333"/>
                  </a:lnTo>
                  <a:lnTo>
                    <a:pt x="1360827" y="2699064"/>
                  </a:lnTo>
                  <a:lnTo>
                    <a:pt x="1432450" y="2702780"/>
                  </a:lnTo>
                  <a:lnTo>
                    <a:pt x="1504073" y="2706482"/>
                  </a:lnTo>
                  <a:lnTo>
                    <a:pt x="1575695" y="2710169"/>
                  </a:lnTo>
                  <a:lnTo>
                    <a:pt x="1647318" y="2713843"/>
                  </a:lnTo>
                  <a:lnTo>
                    <a:pt x="1718940" y="2717501"/>
                  </a:lnTo>
                  <a:lnTo>
                    <a:pt x="1790563" y="2721146"/>
                  </a:lnTo>
                  <a:lnTo>
                    <a:pt x="1862185" y="2724776"/>
                  </a:lnTo>
                  <a:lnTo>
                    <a:pt x="1933808" y="2728392"/>
                  </a:lnTo>
                  <a:lnTo>
                    <a:pt x="2005430" y="2731994"/>
                  </a:lnTo>
                  <a:lnTo>
                    <a:pt x="2077053" y="2735582"/>
                  </a:lnTo>
                  <a:lnTo>
                    <a:pt x="2148675" y="2739156"/>
                  </a:lnTo>
                  <a:lnTo>
                    <a:pt x="2220298" y="2742717"/>
                  </a:lnTo>
                  <a:lnTo>
                    <a:pt x="2291920" y="2746263"/>
                  </a:lnTo>
                  <a:lnTo>
                    <a:pt x="2363543" y="2749795"/>
                  </a:lnTo>
                  <a:lnTo>
                    <a:pt x="2435165" y="2753314"/>
                  </a:lnTo>
                  <a:lnTo>
                    <a:pt x="2506788" y="2756819"/>
                  </a:lnTo>
                  <a:lnTo>
                    <a:pt x="2578410" y="2760310"/>
                  </a:lnTo>
                  <a:lnTo>
                    <a:pt x="2650033" y="2763788"/>
                  </a:lnTo>
                  <a:lnTo>
                    <a:pt x="2721655" y="2767252"/>
                  </a:lnTo>
                  <a:lnTo>
                    <a:pt x="2793278" y="2770703"/>
                  </a:lnTo>
                  <a:lnTo>
                    <a:pt x="2864901" y="2774140"/>
                  </a:lnTo>
                  <a:lnTo>
                    <a:pt x="2936523" y="2777564"/>
                  </a:lnTo>
                  <a:lnTo>
                    <a:pt x="3008146" y="2780974"/>
                  </a:lnTo>
                  <a:lnTo>
                    <a:pt x="3079768" y="2770504"/>
                  </a:lnTo>
                  <a:lnTo>
                    <a:pt x="3151391" y="2739664"/>
                  </a:lnTo>
                  <a:lnTo>
                    <a:pt x="3223013" y="2707746"/>
                  </a:lnTo>
                  <a:lnTo>
                    <a:pt x="3294636" y="2674712"/>
                  </a:lnTo>
                  <a:lnTo>
                    <a:pt x="3366258" y="2640523"/>
                  </a:lnTo>
                  <a:lnTo>
                    <a:pt x="3437881" y="2605138"/>
                  </a:lnTo>
                  <a:lnTo>
                    <a:pt x="3509503" y="2568517"/>
                  </a:lnTo>
                  <a:lnTo>
                    <a:pt x="3581126" y="2530615"/>
                  </a:lnTo>
                  <a:lnTo>
                    <a:pt x="3652748" y="2491388"/>
                  </a:lnTo>
                  <a:lnTo>
                    <a:pt x="3724371" y="2450790"/>
                  </a:lnTo>
                  <a:lnTo>
                    <a:pt x="3795993" y="2408772"/>
                  </a:lnTo>
                  <a:lnTo>
                    <a:pt x="3867616" y="2365286"/>
                  </a:lnTo>
                  <a:lnTo>
                    <a:pt x="3939238" y="2320279"/>
                  </a:lnTo>
                  <a:lnTo>
                    <a:pt x="4010861" y="2273699"/>
                  </a:lnTo>
                  <a:lnTo>
                    <a:pt x="4082483" y="2225490"/>
                  </a:lnTo>
                  <a:lnTo>
                    <a:pt x="4154106" y="2175596"/>
                  </a:lnTo>
                  <a:lnTo>
                    <a:pt x="4225729" y="2123957"/>
                  </a:lnTo>
                  <a:lnTo>
                    <a:pt x="4297351" y="2070513"/>
                  </a:lnTo>
                  <a:lnTo>
                    <a:pt x="4368974" y="2015201"/>
                  </a:lnTo>
                  <a:lnTo>
                    <a:pt x="4440596" y="1957955"/>
                  </a:lnTo>
                  <a:lnTo>
                    <a:pt x="4512219" y="1898708"/>
                  </a:lnTo>
                  <a:lnTo>
                    <a:pt x="4583841" y="1837389"/>
                  </a:lnTo>
                  <a:lnTo>
                    <a:pt x="4655464" y="1773927"/>
                  </a:lnTo>
                  <a:lnTo>
                    <a:pt x="4727086" y="1708245"/>
                  </a:lnTo>
                  <a:lnTo>
                    <a:pt x="4798709" y="1640268"/>
                  </a:lnTo>
                  <a:lnTo>
                    <a:pt x="4870331" y="1569914"/>
                  </a:lnTo>
                  <a:lnTo>
                    <a:pt x="4941954" y="1497101"/>
                  </a:lnTo>
                  <a:lnTo>
                    <a:pt x="5013576" y="1421741"/>
                  </a:lnTo>
                  <a:lnTo>
                    <a:pt x="5085199" y="1343748"/>
                  </a:lnTo>
                  <a:lnTo>
                    <a:pt x="5156821" y="1263027"/>
                  </a:lnTo>
                  <a:lnTo>
                    <a:pt x="5228444" y="1179485"/>
                  </a:lnTo>
                  <a:lnTo>
                    <a:pt x="5300066" y="1093022"/>
                  </a:lnTo>
                  <a:lnTo>
                    <a:pt x="5371689" y="1003536"/>
                  </a:lnTo>
                  <a:lnTo>
                    <a:pt x="5443311" y="910921"/>
                  </a:lnTo>
                  <a:lnTo>
                    <a:pt x="5514934" y="815069"/>
                  </a:lnTo>
                  <a:lnTo>
                    <a:pt x="5586557" y="715865"/>
                  </a:lnTo>
                  <a:lnTo>
                    <a:pt x="5658179" y="613194"/>
                  </a:lnTo>
                  <a:lnTo>
                    <a:pt x="5729802" y="506933"/>
                  </a:lnTo>
                  <a:lnTo>
                    <a:pt x="5801424" y="396957"/>
                  </a:lnTo>
                  <a:lnTo>
                    <a:pt x="5873047" y="283136"/>
                  </a:lnTo>
                  <a:lnTo>
                    <a:pt x="5944669" y="165336"/>
                  </a:lnTo>
                  <a:lnTo>
                    <a:pt x="6016292" y="43417"/>
                  </a:lnTo>
                  <a:lnTo>
                    <a:pt x="6040936" y="0"/>
                  </a:lnTo>
                  <a:lnTo>
                    <a:pt x="7090630" y="0"/>
                  </a:lnTo>
                  <a:lnTo>
                    <a:pt x="7090630" y="2954914"/>
                  </a:lnTo>
                  <a:lnTo>
                    <a:pt x="7019007" y="2952185"/>
                  </a:lnTo>
                  <a:lnTo>
                    <a:pt x="6947385" y="2949444"/>
                  </a:lnTo>
                  <a:lnTo>
                    <a:pt x="6875762" y="2946693"/>
                  </a:lnTo>
                  <a:lnTo>
                    <a:pt x="6804139" y="2943931"/>
                  </a:lnTo>
                  <a:lnTo>
                    <a:pt x="6732517" y="2941158"/>
                  </a:lnTo>
                  <a:lnTo>
                    <a:pt x="6660894" y="2938374"/>
                  </a:lnTo>
                  <a:lnTo>
                    <a:pt x="6589272" y="2935579"/>
                  </a:lnTo>
                  <a:lnTo>
                    <a:pt x="6517649" y="2932774"/>
                  </a:lnTo>
                  <a:lnTo>
                    <a:pt x="6446027" y="2929957"/>
                  </a:lnTo>
                  <a:lnTo>
                    <a:pt x="6374404" y="2927130"/>
                  </a:lnTo>
                  <a:lnTo>
                    <a:pt x="6302782" y="2924291"/>
                  </a:lnTo>
                  <a:lnTo>
                    <a:pt x="6231159" y="2921441"/>
                  </a:lnTo>
                  <a:lnTo>
                    <a:pt x="6159537" y="2918581"/>
                  </a:lnTo>
                  <a:lnTo>
                    <a:pt x="6087914" y="2915709"/>
                  </a:lnTo>
                  <a:lnTo>
                    <a:pt x="6016292" y="2912825"/>
                  </a:lnTo>
                  <a:lnTo>
                    <a:pt x="5944669" y="2909931"/>
                  </a:lnTo>
                  <a:lnTo>
                    <a:pt x="5873047" y="2907025"/>
                  </a:lnTo>
                  <a:lnTo>
                    <a:pt x="5801424" y="2904108"/>
                  </a:lnTo>
                  <a:lnTo>
                    <a:pt x="5729802" y="2901179"/>
                  </a:lnTo>
                  <a:lnTo>
                    <a:pt x="5658179" y="2898239"/>
                  </a:lnTo>
                  <a:lnTo>
                    <a:pt x="5586557" y="2895287"/>
                  </a:lnTo>
                  <a:lnTo>
                    <a:pt x="5514934" y="2892324"/>
                  </a:lnTo>
                  <a:lnTo>
                    <a:pt x="5443311" y="2889349"/>
                  </a:lnTo>
                  <a:lnTo>
                    <a:pt x="5371689" y="2886363"/>
                  </a:lnTo>
                  <a:lnTo>
                    <a:pt x="5300066" y="2883365"/>
                  </a:lnTo>
                  <a:lnTo>
                    <a:pt x="5228444" y="2880355"/>
                  </a:lnTo>
                  <a:lnTo>
                    <a:pt x="5156821" y="2877333"/>
                  </a:lnTo>
                  <a:lnTo>
                    <a:pt x="5085199" y="2874300"/>
                  </a:lnTo>
                  <a:lnTo>
                    <a:pt x="5013576" y="2871255"/>
                  </a:lnTo>
                  <a:lnTo>
                    <a:pt x="4941954" y="2868197"/>
                  </a:lnTo>
                  <a:lnTo>
                    <a:pt x="4870331" y="2865128"/>
                  </a:lnTo>
                  <a:lnTo>
                    <a:pt x="4798709" y="2862047"/>
                  </a:lnTo>
                  <a:lnTo>
                    <a:pt x="4727086" y="2858954"/>
                  </a:lnTo>
                  <a:lnTo>
                    <a:pt x="4655464" y="2855848"/>
                  </a:lnTo>
                  <a:lnTo>
                    <a:pt x="4583841" y="2852731"/>
                  </a:lnTo>
                  <a:lnTo>
                    <a:pt x="4512219" y="2849601"/>
                  </a:lnTo>
                  <a:lnTo>
                    <a:pt x="4440596" y="2846459"/>
                  </a:lnTo>
                  <a:lnTo>
                    <a:pt x="4368974" y="2843305"/>
                  </a:lnTo>
                  <a:lnTo>
                    <a:pt x="4297351" y="2840138"/>
                  </a:lnTo>
                  <a:lnTo>
                    <a:pt x="4225729" y="2836960"/>
                  </a:lnTo>
                  <a:lnTo>
                    <a:pt x="4154106" y="2833768"/>
                  </a:lnTo>
                  <a:lnTo>
                    <a:pt x="4082483" y="2830564"/>
                  </a:lnTo>
                  <a:lnTo>
                    <a:pt x="4010861" y="2827348"/>
                  </a:lnTo>
                  <a:lnTo>
                    <a:pt x="3939238" y="2824119"/>
                  </a:lnTo>
                  <a:lnTo>
                    <a:pt x="3867616" y="2820877"/>
                  </a:lnTo>
                  <a:lnTo>
                    <a:pt x="3795993" y="2817623"/>
                  </a:lnTo>
                  <a:lnTo>
                    <a:pt x="3724371" y="2814356"/>
                  </a:lnTo>
                  <a:lnTo>
                    <a:pt x="3652748" y="2811076"/>
                  </a:lnTo>
                  <a:lnTo>
                    <a:pt x="3581126" y="2807783"/>
                  </a:lnTo>
                  <a:lnTo>
                    <a:pt x="3509503" y="2804478"/>
                  </a:lnTo>
                  <a:lnTo>
                    <a:pt x="3437881" y="2801159"/>
                  </a:lnTo>
                  <a:lnTo>
                    <a:pt x="3366258" y="2797828"/>
                  </a:lnTo>
                  <a:lnTo>
                    <a:pt x="3294636" y="2794483"/>
                  </a:lnTo>
                  <a:lnTo>
                    <a:pt x="3223013" y="2791126"/>
                  </a:lnTo>
                  <a:lnTo>
                    <a:pt x="3151391" y="2787755"/>
                  </a:lnTo>
                  <a:lnTo>
                    <a:pt x="3079768" y="2784371"/>
                  </a:lnTo>
                  <a:lnTo>
                    <a:pt x="3008146" y="2800303"/>
                  </a:lnTo>
                  <a:lnTo>
                    <a:pt x="2936523" y="2829094"/>
                  </a:lnTo>
                  <a:lnTo>
                    <a:pt x="2864901" y="2856914"/>
                  </a:lnTo>
                  <a:lnTo>
                    <a:pt x="2793278" y="2883793"/>
                  </a:lnTo>
                  <a:lnTo>
                    <a:pt x="2721655" y="2909765"/>
                  </a:lnTo>
                  <a:lnTo>
                    <a:pt x="2650033" y="2934859"/>
                  </a:lnTo>
                  <a:lnTo>
                    <a:pt x="2578410" y="2959105"/>
                  </a:lnTo>
                  <a:lnTo>
                    <a:pt x="2506788" y="2982533"/>
                  </a:lnTo>
                  <a:lnTo>
                    <a:pt x="2435165" y="3005169"/>
                  </a:lnTo>
                  <a:lnTo>
                    <a:pt x="2363543" y="3027040"/>
                  </a:lnTo>
                  <a:lnTo>
                    <a:pt x="2291920" y="3048173"/>
                  </a:lnTo>
                  <a:lnTo>
                    <a:pt x="2220298" y="3068592"/>
                  </a:lnTo>
                  <a:lnTo>
                    <a:pt x="2148675" y="3088321"/>
                  </a:lnTo>
                  <a:lnTo>
                    <a:pt x="2077053" y="3107384"/>
                  </a:lnTo>
                  <a:lnTo>
                    <a:pt x="2005430" y="3125802"/>
                  </a:lnTo>
                  <a:lnTo>
                    <a:pt x="1933808" y="3143599"/>
                  </a:lnTo>
                  <a:lnTo>
                    <a:pt x="1862185" y="3160794"/>
                  </a:lnTo>
                  <a:lnTo>
                    <a:pt x="1790563" y="3177409"/>
                  </a:lnTo>
                  <a:lnTo>
                    <a:pt x="1718940" y="3193462"/>
                  </a:lnTo>
                  <a:lnTo>
                    <a:pt x="1647318" y="3208973"/>
                  </a:lnTo>
                  <a:lnTo>
                    <a:pt x="1575695" y="3223960"/>
                  </a:lnTo>
                  <a:lnTo>
                    <a:pt x="1504073" y="3238441"/>
                  </a:lnTo>
                  <a:lnTo>
                    <a:pt x="1432450" y="3252432"/>
                  </a:lnTo>
                  <a:lnTo>
                    <a:pt x="1360827" y="3265951"/>
                  </a:lnTo>
                  <a:lnTo>
                    <a:pt x="1289205" y="3279014"/>
                  </a:lnTo>
                  <a:lnTo>
                    <a:pt x="1217582" y="3291635"/>
                  </a:lnTo>
                  <a:lnTo>
                    <a:pt x="1145960" y="3303830"/>
                  </a:lnTo>
                  <a:lnTo>
                    <a:pt x="1074337" y="3315612"/>
                  </a:lnTo>
                  <a:lnTo>
                    <a:pt x="1002715" y="3326997"/>
                  </a:lnTo>
                  <a:lnTo>
                    <a:pt x="931092" y="3337997"/>
                  </a:lnTo>
                  <a:lnTo>
                    <a:pt x="859470" y="3348626"/>
                  </a:lnTo>
                  <a:lnTo>
                    <a:pt x="787847" y="3358896"/>
                  </a:lnTo>
                  <a:lnTo>
                    <a:pt x="716225" y="3368818"/>
                  </a:lnTo>
                  <a:lnTo>
                    <a:pt x="644602" y="3378406"/>
                  </a:lnTo>
                  <a:lnTo>
                    <a:pt x="572980" y="3387670"/>
                  </a:lnTo>
                  <a:lnTo>
                    <a:pt x="501357" y="3396620"/>
                  </a:lnTo>
                  <a:lnTo>
                    <a:pt x="429735" y="3405269"/>
                  </a:lnTo>
                  <a:lnTo>
                    <a:pt x="358112" y="3413625"/>
                  </a:lnTo>
                  <a:lnTo>
                    <a:pt x="286490" y="3421699"/>
                  </a:lnTo>
                  <a:lnTo>
                    <a:pt x="214867" y="3429500"/>
                  </a:lnTo>
                  <a:lnTo>
                    <a:pt x="143245" y="3437038"/>
                  </a:lnTo>
                  <a:lnTo>
                    <a:pt x="71622" y="3444321"/>
                  </a:lnTo>
                  <a:lnTo>
                    <a:pt x="0" y="34513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40936" cy="2780974"/>
            </a:xfrm>
            <a:custGeom>
              <a:avLst/>
              <a:pathLst>
                <a:path w="6040936" h="2780974">
                  <a:moveTo>
                    <a:pt x="0" y="2625624"/>
                  </a:moveTo>
                  <a:lnTo>
                    <a:pt x="71622" y="2629627"/>
                  </a:lnTo>
                  <a:lnTo>
                    <a:pt x="143245" y="2633614"/>
                  </a:lnTo>
                  <a:lnTo>
                    <a:pt x="214867" y="2637585"/>
                  </a:lnTo>
                  <a:lnTo>
                    <a:pt x="286490" y="2641541"/>
                  </a:lnTo>
                  <a:lnTo>
                    <a:pt x="358112" y="2645482"/>
                  </a:lnTo>
                  <a:lnTo>
                    <a:pt x="429735" y="2649407"/>
                  </a:lnTo>
                  <a:lnTo>
                    <a:pt x="501357" y="2653317"/>
                  </a:lnTo>
                  <a:lnTo>
                    <a:pt x="572980" y="2657211"/>
                  </a:lnTo>
                  <a:lnTo>
                    <a:pt x="644602" y="2661091"/>
                  </a:lnTo>
                  <a:lnTo>
                    <a:pt x="716225" y="2664955"/>
                  </a:lnTo>
                  <a:lnTo>
                    <a:pt x="787847" y="2668804"/>
                  </a:lnTo>
                  <a:lnTo>
                    <a:pt x="859470" y="2672639"/>
                  </a:lnTo>
                  <a:lnTo>
                    <a:pt x="931092" y="2676458"/>
                  </a:lnTo>
                  <a:lnTo>
                    <a:pt x="1002715" y="2680263"/>
                  </a:lnTo>
                  <a:lnTo>
                    <a:pt x="1074337" y="2684052"/>
                  </a:lnTo>
                  <a:lnTo>
                    <a:pt x="1145960" y="2687827"/>
                  </a:lnTo>
                  <a:lnTo>
                    <a:pt x="1217582" y="2691587"/>
                  </a:lnTo>
                  <a:lnTo>
                    <a:pt x="1289205" y="2695333"/>
                  </a:lnTo>
                  <a:lnTo>
                    <a:pt x="1360827" y="2699064"/>
                  </a:lnTo>
                  <a:lnTo>
                    <a:pt x="1432450" y="2702780"/>
                  </a:lnTo>
                  <a:lnTo>
                    <a:pt x="1504073" y="2706482"/>
                  </a:lnTo>
                  <a:lnTo>
                    <a:pt x="1575695" y="2710169"/>
                  </a:lnTo>
                  <a:lnTo>
                    <a:pt x="1647318" y="2713843"/>
                  </a:lnTo>
                  <a:lnTo>
                    <a:pt x="1718940" y="2717501"/>
                  </a:lnTo>
                  <a:lnTo>
                    <a:pt x="1790563" y="2721146"/>
                  </a:lnTo>
                  <a:lnTo>
                    <a:pt x="1862185" y="2724776"/>
                  </a:lnTo>
                  <a:lnTo>
                    <a:pt x="1933808" y="2728392"/>
                  </a:lnTo>
                  <a:lnTo>
                    <a:pt x="2005430" y="2731994"/>
                  </a:lnTo>
                  <a:lnTo>
                    <a:pt x="2077053" y="2735582"/>
                  </a:lnTo>
                  <a:lnTo>
                    <a:pt x="2148675" y="2739156"/>
                  </a:lnTo>
                  <a:lnTo>
                    <a:pt x="2220298" y="2742717"/>
                  </a:lnTo>
                  <a:lnTo>
                    <a:pt x="2291920" y="2746263"/>
                  </a:lnTo>
                  <a:lnTo>
                    <a:pt x="2363543" y="2749795"/>
                  </a:lnTo>
                  <a:lnTo>
                    <a:pt x="2435165" y="2753314"/>
                  </a:lnTo>
                  <a:lnTo>
                    <a:pt x="2506788" y="2756819"/>
                  </a:lnTo>
                  <a:lnTo>
                    <a:pt x="2578410" y="2760310"/>
                  </a:lnTo>
                  <a:lnTo>
                    <a:pt x="2650033" y="2763788"/>
                  </a:lnTo>
                  <a:lnTo>
                    <a:pt x="2721655" y="2767252"/>
                  </a:lnTo>
                  <a:lnTo>
                    <a:pt x="2793278" y="2770703"/>
                  </a:lnTo>
                  <a:lnTo>
                    <a:pt x="2864901" y="2774140"/>
                  </a:lnTo>
                  <a:lnTo>
                    <a:pt x="2936523" y="2777564"/>
                  </a:lnTo>
                  <a:lnTo>
                    <a:pt x="3008146" y="2780974"/>
                  </a:lnTo>
                  <a:lnTo>
                    <a:pt x="3079768" y="2770504"/>
                  </a:lnTo>
                  <a:lnTo>
                    <a:pt x="3151391" y="2739664"/>
                  </a:lnTo>
                  <a:lnTo>
                    <a:pt x="3223013" y="2707746"/>
                  </a:lnTo>
                  <a:lnTo>
                    <a:pt x="3294636" y="2674712"/>
                  </a:lnTo>
                  <a:lnTo>
                    <a:pt x="3366258" y="2640523"/>
                  </a:lnTo>
                  <a:lnTo>
                    <a:pt x="3437881" y="2605138"/>
                  </a:lnTo>
                  <a:lnTo>
                    <a:pt x="3509503" y="2568517"/>
                  </a:lnTo>
                  <a:lnTo>
                    <a:pt x="3581126" y="2530615"/>
                  </a:lnTo>
                  <a:lnTo>
                    <a:pt x="3652748" y="2491388"/>
                  </a:lnTo>
                  <a:lnTo>
                    <a:pt x="3724371" y="2450790"/>
                  </a:lnTo>
                  <a:lnTo>
                    <a:pt x="3795993" y="2408772"/>
                  </a:lnTo>
                  <a:lnTo>
                    <a:pt x="3867616" y="2365286"/>
                  </a:lnTo>
                  <a:lnTo>
                    <a:pt x="3939238" y="2320279"/>
                  </a:lnTo>
                  <a:lnTo>
                    <a:pt x="4010861" y="2273699"/>
                  </a:lnTo>
                  <a:lnTo>
                    <a:pt x="4082483" y="2225490"/>
                  </a:lnTo>
                  <a:lnTo>
                    <a:pt x="4154106" y="2175596"/>
                  </a:lnTo>
                  <a:lnTo>
                    <a:pt x="4225729" y="2123957"/>
                  </a:lnTo>
                  <a:lnTo>
                    <a:pt x="4297351" y="2070513"/>
                  </a:lnTo>
                  <a:lnTo>
                    <a:pt x="4368974" y="2015201"/>
                  </a:lnTo>
                  <a:lnTo>
                    <a:pt x="4440596" y="1957955"/>
                  </a:lnTo>
                  <a:lnTo>
                    <a:pt x="4512219" y="1898708"/>
                  </a:lnTo>
                  <a:lnTo>
                    <a:pt x="4583841" y="1837389"/>
                  </a:lnTo>
                  <a:lnTo>
                    <a:pt x="4655464" y="1773927"/>
                  </a:lnTo>
                  <a:lnTo>
                    <a:pt x="4727086" y="1708245"/>
                  </a:lnTo>
                  <a:lnTo>
                    <a:pt x="4798709" y="1640268"/>
                  </a:lnTo>
                  <a:lnTo>
                    <a:pt x="4870331" y="1569914"/>
                  </a:lnTo>
                  <a:lnTo>
                    <a:pt x="4941954" y="1497101"/>
                  </a:lnTo>
                  <a:lnTo>
                    <a:pt x="5013576" y="1421741"/>
                  </a:lnTo>
                  <a:lnTo>
                    <a:pt x="5085199" y="1343748"/>
                  </a:lnTo>
                  <a:lnTo>
                    <a:pt x="5156821" y="1263027"/>
                  </a:lnTo>
                  <a:lnTo>
                    <a:pt x="5228444" y="1179485"/>
                  </a:lnTo>
                  <a:lnTo>
                    <a:pt x="5300066" y="1093022"/>
                  </a:lnTo>
                  <a:lnTo>
                    <a:pt x="5371689" y="1003536"/>
                  </a:lnTo>
                  <a:lnTo>
                    <a:pt x="5443311" y="910921"/>
                  </a:lnTo>
                  <a:lnTo>
                    <a:pt x="5514934" y="815069"/>
                  </a:lnTo>
                  <a:lnTo>
                    <a:pt x="5586557" y="715865"/>
                  </a:lnTo>
                  <a:lnTo>
                    <a:pt x="5658179" y="613194"/>
                  </a:lnTo>
                  <a:lnTo>
                    <a:pt x="5729802" y="506933"/>
                  </a:lnTo>
                  <a:lnTo>
                    <a:pt x="5801424" y="396957"/>
                  </a:lnTo>
                  <a:lnTo>
                    <a:pt x="5873047" y="283136"/>
                  </a:lnTo>
                  <a:lnTo>
                    <a:pt x="5944669" y="165336"/>
                  </a:lnTo>
                  <a:lnTo>
                    <a:pt x="6016292" y="43417"/>
                  </a:lnTo>
                  <a:lnTo>
                    <a:pt x="604093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0935"/>
              <a:ext cx="7090630" cy="666986"/>
            </a:xfrm>
            <a:custGeom>
              <a:avLst/>
              <a:pathLst>
                <a:path w="7090630" h="666986">
                  <a:moveTo>
                    <a:pt x="7090630" y="170543"/>
                  </a:moveTo>
                  <a:lnTo>
                    <a:pt x="7019007" y="167813"/>
                  </a:lnTo>
                  <a:lnTo>
                    <a:pt x="6947385" y="165072"/>
                  </a:lnTo>
                  <a:lnTo>
                    <a:pt x="6875762" y="162321"/>
                  </a:lnTo>
                  <a:lnTo>
                    <a:pt x="6804139" y="159559"/>
                  </a:lnTo>
                  <a:lnTo>
                    <a:pt x="6732517" y="156786"/>
                  </a:lnTo>
                  <a:lnTo>
                    <a:pt x="6660894" y="154002"/>
                  </a:lnTo>
                  <a:lnTo>
                    <a:pt x="6589272" y="151208"/>
                  </a:lnTo>
                  <a:lnTo>
                    <a:pt x="6517649" y="148402"/>
                  </a:lnTo>
                  <a:lnTo>
                    <a:pt x="6446027" y="145586"/>
                  </a:lnTo>
                  <a:lnTo>
                    <a:pt x="6374404" y="142758"/>
                  </a:lnTo>
                  <a:lnTo>
                    <a:pt x="6302782" y="139920"/>
                  </a:lnTo>
                  <a:lnTo>
                    <a:pt x="6231159" y="137070"/>
                  </a:lnTo>
                  <a:lnTo>
                    <a:pt x="6159537" y="134209"/>
                  </a:lnTo>
                  <a:lnTo>
                    <a:pt x="6087914" y="131337"/>
                  </a:lnTo>
                  <a:lnTo>
                    <a:pt x="6016292" y="128454"/>
                  </a:lnTo>
                  <a:lnTo>
                    <a:pt x="5944669" y="125559"/>
                  </a:lnTo>
                  <a:lnTo>
                    <a:pt x="5873047" y="122653"/>
                  </a:lnTo>
                  <a:lnTo>
                    <a:pt x="5801424" y="119736"/>
                  </a:lnTo>
                  <a:lnTo>
                    <a:pt x="5729802" y="116807"/>
                  </a:lnTo>
                  <a:lnTo>
                    <a:pt x="5658179" y="113867"/>
                  </a:lnTo>
                  <a:lnTo>
                    <a:pt x="5586557" y="110916"/>
                  </a:lnTo>
                  <a:lnTo>
                    <a:pt x="5514934" y="107952"/>
                  </a:lnTo>
                  <a:lnTo>
                    <a:pt x="5443311" y="104978"/>
                  </a:lnTo>
                  <a:lnTo>
                    <a:pt x="5371689" y="101991"/>
                  </a:lnTo>
                  <a:lnTo>
                    <a:pt x="5300066" y="98993"/>
                  </a:lnTo>
                  <a:lnTo>
                    <a:pt x="5228444" y="95983"/>
                  </a:lnTo>
                  <a:lnTo>
                    <a:pt x="5156821" y="92962"/>
                  </a:lnTo>
                  <a:lnTo>
                    <a:pt x="5085199" y="89928"/>
                  </a:lnTo>
                  <a:lnTo>
                    <a:pt x="5013576" y="86883"/>
                  </a:lnTo>
                  <a:lnTo>
                    <a:pt x="4941954" y="83826"/>
                  </a:lnTo>
                  <a:lnTo>
                    <a:pt x="4870331" y="80756"/>
                  </a:lnTo>
                  <a:lnTo>
                    <a:pt x="4798709" y="77675"/>
                  </a:lnTo>
                  <a:lnTo>
                    <a:pt x="4727086" y="74582"/>
                  </a:lnTo>
                  <a:lnTo>
                    <a:pt x="4655464" y="71477"/>
                  </a:lnTo>
                  <a:lnTo>
                    <a:pt x="4583841" y="68359"/>
                  </a:lnTo>
                  <a:lnTo>
                    <a:pt x="4512219" y="65230"/>
                  </a:lnTo>
                  <a:lnTo>
                    <a:pt x="4440596" y="62088"/>
                  </a:lnTo>
                  <a:lnTo>
                    <a:pt x="4368974" y="58933"/>
                  </a:lnTo>
                  <a:lnTo>
                    <a:pt x="4297351" y="55767"/>
                  </a:lnTo>
                  <a:lnTo>
                    <a:pt x="4225729" y="52588"/>
                  </a:lnTo>
                  <a:lnTo>
                    <a:pt x="4154106" y="49396"/>
                  </a:lnTo>
                  <a:lnTo>
                    <a:pt x="4082483" y="46193"/>
                  </a:lnTo>
                  <a:lnTo>
                    <a:pt x="4010861" y="42976"/>
                  </a:lnTo>
                  <a:lnTo>
                    <a:pt x="3939238" y="39747"/>
                  </a:lnTo>
                  <a:lnTo>
                    <a:pt x="3867616" y="36506"/>
                  </a:lnTo>
                  <a:lnTo>
                    <a:pt x="3795993" y="33251"/>
                  </a:lnTo>
                  <a:lnTo>
                    <a:pt x="3724371" y="29984"/>
                  </a:lnTo>
                  <a:lnTo>
                    <a:pt x="3652748" y="26704"/>
                  </a:lnTo>
                  <a:lnTo>
                    <a:pt x="3581126" y="23412"/>
                  </a:lnTo>
                  <a:lnTo>
                    <a:pt x="3509503" y="20106"/>
                  </a:lnTo>
                  <a:lnTo>
                    <a:pt x="3437881" y="16788"/>
                  </a:lnTo>
                  <a:lnTo>
                    <a:pt x="3366258" y="13456"/>
                  </a:lnTo>
                  <a:lnTo>
                    <a:pt x="3294636" y="10112"/>
                  </a:lnTo>
                  <a:lnTo>
                    <a:pt x="3223013" y="6754"/>
                  </a:lnTo>
                  <a:lnTo>
                    <a:pt x="3151391" y="3383"/>
                  </a:lnTo>
                  <a:lnTo>
                    <a:pt x="3079768" y="0"/>
                  </a:lnTo>
                  <a:lnTo>
                    <a:pt x="3008146" y="15931"/>
                  </a:lnTo>
                  <a:lnTo>
                    <a:pt x="2936523" y="44723"/>
                  </a:lnTo>
                  <a:lnTo>
                    <a:pt x="2864901" y="72542"/>
                  </a:lnTo>
                  <a:lnTo>
                    <a:pt x="2793278" y="99422"/>
                  </a:lnTo>
                  <a:lnTo>
                    <a:pt x="2721655" y="125393"/>
                  </a:lnTo>
                  <a:lnTo>
                    <a:pt x="2650033" y="150487"/>
                  </a:lnTo>
                  <a:lnTo>
                    <a:pt x="2578410" y="174734"/>
                  </a:lnTo>
                  <a:lnTo>
                    <a:pt x="2506788" y="198161"/>
                  </a:lnTo>
                  <a:lnTo>
                    <a:pt x="2435165" y="220797"/>
                  </a:lnTo>
                  <a:lnTo>
                    <a:pt x="2363543" y="242669"/>
                  </a:lnTo>
                  <a:lnTo>
                    <a:pt x="2291920" y="263801"/>
                  </a:lnTo>
                  <a:lnTo>
                    <a:pt x="2220298" y="284220"/>
                  </a:lnTo>
                  <a:lnTo>
                    <a:pt x="2148675" y="303949"/>
                  </a:lnTo>
                  <a:lnTo>
                    <a:pt x="2077053" y="323012"/>
                  </a:lnTo>
                  <a:lnTo>
                    <a:pt x="2005430" y="341431"/>
                  </a:lnTo>
                  <a:lnTo>
                    <a:pt x="1933808" y="359227"/>
                  </a:lnTo>
                  <a:lnTo>
                    <a:pt x="1862185" y="376423"/>
                  </a:lnTo>
                  <a:lnTo>
                    <a:pt x="1790563" y="393037"/>
                  </a:lnTo>
                  <a:lnTo>
                    <a:pt x="1718940" y="409090"/>
                  </a:lnTo>
                  <a:lnTo>
                    <a:pt x="1647318" y="424601"/>
                  </a:lnTo>
                  <a:lnTo>
                    <a:pt x="1575695" y="439588"/>
                  </a:lnTo>
                  <a:lnTo>
                    <a:pt x="1504073" y="454069"/>
                  </a:lnTo>
                  <a:lnTo>
                    <a:pt x="1432450" y="468061"/>
                  </a:lnTo>
                  <a:lnTo>
                    <a:pt x="1360827" y="481580"/>
                  </a:lnTo>
                  <a:lnTo>
                    <a:pt x="1289205" y="494642"/>
                  </a:lnTo>
                  <a:lnTo>
                    <a:pt x="1217582" y="507263"/>
                  </a:lnTo>
                  <a:lnTo>
                    <a:pt x="1145960" y="519458"/>
                  </a:lnTo>
                  <a:lnTo>
                    <a:pt x="1074337" y="531241"/>
                  </a:lnTo>
                  <a:lnTo>
                    <a:pt x="1002715" y="542626"/>
                  </a:lnTo>
                  <a:lnTo>
                    <a:pt x="931092" y="553626"/>
                  </a:lnTo>
                  <a:lnTo>
                    <a:pt x="859470" y="564254"/>
                  </a:lnTo>
                  <a:lnTo>
                    <a:pt x="787847" y="574524"/>
                  </a:lnTo>
                  <a:lnTo>
                    <a:pt x="716225" y="584447"/>
                  </a:lnTo>
                  <a:lnTo>
                    <a:pt x="644602" y="594034"/>
                  </a:lnTo>
                  <a:lnTo>
                    <a:pt x="572980" y="603298"/>
                  </a:lnTo>
                  <a:lnTo>
                    <a:pt x="501357" y="612249"/>
                  </a:lnTo>
                  <a:lnTo>
                    <a:pt x="429735" y="620897"/>
                  </a:lnTo>
                  <a:lnTo>
                    <a:pt x="358112" y="629253"/>
                  </a:lnTo>
                  <a:lnTo>
                    <a:pt x="286490" y="637327"/>
                  </a:lnTo>
                  <a:lnTo>
                    <a:pt x="214867" y="645128"/>
                  </a:lnTo>
                  <a:lnTo>
                    <a:pt x="143245" y="652666"/>
                  </a:lnTo>
                  <a:lnTo>
                    <a:pt x="71622" y="659949"/>
                  </a:lnTo>
                  <a:lnTo>
                    <a:pt x="0" y="666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495780"/>
              <a:ext cx="7090630" cy="1598757"/>
            </a:xfrm>
            <a:custGeom>
              <a:avLst/>
              <a:pathLst>
                <a:path w="7090630" h="1598757">
                  <a:moveTo>
                    <a:pt x="0" y="1598757"/>
                  </a:moveTo>
                  <a:lnTo>
                    <a:pt x="71622" y="1591780"/>
                  </a:lnTo>
                  <a:lnTo>
                    <a:pt x="143245" y="1584695"/>
                  </a:lnTo>
                  <a:lnTo>
                    <a:pt x="214867" y="1577502"/>
                  </a:lnTo>
                  <a:lnTo>
                    <a:pt x="286490" y="1570199"/>
                  </a:lnTo>
                  <a:lnTo>
                    <a:pt x="358112" y="1562783"/>
                  </a:lnTo>
                  <a:lnTo>
                    <a:pt x="429735" y="1555254"/>
                  </a:lnTo>
                  <a:lnTo>
                    <a:pt x="501357" y="1547609"/>
                  </a:lnTo>
                  <a:lnTo>
                    <a:pt x="572980" y="1539847"/>
                  </a:lnTo>
                  <a:lnTo>
                    <a:pt x="644602" y="1531966"/>
                  </a:lnTo>
                  <a:lnTo>
                    <a:pt x="716225" y="1523963"/>
                  </a:lnTo>
                  <a:lnTo>
                    <a:pt x="787847" y="1515838"/>
                  </a:lnTo>
                  <a:lnTo>
                    <a:pt x="859470" y="1507589"/>
                  </a:lnTo>
                  <a:lnTo>
                    <a:pt x="931092" y="1499212"/>
                  </a:lnTo>
                  <a:lnTo>
                    <a:pt x="1002715" y="1490707"/>
                  </a:lnTo>
                  <a:lnTo>
                    <a:pt x="1074337" y="1482072"/>
                  </a:lnTo>
                  <a:lnTo>
                    <a:pt x="1145960" y="1473304"/>
                  </a:lnTo>
                  <a:lnTo>
                    <a:pt x="1217582" y="1464402"/>
                  </a:lnTo>
                  <a:lnTo>
                    <a:pt x="1289205" y="1455363"/>
                  </a:lnTo>
                  <a:lnTo>
                    <a:pt x="1360827" y="1446185"/>
                  </a:lnTo>
                  <a:lnTo>
                    <a:pt x="1432450" y="1436866"/>
                  </a:lnTo>
                  <a:lnTo>
                    <a:pt x="1504073" y="1427405"/>
                  </a:lnTo>
                  <a:lnTo>
                    <a:pt x="1575695" y="1417798"/>
                  </a:lnTo>
                  <a:lnTo>
                    <a:pt x="1647318" y="1408044"/>
                  </a:lnTo>
                  <a:lnTo>
                    <a:pt x="1718940" y="1398140"/>
                  </a:lnTo>
                  <a:lnTo>
                    <a:pt x="1790563" y="1388084"/>
                  </a:lnTo>
                  <a:lnTo>
                    <a:pt x="1862185" y="1377874"/>
                  </a:lnTo>
                  <a:lnTo>
                    <a:pt x="1933808" y="1367507"/>
                  </a:lnTo>
                  <a:lnTo>
                    <a:pt x="2005430" y="1356981"/>
                  </a:lnTo>
                  <a:lnTo>
                    <a:pt x="2077053" y="1346293"/>
                  </a:lnTo>
                  <a:lnTo>
                    <a:pt x="2148675" y="1335442"/>
                  </a:lnTo>
                  <a:lnTo>
                    <a:pt x="2220298" y="1324424"/>
                  </a:lnTo>
                  <a:lnTo>
                    <a:pt x="2291920" y="1313237"/>
                  </a:lnTo>
                  <a:lnTo>
                    <a:pt x="2363543" y="1301878"/>
                  </a:lnTo>
                  <a:lnTo>
                    <a:pt x="2435165" y="1290345"/>
                  </a:lnTo>
                  <a:lnTo>
                    <a:pt x="2506788" y="1278635"/>
                  </a:lnTo>
                  <a:lnTo>
                    <a:pt x="2578410" y="1266745"/>
                  </a:lnTo>
                  <a:lnTo>
                    <a:pt x="2650033" y="1254673"/>
                  </a:lnTo>
                  <a:lnTo>
                    <a:pt x="2721655" y="1242415"/>
                  </a:lnTo>
                  <a:lnTo>
                    <a:pt x="2793278" y="1229970"/>
                  </a:lnTo>
                  <a:lnTo>
                    <a:pt x="2864901" y="1217333"/>
                  </a:lnTo>
                  <a:lnTo>
                    <a:pt x="2936523" y="1204503"/>
                  </a:lnTo>
                  <a:lnTo>
                    <a:pt x="3008146" y="1191475"/>
                  </a:lnTo>
                  <a:lnTo>
                    <a:pt x="3079768" y="1178248"/>
                  </a:lnTo>
                  <a:lnTo>
                    <a:pt x="3151391" y="1164817"/>
                  </a:lnTo>
                  <a:lnTo>
                    <a:pt x="3223013" y="1151181"/>
                  </a:lnTo>
                  <a:lnTo>
                    <a:pt x="3294636" y="1137335"/>
                  </a:lnTo>
                  <a:lnTo>
                    <a:pt x="3366258" y="1123277"/>
                  </a:lnTo>
                  <a:lnTo>
                    <a:pt x="3437881" y="1109003"/>
                  </a:lnTo>
                  <a:lnTo>
                    <a:pt x="3509503" y="1094510"/>
                  </a:lnTo>
                  <a:lnTo>
                    <a:pt x="3581126" y="1079795"/>
                  </a:lnTo>
                  <a:lnTo>
                    <a:pt x="3652748" y="1064854"/>
                  </a:lnTo>
                  <a:lnTo>
                    <a:pt x="3724371" y="1049684"/>
                  </a:lnTo>
                  <a:lnTo>
                    <a:pt x="3795993" y="1034280"/>
                  </a:lnTo>
                  <a:lnTo>
                    <a:pt x="3867616" y="1018641"/>
                  </a:lnTo>
                  <a:lnTo>
                    <a:pt x="3939238" y="1002761"/>
                  </a:lnTo>
                  <a:lnTo>
                    <a:pt x="4010861" y="986638"/>
                  </a:lnTo>
                  <a:lnTo>
                    <a:pt x="4082483" y="970267"/>
                  </a:lnTo>
                  <a:lnTo>
                    <a:pt x="4154106" y="953645"/>
                  </a:lnTo>
                  <a:lnTo>
                    <a:pt x="4225729" y="936768"/>
                  </a:lnTo>
                  <a:lnTo>
                    <a:pt x="4297351" y="919632"/>
                  </a:lnTo>
                  <a:lnTo>
                    <a:pt x="4368974" y="902233"/>
                  </a:lnTo>
                  <a:lnTo>
                    <a:pt x="4440596" y="884567"/>
                  </a:lnTo>
                  <a:lnTo>
                    <a:pt x="4512219" y="866630"/>
                  </a:lnTo>
                  <a:lnTo>
                    <a:pt x="4583841" y="848418"/>
                  </a:lnTo>
                  <a:lnTo>
                    <a:pt x="4655464" y="829926"/>
                  </a:lnTo>
                  <a:lnTo>
                    <a:pt x="4727086" y="811150"/>
                  </a:lnTo>
                  <a:lnTo>
                    <a:pt x="4798709" y="792087"/>
                  </a:lnTo>
                  <a:lnTo>
                    <a:pt x="4870331" y="772730"/>
                  </a:lnTo>
                  <a:lnTo>
                    <a:pt x="4941954" y="753077"/>
                  </a:lnTo>
                  <a:lnTo>
                    <a:pt x="5013576" y="733122"/>
                  </a:lnTo>
                  <a:lnTo>
                    <a:pt x="5085199" y="712861"/>
                  </a:lnTo>
                  <a:lnTo>
                    <a:pt x="5156821" y="692289"/>
                  </a:lnTo>
                  <a:lnTo>
                    <a:pt x="5228444" y="671401"/>
                  </a:lnTo>
                  <a:lnTo>
                    <a:pt x="5300066" y="650193"/>
                  </a:lnTo>
                  <a:lnTo>
                    <a:pt x="5371689" y="628659"/>
                  </a:lnTo>
                  <a:lnTo>
                    <a:pt x="5443311" y="606795"/>
                  </a:lnTo>
                  <a:lnTo>
                    <a:pt x="5514934" y="584595"/>
                  </a:lnTo>
                  <a:lnTo>
                    <a:pt x="5586557" y="562055"/>
                  </a:lnTo>
                  <a:lnTo>
                    <a:pt x="5658179" y="539169"/>
                  </a:lnTo>
                  <a:lnTo>
                    <a:pt x="5729802" y="515931"/>
                  </a:lnTo>
                  <a:lnTo>
                    <a:pt x="5801424" y="492337"/>
                  </a:lnTo>
                  <a:lnTo>
                    <a:pt x="5873047" y="468381"/>
                  </a:lnTo>
                  <a:lnTo>
                    <a:pt x="5944669" y="444057"/>
                  </a:lnTo>
                  <a:lnTo>
                    <a:pt x="6016292" y="419360"/>
                  </a:lnTo>
                  <a:lnTo>
                    <a:pt x="6087914" y="394284"/>
                  </a:lnTo>
                  <a:lnTo>
                    <a:pt x="6159537" y="368823"/>
                  </a:lnTo>
                  <a:lnTo>
                    <a:pt x="6231159" y="342972"/>
                  </a:lnTo>
                  <a:lnTo>
                    <a:pt x="6302782" y="316724"/>
                  </a:lnTo>
                  <a:lnTo>
                    <a:pt x="6374404" y="290072"/>
                  </a:lnTo>
                  <a:lnTo>
                    <a:pt x="6446027" y="263012"/>
                  </a:lnTo>
                  <a:lnTo>
                    <a:pt x="6517649" y="235537"/>
                  </a:lnTo>
                  <a:lnTo>
                    <a:pt x="6589272" y="207640"/>
                  </a:lnTo>
                  <a:lnTo>
                    <a:pt x="6660894" y="179315"/>
                  </a:lnTo>
                  <a:lnTo>
                    <a:pt x="6732517" y="150555"/>
                  </a:lnTo>
                  <a:lnTo>
                    <a:pt x="6804139" y="121354"/>
                  </a:lnTo>
                  <a:lnTo>
                    <a:pt x="6875762" y="91705"/>
                  </a:lnTo>
                  <a:lnTo>
                    <a:pt x="6947385" y="61601"/>
                  </a:lnTo>
                  <a:lnTo>
                    <a:pt x="7019007" y="310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2026-05-22T10:32:42Z</dcterms:modified>
  <cp:category/>
</cp:coreProperties>
</file>