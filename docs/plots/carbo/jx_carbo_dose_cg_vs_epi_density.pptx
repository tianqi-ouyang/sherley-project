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04758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19450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34142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91555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222682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53810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92159" y="547412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462104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37679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1488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75991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07119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38246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528799" y="2690498"/>
              <a:ext cx="6732793" cy="2783631"/>
            </a:xfrm>
            <a:custGeom>
              <a:avLst/>
              <a:pathLst>
                <a:path w="6732793" h="278363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  <a:lnTo>
                    <a:pt x="6732793" y="2783631"/>
                  </a:lnTo>
                  <a:lnTo>
                    <a:pt x="6719617" y="2783631"/>
                  </a:lnTo>
                  <a:lnTo>
                    <a:pt x="6706441" y="2783631"/>
                  </a:lnTo>
                  <a:lnTo>
                    <a:pt x="6693266" y="2783631"/>
                  </a:lnTo>
                  <a:lnTo>
                    <a:pt x="6680090" y="2783631"/>
                  </a:lnTo>
                  <a:lnTo>
                    <a:pt x="6666914" y="2783631"/>
                  </a:lnTo>
                  <a:lnTo>
                    <a:pt x="6653738" y="2783631"/>
                  </a:lnTo>
                  <a:lnTo>
                    <a:pt x="6640563" y="2783631"/>
                  </a:lnTo>
                  <a:lnTo>
                    <a:pt x="6627387" y="2783631"/>
                  </a:lnTo>
                  <a:lnTo>
                    <a:pt x="6614211" y="2783631"/>
                  </a:lnTo>
                  <a:lnTo>
                    <a:pt x="6601035" y="2783631"/>
                  </a:lnTo>
                  <a:lnTo>
                    <a:pt x="6587860" y="2783631"/>
                  </a:lnTo>
                  <a:lnTo>
                    <a:pt x="6574684" y="2783631"/>
                  </a:lnTo>
                  <a:lnTo>
                    <a:pt x="6561508" y="2783631"/>
                  </a:lnTo>
                  <a:lnTo>
                    <a:pt x="6548333" y="2783631"/>
                  </a:lnTo>
                  <a:lnTo>
                    <a:pt x="6535157" y="2783631"/>
                  </a:lnTo>
                  <a:lnTo>
                    <a:pt x="6521981" y="2783631"/>
                  </a:lnTo>
                  <a:lnTo>
                    <a:pt x="6508805" y="2783631"/>
                  </a:lnTo>
                  <a:lnTo>
                    <a:pt x="6495630" y="2783631"/>
                  </a:lnTo>
                  <a:lnTo>
                    <a:pt x="6482454" y="2783631"/>
                  </a:lnTo>
                  <a:lnTo>
                    <a:pt x="6469278" y="2783631"/>
                  </a:lnTo>
                  <a:lnTo>
                    <a:pt x="6456103" y="2783631"/>
                  </a:lnTo>
                  <a:lnTo>
                    <a:pt x="6442927" y="2783631"/>
                  </a:lnTo>
                  <a:lnTo>
                    <a:pt x="6429751" y="2783631"/>
                  </a:lnTo>
                  <a:lnTo>
                    <a:pt x="6416575" y="2783631"/>
                  </a:lnTo>
                  <a:lnTo>
                    <a:pt x="6403400" y="2783631"/>
                  </a:lnTo>
                  <a:lnTo>
                    <a:pt x="6390224" y="2783631"/>
                  </a:lnTo>
                  <a:lnTo>
                    <a:pt x="6377048" y="2783631"/>
                  </a:lnTo>
                  <a:lnTo>
                    <a:pt x="6363873" y="2783631"/>
                  </a:lnTo>
                  <a:lnTo>
                    <a:pt x="6350697" y="2783631"/>
                  </a:lnTo>
                  <a:lnTo>
                    <a:pt x="6337521" y="2783631"/>
                  </a:lnTo>
                  <a:lnTo>
                    <a:pt x="6324345" y="2783631"/>
                  </a:lnTo>
                  <a:lnTo>
                    <a:pt x="6311170" y="2783631"/>
                  </a:lnTo>
                  <a:lnTo>
                    <a:pt x="6297994" y="2783631"/>
                  </a:lnTo>
                  <a:lnTo>
                    <a:pt x="6284818" y="2783631"/>
                  </a:lnTo>
                  <a:lnTo>
                    <a:pt x="6271642" y="2783631"/>
                  </a:lnTo>
                  <a:lnTo>
                    <a:pt x="6258467" y="2783631"/>
                  </a:lnTo>
                  <a:lnTo>
                    <a:pt x="6245291" y="2783631"/>
                  </a:lnTo>
                  <a:lnTo>
                    <a:pt x="6232115" y="2783631"/>
                  </a:lnTo>
                  <a:lnTo>
                    <a:pt x="6218940" y="2783631"/>
                  </a:lnTo>
                  <a:lnTo>
                    <a:pt x="6205764" y="2783631"/>
                  </a:lnTo>
                  <a:lnTo>
                    <a:pt x="6192588" y="2783631"/>
                  </a:lnTo>
                  <a:lnTo>
                    <a:pt x="6179412" y="2783631"/>
                  </a:lnTo>
                  <a:lnTo>
                    <a:pt x="6166237" y="2783631"/>
                  </a:lnTo>
                  <a:lnTo>
                    <a:pt x="6153061" y="2783631"/>
                  </a:lnTo>
                  <a:lnTo>
                    <a:pt x="6139885" y="2783631"/>
                  </a:lnTo>
                  <a:lnTo>
                    <a:pt x="6126710" y="2783631"/>
                  </a:lnTo>
                  <a:lnTo>
                    <a:pt x="6113534" y="2783631"/>
                  </a:lnTo>
                  <a:lnTo>
                    <a:pt x="6100358" y="2783631"/>
                  </a:lnTo>
                  <a:lnTo>
                    <a:pt x="6087182" y="2783631"/>
                  </a:lnTo>
                  <a:lnTo>
                    <a:pt x="6074007" y="2783631"/>
                  </a:lnTo>
                  <a:lnTo>
                    <a:pt x="6060831" y="2783631"/>
                  </a:lnTo>
                  <a:lnTo>
                    <a:pt x="6047655" y="2783631"/>
                  </a:lnTo>
                  <a:lnTo>
                    <a:pt x="6034480" y="2783631"/>
                  </a:lnTo>
                  <a:lnTo>
                    <a:pt x="6021304" y="2783631"/>
                  </a:lnTo>
                  <a:lnTo>
                    <a:pt x="6008128" y="2783631"/>
                  </a:lnTo>
                  <a:lnTo>
                    <a:pt x="5994952" y="2783631"/>
                  </a:lnTo>
                  <a:lnTo>
                    <a:pt x="5981777" y="2783631"/>
                  </a:lnTo>
                  <a:lnTo>
                    <a:pt x="5968601" y="2783631"/>
                  </a:lnTo>
                  <a:lnTo>
                    <a:pt x="5955425" y="2783631"/>
                  </a:lnTo>
                  <a:lnTo>
                    <a:pt x="5942249" y="2783631"/>
                  </a:lnTo>
                  <a:lnTo>
                    <a:pt x="5929074" y="2783631"/>
                  </a:lnTo>
                  <a:lnTo>
                    <a:pt x="5915898" y="2783631"/>
                  </a:lnTo>
                  <a:lnTo>
                    <a:pt x="5902722" y="2783631"/>
                  </a:lnTo>
                  <a:lnTo>
                    <a:pt x="5889547" y="2783631"/>
                  </a:lnTo>
                  <a:lnTo>
                    <a:pt x="5876371" y="2783631"/>
                  </a:lnTo>
                  <a:lnTo>
                    <a:pt x="5863195" y="2783631"/>
                  </a:lnTo>
                  <a:lnTo>
                    <a:pt x="5850019" y="2783631"/>
                  </a:lnTo>
                  <a:lnTo>
                    <a:pt x="5836844" y="2783631"/>
                  </a:lnTo>
                  <a:lnTo>
                    <a:pt x="5823668" y="2783631"/>
                  </a:lnTo>
                  <a:lnTo>
                    <a:pt x="5810492" y="2783631"/>
                  </a:lnTo>
                  <a:lnTo>
                    <a:pt x="5797317" y="2783631"/>
                  </a:lnTo>
                  <a:lnTo>
                    <a:pt x="5784141" y="2783631"/>
                  </a:lnTo>
                  <a:lnTo>
                    <a:pt x="5770965" y="2783631"/>
                  </a:lnTo>
                  <a:lnTo>
                    <a:pt x="5757789" y="2783631"/>
                  </a:lnTo>
                  <a:lnTo>
                    <a:pt x="5744614" y="2783631"/>
                  </a:lnTo>
                  <a:lnTo>
                    <a:pt x="5731438" y="2783631"/>
                  </a:lnTo>
                  <a:lnTo>
                    <a:pt x="5718262" y="2783631"/>
                  </a:lnTo>
                  <a:lnTo>
                    <a:pt x="5705086" y="2783631"/>
                  </a:lnTo>
                  <a:lnTo>
                    <a:pt x="5691911" y="2783631"/>
                  </a:lnTo>
                  <a:lnTo>
                    <a:pt x="5678735" y="2783631"/>
                  </a:lnTo>
                  <a:lnTo>
                    <a:pt x="5665559" y="2783631"/>
                  </a:lnTo>
                  <a:lnTo>
                    <a:pt x="5652384" y="2783631"/>
                  </a:lnTo>
                  <a:lnTo>
                    <a:pt x="5639208" y="2783631"/>
                  </a:lnTo>
                  <a:lnTo>
                    <a:pt x="5626032" y="2783631"/>
                  </a:lnTo>
                  <a:lnTo>
                    <a:pt x="5612856" y="2783631"/>
                  </a:lnTo>
                  <a:lnTo>
                    <a:pt x="5599681" y="2783631"/>
                  </a:lnTo>
                  <a:lnTo>
                    <a:pt x="5586505" y="2783631"/>
                  </a:lnTo>
                  <a:lnTo>
                    <a:pt x="5573329" y="2783631"/>
                  </a:lnTo>
                  <a:lnTo>
                    <a:pt x="5560154" y="2783631"/>
                  </a:lnTo>
                  <a:lnTo>
                    <a:pt x="5546978" y="2783631"/>
                  </a:lnTo>
                  <a:lnTo>
                    <a:pt x="5533802" y="2783631"/>
                  </a:lnTo>
                  <a:lnTo>
                    <a:pt x="5520626" y="2783631"/>
                  </a:lnTo>
                  <a:lnTo>
                    <a:pt x="5507451" y="2783631"/>
                  </a:lnTo>
                  <a:lnTo>
                    <a:pt x="5494275" y="2783631"/>
                  </a:lnTo>
                  <a:lnTo>
                    <a:pt x="5481099" y="2783631"/>
                  </a:lnTo>
                  <a:lnTo>
                    <a:pt x="5467924" y="2783631"/>
                  </a:lnTo>
                  <a:lnTo>
                    <a:pt x="5454748" y="2783631"/>
                  </a:lnTo>
                  <a:lnTo>
                    <a:pt x="5441572" y="2783631"/>
                  </a:lnTo>
                  <a:lnTo>
                    <a:pt x="5428396" y="2783631"/>
                  </a:lnTo>
                  <a:lnTo>
                    <a:pt x="5415221" y="2783631"/>
                  </a:lnTo>
                  <a:lnTo>
                    <a:pt x="5402045" y="2783631"/>
                  </a:lnTo>
                  <a:lnTo>
                    <a:pt x="5388869" y="2783631"/>
                  </a:lnTo>
                  <a:lnTo>
                    <a:pt x="5375693" y="2783631"/>
                  </a:lnTo>
                  <a:lnTo>
                    <a:pt x="5362518" y="2783631"/>
                  </a:lnTo>
                  <a:lnTo>
                    <a:pt x="5349342" y="2783631"/>
                  </a:lnTo>
                  <a:lnTo>
                    <a:pt x="5336166" y="2783631"/>
                  </a:lnTo>
                  <a:lnTo>
                    <a:pt x="5322991" y="2783631"/>
                  </a:lnTo>
                  <a:lnTo>
                    <a:pt x="5309815" y="2783631"/>
                  </a:lnTo>
                  <a:lnTo>
                    <a:pt x="5296639" y="2783631"/>
                  </a:lnTo>
                  <a:lnTo>
                    <a:pt x="5283463" y="2783631"/>
                  </a:lnTo>
                  <a:lnTo>
                    <a:pt x="5270288" y="2783631"/>
                  </a:lnTo>
                  <a:lnTo>
                    <a:pt x="5257112" y="2783631"/>
                  </a:lnTo>
                  <a:lnTo>
                    <a:pt x="5243936" y="2783631"/>
                  </a:lnTo>
                  <a:lnTo>
                    <a:pt x="5230761" y="2783631"/>
                  </a:lnTo>
                  <a:lnTo>
                    <a:pt x="5217585" y="2783631"/>
                  </a:lnTo>
                  <a:lnTo>
                    <a:pt x="5204409" y="2783631"/>
                  </a:lnTo>
                  <a:lnTo>
                    <a:pt x="5191233" y="2783631"/>
                  </a:lnTo>
                  <a:lnTo>
                    <a:pt x="5178058" y="2783631"/>
                  </a:lnTo>
                  <a:lnTo>
                    <a:pt x="5164882" y="2783631"/>
                  </a:lnTo>
                  <a:lnTo>
                    <a:pt x="5151706" y="2783631"/>
                  </a:lnTo>
                  <a:lnTo>
                    <a:pt x="5138531" y="2783631"/>
                  </a:lnTo>
                  <a:lnTo>
                    <a:pt x="5125355" y="2783631"/>
                  </a:lnTo>
                  <a:lnTo>
                    <a:pt x="5112179" y="2783631"/>
                  </a:lnTo>
                  <a:lnTo>
                    <a:pt x="5099003" y="2783631"/>
                  </a:lnTo>
                  <a:lnTo>
                    <a:pt x="5085828" y="2783631"/>
                  </a:lnTo>
                  <a:lnTo>
                    <a:pt x="5072652" y="2783631"/>
                  </a:lnTo>
                  <a:lnTo>
                    <a:pt x="5059476" y="2783631"/>
                  </a:lnTo>
                  <a:lnTo>
                    <a:pt x="5046300" y="2783631"/>
                  </a:lnTo>
                  <a:lnTo>
                    <a:pt x="5033125" y="2783631"/>
                  </a:lnTo>
                  <a:lnTo>
                    <a:pt x="5019949" y="2783631"/>
                  </a:lnTo>
                  <a:lnTo>
                    <a:pt x="5006773" y="2783631"/>
                  </a:lnTo>
                  <a:lnTo>
                    <a:pt x="4993598" y="2783631"/>
                  </a:lnTo>
                  <a:lnTo>
                    <a:pt x="4980422" y="2783631"/>
                  </a:lnTo>
                  <a:lnTo>
                    <a:pt x="4967246" y="2783631"/>
                  </a:lnTo>
                  <a:lnTo>
                    <a:pt x="4954070" y="2783631"/>
                  </a:lnTo>
                  <a:lnTo>
                    <a:pt x="4940895" y="2783631"/>
                  </a:lnTo>
                  <a:lnTo>
                    <a:pt x="4927719" y="2783631"/>
                  </a:lnTo>
                  <a:lnTo>
                    <a:pt x="4914543" y="2783631"/>
                  </a:lnTo>
                  <a:lnTo>
                    <a:pt x="4901368" y="2783631"/>
                  </a:lnTo>
                  <a:lnTo>
                    <a:pt x="4888192" y="2783631"/>
                  </a:lnTo>
                  <a:lnTo>
                    <a:pt x="4875016" y="2783631"/>
                  </a:lnTo>
                  <a:lnTo>
                    <a:pt x="4861840" y="2783631"/>
                  </a:lnTo>
                  <a:lnTo>
                    <a:pt x="4848665" y="2783631"/>
                  </a:lnTo>
                  <a:lnTo>
                    <a:pt x="4835489" y="2783631"/>
                  </a:lnTo>
                  <a:lnTo>
                    <a:pt x="4822313" y="2783631"/>
                  </a:lnTo>
                  <a:lnTo>
                    <a:pt x="4809138" y="2783631"/>
                  </a:lnTo>
                  <a:lnTo>
                    <a:pt x="4795962" y="2783631"/>
                  </a:lnTo>
                  <a:lnTo>
                    <a:pt x="4782786" y="2783631"/>
                  </a:lnTo>
                  <a:lnTo>
                    <a:pt x="4769610" y="2783631"/>
                  </a:lnTo>
                  <a:lnTo>
                    <a:pt x="4756435" y="2783631"/>
                  </a:lnTo>
                  <a:lnTo>
                    <a:pt x="4743259" y="2783631"/>
                  </a:lnTo>
                  <a:lnTo>
                    <a:pt x="4730083" y="2783631"/>
                  </a:lnTo>
                  <a:lnTo>
                    <a:pt x="4716907" y="2783631"/>
                  </a:lnTo>
                  <a:lnTo>
                    <a:pt x="4703732" y="2783631"/>
                  </a:lnTo>
                  <a:lnTo>
                    <a:pt x="4690556" y="2783631"/>
                  </a:lnTo>
                  <a:lnTo>
                    <a:pt x="4677380" y="2783631"/>
                  </a:lnTo>
                  <a:lnTo>
                    <a:pt x="4664205" y="2783631"/>
                  </a:lnTo>
                  <a:lnTo>
                    <a:pt x="4651029" y="2783631"/>
                  </a:lnTo>
                  <a:lnTo>
                    <a:pt x="4637853" y="2783631"/>
                  </a:lnTo>
                  <a:lnTo>
                    <a:pt x="4624677" y="2783631"/>
                  </a:lnTo>
                  <a:lnTo>
                    <a:pt x="4611502" y="2783631"/>
                  </a:lnTo>
                  <a:lnTo>
                    <a:pt x="4598326" y="2783631"/>
                  </a:lnTo>
                  <a:lnTo>
                    <a:pt x="4585150" y="2783631"/>
                  </a:lnTo>
                  <a:lnTo>
                    <a:pt x="4571975" y="2783631"/>
                  </a:lnTo>
                  <a:lnTo>
                    <a:pt x="4558799" y="2783631"/>
                  </a:lnTo>
                  <a:lnTo>
                    <a:pt x="4545623" y="2783631"/>
                  </a:lnTo>
                  <a:lnTo>
                    <a:pt x="4532447" y="2783631"/>
                  </a:lnTo>
                  <a:lnTo>
                    <a:pt x="4519272" y="2783631"/>
                  </a:lnTo>
                  <a:lnTo>
                    <a:pt x="4506096" y="2783631"/>
                  </a:lnTo>
                  <a:lnTo>
                    <a:pt x="4492920" y="2783631"/>
                  </a:lnTo>
                  <a:lnTo>
                    <a:pt x="4479744" y="2783631"/>
                  </a:lnTo>
                  <a:lnTo>
                    <a:pt x="4466569" y="2783631"/>
                  </a:lnTo>
                  <a:lnTo>
                    <a:pt x="4453393" y="2783631"/>
                  </a:lnTo>
                  <a:lnTo>
                    <a:pt x="4440217" y="2783631"/>
                  </a:lnTo>
                  <a:lnTo>
                    <a:pt x="4427042" y="2783631"/>
                  </a:lnTo>
                  <a:lnTo>
                    <a:pt x="4413866" y="2783631"/>
                  </a:lnTo>
                  <a:lnTo>
                    <a:pt x="4400690" y="2783631"/>
                  </a:lnTo>
                  <a:lnTo>
                    <a:pt x="4387514" y="2783631"/>
                  </a:lnTo>
                  <a:lnTo>
                    <a:pt x="4374339" y="2783631"/>
                  </a:lnTo>
                  <a:lnTo>
                    <a:pt x="4361163" y="2783631"/>
                  </a:lnTo>
                  <a:lnTo>
                    <a:pt x="4347987" y="2783631"/>
                  </a:lnTo>
                  <a:lnTo>
                    <a:pt x="4334812" y="2783631"/>
                  </a:lnTo>
                  <a:lnTo>
                    <a:pt x="4321636" y="2783631"/>
                  </a:lnTo>
                  <a:lnTo>
                    <a:pt x="4308460" y="2783631"/>
                  </a:lnTo>
                  <a:lnTo>
                    <a:pt x="4295284" y="2783631"/>
                  </a:lnTo>
                  <a:lnTo>
                    <a:pt x="4282109" y="2783631"/>
                  </a:lnTo>
                  <a:lnTo>
                    <a:pt x="4268933" y="2783631"/>
                  </a:lnTo>
                  <a:lnTo>
                    <a:pt x="4255757" y="2783631"/>
                  </a:lnTo>
                  <a:lnTo>
                    <a:pt x="4242582" y="2783631"/>
                  </a:lnTo>
                  <a:lnTo>
                    <a:pt x="4229406" y="2783631"/>
                  </a:lnTo>
                  <a:lnTo>
                    <a:pt x="4216230" y="2783631"/>
                  </a:lnTo>
                  <a:lnTo>
                    <a:pt x="4203054" y="2783631"/>
                  </a:lnTo>
                  <a:lnTo>
                    <a:pt x="4189879" y="2783631"/>
                  </a:lnTo>
                  <a:lnTo>
                    <a:pt x="4176703" y="2783631"/>
                  </a:lnTo>
                  <a:lnTo>
                    <a:pt x="4163527" y="2783631"/>
                  </a:lnTo>
                  <a:lnTo>
                    <a:pt x="4150351" y="2783631"/>
                  </a:lnTo>
                  <a:lnTo>
                    <a:pt x="4137176" y="2783631"/>
                  </a:lnTo>
                  <a:lnTo>
                    <a:pt x="4124000" y="2783631"/>
                  </a:lnTo>
                  <a:lnTo>
                    <a:pt x="4110824" y="2783631"/>
                  </a:lnTo>
                  <a:lnTo>
                    <a:pt x="4097649" y="2783631"/>
                  </a:lnTo>
                  <a:lnTo>
                    <a:pt x="4084473" y="2783631"/>
                  </a:lnTo>
                  <a:lnTo>
                    <a:pt x="4071297" y="2783631"/>
                  </a:lnTo>
                  <a:lnTo>
                    <a:pt x="4058121" y="2783631"/>
                  </a:lnTo>
                  <a:lnTo>
                    <a:pt x="4044946" y="2783631"/>
                  </a:lnTo>
                  <a:lnTo>
                    <a:pt x="4031770" y="2783631"/>
                  </a:lnTo>
                  <a:lnTo>
                    <a:pt x="4018594" y="2783631"/>
                  </a:lnTo>
                  <a:lnTo>
                    <a:pt x="4005419" y="2783631"/>
                  </a:lnTo>
                  <a:lnTo>
                    <a:pt x="3992243" y="2783631"/>
                  </a:lnTo>
                  <a:lnTo>
                    <a:pt x="3979067" y="2783631"/>
                  </a:lnTo>
                  <a:lnTo>
                    <a:pt x="3965891" y="2783631"/>
                  </a:lnTo>
                  <a:lnTo>
                    <a:pt x="3952716" y="2783631"/>
                  </a:lnTo>
                  <a:lnTo>
                    <a:pt x="3939540" y="2783631"/>
                  </a:lnTo>
                  <a:lnTo>
                    <a:pt x="3926364" y="2783631"/>
                  </a:lnTo>
                  <a:lnTo>
                    <a:pt x="3913189" y="2783631"/>
                  </a:lnTo>
                  <a:lnTo>
                    <a:pt x="3900013" y="2783631"/>
                  </a:lnTo>
                  <a:lnTo>
                    <a:pt x="3886837" y="2783631"/>
                  </a:lnTo>
                  <a:lnTo>
                    <a:pt x="3873661" y="2783631"/>
                  </a:lnTo>
                  <a:lnTo>
                    <a:pt x="3860486" y="2783631"/>
                  </a:lnTo>
                  <a:lnTo>
                    <a:pt x="3847310" y="2783631"/>
                  </a:lnTo>
                  <a:lnTo>
                    <a:pt x="3834134" y="2783631"/>
                  </a:lnTo>
                  <a:lnTo>
                    <a:pt x="3820958" y="2783631"/>
                  </a:lnTo>
                  <a:lnTo>
                    <a:pt x="3807783" y="2783631"/>
                  </a:lnTo>
                  <a:lnTo>
                    <a:pt x="3794607" y="2783631"/>
                  </a:lnTo>
                  <a:lnTo>
                    <a:pt x="3781431" y="2783631"/>
                  </a:lnTo>
                  <a:lnTo>
                    <a:pt x="3768256" y="2783631"/>
                  </a:lnTo>
                  <a:lnTo>
                    <a:pt x="3755080" y="2783631"/>
                  </a:lnTo>
                  <a:lnTo>
                    <a:pt x="3741904" y="2783631"/>
                  </a:lnTo>
                  <a:lnTo>
                    <a:pt x="3728728" y="2783631"/>
                  </a:lnTo>
                  <a:lnTo>
                    <a:pt x="3715553" y="2783631"/>
                  </a:lnTo>
                  <a:lnTo>
                    <a:pt x="3702377" y="2783631"/>
                  </a:lnTo>
                  <a:lnTo>
                    <a:pt x="3689201" y="2783631"/>
                  </a:lnTo>
                  <a:lnTo>
                    <a:pt x="3676026" y="2783631"/>
                  </a:lnTo>
                  <a:lnTo>
                    <a:pt x="3662850" y="2783631"/>
                  </a:lnTo>
                  <a:lnTo>
                    <a:pt x="3649674" y="2783631"/>
                  </a:lnTo>
                  <a:lnTo>
                    <a:pt x="3636498" y="2783631"/>
                  </a:lnTo>
                  <a:lnTo>
                    <a:pt x="3623323" y="2783631"/>
                  </a:lnTo>
                  <a:lnTo>
                    <a:pt x="3610147" y="2783631"/>
                  </a:lnTo>
                  <a:lnTo>
                    <a:pt x="3596971" y="2783631"/>
                  </a:lnTo>
                  <a:lnTo>
                    <a:pt x="3583795" y="2783631"/>
                  </a:lnTo>
                  <a:lnTo>
                    <a:pt x="3570620" y="2783631"/>
                  </a:lnTo>
                  <a:lnTo>
                    <a:pt x="3557444" y="2783631"/>
                  </a:lnTo>
                  <a:lnTo>
                    <a:pt x="3544268" y="2783631"/>
                  </a:lnTo>
                  <a:lnTo>
                    <a:pt x="3531093" y="2783631"/>
                  </a:lnTo>
                  <a:lnTo>
                    <a:pt x="3517917" y="2783631"/>
                  </a:lnTo>
                  <a:lnTo>
                    <a:pt x="3504741" y="2783631"/>
                  </a:lnTo>
                  <a:lnTo>
                    <a:pt x="3491565" y="2783631"/>
                  </a:lnTo>
                  <a:lnTo>
                    <a:pt x="3478390" y="2783631"/>
                  </a:lnTo>
                  <a:lnTo>
                    <a:pt x="3465214" y="2783631"/>
                  </a:lnTo>
                  <a:lnTo>
                    <a:pt x="3452038" y="2783631"/>
                  </a:lnTo>
                  <a:lnTo>
                    <a:pt x="3438863" y="2783631"/>
                  </a:lnTo>
                  <a:lnTo>
                    <a:pt x="3425687" y="2783631"/>
                  </a:lnTo>
                  <a:lnTo>
                    <a:pt x="3412511" y="2783631"/>
                  </a:lnTo>
                  <a:lnTo>
                    <a:pt x="3399335" y="2783631"/>
                  </a:lnTo>
                  <a:lnTo>
                    <a:pt x="3386160" y="2783631"/>
                  </a:lnTo>
                  <a:lnTo>
                    <a:pt x="3372984" y="2783631"/>
                  </a:lnTo>
                  <a:lnTo>
                    <a:pt x="3359808" y="2783631"/>
                  </a:lnTo>
                  <a:lnTo>
                    <a:pt x="3346633" y="2783631"/>
                  </a:lnTo>
                  <a:lnTo>
                    <a:pt x="3333457" y="2783631"/>
                  </a:lnTo>
                  <a:lnTo>
                    <a:pt x="3320281" y="2783631"/>
                  </a:lnTo>
                  <a:lnTo>
                    <a:pt x="3307105" y="2783631"/>
                  </a:lnTo>
                  <a:lnTo>
                    <a:pt x="3293930" y="2783631"/>
                  </a:lnTo>
                  <a:lnTo>
                    <a:pt x="3280754" y="2783631"/>
                  </a:lnTo>
                  <a:lnTo>
                    <a:pt x="3267578" y="2783631"/>
                  </a:lnTo>
                  <a:lnTo>
                    <a:pt x="3254402" y="2783631"/>
                  </a:lnTo>
                  <a:lnTo>
                    <a:pt x="3241227" y="2783631"/>
                  </a:lnTo>
                  <a:lnTo>
                    <a:pt x="3228051" y="2783631"/>
                  </a:lnTo>
                  <a:lnTo>
                    <a:pt x="3214875" y="2783631"/>
                  </a:lnTo>
                  <a:lnTo>
                    <a:pt x="3201700" y="2783631"/>
                  </a:lnTo>
                  <a:lnTo>
                    <a:pt x="3188524" y="2783631"/>
                  </a:lnTo>
                  <a:lnTo>
                    <a:pt x="3175348" y="2783631"/>
                  </a:lnTo>
                  <a:lnTo>
                    <a:pt x="3162172" y="2783631"/>
                  </a:lnTo>
                  <a:lnTo>
                    <a:pt x="3148997" y="2783631"/>
                  </a:lnTo>
                  <a:lnTo>
                    <a:pt x="3135821" y="2783631"/>
                  </a:lnTo>
                  <a:lnTo>
                    <a:pt x="3122645" y="2783631"/>
                  </a:lnTo>
                  <a:lnTo>
                    <a:pt x="3109470" y="2783631"/>
                  </a:lnTo>
                  <a:lnTo>
                    <a:pt x="3096294" y="2783631"/>
                  </a:lnTo>
                  <a:lnTo>
                    <a:pt x="3083118" y="2783631"/>
                  </a:lnTo>
                  <a:lnTo>
                    <a:pt x="3069942" y="2783631"/>
                  </a:lnTo>
                  <a:lnTo>
                    <a:pt x="3056767" y="2783631"/>
                  </a:lnTo>
                  <a:lnTo>
                    <a:pt x="3043591" y="2783631"/>
                  </a:lnTo>
                  <a:lnTo>
                    <a:pt x="3030415" y="2783631"/>
                  </a:lnTo>
                  <a:lnTo>
                    <a:pt x="3017240" y="2783631"/>
                  </a:lnTo>
                  <a:lnTo>
                    <a:pt x="3004064" y="2783631"/>
                  </a:lnTo>
                  <a:lnTo>
                    <a:pt x="2990888" y="2783631"/>
                  </a:lnTo>
                  <a:lnTo>
                    <a:pt x="2977712" y="2783631"/>
                  </a:lnTo>
                  <a:lnTo>
                    <a:pt x="2964537" y="2783631"/>
                  </a:lnTo>
                  <a:lnTo>
                    <a:pt x="2951361" y="2783631"/>
                  </a:lnTo>
                  <a:lnTo>
                    <a:pt x="2938185" y="2783631"/>
                  </a:lnTo>
                  <a:lnTo>
                    <a:pt x="2925009" y="2783631"/>
                  </a:lnTo>
                  <a:lnTo>
                    <a:pt x="2911834" y="2783631"/>
                  </a:lnTo>
                  <a:lnTo>
                    <a:pt x="2898658" y="2783631"/>
                  </a:lnTo>
                  <a:lnTo>
                    <a:pt x="2885482" y="2783631"/>
                  </a:lnTo>
                  <a:lnTo>
                    <a:pt x="2872307" y="2783631"/>
                  </a:lnTo>
                  <a:lnTo>
                    <a:pt x="2859131" y="2783631"/>
                  </a:lnTo>
                  <a:lnTo>
                    <a:pt x="2845955" y="2783631"/>
                  </a:lnTo>
                  <a:lnTo>
                    <a:pt x="2832779" y="2783631"/>
                  </a:lnTo>
                  <a:lnTo>
                    <a:pt x="2819604" y="2783631"/>
                  </a:lnTo>
                  <a:lnTo>
                    <a:pt x="2806428" y="2783631"/>
                  </a:lnTo>
                  <a:lnTo>
                    <a:pt x="2793252" y="2783631"/>
                  </a:lnTo>
                  <a:lnTo>
                    <a:pt x="2780077" y="2783631"/>
                  </a:lnTo>
                  <a:lnTo>
                    <a:pt x="2766901" y="2783631"/>
                  </a:lnTo>
                  <a:lnTo>
                    <a:pt x="2753725" y="2783631"/>
                  </a:lnTo>
                  <a:lnTo>
                    <a:pt x="2740549" y="2783631"/>
                  </a:lnTo>
                  <a:lnTo>
                    <a:pt x="2727374" y="2783631"/>
                  </a:lnTo>
                  <a:lnTo>
                    <a:pt x="2714198" y="2783631"/>
                  </a:lnTo>
                  <a:lnTo>
                    <a:pt x="2701022" y="2783631"/>
                  </a:lnTo>
                  <a:lnTo>
                    <a:pt x="2687846" y="2783631"/>
                  </a:lnTo>
                  <a:lnTo>
                    <a:pt x="2674671" y="2783631"/>
                  </a:lnTo>
                  <a:lnTo>
                    <a:pt x="2661495" y="2783631"/>
                  </a:lnTo>
                  <a:lnTo>
                    <a:pt x="2648319" y="2783631"/>
                  </a:lnTo>
                  <a:lnTo>
                    <a:pt x="2635144" y="2783631"/>
                  </a:lnTo>
                  <a:lnTo>
                    <a:pt x="2621968" y="2783631"/>
                  </a:lnTo>
                  <a:lnTo>
                    <a:pt x="2608792" y="2783631"/>
                  </a:lnTo>
                  <a:lnTo>
                    <a:pt x="2595616" y="2783631"/>
                  </a:lnTo>
                  <a:lnTo>
                    <a:pt x="2582441" y="2783631"/>
                  </a:lnTo>
                  <a:lnTo>
                    <a:pt x="2569265" y="2783631"/>
                  </a:lnTo>
                  <a:lnTo>
                    <a:pt x="2556089" y="2783631"/>
                  </a:lnTo>
                  <a:lnTo>
                    <a:pt x="2542914" y="2783631"/>
                  </a:lnTo>
                  <a:lnTo>
                    <a:pt x="2529738" y="2783631"/>
                  </a:lnTo>
                  <a:lnTo>
                    <a:pt x="2516562" y="2783631"/>
                  </a:lnTo>
                  <a:lnTo>
                    <a:pt x="2503386" y="2783631"/>
                  </a:lnTo>
                  <a:lnTo>
                    <a:pt x="2490211" y="2783631"/>
                  </a:lnTo>
                  <a:lnTo>
                    <a:pt x="2477035" y="2783631"/>
                  </a:lnTo>
                  <a:lnTo>
                    <a:pt x="2463859" y="2783631"/>
                  </a:lnTo>
                  <a:lnTo>
                    <a:pt x="2450684" y="2783631"/>
                  </a:lnTo>
                  <a:lnTo>
                    <a:pt x="2437508" y="2783631"/>
                  </a:lnTo>
                  <a:lnTo>
                    <a:pt x="2424332" y="2783631"/>
                  </a:lnTo>
                  <a:lnTo>
                    <a:pt x="2411156" y="2783631"/>
                  </a:lnTo>
                  <a:lnTo>
                    <a:pt x="2397981" y="2783631"/>
                  </a:lnTo>
                  <a:lnTo>
                    <a:pt x="2384805" y="2783631"/>
                  </a:lnTo>
                  <a:lnTo>
                    <a:pt x="2371629" y="2783631"/>
                  </a:lnTo>
                  <a:lnTo>
                    <a:pt x="2358453" y="2783631"/>
                  </a:lnTo>
                  <a:lnTo>
                    <a:pt x="2345278" y="2783631"/>
                  </a:lnTo>
                  <a:lnTo>
                    <a:pt x="2332102" y="2783631"/>
                  </a:lnTo>
                  <a:lnTo>
                    <a:pt x="2318926" y="2783631"/>
                  </a:lnTo>
                  <a:lnTo>
                    <a:pt x="2305751" y="2783631"/>
                  </a:lnTo>
                  <a:lnTo>
                    <a:pt x="2292575" y="2783631"/>
                  </a:lnTo>
                  <a:lnTo>
                    <a:pt x="2279399" y="2783631"/>
                  </a:lnTo>
                  <a:lnTo>
                    <a:pt x="2266223" y="2783631"/>
                  </a:lnTo>
                  <a:lnTo>
                    <a:pt x="2253048" y="2783631"/>
                  </a:lnTo>
                  <a:lnTo>
                    <a:pt x="2239872" y="2783631"/>
                  </a:lnTo>
                  <a:lnTo>
                    <a:pt x="2226696" y="2783631"/>
                  </a:lnTo>
                  <a:lnTo>
                    <a:pt x="2213521" y="2783631"/>
                  </a:lnTo>
                  <a:lnTo>
                    <a:pt x="2200345" y="2783631"/>
                  </a:lnTo>
                  <a:lnTo>
                    <a:pt x="2187169" y="2783631"/>
                  </a:lnTo>
                  <a:lnTo>
                    <a:pt x="2173993" y="2783631"/>
                  </a:lnTo>
                  <a:lnTo>
                    <a:pt x="2160818" y="2783631"/>
                  </a:lnTo>
                  <a:lnTo>
                    <a:pt x="2147642" y="2783631"/>
                  </a:lnTo>
                  <a:lnTo>
                    <a:pt x="2134466" y="2783631"/>
                  </a:lnTo>
                  <a:lnTo>
                    <a:pt x="2121291" y="2783631"/>
                  </a:lnTo>
                  <a:lnTo>
                    <a:pt x="2108115" y="2783631"/>
                  </a:lnTo>
                  <a:lnTo>
                    <a:pt x="2094939" y="2783631"/>
                  </a:lnTo>
                  <a:lnTo>
                    <a:pt x="2081763" y="2783631"/>
                  </a:lnTo>
                  <a:lnTo>
                    <a:pt x="2068588" y="2783631"/>
                  </a:lnTo>
                  <a:lnTo>
                    <a:pt x="2055412" y="2783631"/>
                  </a:lnTo>
                  <a:lnTo>
                    <a:pt x="2042236" y="2783631"/>
                  </a:lnTo>
                  <a:lnTo>
                    <a:pt x="2029060" y="2783631"/>
                  </a:lnTo>
                  <a:lnTo>
                    <a:pt x="2015885" y="2783631"/>
                  </a:lnTo>
                  <a:lnTo>
                    <a:pt x="2002709" y="2783631"/>
                  </a:lnTo>
                  <a:lnTo>
                    <a:pt x="1989533" y="2783631"/>
                  </a:lnTo>
                  <a:lnTo>
                    <a:pt x="1976358" y="2783631"/>
                  </a:lnTo>
                  <a:lnTo>
                    <a:pt x="1963182" y="2783631"/>
                  </a:lnTo>
                  <a:lnTo>
                    <a:pt x="1950006" y="2783631"/>
                  </a:lnTo>
                  <a:lnTo>
                    <a:pt x="1936830" y="2783631"/>
                  </a:lnTo>
                  <a:lnTo>
                    <a:pt x="1923655" y="2783631"/>
                  </a:lnTo>
                  <a:lnTo>
                    <a:pt x="1910479" y="2783631"/>
                  </a:lnTo>
                  <a:lnTo>
                    <a:pt x="1897303" y="2783631"/>
                  </a:lnTo>
                  <a:lnTo>
                    <a:pt x="1884128" y="2783631"/>
                  </a:lnTo>
                  <a:lnTo>
                    <a:pt x="1870952" y="2783631"/>
                  </a:lnTo>
                  <a:lnTo>
                    <a:pt x="1857776" y="2783631"/>
                  </a:lnTo>
                  <a:lnTo>
                    <a:pt x="1844600" y="2783631"/>
                  </a:lnTo>
                  <a:lnTo>
                    <a:pt x="1831425" y="2783631"/>
                  </a:lnTo>
                  <a:lnTo>
                    <a:pt x="1818249" y="2783631"/>
                  </a:lnTo>
                  <a:lnTo>
                    <a:pt x="1805073" y="2783631"/>
                  </a:lnTo>
                  <a:lnTo>
                    <a:pt x="1791897" y="2783631"/>
                  </a:lnTo>
                  <a:lnTo>
                    <a:pt x="1778722" y="2783631"/>
                  </a:lnTo>
                  <a:lnTo>
                    <a:pt x="1765546" y="2783631"/>
                  </a:lnTo>
                  <a:lnTo>
                    <a:pt x="1752370" y="2783631"/>
                  </a:lnTo>
                  <a:lnTo>
                    <a:pt x="1739195" y="2783631"/>
                  </a:lnTo>
                  <a:lnTo>
                    <a:pt x="1726019" y="2783631"/>
                  </a:lnTo>
                  <a:lnTo>
                    <a:pt x="1712843" y="2783631"/>
                  </a:lnTo>
                  <a:lnTo>
                    <a:pt x="1699667" y="2783631"/>
                  </a:lnTo>
                  <a:lnTo>
                    <a:pt x="1686492" y="2783631"/>
                  </a:lnTo>
                  <a:lnTo>
                    <a:pt x="1673316" y="2783631"/>
                  </a:lnTo>
                  <a:lnTo>
                    <a:pt x="1660140" y="2783631"/>
                  </a:lnTo>
                  <a:lnTo>
                    <a:pt x="1646965" y="2783631"/>
                  </a:lnTo>
                  <a:lnTo>
                    <a:pt x="1633789" y="2783631"/>
                  </a:lnTo>
                  <a:lnTo>
                    <a:pt x="1620613" y="2783631"/>
                  </a:lnTo>
                  <a:lnTo>
                    <a:pt x="1607437" y="2783631"/>
                  </a:lnTo>
                  <a:lnTo>
                    <a:pt x="1594262" y="2783631"/>
                  </a:lnTo>
                  <a:lnTo>
                    <a:pt x="1581086" y="2783631"/>
                  </a:lnTo>
                  <a:lnTo>
                    <a:pt x="1567910" y="2783631"/>
                  </a:lnTo>
                  <a:lnTo>
                    <a:pt x="1554735" y="2783631"/>
                  </a:lnTo>
                  <a:lnTo>
                    <a:pt x="1541559" y="2783631"/>
                  </a:lnTo>
                  <a:lnTo>
                    <a:pt x="1528383" y="2783631"/>
                  </a:lnTo>
                  <a:lnTo>
                    <a:pt x="1515207" y="2783631"/>
                  </a:lnTo>
                  <a:lnTo>
                    <a:pt x="1502032" y="2783631"/>
                  </a:lnTo>
                  <a:lnTo>
                    <a:pt x="1488856" y="2783631"/>
                  </a:lnTo>
                  <a:lnTo>
                    <a:pt x="1475680" y="2783631"/>
                  </a:lnTo>
                  <a:lnTo>
                    <a:pt x="1462504" y="2783631"/>
                  </a:lnTo>
                  <a:lnTo>
                    <a:pt x="1449329" y="2783631"/>
                  </a:lnTo>
                  <a:lnTo>
                    <a:pt x="1436153" y="2783631"/>
                  </a:lnTo>
                  <a:lnTo>
                    <a:pt x="1422977" y="2783631"/>
                  </a:lnTo>
                  <a:lnTo>
                    <a:pt x="1409802" y="2783631"/>
                  </a:lnTo>
                  <a:lnTo>
                    <a:pt x="1396626" y="2783631"/>
                  </a:lnTo>
                  <a:lnTo>
                    <a:pt x="1383450" y="2783631"/>
                  </a:lnTo>
                  <a:lnTo>
                    <a:pt x="1370274" y="2783631"/>
                  </a:lnTo>
                  <a:lnTo>
                    <a:pt x="1357099" y="2783631"/>
                  </a:lnTo>
                  <a:lnTo>
                    <a:pt x="1343923" y="2783631"/>
                  </a:lnTo>
                  <a:lnTo>
                    <a:pt x="1330747" y="2783631"/>
                  </a:lnTo>
                  <a:lnTo>
                    <a:pt x="1317572" y="2783631"/>
                  </a:lnTo>
                  <a:lnTo>
                    <a:pt x="1304396" y="2783631"/>
                  </a:lnTo>
                  <a:lnTo>
                    <a:pt x="1291220" y="2783631"/>
                  </a:lnTo>
                  <a:lnTo>
                    <a:pt x="1278044" y="2783631"/>
                  </a:lnTo>
                  <a:lnTo>
                    <a:pt x="1264869" y="2783631"/>
                  </a:lnTo>
                  <a:lnTo>
                    <a:pt x="1251693" y="2783631"/>
                  </a:lnTo>
                  <a:lnTo>
                    <a:pt x="1238517" y="2783631"/>
                  </a:lnTo>
                  <a:lnTo>
                    <a:pt x="1225342" y="2783631"/>
                  </a:lnTo>
                  <a:lnTo>
                    <a:pt x="1212166" y="2783631"/>
                  </a:lnTo>
                  <a:lnTo>
                    <a:pt x="1198990" y="2783631"/>
                  </a:lnTo>
                  <a:lnTo>
                    <a:pt x="1185814" y="2783631"/>
                  </a:lnTo>
                  <a:lnTo>
                    <a:pt x="1172639" y="2783631"/>
                  </a:lnTo>
                  <a:lnTo>
                    <a:pt x="1159463" y="2783631"/>
                  </a:lnTo>
                  <a:lnTo>
                    <a:pt x="1146287" y="2783631"/>
                  </a:lnTo>
                  <a:lnTo>
                    <a:pt x="1133111" y="2783631"/>
                  </a:lnTo>
                  <a:lnTo>
                    <a:pt x="1119936" y="2783631"/>
                  </a:lnTo>
                  <a:lnTo>
                    <a:pt x="1106760" y="2783631"/>
                  </a:lnTo>
                  <a:lnTo>
                    <a:pt x="1093584" y="2783631"/>
                  </a:lnTo>
                  <a:lnTo>
                    <a:pt x="1080409" y="2783631"/>
                  </a:lnTo>
                  <a:lnTo>
                    <a:pt x="1067233" y="2783631"/>
                  </a:lnTo>
                  <a:lnTo>
                    <a:pt x="1054057" y="2783631"/>
                  </a:lnTo>
                  <a:lnTo>
                    <a:pt x="1040881" y="2783631"/>
                  </a:lnTo>
                  <a:lnTo>
                    <a:pt x="1027706" y="2783631"/>
                  </a:lnTo>
                  <a:lnTo>
                    <a:pt x="1014530" y="2783631"/>
                  </a:lnTo>
                  <a:lnTo>
                    <a:pt x="1001354" y="2783631"/>
                  </a:lnTo>
                  <a:lnTo>
                    <a:pt x="988179" y="2783631"/>
                  </a:lnTo>
                  <a:lnTo>
                    <a:pt x="975003" y="2783631"/>
                  </a:lnTo>
                  <a:lnTo>
                    <a:pt x="961827" y="2783631"/>
                  </a:lnTo>
                  <a:lnTo>
                    <a:pt x="948651" y="2783631"/>
                  </a:lnTo>
                  <a:lnTo>
                    <a:pt x="935476" y="2783631"/>
                  </a:lnTo>
                  <a:lnTo>
                    <a:pt x="922300" y="2783631"/>
                  </a:lnTo>
                  <a:lnTo>
                    <a:pt x="909124" y="2783631"/>
                  </a:lnTo>
                  <a:lnTo>
                    <a:pt x="895948" y="2783631"/>
                  </a:lnTo>
                  <a:lnTo>
                    <a:pt x="882773" y="2783631"/>
                  </a:lnTo>
                  <a:lnTo>
                    <a:pt x="869597" y="2783631"/>
                  </a:lnTo>
                  <a:lnTo>
                    <a:pt x="856421" y="2783631"/>
                  </a:lnTo>
                  <a:lnTo>
                    <a:pt x="843246" y="2783631"/>
                  </a:lnTo>
                  <a:lnTo>
                    <a:pt x="830070" y="2783631"/>
                  </a:lnTo>
                  <a:lnTo>
                    <a:pt x="816894" y="2783631"/>
                  </a:lnTo>
                  <a:lnTo>
                    <a:pt x="803718" y="2783631"/>
                  </a:lnTo>
                  <a:lnTo>
                    <a:pt x="790543" y="2783631"/>
                  </a:lnTo>
                  <a:lnTo>
                    <a:pt x="777367" y="2783631"/>
                  </a:lnTo>
                  <a:lnTo>
                    <a:pt x="764191" y="2783631"/>
                  </a:lnTo>
                  <a:lnTo>
                    <a:pt x="751016" y="2783631"/>
                  </a:lnTo>
                  <a:lnTo>
                    <a:pt x="737840" y="2783631"/>
                  </a:lnTo>
                  <a:lnTo>
                    <a:pt x="724664" y="2783631"/>
                  </a:lnTo>
                  <a:lnTo>
                    <a:pt x="711488" y="2783631"/>
                  </a:lnTo>
                  <a:lnTo>
                    <a:pt x="698313" y="2783631"/>
                  </a:lnTo>
                  <a:lnTo>
                    <a:pt x="685137" y="2783631"/>
                  </a:lnTo>
                  <a:lnTo>
                    <a:pt x="671961" y="2783631"/>
                  </a:lnTo>
                  <a:lnTo>
                    <a:pt x="658786" y="2783631"/>
                  </a:lnTo>
                  <a:lnTo>
                    <a:pt x="645610" y="2783631"/>
                  </a:lnTo>
                  <a:lnTo>
                    <a:pt x="632434" y="2783631"/>
                  </a:lnTo>
                  <a:lnTo>
                    <a:pt x="619258" y="2783631"/>
                  </a:lnTo>
                  <a:lnTo>
                    <a:pt x="606083" y="2783631"/>
                  </a:lnTo>
                  <a:lnTo>
                    <a:pt x="592907" y="2783631"/>
                  </a:lnTo>
                  <a:lnTo>
                    <a:pt x="579731" y="2783631"/>
                  </a:lnTo>
                  <a:lnTo>
                    <a:pt x="566555" y="2783631"/>
                  </a:lnTo>
                  <a:lnTo>
                    <a:pt x="553380" y="2783631"/>
                  </a:lnTo>
                  <a:lnTo>
                    <a:pt x="540204" y="2783631"/>
                  </a:lnTo>
                  <a:lnTo>
                    <a:pt x="527028" y="2783631"/>
                  </a:lnTo>
                  <a:lnTo>
                    <a:pt x="513853" y="2783631"/>
                  </a:lnTo>
                  <a:lnTo>
                    <a:pt x="500677" y="2783631"/>
                  </a:lnTo>
                  <a:lnTo>
                    <a:pt x="487501" y="2783631"/>
                  </a:lnTo>
                  <a:lnTo>
                    <a:pt x="474325" y="2783631"/>
                  </a:lnTo>
                  <a:lnTo>
                    <a:pt x="461150" y="2783631"/>
                  </a:lnTo>
                  <a:lnTo>
                    <a:pt x="447974" y="2783631"/>
                  </a:lnTo>
                  <a:lnTo>
                    <a:pt x="434798" y="2783631"/>
                  </a:lnTo>
                  <a:lnTo>
                    <a:pt x="421623" y="2783631"/>
                  </a:lnTo>
                  <a:lnTo>
                    <a:pt x="408447" y="2783631"/>
                  </a:lnTo>
                  <a:lnTo>
                    <a:pt x="395271" y="2783631"/>
                  </a:lnTo>
                  <a:lnTo>
                    <a:pt x="382095" y="2783631"/>
                  </a:lnTo>
                  <a:lnTo>
                    <a:pt x="368920" y="2783631"/>
                  </a:lnTo>
                  <a:lnTo>
                    <a:pt x="355744" y="2783631"/>
                  </a:lnTo>
                  <a:lnTo>
                    <a:pt x="342568" y="2783631"/>
                  </a:lnTo>
                  <a:lnTo>
                    <a:pt x="329393" y="2783631"/>
                  </a:lnTo>
                  <a:lnTo>
                    <a:pt x="316217" y="2783631"/>
                  </a:lnTo>
                  <a:lnTo>
                    <a:pt x="303041" y="2783631"/>
                  </a:lnTo>
                  <a:lnTo>
                    <a:pt x="289865" y="2783631"/>
                  </a:lnTo>
                  <a:lnTo>
                    <a:pt x="276690" y="2783631"/>
                  </a:lnTo>
                  <a:lnTo>
                    <a:pt x="263514" y="2783631"/>
                  </a:lnTo>
                  <a:lnTo>
                    <a:pt x="250338" y="2783631"/>
                  </a:lnTo>
                  <a:lnTo>
                    <a:pt x="237162" y="2783631"/>
                  </a:lnTo>
                  <a:lnTo>
                    <a:pt x="223987" y="2783631"/>
                  </a:lnTo>
                  <a:lnTo>
                    <a:pt x="210811" y="2783631"/>
                  </a:lnTo>
                  <a:lnTo>
                    <a:pt x="197635" y="2783631"/>
                  </a:lnTo>
                  <a:lnTo>
                    <a:pt x="184460" y="2783631"/>
                  </a:lnTo>
                  <a:lnTo>
                    <a:pt x="171284" y="2783631"/>
                  </a:lnTo>
                  <a:lnTo>
                    <a:pt x="158108" y="2783631"/>
                  </a:lnTo>
                  <a:lnTo>
                    <a:pt x="144932" y="2783631"/>
                  </a:lnTo>
                  <a:lnTo>
                    <a:pt x="131757" y="2783631"/>
                  </a:lnTo>
                  <a:lnTo>
                    <a:pt x="118581" y="2783631"/>
                  </a:lnTo>
                  <a:lnTo>
                    <a:pt x="105405" y="2783631"/>
                  </a:lnTo>
                  <a:lnTo>
                    <a:pt x="92230" y="2783631"/>
                  </a:lnTo>
                  <a:lnTo>
                    <a:pt x="79054" y="2783631"/>
                  </a:lnTo>
                  <a:lnTo>
                    <a:pt x="65878" y="2783631"/>
                  </a:lnTo>
                  <a:lnTo>
                    <a:pt x="52702" y="2783631"/>
                  </a:lnTo>
                  <a:lnTo>
                    <a:pt x="39527" y="2783631"/>
                  </a:lnTo>
                  <a:lnTo>
                    <a:pt x="26351" y="2783631"/>
                  </a:lnTo>
                  <a:lnTo>
                    <a:pt x="13175" y="2783631"/>
                  </a:lnTo>
                  <a:lnTo>
                    <a:pt x="0" y="278363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8799" y="2690498"/>
              <a:ext cx="6732793" cy="2688021"/>
            </a:xfrm>
            <a:custGeom>
              <a:avLst/>
              <a:pathLst>
                <a:path w="6732793" h="268802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</a:path>
              </a:pathLst>
            </a:custGeom>
            <a:ln w="18970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28799" y="3008552"/>
              <a:ext cx="6732793" cy="2465577"/>
            </a:xfrm>
            <a:custGeom>
              <a:avLst/>
              <a:pathLst>
                <a:path w="6732793" h="2465577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  <a:lnTo>
                    <a:pt x="6732793" y="2465577"/>
                  </a:lnTo>
                  <a:lnTo>
                    <a:pt x="6719617" y="2465577"/>
                  </a:lnTo>
                  <a:lnTo>
                    <a:pt x="6706441" y="2465577"/>
                  </a:lnTo>
                  <a:lnTo>
                    <a:pt x="6693266" y="2465577"/>
                  </a:lnTo>
                  <a:lnTo>
                    <a:pt x="6680090" y="2465577"/>
                  </a:lnTo>
                  <a:lnTo>
                    <a:pt x="6666914" y="2465577"/>
                  </a:lnTo>
                  <a:lnTo>
                    <a:pt x="6653738" y="2465577"/>
                  </a:lnTo>
                  <a:lnTo>
                    <a:pt x="6640563" y="2465577"/>
                  </a:lnTo>
                  <a:lnTo>
                    <a:pt x="6627387" y="2465577"/>
                  </a:lnTo>
                  <a:lnTo>
                    <a:pt x="6614211" y="2465577"/>
                  </a:lnTo>
                  <a:lnTo>
                    <a:pt x="6601035" y="2465577"/>
                  </a:lnTo>
                  <a:lnTo>
                    <a:pt x="6587860" y="2465577"/>
                  </a:lnTo>
                  <a:lnTo>
                    <a:pt x="6574684" y="2465577"/>
                  </a:lnTo>
                  <a:lnTo>
                    <a:pt x="6561508" y="2465577"/>
                  </a:lnTo>
                  <a:lnTo>
                    <a:pt x="6548333" y="2465577"/>
                  </a:lnTo>
                  <a:lnTo>
                    <a:pt x="6535157" y="2465577"/>
                  </a:lnTo>
                  <a:lnTo>
                    <a:pt x="6521981" y="2465577"/>
                  </a:lnTo>
                  <a:lnTo>
                    <a:pt x="6508805" y="2465577"/>
                  </a:lnTo>
                  <a:lnTo>
                    <a:pt x="6495630" y="2465577"/>
                  </a:lnTo>
                  <a:lnTo>
                    <a:pt x="6482454" y="2465577"/>
                  </a:lnTo>
                  <a:lnTo>
                    <a:pt x="6469278" y="2465577"/>
                  </a:lnTo>
                  <a:lnTo>
                    <a:pt x="6456103" y="2465577"/>
                  </a:lnTo>
                  <a:lnTo>
                    <a:pt x="6442927" y="2465577"/>
                  </a:lnTo>
                  <a:lnTo>
                    <a:pt x="6429751" y="2465577"/>
                  </a:lnTo>
                  <a:lnTo>
                    <a:pt x="6416575" y="2465577"/>
                  </a:lnTo>
                  <a:lnTo>
                    <a:pt x="6403400" y="2465577"/>
                  </a:lnTo>
                  <a:lnTo>
                    <a:pt x="6390224" y="2465577"/>
                  </a:lnTo>
                  <a:lnTo>
                    <a:pt x="6377048" y="2465577"/>
                  </a:lnTo>
                  <a:lnTo>
                    <a:pt x="6363873" y="2465577"/>
                  </a:lnTo>
                  <a:lnTo>
                    <a:pt x="6350697" y="2465577"/>
                  </a:lnTo>
                  <a:lnTo>
                    <a:pt x="6337521" y="2465577"/>
                  </a:lnTo>
                  <a:lnTo>
                    <a:pt x="6324345" y="2465577"/>
                  </a:lnTo>
                  <a:lnTo>
                    <a:pt x="6311170" y="2465577"/>
                  </a:lnTo>
                  <a:lnTo>
                    <a:pt x="6297994" y="2465577"/>
                  </a:lnTo>
                  <a:lnTo>
                    <a:pt x="6284818" y="2465577"/>
                  </a:lnTo>
                  <a:lnTo>
                    <a:pt x="6271642" y="2465577"/>
                  </a:lnTo>
                  <a:lnTo>
                    <a:pt x="6258467" y="2465577"/>
                  </a:lnTo>
                  <a:lnTo>
                    <a:pt x="6245291" y="2465577"/>
                  </a:lnTo>
                  <a:lnTo>
                    <a:pt x="6232115" y="2465577"/>
                  </a:lnTo>
                  <a:lnTo>
                    <a:pt x="6218940" y="2465577"/>
                  </a:lnTo>
                  <a:lnTo>
                    <a:pt x="6205764" y="2465577"/>
                  </a:lnTo>
                  <a:lnTo>
                    <a:pt x="6192588" y="2465577"/>
                  </a:lnTo>
                  <a:lnTo>
                    <a:pt x="6179412" y="2465577"/>
                  </a:lnTo>
                  <a:lnTo>
                    <a:pt x="6166237" y="2465577"/>
                  </a:lnTo>
                  <a:lnTo>
                    <a:pt x="6153061" y="2465577"/>
                  </a:lnTo>
                  <a:lnTo>
                    <a:pt x="6139885" y="2465577"/>
                  </a:lnTo>
                  <a:lnTo>
                    <a:pt x="6126710" y="2465577"/>
                  </a:lnTo>
                  <a:lnTo>
                    <a:pt x="6113534" y="2465577"/>
                  </a:lnTo>
                  <a:lnTo>
                    <a:pt x="6100358" y="2465577"/>
                  </a:lnTo>
                  <a:lnTo>
                    <a:pt x="6087182" y="2465577"/>
                  </a:lnTo>
                  <a:lnTo>
                    <a:pt x="6074007" y="2465577"/>
                  </a:lnTo>
                  <a:lnTo>
                    <a:pt x="6060831" y="2465577"/>
                  </a:lnTo>
                  <a:lnTo>
                    <a:pt x="6047655" y="2465577"/>
                  </a:lnTo>
                  <a:lnTo>
                    <a:pt x="6034480" y="2465577"/>
                  </a:lnTo>
                  <a:lnTo>
                    <a:pt x="6021304" y="2465577"/>
                  </a:lnTo>
                  <a:lnTo>
                    <a:pt x="6008128" y="2465577"/>
                  </a:lnTo>
                  <a:lnTo>
                    <a:pt x="5994952" y="2465577"/>
                  </a:lnTo>
                  <a:lnTo>
                    <a:pt x="5981777" y="2465577"/>
                  </a:lnTo>
                  <a:lnTo>
                    <a:pt x="5968601" y="2465577"/>
                  </a:lnTo>
                  <a:lnTo>
                    <a:pt x="5955425" y="2465577"/>
                  </a:lnTo>
                  <a:lnTo>
                    <a:pt x="5942249" y="2465577"/>
                  </a:lnTo>
                  <a:lnTo>
                    <a:pt x="5929074" y="2465577"/>
                  </a:lnTo>
                  <a:lnTo>
                    <a:pt x="5915898" y="2465577"/>
                  </a:lnTo>
                  <a:lnTo>
                    <a:pt x="5902722" y="2465577"/>
                  </a:lnTo>
                  <a:lnTo>
                    <a:pt x="5889547" y="2465577"/>
                  </a:lnTo>
                  <a:lnTo>
                    <a:pt x="5876371" y="2465577"/>
                  </a:lnTo>
                  <a:lnTo>
                    <a:pt x="5863195" y="2465577"/>
                  </a:lnTo>
                  <a:lnTo>
                    <a:pt x="5850019" y="2465577"/>
                  </a:lnTo>
                  <a:lnTo>
                    <a:pt x="5836844" y="2465577"/>
                  </a:lnTo>
                  <a:lnTo>
                    <a:pt x="5823668" y="2465577"/>
                  </a:lnTo>
                  <a:lnTo>
                    <a:pt x="5810492" y="2465577"/>
                  </a:lnTo>
                  <a:lnTo>
                    <a:pt x="5797317" y="2465577"/>
                  </a:lnTo>
                  <a:lnTo>
                    <a:pt x="5784141" y="2465577"/>
                  </a:lnTo>
                  <a:lnTo>
                    <a:pt x="5770965" y="2465577"/>
                  </a:lnTo>
                  <a:lnTo>
                    <a:pt x="5757789" y="2465577"/>
                  </a:lnTo>
                  <a:lnTo>
                    <a:pt x="5744614" y="2465577"/>
                  </a:lnTo>
                  <a:lnTo>
                    <a:pt x="5731438" y="2465577"/>
                  </a:lnTo>
                  <a:lnTo>
                    <a:pt x="5718262" y="2465577"/>
                  </a:lnTo>
                  <a:lnTo>
                    <a:pt x="5705086" y="2465577"/>
                  </a:lnTo>
                  <a:lnTo>
                    <a:pt x="5691911" y="2465577"/>
                  </a:lnTo>
                  <a:lnTo>
                    <a:pt x="5678735" y="2465577"/>
                  </a:lnTo>
                  <a:lnTo>
                    <a:pt x="5665559" y="2465577"/>
                  </a:lnTo>
                  <a:lnTo>
                    <a:pt x="5652384" y="2465577"/>
                  </a:lnTo>
                  <a:lnTo>
                    <a:pt x="5639208" y="2465577"/>
                  </a:lnTo>
                  <a:lnTo>
                    <a:pt x="5626032" y="2465577"/>
                  </a:lnTo>
                  <a:lnTo>
                    <a:pt x="5612856" y="2465577"/>
                  </a:lnTo>
                  <a:lnTo>
                    <a:pt x="5599681" y="2465577"/>
                  </a:lnTo>
                  <a:lnTo>
                    <a:pt x="5586505" y="2465577"/>
                  </a:lnTo>
                  <a:lnTo>
                    <a:pt x="5573329" y="2465577"/>
                  </a:lnTo>
                  <a:lnTo>
                    <a:pt x="5560154" y="2465577"/>
                  </a:lnTo>
                  <a:lnTo>
                    <a:pt x="5546978" y="2465577"/>
                  </a:lnTo>
                  <a:lnTo>
                    <a:pt x="5533802" y="2465577"/>
                  </a:lnTo>
                  <a:lnTo>
                    <a:pt x="5520626" y="2465577"/>
                  </a:lnTo>
                  <a:lnTo>
                    <a:pt x="5507451" y="2465577"/>
                  </a:lnTo>
                  <a:lnTo>
                    <a:pt x="5494275" y="2465577"/>
                  </a:lnTo>
                  <a:lnTo>
                    <a:pt x="5481099" y="2465577"/>
                  </a:lnTo>
                  <a:lnTo>
                    <a:pt x="5467924" y="2465577"/>
                  </a:lnTo>
                  <a:lnTo>
                    <a:pt x="5454748" y="2465577"/>
                  </a:lnTo>
                  <a:lnTo>
                    <a:pt x="5441572" y="2465577"/>
                  </a:lnTo>
                  <a:lnTo>
                    <a:pt x="5428396" y="2465577"/>
                  </a:lnTo>
                  <a:lnTo>
                    <a:pt x="5415221" y="2465577"/>
                  </a:lnTo>
                  <a:lnTo>
                    <a:pt x="5402045" y="2465577"/>
                  </a:lnTo>
                  <a:lnTo>
                    <a:pt x="5388869" y="2465577"/>
                  </a:lnTo>
                  <a:lnTo>
                    <a:pt x="5375693" y="2465577"/>
                  </a:lnTo>
                  <a:lnTo>
                    <a:pt x="5362518" y="2465577"/>
                  </a:lnTo>
                  <a:lnTo>
                    <a:pt x="5349342" y="2465577"/>
                  </a:lnTo>
                  <a:lnTo>
                    <a:pt x="5336166" y="2465577"/>
                  </a:lnTo>
                  <a:lnTo>
                    <a:pt x="5322991" y="2465577"/>
                  </a:lnTo>
                  <a:lnTo>
                    <a:pt x="5309815" y="2465577"/>
                  </a:lnTo>
                  <a:lnTo>
                    <a:pt x="5296639" y="2465577"/>
                  </a:lnTo>
                  <a:lnTo>
                    <a:pt x="5283463" y="2465577"/>
                  </a:lnTo>
                  <a:lnTo>
                    <a:pt x="5270288" y="2465577"/>
                  </a:lnTo>
                  <a:lnTo>
                    <a:pt x="5257112" y="2465577"/>
                  </a:lnTo>
                  <a:lnTo>
                    <a:pt x="5243936" y="2465577"/>
                  </a:lnTo>
                  <a:lnTo>
                    <a:pt x="5230761" y="2465577"/>
                  </a:lnTo>
                  <a:lnTo>
                    <a:pt x="5217585" y="2465577"/>
                  </a:lnTo>
                  <a:lnTo>
                    <a:pt x="5204409" y="2465577"/>
                  </a:lnTo>
                  <a:lnTo>
                    <a:pt x="5191233" y="2465577"/>
                  </a:lnTo>
                  <a:lnTo>
                    <a:pt x="5178058" y="2465577"/>
                  </a:lnTo>
                  <a:lnTo>
                    <a:pt x="5164882" y="2465577"/>
                  </a:lnTo>
                  <a:lnTo>
                    <a:pt x="5151706" y="2465577"/>
                  </a:lnTo>
                  <a:lnTo>
                    <a:pt x="5138531" y="2465577"/>
                  </a:lnTo>
                  <a:lnTo>
                    <a:pt x="5125355" y="2465577"/>
                  </a:lnTo>
                  <a:lnTo>
                    <a:pt x="5112179" y="2465577"/>
                  </a:lnTo>
                  <a:lnTo>
                    <a:pt x="5099003" y="2465577"/>
                  </a:lnTo>
                  <a:lnTo>
                    <a:pt x="5085828" y="2465577"/>
                  </a:lnTo>
                  <a:lnTo>
                    <a:pt x="5072652" y="2465577"/>
                  </a:lnTo>
                  <a:lnTo>
                    <a:pt x="5059476" y="2465577"/>
                  </a:lnTo>
                  <a:lnTo>
                    <a:pt x="5046300" y="2465577"/>
                  </a:lnTo>
                  <a:lnTo>
                    <a:pt x="5033125" y="2465577"/>
                  </a:lnTo>
                  <a:lnTo>
                    <a:pt x="5019949" y="2465577"/>
                  </a:lnTo>
                  <a:lnTo>
                    <a:pt x="5006773" y="2465577"/>
                  </a:lnTo>
                  <a:lnTo>
                    <a:pt x="4993598" y="2465577"/>
                  </a:lnTo>
                  <a:lnTo>
                    <a:pt x="4980422" y="2465577"/>
                  </a:lnTo>
                  <a:lnTo>
                    <a:pt x="4967246" y="2465577"/>
                  </a:lnTo>
                  <a:lnTo>
                    <a:pt x="4954070" y="2465577"/>
                  </a:lnTo>
                  <a:lnTo>
                    <a:pt x="4940895" y="2465577"/>
                  </a:lnTo>
                  <a:lnTo>
                    <a:pt x="4927719" y="2465577"/>
                  </a:lnTo>
                  <a:lnTo>
                    <a:pt x="4914543" y="2465577"/>
                  </a:lnTo>
                  <a:lnTo>
                    <a:pt x="4901368" y="2465577"/>
                  </a:lnTo>
                  <a:lnTo>
                    <a:pt x="4888192" y="2465577"/>
                  </a:lnTo>
                  <a:lnTo>
                    <a:pt x="4875016" y="2465577"/>
                  </a:lnTo>
                  <a:lnTo>
                    <a:pt x="4861840" y="2465577"/>
                  </a:lnTo>
                  <a:lnTo>
                    <a:pt x="4848665" y="2465577"/>
                  </a:lnTo>
                  <a:lnTo>
                    <a:pt x="4835489" y="2465577"/>
                  </a:lnTo>
                  <a:lnTo>
                    <a:pt x="4822313" y="2465577"/>
                  </a:lnTo>
                  <a:lnTo>
                    <a:pt x="4809138" y="2465577"/>
                  </a:lnTo>
                  <a:lnTo>
                    <a:pt x="4795962" y="2465577"/>
                  </a:lnTo>
                  <a:lnTo>
                    <a:pt x="4782786" y="2465577"/>
                  </a:lnTo>
                  <a:lnTo>
                    <a:pt x="4769610" y="2465577"/>
                  </a:lnTo>
                  <a:lnTo>
                    <a:pt x="4756435" y="2465577"/>
                  </a:lnTo>
                  <a:lnTo>
                    <a:pt x="4743259" y="2465577"/>
                  </a:lnTo>
                  <a:lnTo>
                    <a:pt x="4730083" y="2465577"/>
                  </a:lnTo>
                  <a:lnTo>
                    <a:pt x="4716907" y="2465577"/>
                  </a:lnTo>
                  <a:lnTo>
                    <a:pt x="4703732" y="2465577"/>
                  </a:lnTo>
                  <a:lnTo>
                    <a:pt x="4690556" y="2465577"/>
                  </a:lnTo>
                  <a:lnTo>
                    <a:pt x="4677380" y="2465577"/>
                  </a:lnTo>
                  <a:lnTo>
                    <a:pt x="4664205" y="2465577"/>
                  </a:lnTo>
                  <a:lnTo>
                    <a:pt x="4651029" y="2465577"/>
                  </a:lnTo>
                  <a:lnTo>
                    <a:pt x="4637853" y="2465577"/>
                  </a:lnTo>
                  <a:lnTo>
                    <a:pt x="4624677" y="2465577"/>
                  </a:lnTo>
                  <a:lnTo>
                    <a:pt x="4611502" y="2465577"/>
                  </a:lnTo>
                  <a:lnTo>
                    <a:pt x="4598326" y="2465577"/>
                  </a:lnTo>
                  <a:lnTo>
                    <a:pt x="4585150" y="2465577"/>
                  </a:lnTo>
                  <a:lnTo>
                    <a:pt x="4571975" y="2465577"/>
                  </a:lnTo>
                  <a:lnTo>
                    <a:pt x="4558799" y="2465577"/>
                  </a:lnTo>
                  <a:lnTo>
                    <a:pt x="4545623" y="2465577"/>
                  </a:lnTo>
                  <a:lnTo>
                    <a:pt x="4532447" y="2465577"/>
                  </a:lnTo>
                  <a:lnTo>
                    <a:pt x="4519272" y="2465577"/>
                  </a:lnTo>
                  <a:lnTo>
                    <a:pt x="4506096" y="2465577"/>
                  </a:lnTo>
                  <a:lnTo>
                    <a:pt x="4492920" y="2465577"/>
                  </a:lnTo>
                  <a:lnTo>
                    <a:pt x="4479744" y="2465577"/>
                  </a:lnTo>
                  <a:lnTo>
                    <a:pt x="4466569" y="2465577"/>
                  </a:lnTo>
                  <a:lnTo>
                    <a:pt x="4453393" y="2465577"/>
                  </a:lnTo>
                  <a:lnTo>
                    <a:pt x="4440217" y="2465577"/>
                  </a:lnTo>
                  <a:lnTo>
                    <a:pt x="4427042" y="2465577"/>
                  </a:lnTo>
                  <a:lnTo>
                    <a:pt x="4413866" y="2465577"/>
                  </a:lnTo>
                  <a:lnTo>
                    <a:pt x="4400690" y="2465577"/>
                  </a:lnTo>
                  <a:lnTo>
                    <a:pt x="4387514" y="2465577"/>
                  </a:lnTo>
                  <a:lnTo>
                    <a:pt x="4374339" y="2465577"/>
                  </a:lnTo>
                  <a:lnTo>
                    <a:pt x="4361163" y="2465577"/>
                  </a:lnTo>
                  <a:lnTo>
                    <a:pt x="4347987" y="2465577"/>
                  </a:lnTo>
                  <a:lnTo>
                    <a:pt x="4334812" y="2465577"/>
                  </a:lnTo>
                  <a:lnTo>
                    <a:pt x="4321636" y="2465577"/>
                  </a:lnTo>
                  <a:lnTo>
                    <a:pt x="4308460" y="2465577"/>
                  </a:lnTo>
                  <a:lnTo>
                    <a:pt x="4295284" y="2465577"/>
                  </a:lnTo>
                  <a:lnTo>
                    <a:pt x="4282109" y="2465577"/>
                  </a:lnTo>
                  <a:lnTo>
                    <a:pt x="4268933" y="2465577"/>
                  </a:lnTo>
                  <a:lnTo>
                    <a:pt x="4255757" y="2465577"/>
                  </a:lnTo>
                  <a:lnTo>
                    <a:pt x="4242582" y="2465577"/>
                  </a:lnTo>
                  <a:lnTo>
                    <a:pt x="4229406" y="2465577"/>
                  </a:lnTo>
                  <a:lnTo>
                    <a:pt x="4216230" y="2465577"/>
                  </a:lnTo>
                  <a:lnTo>
                    <a:pt x="4203054" y="2465577"/>
                  </a:lnTo>
                  <a:lnTo>
                    <a:pt x="4189879" y="2465577"/>
                  </a:lnTo>
                  <a:lnTo>
                    <a:pt x="4176703" y="2465577"/>
                  </a:lnTo>
                  <a:lnTo>
                    <a:pt x="4163527" y="2465577"/>
                  </a:lnTo>
                  <a:lnTo>
                    <a:pt x="4150351" y="2465577"/>
                  </a:lnTo>
                  <a:lnTo>
                    <a:pt x="4137176" y="2465577"/>
                  </a:lnTo>
                  <a:lnTo>
                    <a:pt x="4124000" y="2465577"/>
                  </a:lnTo>
                  <a:lnTo>
                    <a:pt x="4110824" y="2465577"/>
                  </a:lnTo>
                  <a:lnTo>
                    <a:pt x="4097649" y="2465577"/>
                  </a:lnTo>
                  <a:lnTo>
                    <a:pt x="4084473" y="2465577"/>
                  </a:lnTo>
                  <a:lnTo>
                    <a:pt x="4071297" y="2465577"/>
                  </a:lnTo>
                  <a:lnTo>
                    <a:pt x="4058121" y="2465577"/>
                  </a:lnTo>
                  <a:lnTo>
                    <a:pt x="4044946" y="2465577"/>
                  </a:lnTo>
                  <a:lnTo>
                    <a:pt x="4031770" y="2465577"/>
                  </a:lnTo>
                  <a:lnTo>
                    <a:pt x="4018594" y="2465577"/>
                  </a:lnTo>
                  <a:lnTo>
                    <a:pt x="4005419" y="2465577"/>
                  </a:lnTo>
                  <a:lnTo>
                    <a:pt x="3992243" y="2465577"/>
                  </a:lnTo>
                  <a:lnTo>
                    <a:pt x="3979067" y="2465577"/>
                  </a:lnTo>
                  <a:lnTo>
                    <a:pt x="3965891" y="2465577"/>
                  </a:lnTo>
                  <a:lnTo>
                    <a:pt x="3952716" y="2465577"/>
                  </a:lnTo>
                  <a:lnTo>
                    <a:pt x="3939540" y="2465577"/>
                  </a:lnTo>
                  <a:lnTo>
                    <a:pt x="3926364" y="2465577"/>
                  </a:lnTo>
                  <a:lnTo>
                    <a:pt x="3913189" y="2465577"/>
                  </a:lnTo>
                  <a:lnTo>
                    <a:pt x="3900013" y="2465577"/>
                  </a:lnTo>
                  <a:lnTo>
                    <a:pt x="3886837" y="2465577"/>
                  </a:lnTo>
                  <a:lnTo>
                    <a:pt x="3873661" y="2465577"/>
                  </a:lnTo>
                  <a:lnTo>
                    <a:pt x="3860486" y="2465577"/>
                  </a:lnTo>
                  <a:lnTo>
                    <a:pt x="3847310" y="2465577"/>
                  </a:lnTo>
                  <a:lnTo>
                    <a:pt x="3834134" y="2465577"/>
                  </a:lnTo>
                  <a:lnTo>
                    <a:pt x="3820958" y="2465577"/>
                  </a:lnTo>
                  <a:lnTo>
                    <a:pt x="3807783" y="2465577"/>
                  </a:lnTo>
                  <a:lnTo>
                    <a:pt x="3794607" y="2465577"/>
                  </a:lnTo>
                  <a:lnTo>
                    <a:pt x="3781431" y="2465577"/>
                  </a:lnTo>
                  <a:lnTo>
                    <a:pt x="3768256" y="2465577"/>
                  </a:lnTo>
                  <a:lnTo>
                    <a:pt x="3755080" y="2465577"/>
                  </a:lnTo>
                  <a:lnTo>
                    <a:pt x="3741904" y="2465577"/>
                  </a:lnTo>
                  <a:lnTo>
                    <a:pt x="3728728" y="2465577"/>
                  </a:lnTo>
                  <a:lnTo>
                    <a:pt x="3715553" y="2465577"/>
                  </a:lnTo>
                  <a:lnTo>
                    <a:pt x="3702377" y="2465577"/>
                  </a:lnTo>
                  <a:lnTo>
                    <a:pt x="3689201" y="2465577"/>
                  </a:lnTo>
                  <a:lnTo>
                    <a:pt x="3676026" y="2465577"/>
                  </a:lnTo>
                  <a:lnTo>
                    <a:pt x="3662850" y="2465577"/>
                  </a:lnTo>
                  <a:lnTo>
                    <a:pt x="3649674" y="2465577"/>
                  </a:lnTo>
                  <a:lnTo>
                    <a:pt x="3636498" y="2465577"/>
                  </a:lnTo>
                  <a:lnTo>
                    <a:pt x="3623323" y="2465577"/>
                  </a:lnTo>
                  <a:lnTo>
                    <a:pt x="3610147" y="2465577"/>
                  </a:lnTo>
                  <a:lnTo>
                    <a:pt x="3596971" y="2465577"/>
                  </a:lnTo>
                  <a:lnTo>
                    <a:pt x="3583795" y="2465577"/>
                  </a:lnTo>
                  <a:lnTo>
                    <a:pt x="3570620" y="2465577"/>
                  </a:lnTo>
                  <a:lnTo>
                    <a:pt x="3557444" y="2465577"/>
                  </a:lnTo>
                  <a:lnTo>
                    <a:pt x="3544268" y="2465577"/>
                  </a:lnTo>
                  <a:lnTo>
                    <a:pt x="3531093" y="2465577"/>
                  </a:lnTo>
                  <a:lnTo>
                    <a:pt x="3517917" y="2465577"/>
                  </a:lnTo>
                  <a:lnTo>
                    <a:pt x="3504741" y="2465577"/>
                  </a:lnTo>
                  <a:lnTo>
                    <a:pt x="3491565" y="2465577"/>
                  </a:lnTo>
                  <a:lnTo>
                    <a:pt x="3478390" y="2465577"/>
                  </a:lnTo>
                  <a:lnTo>
                    <a:pt x="3465214" y="2465577"/>
                  </a:lnTo>
                  <a:lnTo>
                    <a:pt x="3452038" y="2465577"/>
                  </a:lnTo>
                  <a:lnTo>
                    <a:pt x="3438863" y="2465577"/>
                  </a:lnTo>
                  <a:lnTo>
                    <a:pt x="3425687" y="2465577"/>
                  </a:lnTo>
                  <a:lnTo>
                    <a:pt x="3412511" y="2465577"/>
                  </a:lnTo>
                  <a:lnTo>
                    <a:pt x="3399335" y="2465577"/>
                  </a:lnTo>
                  <a:lnTo>
                    <a:pt x="3386160" y="2465577"/>
                  </a:lnTo>
                  <a:lnTo>
                    <a:pt x="3372984" y="2465577"/>
                  </a:lnTo>
                  <a:lnTo>
                    <a:pt x="3359808" y="2465577"/>
                  </a:lnTo>
                  <a:lnTo>
                    <a:pt x="3346633" y="2465577"/>
                  </a:lnTo>
                  <a:lnTo>
                    <a:pt x="3333457" y="2465577"/>
                  </a:lnTo>
                  <a:lnTo>
                    <a:pt x="3320281" y="2465577"/>
                  </a:lnTo>
                  <a:lnTo>
                    <a:pt x="3307105" y="2465577"/>
                  </a:lnTo>
                  <a:lnTo>
                    <a:pt x="3293930" y="2465577"/>
                  </a:lnTo>
                  <a:lnTo>
                    <a:pt x="3280754" y="2465577"/>
                  </a:lnTo>
                  <a:lnTo>
                    <a:pt x="3267578" y="2465577"/>
                  </a:lnTo>
                  <a:lnTo>
                    <a:pt x="3254402" y="2465577"/>
                  </a:lnTo>
                  <a:lnTo>
                    <a:pt x="3241227" y="2465577"/>
                  </a:lnTo>
                  <a:lnTo>
                    <a:pt x="3228051" y="2465577"/>
                  </a:lnTo>
                  <a:lnTo>
                    <a:pt x="3214875" y="2465577"/>
                  </a:lnTo>
                  <a:lnTo>
                    <a:pt x="3201700" y="2465577"/>
                  </a:lnTo>
                  <a:lnTo>
                    <a:pt x="3188524" y="2465577"/>
                  </a:lnTo>
                  <a:lnTo>
                    <a:pt x="3175348" y="2465577"/>
                  </a:lnTo>
                  <a:lnTo>
                    <a:pt x="3162172" y="2465577"/>
                  </a:lnTo>
                  <a:lnTo>
                    <a:pt x="3148997" y="2465577"/>
                  </a:lnTo>
                  <a:lnTo>
                    <a:pt x="3135821" y="2465577"/>
                  </a:lnTo>
                  <a:lnTo>
                    <a:pt x="3122645" y="2465577"/>
                  </a:lnTo>
                  <a:lnTo>
                    <a:pt x="3109470" y="2465577"/>
                  </a:lnTo>
                  <a:lnTo>
                    <a:pt x="3096294" y="2465577"/>
                  </a:lnTo>
                  <a:lnTo>
                    <a:pt x="3083118" y="2465577"/>
                  </a:lnTo>
                  <a:lnTo>
                    <a:pt x="3069942" y="2465577"/>
                  </a:lnTo>
                  <a:lnTo>
                    <a:pt x="3056767" y="2465577"/>
                  </a:lnTo>
                  <a:lnTo>
                    <a:pt x="3043591" y="2465577"/>
                  </a:lnTo>
                  <a:lnTo>
                    <a:pt x="3030415" y="2465577"/>
                  </a:lnTo>
                  <a:lnTo>
                    <a:pt x="3017240" y="2465577"/>
                  </a:lnTo>
                  <a:lnTo>
                    <a:pt x="3004064" y="2465577"/>
                  </a:lnTo>
                  <a:lnTo>
                    <a:pt x="2990888" y="2465577"/>
                  </a:lnTo>
                  <a:lnTo>
                    <a:pt x="2977712" y="2465577"/>
                  </a:lnTo>
                  <a:lnTo>
                    <a:pt x="2964537" y="2465577"/>
                  </a:lnTo>
                  <a:lnTo>
                    <a:pt x="2951361" y="2465577"/>
                  </a:lnTo>
                  <a:lnTo>
                    <a:pt x="2938185" y="2465577"/>
                  </a:lnTo>
                  <a:lnTo>
                    <a:pt x="2925009" y="2465577"/>
                  </a:lnTo>
                  <a:lnTo>
                    <a:pt x="2911834" y="2465577"/>
                  </a:lnTo>
                  <a:lnTo>
                    <a:pt x="2898658" y="2465577"/>
                  </a:lnTo>
                  <a:lnTo>
                    <a:pt x="2885482" y="2465577"/>
                  </a:lnTo>
                  <a:lnTo>
                    <a:pt x="2872307" y="2465577"/>
                  </a:lnTo>
                  <a:lnTo>
                    <a:pt x="2859131" y="2465577"/>
                  </a:lnTo>
                  <a:lnTo>
                    <a:pt x="2845955" y="2465577"/>
                  </a:lnTo>
                  <a:lnTo>
                    <a:pt x="2832779" y="2465577"/>
                  </a:lnTo>
                  <a:lnTo>
                    <a:pt x="2819604" y="2465577"/>
                  </a:lnTo>
                  <a:lnTo>
                    <a:pt x="2806428" y="2465577"/>
                  </a:lnTo>
                  <a:lnTo>
                    <a:pt x="2793252" y="2465577"/>
                  </a:lnTo>
                  <a:lnTo>
                    <a:pt x="2780077" y="2465577"/>
                  </a:lnTo>
                  <a:lnTo>
                    <a:pt x="2766901" y="2465577"/>
                  </a:lnTo>
                  <a:lnTo>
                    <a:pt x="2753725" y="2465577"/>
                  </a:lnTo>
                  <a:lnTo>
                    <a:pt x="2740549" y="2465577"/>
                  </a:lnTo>
                  <a:lnTo>
                    <a:pt x="2727374" y="2465577"/>
                  </a:lnTo>
                  <a:lnTo>
                    <a:pt x="2714198" y="2465577"/>
                  </a:lnTo>
                  <a:lnTo>
                    <a:pt x="2701022" y="2465577"/>
                  </a:lnTo>
                  <a:lnTo>
                    <a:pt x="2687846" y="2465577"/>
                  </a:lnTo>
                  <a:lnTo>
                    <a:pt x="2674671" y="2465577"/>
                  </a:lnTo>
                  <a:lnTo>
                    <a:pt x="2661495" y="2465577"/>
                  </a:lnTo>
                  <a:lnTo>
                    <a:pt x="2648319" y="2465577"/>
                  </a:lnTo>
                  <a:lnTo>
                    <a:pt x="2635144" y="2465577"/>
                  </a:lnTo>
                  <a:lnTo>
                    <a:pt x="2621968" y="2465577"/>
                  </a:lnTo>
                  <a:lnTo>
                    <a:pt x="2608792" y="2465577"/>
                  </a:lnTo>
                  <a:lnTo>
                    <a:pt x="2595616" y="2465577"/>
                  </a:lnTo>
                  <a:lnTo>
                    <a:pt x="2582441" y="2465577"/>
                  </a:lnTo>
                  <a:lnTo>
                    <a:pt x="2569265" y="2465577"/>
                  </a:lnTo>
                  <a:lnTo>
                    <a:pt x="2556089" y="2465577"/>
                  </a:lnTo>
                  <a:lnTo>
                    <a:pt x="2542914" y="2465577"/>
                  </a:lnTo>
                  <a:lnTo>
                    <a:pt x="2529738" y="2465577"/>
                  </a:lnTo>
                  <a:lnTo>
                    <a:pt x="2516562" y="2465577"/>
                  </a:lnTo>
                  <a:lnTo>
                    <a:pt x="2503386" y="2465577"/>
                  </a:lnTo>
                  <a:lnTo>
                    <a:pt x="2490211" y="2465577"/>
                  </a:lnTo>
                  <a:lnTo>
                    <a:pt x="2477035" y="2465577"/>
                  </a:lnTo>
                  <a:lnTo>
                    <a:pt x="2463859" y="2465577"/>
                  </a:lnTo>
                  <a:lnTo>
                    <a:pt x="2450684" y="2465577"/>
                  </a:lnTo>
                  <a:lnTo>
                    <a:pt x="2437508" y="2465577"/>
                  </a:lnTo>
                  <a:lnTo>
                    <a:pt x="2424332" y="2465577"/>
                  </a:lnTo>
                  <a:lnTo>
                    <a:pt x="2411156" y="2465577"/>
                  </a:lnTo>
                  <a:lnTo>
                    <a:pt x="2397981" y="2465577"/>
                  </a:lnTo>
                  <a:lnTo>
                    <a:pt x="2384805" y="2465577"/>
                  </a:lnTo>
                  <a:lnTo>
                    <a:pt x="2371629" y="2465577"/>
                  </a:lnTo>
                  <a:lnTo>
                    <a:pt x="2358453" y="2465577"/>
                  </a:lnTo>
                  <a:lnTo>
                    <a:pt x="2345278" y="2465577"/>
                  </a:lnTo>
                  <a:lnTo>
                    <a:pt x="2332102" y="2465577"/>
                  </a:lnTo>
                  <a:lnTo>
                    <a:pt x="2318926" y="2465577"/>
                  </a:lnTo>
                  <a:lnTo>
                    <a:pt x="2305751" y="2465577"/>
                  </a:lnTo>
                  <a:lnTo>
                    <a:pt x="2292575" y="2465577"/>
                  </a:lnTo>
                  <a:lnTo>
                    <a:pt x="2279399" y="2465577"/>
                  </a:lnTo>
                  <a:lnTo>
                    <a:pt x="2266223" y="2465577"/>
                  </a:lnTo>
                  <a:lnTo>
                    <a:pt x="2253048" y="2465577"/>
                  </a:lnTo>
                  <a:lnTo>
                    <a:pt x="2239872" y="2465577"/>
                  </a:lnTo>
                  <a:lnTo>
                    <a:pt x="2226696" y="2465577"/>
                  </a:lnTo>
                  <a:lnTo>
                    <a:pt x="2213521" y="2465577"/>
                  </a:lnTo>
                  <a:lnTo>
                    <a:pt x="2200345" y="2465577"/>
                  </a:lnTo>
                  <a:lnTo>
                    <a:pt x="2187169" y="2465577"/>
                  </a:lnTo>
                  <a:lnTo>
                    <a:pt x="2173993" y="2465577"/>
                  </a:lnTo>
                  <a:lnTo>
                    <a:pt x="2160818" y="2465577"/>
                  </a:lnTo>
                  <a:lnTo>
                    <a:pt x="2147642" y="2465577"/>
                  </a:lnTo>
                  <a:lnTo>
                    <a:pt x="2134466" y="2465577"/>
                  </a:lnTo>
                  <a:lnTo>
                    <a:pt x="2121291" y="2465577"/>
                  </a:lnTo>
                  <a:lnTo>
                    <a:pt x="2108115" y="2465577"/>
                  </a:lnTo>
                  <a:lnTo>
                    <a:pt x="2094939" y="2465577"/>
                  </a:lnTo>
                  <a:lnTo>
                    <a:pt x="2081763" y="2465577"/>
                  </a:lnTo>
                  <a:lnTo>
                    <a:pt x="2068588" y="2465577"/>
                  </a:lnTo>
                  <a:lnTo>
                    <a:pt x="2055412" y="2465577"/>
                  </a:lnTo>
                  <a:lnTo>
                    <a:pt x="2042236" y="2465577"/>
                  </a:lnTo>
                  <a:lnTo>
                    <a:pt x="2029060" y="2465577"/>
                  </a:lnTo>
                  <a:lnTo>
                    <a:pt x="2015885" y="2465577"/>
                  </a:lnTo>
                  <a:lnTo>
                    <a:pt x="2002709" y="2465577"/>
                  </a:lnTo>
                  <a:lnTo>
                    <a:pt x="1989533" y="2465577"/>
                  </a:lnTo>
                  <a:lnTo>
                    <a:pt x="1976358" y="2465577"/>
                  </a:lnTo>
                  <a:lnTo>
                    <a:pt x="1963182" y="2465577"/>
                  </a:lnTo>
                  <a:lnTo>
                    <a:pt x="1950006" y="2465577"/>
                  </a:lnTo>
                  <a:lnTo>
                    <a:pt x="1936830" y="2465577"/>
                  </a:lnTo>
                  <a:lnTo>
                    <a:pt x="1923655" y="2465577"/>
                  </a:lnTo>
                  <a:lnTo>
                    <a:pt x="1910479" y="2465577"/>
                  </a:lnTo>
                  <a:lnTo>
                    <a:pt x="1897303" y="2465577"/>
                  </a:lnTo>
                  <a:lnTo>
                    <a:pt x="1884128" y="2465577"/>
                  </a:lnTo>
                  <a:lnTo>
                    <a:pt x="1870952" y="2465577"/>
                  </a:lnTo>
                  <a:lnTo>
                    <a:pt x="1857776" y="2465577"/>
                  </a:lnTo>
                  <a:lnTo>
                    <a:pt x="1844600" y="2465577"/>
                  </a:lnTo>
                  <a:lnTo>
                    <a:pt x="1831425" y="2465577"/>
                  </a:lnTo>
                  <a:lnTo>
                    <a:pt x="1818249" y="2465577"/>
                  </a:lnTo>
                  <a:lnTo>
                    <a:pt x="1805073" y="2465577"/>
                  </a:lnTo>
                  <a:lnTo>
                    <a:pt x="1791897" y="2465577"/>
                  </a:lnTo>
                  <a:lnTo>
                    <a:pt x="1778722" y="2465577"/>
                  </a:lnTo>
                  <a:lnTo>
                    <a:pt x="1765546" y="2465577"/>
                  </a:lnTo>
                  <a:lnTo>
                    <a:pt x="1752370" y="2465577"/>
                  </a:lnTo>
                  <a:lnTo>
                    <a:pt x="1739195" y="2465577"/>
                  </a:lnTo>
                  <a:lnTo>
                    <a:pt x="1726019" y="2465577"/>
                  </a:lnTo>
                  <a:lnTo>
                    <a:pt x="1712843" y="2465577"/>
                  </a:lnTo>
                  <a:lnTo>
                    <a:pt x="1699667" y="2465577"/>
                  </a:lnTo>
                  <a:lnTo>
                    <a:pt x="1686492" y="2465577"/>
                  </a:lnTo>
                  <a:lnTo>
                    <a:pt x="1673316" y="2465577"/>
                  </a:lnTo>
                  <a:lnTo>
                    <a:pt x="1660140" y="2465577"/>
                  </a:lnTo>
                  <a:lnTo>
                    <a:pt x="1646965" y="2465577"/>
                  </a:lnTo>
                  <a:lnTo>
                    <a:pt x="1633789" y="2465577"/>
                  </a:lnTo>
                  <a:lnTo>
                    <a:pt x="1620613" y="2465577"/>
                  </a:lnTo>
                  <a:lnTo>
                    <a:pt x="1607437" y="2465577"/>
                  </a:lnTo>
                  <a:lnTo>
                    <a:pt x="1594262" y="2465577"/>
                  </a:lnTo>
                  <a:lnTo>
                    <a:pt x="1581086" y="2465577"/>
                  </a:lnTo>
                  <a:lnTo>
                    <a:pt x="1567910" y="2465577"/>
                  </a:lnTo>
                  <a:lnTo>
                    <a:pt x="1554735" y="2465577"/>
                  </a:lnTo>
                  <a:lnTo>
                    <a:pt x="1541559" y="2465577"/>
                  </a:lnTo>
                  <a:lnTo>
                    <a:pt x="1528383" y="2465577"/>
                  </a:lnTo>
                  <a:lnTo>
                    <a:pt x="1515207" y="2465577"/>
                  </a:lnTo>
                  <a:lnTo>
                    <a:pt x="1502032" y="2465577"/>
                  </a:lnTo>
                  <a:lnTo>
                    <a:pt x="1488856" y="2465577"/>
                  </a:lnTo>
                  <a:lnTo>
                    <a:pt x="1475680" y="2465577"/>
                  </a:lnTo>
                  <a:lnTo>
                    <a:pt x="1462504" y="2465577"/>
                  </a:lnTo>
                  <a:lnTo>
                    <a:pt x="1449329" y="2465577"/>
                  </a:lnTo>
                  <a:lnTo>
                    <a:pt x="1436153" y="2465577"/>
                  </a:lnTo>
                  <a:lnTo>
                    <a:pt x="1422977" y="2465577"/>
                  </a:lnTo>
                  <a:lnTo>
                    <a:pt x="1409802" y="2465577"/>
                  </a:lnTo>
                  <a:lnTo>
                    <a:pt x="1396626" y="2465577"/>
                  </a:lnTo>
                  <a:lnTo>
                    <a:pt x="1383450" y="2465577"/>
                  </a:lnTo>
                  <a:lnTo>
                    <a:pt x="1370274" y="2465577"/>
                  </a:lnTo>
                  <a:lnTo>
                    <a:pt x="1357099" y="2465577"/>
                  </a:lnTo>
                  <a:lnTo>
                    <a:pt x="1343923" y="2465577"/>
                  </a:lnTo>
                  <a:lnTo>
                    <a:pt x="1330747" y="2465577"/>
                  </a:lnTo>
                  <a:lnTo>
                    <a:pt x="1317572" y="2465577"/>
                  </a:lnTo>
                  <a:lnTo>
                    <a:pt x="1304396" y="2465577"/>
                  </a:lnTo>
                  <a:lnTo>
                    <a:pt x="1291220" y="2465577"/>
                  </a:lnTo>
                  <a:lnTo>
                    <a:pt x="1278044" y="2465577"/>
                  </a:lnTo>
                  <a:lnTo>
                    <a:pt x="1264869" y="2465577"/>
                  </a:lnTo>
                  <a:lnTo>
                    <a:pt x="1251693" y="2465577"/>
                  </a:lnTo>
                  <a:lnTo>
                    <a:pt x="1238517" y="2465577"/>
                  </a:lnTo>
                  <a:lnTo>
                    <a:pt x="1225342" y="2465577"/>
                  </a:lnTo>
                  <a:lnTo>
                    <a:pt x="1212166" y="2465577"/>
                  </a:lnTo>
                  <a:lnTo>
                    <a:pt x="1198990" y="2465577"/>
                  </a:lnTo>
                  <a:lnTo>
                    <a:pt x="1185814" y="2465577"/>
                  </a:lnTo>
                  <a:lnTo>
                    <a:pt x="1172639" y="2465577"/>
                  </a:lnTo>
                  <a:lnTo>
                    <a:pt x="1159463" y="2465577"/>
                  </a:lnTo>
                  <a:lnTo>
                    <a:pt x="1146287" y="2465577"/>
                  </a:lnTo>
                  <a:lnTo>
                    <a:pt x="1133111" y="2465577"/>
                  </a:lnTo>
                  <a:lnTo>
                    <a:pt x="1119936" y="2465577"/>
                  </a:lnTo>
                  <a:lnTo>
                    <a:pt x="1106760" y="2465577"/>
                  </a:lnTo>
                  <a:lnTo>
                    <a:pt x="1093584" y="2465577"/>
                  </a:lnTo>
                  <a:lnTo>
                    <a:pt x="1080409" y="2465577"/>
                  </a:lnTo>
                  <a:lnTo>
                    <a:pt x="1067233" y="2465577"/>
                  </a:lnTo>
                  <a:lnTo>
                    <a:pt x="1054057" y="2465577"/>
                  </a:lnTo>
                  <a:lnTo>
                    <a:pt x="1040881" y="2465577"/>
                  </a:lnTo>
                  <a:lnTo>
                    <a:pt x="1027706" y="2465577"/>
                  </a:lnTo>
                  <a:lnTo>
                    <a:pt x="1014530" y="2465577"/>
                  </a:lnTo>
                  <a:lnTo>
                    <a:pt x="1001354" y="2465577"/>
                  </a:lnTo>
                  <a:lnTo>
                    <a:pt x="988179" y="2465577"/>
                  </a:lnTo>
                  <a:lnTo>
                    <a:pt x="975003" y="2465577"/>
                  </a:lnTo>
                  <a:lnTo>
                    <a:pt x="961827" y="2465577"/>
                  </a:lnTo>
                  <a:lnTo>
                    <a:pt x="948651" y="2465577"/>
                  </a:lnTo>
                  <a:lnTo>
                    <a:pt x="935476" y="2465577"/>
                  </a:lnTo>
                  <a:lnTo>
                    <a:pt x="922300" y="2465577"/>
                  </a:lnTo>
                  <a:lnTo>
                    <a:pt x="909124" y="2465577"/>
                  </a:lnTo>
                  <a:lnTo>
                    <a:pt x="895948" y="2465577"/>
                  </a:lnTo>
                  <a:lnTo>
                    <a:pt x="882773" y="2465577"/>
                  </a:lnTo>
                  <a:lnTo>
                    <a:pt x="869597" y="2465577"/>
                  </a:lnTo>
                  <a:lnTo>
                    <a:pt x="856421" y="2465577"/>
                  </a:lnTo>
                  <a:lnTo>
                    <a:pt x="843246" y="2465577"/>
                  </a:lnTo>
                  <a:lnTo>
                    <a:pt x="830070" y="2465577"/>
                  </a:lnTo>
                  <a:lnTo>
                    <a:pt x="816894" y="2465577"/>
                  </a:lnTo>
                  <a:lnTo>
                    <a:pt x="803718" y="2465577"/>
                  </a:lnTo>
                  <a:lnTo>
                    <a:pt x="790543" y="2465577"/>
                  </a:lnTo>
                  <a:lnTo>
                    <a:pt x="777367" y="2465577"/>
                  </a:lnTo>
                  <a:lnTo>
                    <a:pt x="764191" y="2465577"/>
                  </a:lnTo>
                  <a:lnTo>
                    <a:pt x="751016" y="2465577"/>
                  </a:lnTo>
                  <a:lnTo>
                    <a:pt x="737840" y="2465577"/>
                  </a:lnTo>
                  <a:lnTo>
                    <a:pt x="724664" y="2465577"/>
                  </a:lnTo>
                  <a:lnTo>
                    <a:pt x="711488" y="2465577"/>
                  </a:lnTo>
                  <a:lnTo>
                    <a:pt x="698313" y="2465577"/>
                  </a:lnTo>
                  <a:lnTo>
                    <a:pt x="685137" y="2465577"/>
                  </a:lnTo>
                  <a:lnTo>
                    <a:pt x="671961" y="2465577"/>
                  </a:lnTo>
                  <a:lnTo>
                    <a:pt x="658786" y="2465577"/>
                  </a:lnTo>
                  <a:lnTo>
                    <a:pt x="645610" y="2465577"/>
                  </a:lnTo>
                  <a:lnTo>
                    <a:pt x="632434" y="2465577"/>
                  </a:lnTo>
                  <a:lnTo>
                    <a:pt x="619258" y="2465577"/>
                  </a:lnTo>
                  <a:lnTo>
                    <a:pt x="606083" y="2465577"/>
                  </a:lnTo>
                  <a:lnTo>
                    <a:pt x="592907" y="2465577"/>
                  </a:lnTo>
                  <a:lnTo>
                    <a:pt x="579731" y="2465577"/>
                  </a:lnTo>
                  <a:lnTo>
                    <a:pt x="566555" y="2465577"/>
                  </a:lnTo>
                  <a:lnTo>
                    <a:pt x="553380" y="2465577"/>
                  </a:lnTo>
                  <a:lnTo>
                    <a:pt x="540204" y="2465577"/>
                  </a:lnTo>
                  <a:lnTo>
                    <a:pt x="527028" y="2465577"/>
                  </a:lnTo>
                  <a:lnTo>
                    <a:pt x="513853" y="2465577"/>
                  </a:lnTo>
                  <a:lnTo>
                    <a:pt x="500677" y="2465577"/>
                  </a:lnTo>
                  <a:lnTo>
                    <a:pt x="487501" y="2465577"/>
                  </a:lnTo>
                  <a:lnTo>
                    <a:pt x="474325" y="2465577"/>
                  </a:lnTo>
                  <a:lnTo>
                    <a:pt x="461150" y="2465577"/>
                  </a:lnTo>
                  <a:lnTo>
                    <a:pt x="447974" y="2465577"/>
                  </a:lnTo>
                  <a:lnTo>
                    <a:pt x="434798" y="2465577"/>
                  </a:lnTo>
                  <a:lnTo>
                    <a:pt x="421623" y="2465577"/>
                  </a:lnTo>
                  <a:lnTo>
                    <a:pt x="408447" y="2465577"/>
                  </a:lnTo>
                  <a:lnTo>
                    <a:pt x="395271" y="2465577"/>
                  </a:lnTo>
                  <a:lnTo>
                    <a:pt x="382095" y="2465577"/>
                  </a:lnTo>
                  <a:lnTo>
                    <a:pt x="368920" y="2465577"/>
                  </a:lnTo>
                  <a:lnTo>
                    <a:pt x="355744" y="2465577"/>
                  </a:lnTo>
                  <a:lnTo>
                    <a:pt x="342568" y="2465577"/>
                  </a:lnTo>
                  <a:lnTo>
                    <a:pt x="329393" y="2465577"/>
                  </a:lnTo>
                  <a:lnTo>
                    <a:pt x="316217" y="2465577"/>
                  </a:lnTo>
                  <a:lnTo>
                    <a:pt x="303041" y="2465577"/>
                  </a:lnTo>
                  <a:lnTo>
                    <a:pt x="289865" y="2465577"/>
                  </a:lnTo>
                  <a:lnTo>
                    <a:pt x="276690" y="2465577"/>
                  </a:lnTo>
                  <a:lnTo>
                    <a:pt x="263514" y="2465577"/>
                  </a:lnTo>
                  <a:lnTo>
                    <a:pt x="250338" y="2465577"/>
                  </a:lnTo>
                  <a:lnTo>
                    <a:pt x="237162" y="2465577"/>
                  </a:lnTo>
                  <a:lnTo>
                    <a:pt x="223987" y="2465577"/>
                  </a:lnTo>
                  <a:lnTo>
                    <a:pt x="210811" y="2465577"/>
                  </a:lnTo>
                  <a:lnTo>
                    <a:pt x="197635" y="2465577"/>
                  </a:lnTo>
                  <a:lnTo>
                    <a:pt x="184460" y="2465577"/>
                  </a:lnTo>
                  <a:lnTo>
                    <a:pt x="171284" y="2465577"/>
                  </a:lnTo>
                  <a:lnTo>
                    <a:pt x="158108" y="2465577"/>
                  </a:lnTo>
                  <a:lnTo>
                    <a:pt x="144932" y="2465577"/>
                  </a:lnTo>
                  <a:lnTo>
                    <a:pt x="131757" y="2465577"/>
                  </a:lnTo>
                  <a:lnTo>
                    <a:pt x="118581" y="2465577"/>
                  </a:lnTo>
                  <a:lnTo>
                    <a:pt x="105405" y="2465577"/>
                  </a:lnTo>
                  <a:lnTo>
                    <a:pt x="92230" y="2465577"/>
                  </a:lnTo>
                  <a:lnTo>
                    <a:pt x="79054" y="2465577"/>
                  </a:lnTo>
                  <a:lnTo>
                    <a:pt x="65878" y="2465577"/>
                  </a:lnTo>
                  <a:lnTo>
                    <a:pt x="52702" y="2465577"/>
                  </a:lnTo>
                  <a:lnTo>
                    <a:pt x="39527" y="2465577"/>
                  </a:lnTo>
                  <a:lnTo>
                    <a:pt x="26351" y="2465577"/>
                  </a:lnTo>
                  <a:lnTo>
                    <a:pt x="13175" y="2465577"/>
                  </a:lnTo>
                  <a:lnTo>
                    <a:pt x="0" y="2465577"/>
                  </a:lnTo>
                  <a:close/>
                </a:path>
              </a:pathLst>
            </a:custGeom>
            <a:solidFill>
              <a:srgbClr val="33A02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3008552"/>
              <a:ext cx="6732793" cy="2314964"/>
            </a:xfrm>
            <a:custGeom>
              <a:avLst/>
              <a:pathLst>
                <a:path w="6732793" h="2314964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</a:path>
              </a:pathLst>
            </a:custGeom>
            <a:ln w="18970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2315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57007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1699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6391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45748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8886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31974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43466" y="5870717"/>
              <a:ext cx="590345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dose (mg)  =  AUC × (eGFR + 25),  eGFR capped at 125 mL/min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313190" y="4018534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2633327" y="2078757"/>
              <a:ext cx="194255" cy="1942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18970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595634" y="2078757"/>
              <a:ext cx="194256" cy="194255"/>
            </a:xfrm>
            <a:prstGeom prst="rect">
              <a:avLst/>
            </a:prstGeom>
            <a:solidFill>
              <a:srgbClr val="33A02C">
                <a:alpha val="34901"/>
              </a:srgbClr>
            </a:solidFill>
            <a:ln w="18970" cap="flat">
              <a:solidFill>
                <a:srgbClr val="33A02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928751" y="2124907"/>
              <a:ext cx="25657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(BSA-adjusted eGFRCR-CYS)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891058" y="2124907"/>
              <a:ext cx="127860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(CG-CrCl)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92159" y="1688767"/>
              <a:ext cx="66261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Carboplatin Dose: CG-CrCl vs BSA-adjusted eGFRCR-CYS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2026-07-21T17:04:40Z</dcterms:modified>
  <cp:category/>
</cp:coreProperties>
</file>