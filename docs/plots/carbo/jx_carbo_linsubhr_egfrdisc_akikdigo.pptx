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16084"/>
            </a:xfrm>
            <a:custGeom>
              <a:avLst/>
              <a:pathLst>
                <a:path w="7090630" h="3316084">
                  <a:moveTo>
                    <a:pt x="2933268" y="0"/>
                  </a:moveTo>
                  <a:lnTo>
                    <a:pt x="2936523" y="8475"/>
                  </a:lnTo>
                  <a:lnTo>
                    <a:pt x="3008146" y="185451"/>
                  </a:lnTo>
                  <a:lnTo>
                    <a:pt x="3079768" y="353415"/>
                  </a:lnTo>
                  <a:lnTo>
                    <a:pt x="3151391" y="512825"/>
                  </a:lnTo>
                  <a:lnTo>
                    <a:pt x="3223013" y="664118"/>
                  </a:lnTo>
                  <a:lnTo>
                    <a:pt x="3294636" y="807706"/>
                  </a:lnTo>
                  <a:lnTo>
                    <a:pt x="3366258" y="943982"/>
                  </a:lnTo>
                  <a:lnTo>
                    <a:pt x="3437881" y="1073318"/>
                  </a:lnTo>
                  <a:lnTo>
                    <a:pt x="3509503" y="1196068"/>
                  </a:lnTo>
                  <a:lnTo>
                    <a:pt x="3581126" y="1312566"/>
                  </a:lnTo>
                  <a:lnTo>
                    <a:pt x="3652748" y="1423133"/>
                  </a:lnTo>
                  <a:lnTo>
                    <a:pt x="3724371" y="1528068"/>
                  </a:lnTo>
                  <a:lnTo>
                    <a:pt x="3795993" y="1627660"/>
                  </a:lnTo>
                  <a:lnTo>
                    <a:pt x="3867616" y="1722180"/>
                  </a:lnTo>
                  <a:lnTo>
                    <a:pt x="3939238" y="1811887"/>
                  </a:lnTo>
                  <a:lnTo>
                    <a:pt x="4010861" y="1897025"/>
                  </a:lnTo>
                  <a:lnTo>
                    <a:pt x="4082483" y="1977828"/>
                  </a:lnTo>
                  <a:lnTo>
                    <a:pt x="4154106" y="2054516"/>
                  </a:lnTo>
                  <a:lnTo>
                    <a:pt x="4225729" y="2127299"/>
                  </a:lnTo>
                  <a:lnTo>
                    <a:pt x="4297351" y="2196375"/>
                  </a:lnTo>
                  <a:lnTo>
                    <a:pt x="4368974" y="2261934"/>
                  </a:lnTo>
                  <a:lnTo>
                    <a:pt x="4440596" y="2324154"/>
                  </a:lnTo>
                  <a:lnTo>
                    <a:pt x="4512219" y="2383206"/>
                  </a:lnTo>
                  <a:lnTo>
                    <a:pt x="4583841" y="2439250"/>
                  </a:lnTo>
                  <a:lnTo>
                    <a:pt x="4655464" y="2492441"/>
                  </a:lnTo>
                  <a:lnTo>
                    <a:pt x="4727086" y="2542922"/>
                  </a:lnTo>
                  <a:lnTo>
                    <a:pt x="4798709" y="2590833"/>
                  </a:lnTo>
                  <a:lnTo>
                    <a:pt x="4870331" y="2636304"/>
                  </a:lnTo>
                  <a:lnTo>
                    <a:pt x="4941954" y="2655979"/>
                  </a:lnTo>
                  <a:lnTo>
                    <a:pt x="5013576" y="2658848"/>
                  </a:lnTo>
                  <a:lnTo>
                    <a:pt x="5085199" y="2661707"/>
                  </a:lnTo>
                  <a:lnTo>
                    <a:pt x="5156821" y="2664556"/>
                  </a:lnTo>
                  <a:lnTo>
                    <a:pt x="5228444" y="2667396"/>
                  </a:lnTo>
                  <a:lnTo>
                    <a:pt x="5300066" y="2670225"/>
                  </a:lnTo>
                  <a:lnTo>
                    <a:pt x="5371689" y="2673044"/>
                  </a:lnTo>
                  <a:lnTo>
                    <a:pt x="5443311" y="2675854"/>
                  </a:lnTo>
                  <a:lnTo>
                    <a:pt x="5514934" y="2678654"/>
                  </a:lnTo>
                  <a:lnTo>
                    <a:pt x="5586557" y="2681444"/>
                  </a:lnTo>
                  <a:lnTo>
                    <a:pt x="5658179" y="2684225"/>
                  </a:lnTo>
                  <a:lnTo>
                    <a:pt x="5729802" y="2686996"/>
                  </a:lnTo>
                  <a:lnTo>
                    <a:pt x="5801424" y="2689758"/>
                  </a:lnTo>
                  <a:lnTo>
                    <a:pt x="5873047" y="2692509"/>
                  </a:lnTo>
                  <a:lnTo>
                    <a:pt x="5944669" y="2695252"/>
                  </a:lnTo>
                  <a:lnTo>
                    <a:pt x="6016292" y="2697984"/>
                  </a:lnTo>
                  <a:lnTo>
                    <a:pt x="6087914" y="2700708"/>
                  </a:lnTo>
                  <a:lnTo>
                    <a:pt x="6159537" y="2703422"/>
                  </a:lnTo>
                  <a:lnTo>
                    <a:pt x="6231159" y="2706126"/>
                  </a:lnTo>
                  <a:lnTo>
                    <a:pt x="6302782" y="2708821"/>
                  </a:lnTo>
                  <a:lnTo>
                    <a:pt x="6374404" y="2711507"/>
                  </a:lnTo>
                  <a:lnTo>
                    <a:pt x="6446027" y="2714183"/>
                  </a:lnTo>
                  <a:lnTo>
                    <a:pt x="6517649" y="2716851"/>
                  </a:lnTo>
                  <a:lnTo>
                    <a:pt x="6589272" y="2719509"/>
                  </a:lnTo>
                  <a:lnTo>
                    <a:pt x="6660894" y="2722157"/>
                  </a:lnTo>
                  <a:lnTo>
                    <a:pt x="6732517" y="2724797"/>
                  </a:lnTo>
                  <a:lnTo>
                    <a:pt x="6804139" y="2727427"/>
                  </a:lnTo>
                  <a:lnTo>
                    <a:pt x="6875762" y="2730049"/>
                  </a:lnTo>
                  <a:lnTo>
                    <a:pt x="6947385" y="2732661"/>
                  </a:lnTo>
                  <a:lnTo>
                    <a:pt x="7019007" y="2735264"/>
                  </a:lnTo>
                  <a:lnTo>
                    <a:pt x="7090630" y="2737858"/>
                  </a:lnTo>
                  <a:lnTo>
                    <a:pt x="7090630" y="3316084"/>
                  </a:lnTo>
                  <a:lnTo>
                    <a:pt x="7019007" y="3307088"/>
                  </a:lnTo>
                  <a:lnTo>
                    <a:pt x="6947385" y="3297609"/>
                  </a:lnTo>
                  <a:lnTo>
                    <a:pt x="6875762" y="3287622"/>
                  </a:lnTo>
                  <a:lnTo>
                    <a:pt x="6804139" y="3277098"/>
                  </a:lnTo>
                  <a:lnTo>
                    <a:pt x="6732517" y="3266010"/>
                  </a:lnTo>
                  <a:lnTo>
                    <a:pt x="6660894" y="3254327"/>
                  </a:lnTo>
                  <a:lnTo>
                    <a:pt x="6589272" y="3242017"/>
                  </a:lnTo>
                  <a:lnTo>
                    <a:pt x="6517649" y="3229047"/>
                  </a:lnTo>
                  <a:lnTo>
                    <a:pt x="6446027" y="3215380"/>
                  </a:lnTo>
                  <a:lnTo>
                    <a:pt x="6374404" y="3200981"/>
                  </a:lnTo>
                  <a:lnTo>
                    <a:pt x="6302782" y="3185808"/>
                  </a:lnTo>
                  <a:lnTo>
                    <a:pt x="6231159" y="3169822"/>
                  </a:lnTo>
                  <a:lnTo>
                    <a:pt x="6159537" y="3152978"/>
                  </a:lnTo>
                  <a:lnTo>
                    <a:pt x="6087914" y="3135230"/>
                  </a:lnTo>
                  <a:lnTo>
                    <a:pt x="6016292" y="3116530"/>
                  </a:lnTo>
                  <a:lnTo>
                    <a:pt x="5944669" y="3096826"/>
                  </a:lnTo>
                  <a:lnTo>
                    <a:pt x="5873047" y="3076065"/>
                  </a:lnTo>
                  <a:lnTo>
                    <a:pt x="5801424" y="3054190"/>
                  </a:lnTo>
                  <a:lnTo>
                    <a:pt x="5729802" y="3031141"/>
                  </a:lnTo>
                  <a:lnTo>
                    <a:pt x="5658179" y="3006856"/>
                  </a:lnTo>
                  <a:lnTo>
                    <a:pt x="5586557" y="2981267"/>
                  </a:lnTo>
                  <a:lnTo>
                    <a:pt x="5514934" y="2954306"/>
                  </a:lnTo>
                  <a:lnTo>
                    <a:pt x="5443311" y="2925898"/>
                  </a:lnTo>
                  <a:lnTo>
                    <a:pt x="5371689" y="2895965"/>
                  </a:lnTo>
                  <a:lnTo>
                    <a:pt x="5300066" y="2864427"/>
                  </a:lnTo>
                  <a:lnTo>
                    <a:pt x="5228444" y="2831196"/>
                  </a:lnTo>
                  <a:lnTo>
                    <a:pt x="5156821" y="2796182"/>
                  </a:lnTo>
                  <a:lnTo>
                    <a:pt x="5085199" y="2759290"/>
                  </a:lnTo>
                  <a:lnTo>
                    <a:pt x="5013576" y="2720418"/>
                  </a:lnTo>
                  <a:lnTo>
                    <a:pt x="4941954" y="2679460"/>
                  </a:lnTo>
                  <a:lnTo>
                    <a:pt x="4870331" y="2653101"/>
                  </a:lnTo>
                  <a:lnTo>
                    <a:pt x="4798709" y="2650212"/>
                  </a:lnTo>
                  <a:lnTo>
                    <a:pt x="4727086" y="2647313"/>
                  </a:lnTo>
                  <a:lnTo>
                    <a:pt x="4655464" y="2644404"/>
                  </a:lnTo>
                  <a:lnTo>
                    <a:pt x="4583841" y="2641485"/>
                  </a:lnTo>
                  <a:lnTo>
                    <a:pt x="4512219" y="2638555"/>
                  </a:lnTo>
                  <a:lnTo>
                    <a:pt x="4440596" y="2635616"/>
                  </a:lnTo>
                  <a:lnTo>
                    <a:pt x="4368974" y="2632666"/>
                  </a:lnTo>
                  <a:lnTo>
                    <a:pt x="4297351" y="2629706"/>
                  </a:lnTo>
                  <a:lnTo>
                    <a:pt x="4225729" y="2626736"/>
                  </a:lnTo>
                  <a:lnTo>
                    <a:pt x="4154106" y="2623755"/>
                  </a:lnTo>
                  <a:lnTo>
                    <a:pt x="4082483" y="2620764"/>
                  </a:lnTo>
                  <a:lnTo>
                    <a:pt x="4010861" y="2617763"/>
                  </a:lnTo>
                  <a:lnTo>
                    <a:pt x="3939238" y="2614751"/>
                  </a:lnTo>
                  <a:lnTo>
                    <a:pt x="3867616" y="2611729"/>
                  </a:lnTo>
                  <a:lnTo>
                    <a:pt x="3795993" y="2608696"/>
                  </a:lnTo>
                  <a:lnTo>
                    <a:pt x="3724371" y="2605653"/>
                  </a:lnTo>
                  <a:lnTo>
                    <a:pt x="3652748" y="2602599"/>
                  </a:lnTo>
                  <a:lnTo>
                    <a:pt x="3581126" y="2599534"/>
                  </a:lnTo>
                  <a:lnTo>
                    <a:pt x="3509503" y="2596459"/>
                  </a:lnTo>
                  <a:lnTo>
                    <a:pt x="3437881" y="2593373"/>
                  </a:lnTo>
                  <a:lnTo>
                    <a:pt x="3366258" y="2590277"/>
                  </a:lnTo>
                  <a:lnTo>
                    <a:pt x="3294636" y="2587169"/>
                  </a:lnTo>
                  <a:lnTo>
                    <a:pt x="3223013" y="2584051"/>
                  </a:lnTo>
                  <a:lnTo>
                    <a:pt x="3151391" y="2580922"/>
                  </a:lnTo>
                  <a:lnTo>
                    <a:pt x="3079768" y="2577782"/>
                  </a:lnTo>
                  <a:lnTo>
                    <a:pt x="3008146" y="2574631"/>
                  </a:lnTo>
                  <a:lnTo>
                    <a:pt x="2936523" y="2571469"/>
                  </a:lnTo>
                  <a:lnTo>
                    <a:pt x="2864901" y="2568297"/>
                  </a:lnTo>
                  <a:lnTo>
                    <a:pt x="2793278" y="2565113"/>
                  </a:lnTo>
                  <a:lnTo>
                    <a:pt x="2721655" y="2561918"/>
                  </a:lnTo>
                  <a:lnTo>
                    <a:pt x="2650033" y="2558712"/>
                  </a:lnTo>
                  <a:lnTo>
                    <a:pt x="2578410" y="2555495"/>
                  </a:lnTo>
                  <a:lnTo>
                    <a:pt x="2506788" y="2552266"/>
                  </a:lnTo>
                  <a:lnTo>
                    <a:pt x="2435165" y="2549027"/>
                  </a:lnTo>
                  <a:lnTo>
                    <a:pt x="2363543" y="2545776"/>
                  </a:lnTo>
                  <a:lnTo>
                    <a:pt x="2291920" y="2542514"/>
                  </a:lnTo>
                  <a:lnTo>
                    <a:pt x="2220298" y="2539240"/>
                  </a:lnTo>
                  <a:lnTo>
                    <a:pt x="2148675" y="2535955"/>
                  </a:lnTo>
                  <a:lnTo>
                    <a:pt x="2077053" y="2532659"/>
                  </a:lnTo>
                  <a:lnTo>
                    <a:pt x="2005430" y="2529351"/>
                  </a:lnTo>
                  <a:lnTo>
                    <a:pt x="1933808" y="2526032"/>
                  </a:lnTo>
                  <a:lnTo>
                    <a:pt x="1862185" y="2522701"/>
                  </a:lnTo>
                  <a:lnTo>
                    <a:pt x="1790563" y="2519359"/>
                  </a:lnTo>
                  <a:lnTo>
                    <a:pt x="1718940" y="2516005"/>
                  </a:lnTo>
                  <a:lnTo>
                    <a:pt x="1647318" y="2512639"/>
                  </a:lnTo>
                  <a:lnTo>
                    <a:pt x="1575695" y="2509262"/>
                  </a:lnTo>
                  <a:lnTo>
                    <a:pt x="1504073" y="2505872"/>
                  </a:lnTo>
                  <a:lnTo>
                    <a:pt x="1432450" y="2502472"/>
                  </a:lnTo>
                  <a:lnTo>
                    <a:pt x="1360827" y="2499059"/>
                  </a:lnTo>
                  <a:lnTo>
                    <a:pt x="1289205" y="2495634"/>
                  </a:lnTo>
                  <a:lnTo>
                    <a:pt x="1217582" y="2492198"/>
                  </a:lnTo>
                  <a:lnTo>
                    <a:pt x="1145960" y="2488749"/>
                  </a:lnTo>
                  <a:lnTo>
                    <a:pt x="1074337" y="2485289"/>
                  </a:lnTo>
                  <a:lnTo>
                    <a:pt x="1002715" y="2481816"/>
                  </a:lnTo>
                  <a:lnTo>
                    <a:pt x="931092" y="2478331"/>
                  </a:lnTo>
                  <a:lnTo>
                    <a:pt x="859470" y="2474835"/>
                  </a:lnTo>
                  <a:lnTo>
                    <a:pt x="787847" y="2471326"/>
                  </a:lnTo>
                  <a:lnTo>
                    <a:pt x="716225" y="2467805"/>
                  </a:lnTo>
                  <a:lnTo>
                    <a:pt x="644602" y="2464271"/>
                  </a:lnTo>
                  <a:lnTo>
                    <a:pt x="572980" y="2460726"/>
                  </a:lnTo>
                  <a:lnTo>
                    <a:pt x="501357" y="2457168"/>
                  </a:lnTo>
                  <a:lnTo>
                    <a:pt x="429735" y="2453598"/>
                  </a:lnTo>
                  <a:lnTo>
                    <a:pt x="358112" y="2450015"/>
                  </a:lnTo>
                  <a:lnTo>
                    <a:pt x="286490" y="2446420"/>
                  </a:lnTo>
                  <a:lnTo>
                    <a:pt x="214867" y="2442812"/>
                  </a:lnTo>
                  <a:lnTo>
                    <a:pt x="143245" y="2439192"/>
                  </a:lnTo>
                  <a:lnTo>
                    <a:pt x="71622" y="2435559"/>
                  </a:lnTo>
                  <a:lnTo>
                    <a:pt x="0" y="243191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105317" y="2073503"/>
              <a:ext cx="4157361" cy="2737858"/>
            </a:xfrm>
            <a:custGeom>
              <a:avLst/>
              <a:pathLst>
                <a:path w="4157361" h="2737858">
                  <a:moveTo>
                    <a:pt x="0" y="0"/>
                  </a:moveTo>
                  <a:lnTo>
                    <a:pt x="3255" y="8475"/>
                  </a:lnTo>
                  <a:lnTo>
                    <a:pt x="74877" y="185451"/>
                  </a:lnTo>
                  <a:lnTo>
                    <a:pt x="146500" y="353415"/>
                  </a:lnTo>
                  <a:lnTo>
                    <a:pt x="218122" y="512825"/>
                  </a:lnTo>
                  <a:lnTo>
                    <a:pt x="289745" y="664118"/>
                  </a:lnTo>
                  <a:lnTo>
                    <a:pt x="361368" y="807706"/>
                  </a:lnTo>
                  <a:lnTo>
                    <a:pt x="432990" y="943982"/>
                  </a:lnTo>
                  <a:lnTo>
                    <a:pt x="504613" y="1073318"/>
                  </a:lnTo>
                  <a:lnTo>
                    <a:pt x="576235" y="1196068"/>
                  </a:lnTo>
                  <a:lnTo>
                    <a:pt x="647858" y="1312566"/>
                  </a:lnTo>
                  <a:lnTo>
                    <a:pt x="719480" y="1423133"/>
                  </a:lnTo>
                  <a:lnTo>
                    <a:pt x="791103" y="1528068"/>
                  </a:lnTo>
                  <a:lnTo>
                    <a:pt x="862725" y="1627660"/>
                  </a:lnTo>
                  <a:lnTo>
                    <a:pt x="934348" y="1722180"/>
                  </a:lnTo>
                  <a:lnTo>
                    <a:pt x="1005970" y="1811887"/>
                  </a:lnTo>
                  <a:lnTo>
                    <a:pt x="1077593" y="1897025"/>
                  </a:lnTo>
                  <a:lnTo>
                    <a:pt x="1149215" y="1977828"/>
                  </a:lnTo>
                  <a:lnTo>
                    <a:pt x="1220838" y="2054516"/>
                  </a:lnTo>
                  <a:lnTo>
                    <a:pt x="1292460" y="2127299"/>
                  </a:lnTo>
                  <a:lnTo>
                    <a:pt x="1364083" y="2196375"/>
                  </a:lnTo>
                  <a:lnTo>
                    <a:pt x="1435705" y="2261934"/>
                  </a:lnTo>
                  <a:lnTo>
                    <a:pt x="1507328" y="2324154"/>
                  </a:lnTo>
                  <a:lnTo>
                    <a:pt x="1578950" y="2383206"/>
                  </a:lnTo>
                  <a:lnTo>
                    <a:pt x="1650573" y="2439250"/>
                  </a:lnTo>
                  <a:lnTo>
                    <a:pt x="1722196" y="2492441"/>
                  </a:lnTo>
                  <a:lnTo>
                    <a:pt x="1793818" y="2542922"/>
                  </a:lnTo>
                  <a:lnTo>
                    <a:pt x="1865441" y="2590833"/>
                  </a:lnTo>
                  <a:lnTo>
                    <a:pt x="1937063" y="2636304"/>
                  </a:lnTo>
                  <a:lnTo>
                    <a:pt x="2008686" y="2655979"/>
                  </a:lnTo>
                  <a:lnTo>
                    <a:pt x="2080308" y="2658848"/>
                  </a:lnTo>
                  <a:lnTo>
                    <a:pt x="2151931" y="2661707"/>
                  </a:lnTo>
                  <a:lnTo>
                    <a:pt x="2223553" y="2664556"/>
                  </a:lnTo>
                  <a:lnTo>
                    <a:pt x="2295176" y="2667396"/>
                  </a:lnTo>
                  <a:lnTo>
                    <a:pt x="2366798" y="2670225"/>
                  </a:lnTo>
                  <a:lnTo>
                    <a:pt x="2438421" y="2673044"/>
                  </a:lnTo>
                  <a:lnTo>
                    <a:pt x="2510043" y="2675854"/>
                  </a:lnTo>
                  <a:lnTo>
                    <a:pt x="2581666" y="2678654"/>
                  </a:lnTo>
                  <a:lnTo>
                    <a:pt x="2653288" y="2681444"/>
                  </a:lnTo>
                  <a:lnTo>
                    <a:pt x="2724911" y="2684225"/>
                  </a:lnTo>
                  <a:lnTo>
                    <a:pt x="2796533" y="2686996"/>
                  </a:lnTo>
                  <a:lnTo>
                    <a:pt x="2868156" y="2689758"/>
                  </a:lnTo>
                  <a:lnTo>
                    <a:pt x="2939778" y="2692509"/>
                  </a:lnTo>
                  <a:lnTo>
                    <a:pt x="3011401" y="2695252"/>
                  </a:lnTo>
                  <a:lnTo>
                    <a:pt x="3083024" y="2697984"/>
                  </a:lnTo>
                  <a:lnTo>
                    <a:pt x="3154646" y="2700708"/>
                  </a:lnTo>
                  <a:lnTo>
                    <a:pt x="3226269" y="2703422"/>
                  </a:lnTo>
                  <a:lnTo>
                    <a:pt x="3297891" y="2706126"/>
                  </a:lnTo>
                  <a:lnTo>
                    <a:pt x="3369514" y="2708821"/>
                  </a:lnTo>
                  <a:lnTo>
                    <a:pt x="3441136" y="2711507"/>
                  </a:lnTo>
                  <a:lnTo>
                    <a:pt x="3512759" y="2714183"/>
                  </a:lnTo>
                  <a:lnTo>
                    <a:pt x="3584381" y="2716851"/>
                  </a:lnTo>
                  <a:lnTo>
                    <a:pt x="3656004" y="2719509"/>
                  </a:lnTo>
                  <a:lnTo>
                    <a:pt x="3727626" y="2722157"/>
                  </a:lnTo>
                  <a:lnTo>
                    <a:pt x="3799249" y="2724797"/>
                  </a:lnTo>
                  <a:lnTo>
                    <a:pt x="3870871" y="2727427"/>
                  </a:lnTo>
                  <a:lnTo>
                    <a:pt x="3942494" y="2730049"/>
                  </a:lnTo>
                  <a:lnTo>
                    <a:pt x="4014116" y="2732661"/>
                  </a:lnTo>
                  <a:lnTo>
                    <a:pt x="4085739" y="2735264"/>
                  </a:lnTo>
                  <a:lnTo>
                    <a:pt x="4157361" y="27378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05416"/>
              <a:ext cx="7090630" cy="884171"/>
            </a:xfrm>
            <a:custGeom>
              <a:avLst/>
              <a:pathLst>
                <a:path w="7090630" h="884171">
                  <a:moveTo>
                    <a:pt x="7090630" y="884171"/>
                  </a:moveTo>
                  <a:lnTo>
                    <a:pt x="7019007" y="875174"/>
                  </a:lnTo>
                  <a:lnTo>
                    <a:pt x="6947385" y="865696"/>
                  </a:lnTo>
                  <a:lnTo>
                    <a:pt x="6875762" y="855708"/>
                  </a:lnTo>
                  <a:lnTo>
                    <a:pt x="6804139" y="845185"/>
                  </a:lnTo>
                  <a:lnTo>
                    <a:pt x="6732517" y="834096"/>
                  </a:lnTo>
                  <a:lnTo>
                    <a:pt x="6660894" y="822413"/>
                  </a:lnTo>
                  <a:lnTo>
                    <a:pt x="6589272" y="810103"/>
                  </a:lnTo>
                  <a:lnTo>
                    <a:pt x="6517649" y="797133"/>
                  </a:lnTo>
                  <a:lnTo>
                    <a:pt x="6446027" y="783467"/>
                  </a:lnTo>
                  <a:lnTo>
                    <a:pt x="6374404" y="769067"/>
                  </a:lnTo>
                  <a:lnTo>
                    <a:pt x="6302782" y="753895"/>
                  </a:lnTo>
                  <a:lnTo>
                    <a:pt x="6231159" y="737908"/>
                  </a:lnTo>
                  <a:lnTo>
                    <a:pt x="6159537" y="721064"/>
                  </a:lnTo>
                  <a:lnTo>
                    <a:pt x="6087914" y="703316"/>
                  </a:lnTo>
                  <a:lnTo>
                    <a:pt x="6016292" y="684616"/>
                  </a:lnTo>
                  <a:lnTo>
                    <a:pt x="5944669" y="664912"/>
                  </a:lnTo>
                  <a:lnTo>
                    <a:pt x="5873047" y="644151"/>
                  </a:lnTo>
                  <a:lnTo>
                    <a:pt x="5801424" y="622276"/>
                  </a:lnTo>
                  <a:lnTo>
                    <a:pt x="5729802" y="599227"/>
                  </a:lnTo>
                  <a:lnTo>
                    <a:pt x="5658179" y="574942"/>
                  </a:lnTo>
                  <a:lnTo>
                    <a:pt x="5586557" y="549354"/>
                  </a:lnTo>
                  <a:lnTo>
                    <a:pt x="5514934" y="522392"/>
                  </a:lnTo>
                  <a:lnTo>
                    <a:pt x="5443311" y="493984"/>
                  </a:lnTo>
                  <a:lnTo>
                    <a:pt x="5371689" y="464052"/>
                  </a:lnTo>
                  <a:lnTo>
                    <a:pt x="5300066" y="432513"/>
                  </a:lnTo>
                  <a:lnTo>
                    <a:pt x="5228444" y="399282"/>
                  </a:lnTo>
                  <a:lnTo>
                    <a:pt x="5156821" y="364269"/>
                  </a:lnTo>
                  <a:lnTo>
                    <a:pt x="5085199" y="327376"/>
                  </a:lnTo>
                  <a:lnTo>
                    <a:pt x="5013576" y="288504"/>
                  </a:lnTo>
                  <a:lnTo>
                    <a:pt x="4941954" y="247546"/>
                  </a:lnTo>
                  <a:lnTo>
                    <a:pt x="4870331" y="221187"/>
                  </a:lnTo>
                  <a:lnTo>
                    <a:pt x="4798709" y="218298"/>
                  </a:lnTo>
                  <a:lnTo>
                    <a:pt x="4727086" y="215399"/>
                  </a:lnTo>
                  <a:lnTo>
                    <a:pt x="4655464" y="212490"/>
                  </a:lnTo>
                  <a:lnTo>
                    <a:pt x="4583841" y="209571"/>
                  </a:lnTo>
                  <a:lnTo>
                    <a:pt x="4512219" y="206641"/>
                  </a:lnTo>
                  <a:lnTo>
                    <a:pt x="4440596" y="203702"/>
                  </a:lnTo>
                  <a:lnTo>
                    <a:pt x="4368974" y="200752"/>
                  </a:lnTo>
                  <a:lnTo>
                    <a:pt x="4297351" y="197792"/>
                  </a:lnTo>
                  <a:lnTo>
                    <a:pt x="4225729" y="194822"/>
                  </a:lnTo>
                  <a:lnTo>
                    <a:pt x="4154106" y="191841"/>
                  </a:lnTo>
                  <a:lnTo>
                    <a:pt x="4082483" y="188850"/>
                  </a:lnTo>
                  <a:lnTo>
                    <a:pt x="4010861" y="185849"/>
                  </a:lnTo>
                  <a:lnTo>
                    <a:pt x="3939238" y="182837"/>
                  </a:lnTo>
                  <a:lnTo>
                    <a:pt x="3867616" y="179815"/>
                  </a:lnTo>
                  <a:lnTo>
                    <a:pt x="3795993" y="176782"/>
                  </a:lnTo>
                  <a:lnTo>
                    <a:pt x="3724371" y="173739"/>
                  </a:lnTo>
                  <a:lnTo>
                    <a:pt x="3652748" y="170685"/>
                  </a:lnTo>
                  <a:lnTo>
                    <a:pt x="3581126" y="167621"/>
                  </a:lnTo>
                  <a:lnTo>
                    <a:pt x="3509503" y="164545"/>
                  </a:lnTo>
                  <a:lnTo>
                    <a:pt x="3437881" y="161459"/>
                  </a:lnTo>
                  <a:lnTo>
                    <a:pt x="3366258" y="158363"/>
                  </a:lnTo>
                  <a:lnTo>
                    <a:pt x="3294636" y="155255"/>
                  </a:lnTo>
                  <a:lnTo>
                    <a:pt x="3223013" y="152137"/>
                  </a:lnTo>
                  <a:lnTo>
                    <a:pt x="3151391" y="149008"/>
                  </a:lnTo>
                  <a:lnTo>
                    <a:pt x="3079768" y="145868"/>
                  </a:lnTo>
                  <a:lnTo>
                    <a:pt x="3008146" y="142717"/>
                  </a:lnTo>
                  <a:lnTo>
                    <a:pt x="2936523" y="139556"/>
                  </a:lnTo>
                  <a:lnTo>
                    <a:pt x="2864901" y="136383"/>
                  </a:lnTo>
                  <a:lnTo>
                    <a:pt x="2793278" y="133199"/>
                  </a:lnTo>
                  <a:lnTo>
                    <a:pt x="2721655" y="130004"/>
                  </a:lnTo>
                  <a:lnTo>
                    <a:pt x="2650033" y="126798"/>
                  </a:lnTo>
                  <a:lnTo>
                    <a:pt x="2578410" y="123581"/>
                  </a:lnTo>
                  <a:lnTo>
                    <a:pt x="2506788" y="120353"/>
                  </a:lnTo>
                  <a:lnTo>
                    <a:pt x="2435165" y="117113"/>
                  </a:lnTo>
                  <a:lnTo>
                    <a:pt x="2363543" y="113862"/>
                  </a:lnTo>
                  <a:lnTo>
                    <a:pt x="2291920" y="110600"/>
                  </a:lnTo>
                  <a:lnTo>
                    <a:pt x="2220298" y="107326"/>
                  </a:lnTo>
                  <a:lnTo>
                    <a:pt x="2148675" y="104042"/>
                  </a:lnTo>
                  <a:lnTo>
                    <a:pt x="2077053" y="100745"/>
                  </a:lnTo>
                  <a:lnTo>
                    <a:pt x="2005430" y="97437"/>
                  </a:lnTo>
                  <a:lnTo>
                    <a:pt x="1933808" y="94118"/>
                  </a:lnTo>
                  <a:lnTo>
                    <a:pt x="1862185" y="90787"/>
                  </a:lnTo>
                  <a:lnTo>
                    <a:pt x="1790563" y="87445"/>
                  </a:lnTo>
                  <a:lnTo>
                    <a:pt x="1718940" y="84091"/>
                  </a:lnTo>
                  <a:lnTo>
                    <a:pt x="1647318" y="80725"/>
                  </a:lnTo>
                  <a:lnTo>
                    <a:pt x="1575695" y="77348"/>
                  </a:lnTo>
                  <a:lnTo>
                    <a:pt x="1504073" y="73959"/>
                  </a:lnTo>
                  <a:lnTo>
                    <a:pt x="1432450" y="70558"/>
                  </a:lnTo>
                  <a:lnTo>
                    <a:pt x="1360827" y="67145"/>
                  </a:lnTo>
                  <a:lnTo>
                    <a:pt x="1289205" y="63720"/>
                  </a:lnTo>
                  <a:lnTo>
                    <a:pt x="1217582" y="60284"/>
                  </a:lnTo>
                  <a:lnTo>
                    <a:pt x="1145960" y="56835"/>
                  </a:lnTo>
                  <a:lnTo>
                    <a:pt x="1074337" y="53375"/>
                  </a:lnTo>
                  <a:lnTo>
                    <a:pt x="1002715" y="49902"/>
                  </a:lnTo>
                  <a:lnTo>
                    <a:pt x="931092" y="46418"/>
                  </a:lnTo>
                  <a:lnTo>
                    <a:pt x="859470" y="42921"/>
                  </a:lnTo>
                  <a:lnTo>
                    <a:pt x="787847" y="39412"/>
                  </a:lnTo>
                  <a:lnTo>
                    <a:pt x="716225" y="35891"/>
                  </a:lnTo>
                  <a:lnTo>
                    <a:pt x="644602" y="32358"/>
                  </a:lnTo>
                  <a:lnTo>
                    <a:pt x="572980" y="28812"/>
                  </a:lnTo>
                  <a:lnTo>
                    <a:pt x="501357" y="25254"/>
                  </a:lnTo>
                  <a:lnTo>
                    <a:pt x="429735" y="21684"/>
                  </a:lnTo>
                  <a:lnTo>
                    <a:pt x="358112" y="18101"/>
                  </a:lnTo>
                  <a:lnTo>
                    <a:pt x="286490" y="14506"/>
                  </a:lnTo>
                  <a:lnTo>
                    <a:pt x="214867" y="10898"/>
                  </a:lnTo>
                  <a:lnTo>
                    <a:pt x="143245" y="7278"/>
                  </a:lnTo>
                  <a:lnTo>
                    <a:pt x="71622" y="364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383762" y="2073503"/>
              <a:ext cx="5878916" cy="3130112"/>
            </a:xfrm>
            <a:custGeom>
              <a:avLst/>
              <a:pathLst>
                <a:path w="5878916" h="3130112">
                  <a:moveTo>
                    <a:pt x="0" y="0"/>
                  </a:moveTo>
                  <a:lnTo>
                    <a:pt x="5869" y="8049"/>
                  </a:lnTo>
                  <a:lnTo>
                    <a:pt x="77491" y="103577"/>
                  </a:lnTo>
                  <a:lnTo>
                    <a:pt x="149114" y="196480"/>
                  </a:lnTo>
                  <a:lnTo>
                    <a:pt x="220736" y="286829"/>
                  </a:lnTo>
                  <a:lnTo>
                    <a:pt x="292359" y="374695"/>
                  </a:lnTo>
                  <a:lnTo>
                    <a:pt x="363981" y="460146"/>
                  </a:lnTo>
                  <a:lnTo>
                    <a:pt x="435604" y="543248"/>
                  </a:lnTo>
                  <a:lnTo>
                    <a:pt x="507227" y="624067"/>
                  </a:lnTo>
                  <a:lnTo>
                    <a:pt x="578849" y="702664"/>
                  </a:lnTo>
                  <a:lnTo>
                    <a:pt x="650472" y="779101"/>
                  </a:lnTo>
                  <a:lnTo>
                    <a:pt x="722094" y="853437"/>
                  </a:lnTo>
                  <a:lnTo>
                    <a:pt x="793717" y="925730"/>
                  </a:lnTo>
                  <a:lnTo>
                    <a:pt x="865339" y="996036"/>
                  </a:lnTo>
                  <a:lnTo>
                    <a:pt x="936962" y="1064410"/>
                  </a:lnTo>
                  <a:lnTo>
                    <a:pt x="1008584" y="1130904"/>
                  </a:lnTo>
                  <a:lnTo>
                    <a:pt x="1080207" y="1195571"/>
                  </a:lnTo>
                  <a:lnTo>
                    <a:pt x="1151829" y="1258461"/>
                  </a:lnTo>
                  <a:lnTo>
                    <a:pt x="1223452" y="1319622"/>
                  </a:lnTo>
                  <a:lnTo>
                    <a:pt x="1295074" y="1379102"/>
                  </a:lnTo>
                  <a:lnTo>
                    <a:pt x="1366697" y="1436947"/>
                  </a:lnTo>
                  <a:lnTo>
                    <a:pt x="1438319" y="1493203"/>
                  </a:lnTo>
                  <a:lnTo>
                    <a:pt x="1509942" y="1547912"/>
                  </a:lnTo>
                  <a:lnTo>
                    <a:pt x="1581564" y="1601117"/>
                  </a:lnTo>
                  <a:lnTo>
                    <a:pt x="1653187" y="1652861"/>
                  </a:lnTo>
                  <a:lnTo>
                    <a:pt x="1724809" y="1703182"/>
                  </a:lnTo>
                  <a:lnTo>
                    <a:pt x="1796432" y="1752120"/>
                  </a:lnTo>
                  <a:lnTo>
                    <a:pt x="1868055" y="1799713"/>
                  </a:lnTo>
                  <a:lnTo>
                    <a:pt x="1939677" y="1845998"/>
                  </a:lnTo>
                  <a:lnTo>
                    <a:pt x="2011300" y="1891011"/>
                  </a:lnTo>
                  <a:lnTo>
                    <a:pt x="2082922" y="1934787"/>
                  </a:lnTo>
                  <a:lnTo>
                    <a:pt x="2154545" y="1977359"/>
                  </a:lnTo>
                  <a:lnTo>
                    <a:pt x="2226167" y="2018761"/>
                  </a:lnTo>
                  <a:lnTo>
                    <a:pt x="2297790" y="2059026"/>
                  </a:lnTo>
                  <a:lnTo>
                    <a:pt x="2369412" y="2098184"/>
                  </a:lnTo>
                  <a:lnTo>
                    <a:pt x="2441035" y="2136265"/>
                  </a:lnTo>
                  <a:lnTo>
                    <a:pt x="2512657" y="2173300"/>
                  </a:lnTo>
                  <a:lnTo>
                    <a:pt x="2584280" y="2209318"/>
                  </a:lnTo>
                  <a:lnTo>
                    <a:pt x="2655902" y="2244345"/>
                  </a:lnTo>
                  <a:lnTo>
                    <a:pt x="2727525" y="2278409"/>
                  </a:lnTo>
                  <a:lnTo>
                    <a:pt x="2799147" y="2311537"/>
                  </a:lnTo>
                  <a:lnTo>
                    <a:pt x="2870770" y="2343755"/>
                  </a:lnTo>
                  <a:lnTo>
                    <a:pt x="2942392" y="2375087"/>
                  </a:lnTo>
                  <a:lnTo>
                    <a:pt x="3014015" y="2405558"/>
                  </a:lnTo>
                  <a:lnTo>
                    <a:pt x="3085637" y="2435192"/>
                  </a:lnTo>
                  <a:lnTo>
                    <a:pt x="3157260" y="2464011"/>
                  </a:lnTo>
                  <a:lnTo>
                    <a:pt x="3228883" y="2492038"/>
                  </a:lnTo>
                  <a:lnTo>
                    <a:pt x="3300505" y="2519295"/>
                  </a:lnTo>
                  <a:lnTo>
                    <a:pt x="3372128" y="2545802"/>
                  </a:lnTo>
                  <a:lnTo>
                    <a:pt x="3443750" y="2571581"/>
                  </a:lnTo>
                  <a:lnTo>
                    <a:pt x="3515373" y="2596652"/>
                  </a:lnTo>
                  <a:lnTo>
                    <a:pt x="3586995" y="2621033"/>
                  </a:lnTo>
                  <a:lnTo>
                    <a:pt x="3658618" y="2644744"/>
                  </a:lnTo>
                  <a:lnTo>
                    <a:pt x="3730240" y="2667804"/>
                  </a:lnTo>
                  <a:lnTo>
                    <a:pt x="3801863" y="2690230"/>
                  </a:lnTo>
                  <a:lnTo>
                    <a:pt x="3873485" y="2712039"/>
                  </a:lnTo>
                  <a:lnTo>
                    <a:pt x="3945108" y="2733249"/>
                  </a:lnTo>
                  <a:lnTo>
                    <a:pt x="4016730" y="2753877"/>
                  </a:lnTo>
                  <a:lnTo>
                    <a:pt x="4088353" y="2773937"/>
                  </a:lnTo>
                  <a:lnTo>
                    <a:pt x="4159975" y="2793446"/>
                  </a:lnTo>
                  <a:lnTo>
                    <a:pt x="4231598" y="2812418"/>
                  </a:lnTo>
                  <a:lnTo>
                    <a:pt x="4303220" y="2830869"/>
                  </a:lnTo>
                  <a:lnTo>
                    <a:pt x="4374843" y="2848813"/>
                  </a:lnTo>
                  <a:lnTo>
                    <a:pt x="4446465" y="2866264"/>
                  </a:lnTo>
                  <a:lnTo>
                    <a:pt x="4518088" y="2883236"/>
                  </a:lnTo>
                  <a:lnTo>
                    <a:pt x="4589711" y="2899740"/>
                  </a:lnTo>
                  <a:lnTo>
                    <a:pt x="4661333" y="2915792"/>
                  </a:lnTo>
                  <a:lnTo>
                    <a:pt x="4732956" y="2931402"/>
                  </a:lnTo>
                  <a:lnTo>
                    <a:pt x="4804578" y="2946583"/>
                  </a:lnTo>
                  <a:lnTo>
                    <a:pt x="4876201" y="2961346"/>
                  </a:lnTo>
                  <a:lnTo>
                    <a:pt x="4947823" y="2975704"/>
                  </a:lnTo>
                  <a:lnTo>
                    <a:pt x="5019446" y="2989668"/>
                  </a:lnTo>
                  <a:lnTo>
                    <a:pt x="5091068" y="3003247"/>
                  </a:lnTo>
                  <a:lnTo>
                    <a:pt x="5162691" y="3016453"/>
                  </a:lnTo>
                  <a:lnTo>
                    <a:pt x="5234313" y="3029297"/>
                  </a:lnTo>
                  <a:lnTo>
                    <a:pt x="5305936" y="3041787"/>
                  </a:lnTo>
                  <a:lnTo>
                    <a:pt x="5377558" y="3053934"/>
                  </a:lnTo>
                  <a:lnTo>
                    <a:pt x="5449181" y="3065747"/>
                  </a:lnTo>
                  <a:lnTo>
                    <a:pt x="5520803" y="3077236"/>
                  </a:lnTo>
                  <a:lnTo>
                    <a:pt x="5592426" y="3088409"/>
                  </a:lnTo>
                  <a:lnTo>
                    <a:pt x="5664048" y="3099274"/>
                  </a:lnTo>
                  <a:lnTo>
                    <a:pt x="5735671" y="3109841"/>
                  </a:lnTo>
                  <a:lnTo>
                    <a:pt x="5807293" y="3120118"/>
                  </a:lnTo>
                  <a:lnTo>
                    <a:pt x="5878916" y="31301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(0.93-1.00)  |  per IQR (Δ = 18.2): 0.52 (0.29-0.92)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2026-05-22T10:32:40Z</dcterms:modified>
  <cp:category/>
</cp:coreProperties>
</file>