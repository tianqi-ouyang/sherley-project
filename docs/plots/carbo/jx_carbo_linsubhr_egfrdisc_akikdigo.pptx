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07283"/>
            </a:xfrm>
            <a:custGeom>
              <a:avLst/>
              <a:pathLst>
                <a:path w="7090630" h="3307283">
                  <a:moveTo>
                    <a:pt x="2868254" y="0"/>
                  </a:moveTo>
                  <a:lnTo>
                    <a:pt x="2936523" y="164205"/>
                  </a:lnTo>
                  <a:lnTo>
                    <a:pt x="3008146" y="327977"/>
                  </a:lnTo>
                  <a:lnTo>
                    <a:pt x="3079768" y="483669"/>
                  </a:lnTo>
                  <a:lnTo>
                    <a:pt x="3151391" y="631680"/>
                  </a:lnTo>
                  <a:lnTo>
                    <a:pt x="3223013" y="772389"/>
                  </a:lnTo>
                  <a:lnTo>
                    <a:pt x="3294636" y="906156"/>
                  </a:lnTo>
                  <a:lnTo>
                    <a:pt x="3366258" y="1033323"/>
                  </a:lnTo>
                  <a:lnTo>
                    <a:pt x="3437881" y="1154216"/>
                  </a:lnTo>
                  <a:lnTo>
                    <a:pt x="3509503" y="1269145"/>
                  </a:lnTo>
                  <a:lnTo>
                    <a:pt x="3581126" y="1378404"/>
                  </a:lnTo>
                  <a:lnTo>
                    <a:pt x="3652748" y="1482273"/>
                  </a:lnTo>
                  <a:lnTo>
                    <a:pt x="3724371" y="1581017"/>
                  </a:lnTo>
                  <a:lnTo>
                    <a:pt x="3795993" y="1674889"/>
                  </a:lnTo>
                  <a:lnTo>
                    <a:pt x="3867616" y="1764131"/>
                  </a:lnTo>
                  <a:lnTo>
                    <a:pt x="3939238" y="1848969"/>
                  </a:lnTo>
                  <a:lnTo>
                    <a:pt x="4010861" y="1929622"/>
                  </a:lnTo>
                  <a:lnTo>
                    <a:pt x="4082483" y="2006296"/>
                  </a:lnTo>
                  <a:lnTo>
                    <a:pt x="4154106" y="2079187"/>
                  </a:lnTo>
                  <a:lnTo>
                    <a:pt x="4225729" y="2148482"/>
                  </a:lnTo>
                  <a:lnTo>
                    <a:pt x="4297351" y="2214358"/>
                  </a:lnTo>
                  <a:lnTo>
                    <a:pt x="4368974" y="2276984"/>
                  </a:lnTo>
                  <a:lnTo>
                    <a:pt x="4440596" y="2336521"/>
                  </a:lnTo>
                  <a:lnTo>
                    <a:pt x="4512219" y="2393120"/>
                  </a:lnTo>
                  <a:lnTo>
                    <a:pt x="4583841" y="2446927"/>
                  </a:lnTo>
                  <a:lnTo>
                    <a:pt x="4655464" y="2498079"/>
                  </a:lnTo>
                  <a:lnTo>
                    <a:pt x="4727086" y="2546707"/>
                  </a:lnTo>
                  <a:lnTo>
                    <a:pt x="4798709" y="2592937"/>
                  </a:lnTo>
                  <a:lnTo>
                    <a:pt x="4870331" y="2636886"/>
                  </a:lnTo>
                  <a:lnTo>
                    <a:pt x="4941954" y="2657724"/>
                  </a:lnTo>
                  <a:lnTo>
                    <a:pt x="5013576" y="2663525"/>
                  </a:lnTo>
                  <a:lnTo>
                    <a:pt x="5085199" y="2669286"/>
                  </a:lnTo>
                  <a:lnTo>
                    <a:pt x="5156821" y="2675007"/>
                  </a:lnTo>
                  <a:lnTo>
                    <a:pt x="5228444" y="2680687"/>
                  </a:lnTo>
                  <a:lnTo>
                    <a:pt x="5300066" y="2686327"/>
                  </a:lnTo>
                  <a:lnTo>
                    <a:pt x="5371689" y="2691928"/>
                  </a:lnTo>
                  <a:lnTo>
                    <a:pt x="5443311" y="2697489"/>
                  </a:lnTo>
                  <a:lnTo>
                    <a:pt x="5514934" y="2703012"/>
                  </a:lnTo>
                  <a:lnTo>
                    <a:pt x="5586557" y="2708495"/>
                  </a:lnTo>
                  <a:lnTo>
                    <a:pt x="5658179" y="2713940"/>
                  </a:lnTo>
                  <a:lnTo>
                    <a:pt x="5729802" y="2719347"/>
                  </a:lnTo>
                  <a:lnTo>
                    <a:pt x="5801424" y="2724716"/>
                  </a:lnTo>
                  <a:lnTo>
                    <a:pt x="5873047" y="2730047"/>
                  </a:lnTo>
                  <a:lnTo>
                    <a:pt x="5944669" y="2735341"/>
                  </a:lnTo>
                  <a:lnTo>
                    <a:pt x="6016292" y="2740597"/>
                  </a:lnTo>
                  <a:lnTo>
                    <a:pt x="6087914" y="2745817"/>
                  </a:lnTo>
                  <a:lnTo>
                    <a:pt x="6159537" y="2751000"/>
                  </a:lnTo>
                  <a:lnTo>
                    <a:pt x="6231159" y="2756146"/>
                  </a:lnTo>
                  <a:lnTo>
                    <a:pt x="6302782" y="2761257"/>
                  </a:lnTo>
                  <a:lnTo>
                    <a:pt x="6374404" y="2766331"/>
                  </a:lnTo>
                  <a:lnTo>
                    <a:pt x="6446027" y="2771370"/>
                  </a:lnTo>
                  <a:lnTo>
                    <a:pt x="6517649" y="2776374"/>
                  </a:lnTo>
                  <a:lnTo>
                    <a:pt x="6589272" y="2781342"/>
                  </a:lnTo>
                  <a:lnTo>
                    <a:pt x="6660894" y="2786275"/>
                  </a:lnTo>
                  <a:lnTo>
                    <a:pt x="6732517" y="2791174"/>
                  </a:lnTo>
                  <a:lnTo>
                    <a:pt x="6804139" y="2796038"/>
                  </a:lnTo>
                  <a:lnTo>
                    <a:pt x="6875762" y="2800869"/>
                  </a:lnTo>
                  <a:lnTo>
                    <a:pt x="6947385" y="2805665"/>
                  </a:lnTo>
                  <a:lnTo>
                    <a:pt x="7019007" y="2810427"/>
                  </a:lnTo>
                  <a:lnTo>
                    <a:pt x="7090630" y="2815157"/>
                  </a:lnTo>
                  <a:lnTo>
                    <a:pt x="7090630" y="3307283"/>
                  </a:lnTo>
                  <a:lnTo>
                    <a:pt x="7019007" y="3298125"/>
                  </a:lnTo>
                  <a:lnTo>
                    <a:pt x="6947385" y="3288492"/>
                  </a:lnTo>
                  <a:lnTo>
                    <a:pt x="6875762" y="3278359"/>
                  </a:lnTo>
                  <a:lnTo>
                    <a:pt x="6804139" y="3267701"/>
                  </a:lnTo>
                  <a:lnTo>
                    <a:pt x="6732517" y="3256489"/>
                  </a:lnTo>
                  <a:lnTo>
                    <a:pt x="6660894" y="3244695"/>
                  </a:lnTo>
                  <a:lnTo>
                    <a:pt x="6589272" y="3232289"/>
                  </a:lnTo>
                  <a:lnTo>
                    <a:pt x="6517649" y="3219239"/>
                  </a:lnTo>
                  <a:lnTo>
                    <a:pt x="6446027" y="3205513"/>
                  </a:lnTo>
                  <a:lnTo>
                    <a:pt x="6374404" y="3191073"/>
                  </a:lnTo>
                  <a:lnTo>
                    <a:pt x="6302782" y="3175885"/>
                  </a:lnTo>
                  <a:lnTo>
                    <a:pt x="6231159" y="3159908"/>
                  </a:lnTo>
                  <a:lnTo>
                    <a:pt x="6159537" y="3143102"/>
                  </a:lnTo>
                  <a:lnTo>
                    <a:pt x="6087914" y="3125424"/>
                  </a:lnTo>
                  <a:lnTo>
                    <a:pt x="6016292" y="3106828"/>
                  </a:lnTo>
                  <a:lnTo>
                    <a:pt x="5944669" y="3087268"/>
                  </a:lnTo>
                  <a:lnTo>
                    <a:pt x="5873047" y="3066692"/>
                  </a:lnTo>
                  <a:lnTo>
                    <a:pt x="5801424" y="3045049"/>
                  </a:lnTo>
                  <a:lnTo>
                    <a:pt x="5729802" y="3022282"/>
                  </a:lnTo>
                  <a:lnTo>
                    <a:pt x="5658179" y="2998334"/>
                  </a:lnTo>
                  <a:lnTo>
                    <a:pt x="5586557" y="2973143"/>
                  </a:lnTo>
                  <a:lnTo>
                    <a:pt x="5514934" y="2946645"/>
                  </a:lnTo>
                  <a:lnTo>
                    <a:pt x="5443311" y="2918771"/>
                  </a:lnTo>
                  <a:lnTo>
                    <a:pt x="5371689" y="2889451"/>
                  </a:lnTo>
                  <a:lnTo>
                    <a:pt x="5300066" y="2858610"/>
                  </a:lnTo>
                  <a:lnTo>
                    <a:pt x="5228444" y="2826167"/>
                  </a:lnTo>
                  <a:lnTo>
                    <a:pt x="5156821" y="2792042"/>
                  </a:lnTo>
                  <a:lnTo>
                    <a:pt x="5085199" y="2756145"/>
                  </a:lnTo>
                  <a:lnTo>
                    <a:pt x="5013576" y="2718385"/>
                  </a:lnTo>
                  <a:lnTo>
                    <a:pt x="4941954" y="2678666"/>
                  </a:lnTo>
                  <a:lnTo>
                    <a:pt x="4870331" y="2651881"/>
                  </a:lnTo>
                  <a:lnTo>
                    <a:pt x="4798709" y="2645997"/>
                  </a:lnTo>
                  <a:lnTo>
                    <a:pt x="4727086" y="2640071"/>
                  </a:lnTo>
                  <a:lnTo>
                    <a:pt x="4655464" y="2634104"/>
                  </a:lnTo>
                  <a:lnTo>
                    <a:pt x="4583841" y="2628094"/>
                  </a:lnTo>
                  <a:lnTo>
                    <a:pt x="4512219" y="2622042"/>
                  </a:lnTo>
                  <a:lnTo>
                    <a:pt x="4440596" y="2615946"/>
                  </a:lnTo>
                  <a:lnTo>
                    <a:pt x="4368974" y="2609808"/>
                  </a:lnTo>
                  <a:lnTo>
                    <a:pt x="4297351" y="2603627"/>
                  </a:lnTo>
                  <a:lnTo>
                    <a:pt x="4225729" y="2597401"/>
                  </a:lnTo>
                  <a:lnTo>
                    <a:pt x="4154106" y="2591132"/>
                  </a:lnTo>
                  <a:lnTo>
                    <a:pt x="4082483" y="2584818"/>
                  </a:lnTo>
                  <a:lnTo>
                    <a:pt x="4010861" y="2578460"/>
                  </a:lnTo>
                  <a:lnTo>
                    <a:pt x="3939238" y="2572056"/>
                  </a:lnTo>
                  <a:lnTo>
                    <a:pt x="3867616" y="2565608"/>
                  </a:lnTo>
                  <a:lnTo>
                    <a:pt x="3795993" y="2559114"/>
                  </a:lnTo>
                  <a:lnTo>
                    <a:pt x="3724371" y="2552573"/>
                  </a:lnTo>
                  <a:lnTo>
                    <a:pt x="3652748" y="2545987"/>
                  </a:lnTo>
                  <a:lnTo>
                    <a:pt x="3581126" y="2539354"/>
                  </a:lnTo>
                  <a:lnTo>
                    <a:pt x="3509503" y="2532674"/>
                  </a:lnTo>
                  <a:lnTo>
                    <a:pt x="3437881" y="2525947"/>
                  </a:lnTo>
                  <a:lnTo>
                    <a:pt x="3366258" y="2519172"/>
                  </a:lnTo>
                  <a:lnTo>
                    <a:pt x="3294636" y="2512349"/>
                  </a:lnTo>
                  <a:lnTo>
                    <a:pt x="3223013" y="2505478"/>
                  </a:lnTo>
                  <a:lnTo>
                    <a:pt x="3151391" y="2498559"/>
                  </a:lnTo>
                  <a:lnTo>
                    <a:pt x="3079768" y="2491590"/>
                  </a:lnTo>
                  <a:lnTo>
                    <a:pt x="3008146" y="2484572"/>
                  </a:lnTo>
                  <a:lnTo>
                    <a:pt x="2936523" y="2477505"/>
                  </a:lnTo>
                  <a:lnTo>
                    <a:pt x="2864901" y="2470387"/>
                  </a:lnTo>
                  <a:lnTo>
                    <a:pt x="2793278" y="2463220"/>
                  </a:lnTo>
                  <a:lnTo>
                    <a:pt x="2721655" y="2456001"/>
                  </a:lnTo>
                  <a:lnTo>
                    <a:pt x="2650033" y="2448732"/>
                  </a:lnTo>
                  <a:lnTo>
                    <a:pt x="2578410" y="2441411"/>
                  </a:lnTo>
                  <a:lnTo>
                    <a:pt x="2506788" y="2434038"/>
                  </a:lnTo>
                  <a:lnTo>
                    <a:pt x="2435165" y="2426613"/>
                  </a:lnTo>
                  <a:lnTo>
                    <a:pt x="2363543" y="2419136"/>
                  </a:lnTo>
                  <a:lnTo>
                    <a:pt x="2291920" y="2411605"/>
                  </a:lnTo>
                  <a:lnTo>
                    <a:pt x="2220298" y="2404022"/>
                  </a:lnTo>
                  <a:lnTo>
                    <a:pt x="2148675" y="2396385"/>
                  </a:lnTo>
                  <a:lnTo>
                    <a:pt x="2077053" y="2388693"/>
                  </a:lnTo>
                  <a:lnTo>
                    <a:pt x="2005430" y="2380948"/>
                  </a:lnTo>
                  <a:lnTo>
                    <a:pt x="1933808" y="2373147"/>
                  </a:lnTo>
                  <a:lnTo>
                    <a:pt x="1862185" y="2365292"/>
                  </a:lnTo>
                  <a:lnTo>
                    <a:pt x="1790563" y="2357381"/>
                  </a:lnTo>
                  <a:lnTo>
                    <a:pt x="1718940" y="2349413"/>
                  </a:lnTo>
                  <a:lnTo>
                    <a:pt x="1647318" y="2341390"/>
                  </a:lnTo>
                  <a:lnTo>
                    <a:pt x="1575695" y="2333310"/>
                  </a:lnTo>
                  <a:lnTo>
                    <a:pt x="1504073" y="2325172"/>
                  </a:lnTo>
                  <a:lnTo>
                    <a:pt x="1432450" y="2316977"/>
                  </a:lnTo>
                  <a:lnTo>
                    <a:pt x="1360827" y="2308725"/>
                  </a:lnTo>
                  <a:lnTo>
                    <a:pt x="1289205" y="2300413"/>
                  </a:lnTo>
                  <a:lnTo>
                    <a:pt x="1217582" y="2292043"/>
                  </a:lnTo>
                  <a:lnTo>
                    <a:pt x="1145960" y="2283614"/>
                  </a:lnTo>
                  <a:lnTo>
                    <a:pt x="1074337" y="2275125"/>
                  </a:lnTo>
                  <a:lnTo>
                    <a:pt x="1002715" y="2266576"/>
                  </a:lnTo>
                  <a:lnTo>
                    <a:pt x="931092" y="2257967"/>
                  </a:lnTo>
                  <a:lnTo>
                    <a:pt x="859470" y="2249297"/>
                  </a:lnTo>
                  <a:lnTo>
                    <a:pt x="787847" y="2240565"/>
                  </a:lnTo>
                  <a:lnTo>
                    <a:pt x="716225" y="2231772"/>
                  </a:lnTo>
                  <a:lnTo>
                    <a:pt x="644602" y="2222916"/>
                  </a:lnTo>
                  <a:lnTo>
                    <a:pt x="572980" y="2213998"/>
                  </a:lnTo>
                  <a:lnTo>
                    <a:pt x="501357" y="2205016"/>
                  </a:lnTo>
                  <a:lnTo>
                    <a:pt x="429735" y="2195972"/>
                  </a:lnTo>
                  <a:lnTo>
                    <a:pt x="358112" y="2186863"/>
                  </a:lnTo>
                  <a:lnTo>
                    <a:pt x="286490" y="2177690"/>
                  </a:lnTo>
                  <a:lnTo>
                    <a:pt x="214867" y="2168451"/>
                  </a:lnTo>
                  <a:lnTo>
                    <a:pt x="143245" y="2159148"/>
                  </a:lnTo>
                  <a:lnTo>
                    <a:pt x="71622" y="2149779"/>
                  </a:lnTo>
                  <a:lnTo>
                    <a:pt x="0" y="2140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0303" y="2073503"/>
              <a:ext cx="4222375" cy="2815157"/>
            </a:xfrm>
            <a:custGeom>
              <a:avLst/>
              <a:pathLst>
                <a:path w="4222375" h="2815157">
                  <a:moveTo>
                    <a:pt x="0" y="0"/>
                  </a:moveTo>
                  <a:lnTo>
                    <a:pt x="68269" y="164205"/>
                  </a:lnTo>
                  <a:lnTo>
                    <a:pt x="139891" y="327977"/>
                  </a:lnTo>
                  <a:lnTo>
                    <a:pt x="211514" y="483669"/>
                  </a:lnTo>
                  <a:lnTo>
                    <a:pt x="283136" y="631680"/>
                  </a:lnTo>
                  <a:lnTo>
                    <a:pt x="354759" y="772389"/>
                  </a:lnTo>
                  <a:lnTo>
                    <a:pt x="426381" y="906156"/>
                  </a:lnTo>
                  <a:lnTo>
                    <a:pt x="498004" y="1033323"/>
                  </a:lnTo>
                  <a:lnTo>
                    <a:pt x="569627" y="1154216"/>
                  </a:lnTo>
                  <a:lnTo>
                    <a:pt x="641249" y="1269145"/>
                  </a:lnTo>
                  <a:lnTo>
                    <a:pt x="712872" y="1378404"/>
                  </a:lnTo>
                  <a:lnTo>
                    <a:pt x="784494" y="1482273"/>
                  </a:lnTo>
                  <a:lnTo>
                    <a:pt x="856117" y="1581017"/>
                  </a:lnTo>
                  <a:lnTo>
                    <a:pt x="927739" y="1674889"/>
                  </a:lnTo>
                  <a:lnTo>
                    <a:pt x="999362" y="1764131"/>
                  </a:lnTo>
                  <a:lnTo>
                    <a:pt x="1070984" y="1848969"/>
                  </a:lnTo>
                  <a:lnTo>
                    <a:pt x="1142607" y="1929622"/>
                  </a:lnTo>
                  <a:lnTo>
                    <a:pt x="1214229" y="2006296"/>
                  </a:lnTo>
                  <a:lnTo>
                    <a:pt x="1285852" y="2079187"/>
                  </a:lnTo>
                  <a:lnTo>
                    <a:pt x="1357474" y="2148482"/>
                  </a:lnTo>
                  <a:lnTo>
                    <a:pt x="1429097" y="2214358"/>
                  </a:lnTo>
                  <a:lnTo>
                    <a:pt x="1500719" y="2276984"/>
                  </a:lnTo>
                  <a:lnTo>
                    <a:pt x="1572342" y="2336521"/>
                  </a:lnTo>
                  <a:lnTo>
                    <a:pt x="1643964" y="2393120"/>
                  </a:lnTo>
                  <a:lnTo>
                    <a:pt x="1715587" y="2446927"/>
                  </a:lnTo>
                  <a:lnTo>
                    <a:pt x="1787209" y="2498079"/>
                  </a:lnTo>
                  <a:lnTo>
                    <a:pt x="1858832" y="2546707"/>
                  </a:lnTo>
                  <a:lnTo>
                    <a:pt x="1930455" y="2592937"/>
                  </a:lnTo>
                  <a:lnTo>
                    <a:pt x="2002077" y="2636886"/>
                  </a:lnTo>
                  <a:lnTo>
                    <a:pt x="2073700" y="2657724"/>
                  </a:lnTo>
                  <a:lnTo>
                    <a:pt x="2145322" y="2663525"/>
                  </a:lnTo>
                  <a:lnTo>
                    <a:pt x="2216945" y="2669286"/>
                  </a:lnTo>
                  <a:lnTo>
                    <a:pt x="2288567" y="2675007"/>
                  </a:lnTo>
                  <a:lnTo>
                    <a:pt x="2360190" y="2680687"/>
                  </a:lnTo>
                  <a:lnTo>
                    <a:pt x="2431812" y="2686327"/>
                  </a:lnTo>
                  <a:lnTo>
                    <a:pt x="2503435" y="2691928"/>
                  </a:lnTo>
                  <a:lnTo>
                    <a:pt x="2575057" y="2697489"/>
                  </a:lnTo>
                  <a:lnTo>
                    <a:pt x="2646680" y="2703012"/>
                  </a:lnTo>
                  <a:lnTo>
                    <a:pt x="2718302" y="2708495"/>
                  </a:lnTo>
                  <a:lnTo>
                    <a:pt x="2789925" y="2713940"/>
                  </a:lnTo>
                  <a:lnTo>
                    <a:pt x="2861547" y="2719347"/>
                  </a:lnTo>
                  <a:lnTo>
                    <a:pt x="2933170" y="2724716"/>
                  </a:lnTo>
                  <a:lnTo>
                    <a:pt x="3004792" y="2730047"/>
                  </a:lnTo>
                  <a:lnTo>
                    <a:pt x="3076415" y="2735341"/>
                  </a:lnTo>
                  <a:lnTo>
                    <a:pt x="3148037" y="2740597"/>
                  </a:lnTo>
                  <a:lnTo>
                    <a:pt x="3219660" y="2745817"/>
                  </a:lnTo>
                  <a:lnTo>
                    <a:pt x="3291283" y="2751000"/>
                  </a:lnTo>
                  <a:lnTo>
                    <a:pt x="3362905" y="2756146"/>
                  </a:lnTo>
                  <a:lnTo>
                    <a:pt x="3434528" y="2761257"/>
                  </a:lnTo>
                  <a:lnTo>
                    <a:pt x="3506150" y="2766331"/>
                  </a:lnTo>
                  <a:lnTo>
                    <a:pt x="3577773" y="2771370"/>
                  </a:lnTo>
                  <a:lnTo>
                    <a:pt x="3649395" y="2776374"/>
                  </a:lnTo>
                  <a:lnTo>
                    <a:pt x="3721018" y="2781342"/>
                  </a:lnTo>
                  <a:lnTo>
                    <a:pt x="3792640" y="2786275"/>
                  </a:lnTo>
                  <a:lnTo>
                    <a:pt x="3864263" y="2791174"/>
                  </a:lnTo>
                  <a:lnTo>
                    <a:pt x="3935885" y="2796038"/>
                  </a:lnTo>
                  <a:lnTo>
                    <a:pt x="4007508" y="2800869"/>
                  </a:lnTo>
                  <a:lnTo>
                    <a:pt x="4079130" y="2805665"/>
                  </a:lnTo>
                  <a:lnTo>
                    <a:pt x="4150753" y="2810427"/>
                  </a:lnTo>
                  <a:lnTo>
                    <a:pt x="4222375" y="2815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13846"/>
              <a:ext cx="7090630" cy="1166939"/>
            </a:xfrm>
            <a:custGeom>
              <a:avLst/>
              <a:pathLst>
                <a:path w="7090630" h="1166939">
                  <a:moveTo>
                    <a:pt x="7090630" y="1166939"/>
                  </a:moveTo>
                  <a:lnTo>
                    <a:pt x="7019007" y="1157782"/>
                  </a:lnTo>
                  <a:lnTo>
                    <a:pt x="6947385" y="1148149"/>
                  </a:lnTo>
                  <a:lnTo>
                    <a:pt x="6875762" y="1138016"/>
                  </a:lnTo>
                  <a:lnTo>
                    <a:pt x="6804139" y="1127357"/>
                  </a:lnTo>
                  <a:lnTo>
                    <a:pt x="6732517" y="1116145"/>
                  </a:lnTo>
                  <a:lnTo>
                    <a:pt x="6660894" y="1104351"/>
                  </a:lnTo>
                  <a:lnTo>
                    <a:pt x="6589272" y="1091945"/>
                  </a:lnTo>
                  <a:lnTo>
                    <a:pt x="6517649" y="1078896"/>
                  </a:lnTo>
                  <a:lnTo>
                    <a:pt x="6446027" y="1065169"/>
                  </a:lnTo>
                  <a:lnTo>
                    <a:pt x="6374404" y="1050730"/>
                  </a:lnTo>
                  <a:lnTo>
                    <a:pt x="6302782" y="1035541"/>
                  </a:lnTo>
                  <a:lnTo>
                    <a:pt x="6231159" y="1019564"/>
                  </a:lnTo>
                  <a:lnTo>
                    <a:pt x="6159537" y="1002758"/>
                  </a:lnTo>
                  <a:lnTo>
                    <a:pt x="6087914" y="985080"/>
                  </a:lnTo>
                  <a:lnTo>
                    <a:pt x="6016292" y="966485"/>
                  </a:lnTo>
                  <a:lnTo>
                    <a:pt x="5944669" y="946924"/>
                  </a:lnTo>
                  <a:lnTo>
                    <a:pt x="5873047" y="926348"/>
                  </a:lnTo>
                  <a:lnTo>
                    <a:pt x="5801424" y="904705"/>
                  </a:lnTo>
                  <a:lnTo>
                    <a:pt x="5729802" y="881938"/>
                  </a:lnTo>
                  <a:lnTo>
                    <a:pt x="5658179" y="857990"/>
                  </a:lnTo>
                  <a:lnTo>
                    <a:pt x="5586557" y="832799"/>
                  </a:lnTo>
                  <a:lnTo>
                    <a:pt x="5514934" y="806301"/>
                  </a:lnTo>
                  <a:lnTo>
                    <a:pt x="5443311" y="778427"/>
                  </a:lnTo>
                  <a:lnTo>
                    <a:pt x="5371689" y="749107"/>
                  </a:lnTo>
                  <a:lnTo>
                    <a:pt x="5300066" y="718266"/>
                  </a:lnTo>
                  <a:lnTo>
                    <a:pt x="5228444" y="685824"/>
                  </a:lnTo>
                  <a:lnTo>
                    <a:pt x="5156821" y="651698"/>
                  </a:lnTo>
                  <a:lnTo>
                    <a:pt x="5085199" y="615801"/>
                  </a:lnTo>
                  <a:lnTo>
                    <a:pt x="5013576" y="578042"/>
                  </a:lnTo>
                  <a:lnTo>
                    <a:pt x="4941954" y="538322"/>
                  </a:lnTo>
                  <a:lnTo>
                    <a:pt x="4870331" y="511537"/>
                  </a:lnTo>
                  <a:lnTo>
                    <a:pt x="4798709" y="505653"/>
                  </a:lnTo>
                  <a:lnTo>
                    <a:pt x="4727086" y="499727"/>
                  </a:lnTo>
                  <a:lnTo>
                    <a:pt x="4655464" y="493760"/>
                  </a:lnTo>
                  <a:lnTo>
                    <a:pt x="4583841" y="487750"/>
                  </a:lnTo>
                  <a:lnTo>
                    <a:pt x="4512219" y="481698"/>
                  </a:lnTo>
                  <a:lnTo>
                    <a:pt x="4440596" y="475603"/>
                  </a:lnTo>
                  <a:lnTo>
                    <a:pt x="4368974" y="469465"/>
                  </a:lnTo>
                  <a:lnTo>
                    <a:pt x="4297351" y="463283"/>
                  </a:lnTo>
                  <a:lnTo>
                    <a:pt x="4225729" y="457058"/>
                  </a:lnTo>
                  <a:lnTo>
                    <a:pt x="4154106" y="450788"/>
                  </a:lnTo>
                  <a:lnTo>
                    <a:pt x="4082483" y="444475"/>
                  </a:lnTo>
                  <a:lnTo>
                    <a:pt x="4010861" y="438116"/>
                  </a:lnTo>
                  <a:lnTo>
                    <a:pt x="3939238" y="431713"/>
                  </a:lnTo>
                  <a:lnTo>
                    <a:pt x="3867616" y="425264"/>
                  </a:lnTo>
                  <a:lnTo>
                    <a:pt x="3795993" y="418770"/>
                  </a:lnTo>
                  <a:lnTo>
                    <a:pt x="3724371" y="412230"/>
                  </a:lnTo>
                  <a:lnTo>
                    <a:pt x="3652748" y="405643"/>
                  </a:lnTo>
                  <a:lnTo>
                    <a:pt x="3581126" y="399010"/>
                  </a:lnTo>
                  <a:lnTo>
                    <a:pt x="3509503" y="392330"/>
                  </a:lnTo>
                  <a:lnTo>
                    <a:pt x="3437881" y="385603"/>
                  </a:lnTo>
                  <a:lnTo>
                    <a:pt x="3366258" y="378828"/>
                  </a:lnTo>
                  <a:lnTo>
                    <a:pt x="3294636" y="372006"/>
                  </a:lnTo>
                  <a:lnTo>
                    <a:pt x="3223013" y="365135"/>
                  </a:lnTo>
                  <a:lnTo>
                    <a:pt x="3151391" y="358215"/>
                  </a:lnTo>
                  <a:lnTo>
                    <a:pt x="3079768" y="351246"/>
                  </a:lnTo>
                  <a:lnTo>
                    <a:pt x="3008146" y="344229"/>
                  </a:lnTo>
                  <a:lnTo>
                    <a:pt x="2936523" y="337161"/>
                  </a:lnTo>
                  <a:lnTo>
                    <a:pt x="2864901" y="330044"/>
                  </a:lnTo>
                  <a:lnTo>
                    <a:pt x="2793278" y="322876"/>
                  </a:lnTo>
                  <a:lnTo>
                    <a:pt x="2721655" y="315658"/>
                  </a:lnTo>
                  <a:lnTo>
                    <a:pt x="2650033" y="308388"/>
                  </a:lnTo>
                  <a:lnTo>
                    <a:pt x="2578410" y="301067"/>
                  </a:lnTo>
                  <a:lnTo>
                    <a:pt x="2506788" y="293694"/>
                  </a:lnTo>
                  <a:lnTo>
                    <a:pt x="2435165" y="286269"/>
                  </a:lnTo>
                  <a:lnTo>
                    <a:pt x="2363543" y="278792"/>
                  </a:lnTo>
                  <a:lnTo>
                    <a:pt x="2291920" y="271262"/>
                  </a:lnTo>
                  <a:lnTo>
                    <a:pt x="2220298" y="263678"/>
                  </a:lnTo>
                  <a:lnTo>
                    <a:pt x="2148675" y="256041"/>
                  </a:lnTo>
                  <a:lnTo>
                    <a:pt x="2077053" y="248350"/>
                  </a:lnTo>
                  <a:lnTo>
                    <a:pt x="2005430" y="240604"/>
                  </a:lnTo>
                  <a:lnTo>
                    <a:pt x="1933808" y="232804"/>
                  </a:lnTo>
                  <a:lnTo>
                    <a:pt x="1862185" y="224948"/>
                  </a:lnTo>
                  <a:lnTo>
                    <a:pt x="1790563" y="217037"/>
                  </a:lnTo>
                  <a:lnTo>
                    <a:pt x="1718940" y="209070"/>
                  </a:lnTo>
                  <a:lnTo>
                    <a:pt x="1647318" y="201046"/>
                  </a:lnTo>
                  <a:lnTo>
                    <a:pt x="1575695" y="192966"/>
                  </a:lnTo>
                  <a:lnTo>
                    <a:pt x="1504073" y="184829"/>
                  </a:lnTo>
                  <a:lnTo>
                    <a:pt x="1432450" y="176634"/>
                  </a:lnTo>
                  <a:lnTo>
                    <a:pt x="1360827" y="168381"/>
                  </a:lnTo>
                  <a:lnTo>
                    <a:pt x="1289205" y="160070"/>
                  </a:lnTo>
                  <a:lnTo>
                    <a:pt x="1217582" y="151700"/>
                  </a:lnTo>
                  <a:lnTo>
                    <a:pt x="1145960" y="143270"/>
                  </a:lnTo>
                  <a:lnTo>
                    <a:pt x="1074337" y="134781"/>
                  </a:lnTo>
                  <a:lnTo>
                    <a:pt x="1002715" y="126233"/>
                  </a:lnTo>
                  <a:lnTo>
                    <a:pt x="931092" y="117623"/>
                  </a:lnTo>
                  <a:lnTo>
                    <a:pt x="859470" y="108953"/>
                  </a:lnTo>
                  <a:lnTo>
                    <a:pt x="787847" y="100221"/>
                  </a:lnTo>
                  <a:lnTo>
                    <a:pt x="716225" y="91428"/>
                  </a:lnTo>
                  <a:lnTo>
                    <a:pt x="644602" y="82572"/>
                  </a:lnTo>
                  <a:lnTo>
                    <a:pt x="572980" y="73654"/>
                  </a:lnTo>
                  <a:lnTo>
                    <a:pt x="501357" y="64673"/>
                  </a:lnTo>
                  <a:lnTo>
                    <a:pt x="429735" y="55628"/>
                  </a:lnTo>
                  <a:lnTo>
                    <a:pt x="358112" y="46519"/>
                  </a:lnTo>
                  <a:lnTo>
                    <a:pt x="286490" y="37346"/>
                  </a:lnTo>
                  <a:lnTo>
                    <a:pt x="214867" y="28108"/>
                  </a:lnTo>
                  <a:lnTo>
                    <a:pt x="143245" y="18804"/>
                  </a:lnTo>
                  <a:lnTo>
                    <a:pt x="71622" y="94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5748" y="2073503"/>
              <a:ext cx="5756930" cy="3140262"/>
            </a:xfrm>
            <a:custGeom>
              <a:avLst/>
              <a:pathLst>
                <a:path w="5756930" h="3140262">
                  <a:moveTo>
                    <a:pt x="0" y="0"/>
                  </a:moveTo>
                  <a:lnTo>
                    <a:pt x="27128" y="38161"/>
                  </a:lnTo>
                  <a:lnTo>
                    <a:pt x="98751" y="136050"/>
                  </a:lnTo>
                  <a:lnTo>
                    <a:pt x="170373" y="231158"/>
                  </a:lnTo>
                  <a:lnTo>
                    <a:pt x="241996" y="323564"/>
                  </a:lnTo>
                  <a:lnTo>
                    <a:pt x="313618" y="413345"/>
                  </a:lnTo>
                  <a:lnTo>
                    <a:pt x="385241" y="500575"/>
                  </a:lnTo>
                  <a:lnTo>
                    <a:pt x="456863" y="585327"/>
                  </a:lnTo>
                  <a:lnTo>
                    <a:pt x="528486" y="667671"/>
                  </a:lnTo>
                  <a:lnTo>
                    <a:pt x="600108" y="747675"/>
                  </a:lnTo>
                  <a:lnTo>
                    <a:pt x="671731" y="825407"/>
                  </a:lnTo>
                  <a:lnTo>
                    <a:pt x="743353" y="900930"/>
                  </a:lnTo>
                  <a:lnTo>
                    <a:pt x="814976" y="974308"/>
                  </a:lnTo>
                  <a:lnTo>
                    <a:pt x="886598" y="1045601"/>
                  </a:lnTo>
                  <a:lnTo>
                    <a:pt x="958221" y="1114869"/>
                  </a:lnTo>
                  <a:lnTo>
                    <a:pt x="1029844" y="1182168"/>
                  </a:lnTo>
                  <a:lnTo>
                    <a:pt x="1101466" y="1247556"/>
                  </a:lnTo>
                  <a:lnTo>
                    <a:pt x="1173089" y="1311086"/>
                  </a:lnTo>
                  <a:lnTo>
                    <a:pt x="1244711" y="1372811"/>
                  </a:lnTo>
                  <a:lnTo>
                    <a:pt x="1316334" y="1432783"/>
                  </a:lnTo>
                  <a:lnTo>
                    <a:pt x="1387956" y="1491051"/>
                  </a:lnTo>
                  <a:lnTo>
                    <a:pt x="1459579" y="1547663"/>
                  </a:lnTo>
                  <a:lnTo>
                    <a:pt x="1531201" y="1602667"/>
                  </a:lnTo>
                  <a:lnTo>
                    <a:pt x="1602824" y="1656109"/>
                  </a:lnTo>
                  <a:lnTo>
                    <a:pt x="1674446" y="1708032"/>
                  </a:lnTo>
                  <a:lnTo>
                    <a:pt x="1746069" y="1758480"/>
                  </a:lnTo>
                  <a:lnTo>
                    <a:pt x="1817691" y="1807494"/>
                  </a:lnTo>
                  <a:lnTo>
                    <a:pt x="1889314" y="1855117"/>
                  </a:lnTo>
                  <a:lnTo>
                    <a:pt x="1960936" y="1901386"/>
                  </a:lnTo>
                  <a:lnTo>
                    <a:pt x="2032559" y="1946341"/>
                  </a:lnTo>
                  <a:lnTo>
                    <a:pt x="2104181" y="1990018"/>
                  </a:lnTo>
                  <a:lnTo>
                    <a:pt x="2175804" y="2032455"/>
                  </a:lnTo>
                  <a:lnTo>
                    <a:pt x="2247426" y="2073686"/>
                  </a:lnTo>
                  <a:lnTo>
                    <a:pt x="2319049" y="2113746"/>
                  </a:lnTo>
                  <a:lnTo>
                    <a:pt x="2390672" y="2152668"/>
                  </a:lnTo>
                  <a:lnTo>
                    <a:pt x="2462294" y="2190484"/>
                  </a:lnTo>
                  <a:lnTo>
                    <a:pt x="2533917" y="2227225"/>
                  </a:lnTo>
                  <a:lnTo>
                    <a:pt x="2605539" y="2262923"/>
                  </a:lnTo>
                  <a:lnTo>
                    <a:pt x="2677162" y="2297606"/>
                  </a:lnTo>
                  <a:lnTo>
                    <a:pt x="2748784" y="2331305"/>
                  </a:lnTo>
                  <a:lnTo>
                    <a:pt x="2820407" y="2364045"/>
                  </a:lnTo>
                  <a:lnTo>
                    <a:pt x="2892029" y="2395856"/>
                  </a:lnTo>
                  <a:lnTo>
                    <a:pt x="2963652" y="2426763"/>
                  </a:lnTo>
                  <a:lnTo>
                    <a:pt x="3035274" y="2456792"/>
                  </a:lnTo>
                  <a:lnTo>
                    <a:pt x="3106897" y="2485968"/>
                  </a:lnTo>
                  <a:lnTo>
                    <a:pt x="3178519" y="2514314"/>
                  </a:lnTo>
                  <a:lnTo>
                    <a:pt x="3250142" y="2541856"/>
                  </a:lnTo>
                  <a:lnTo>
                    <a:pt x="3321764" y="2568615"/>
                  </a:lnTo>
                  <a:lnTo>
                    <a:pt x="3393387" y="2594614"/>
                  </a:lnTo>
                  <a:lnTo>
                    <a:pt x="3465009" y="2619874"/>
                  </a:lnTo>
                  <a:lnTo>
                    <a:pt x="3536632" y="2644417"/>
                  </a:lnTo>
                  <a:lnTo>
                    <a:pt x="3608254" y="2668262"/>
                  </a:lnTo>
                  <a:lnTo>
                    <a:pt x="3679877" y="2691430"/>
                  </a:lnTo>
                  <a:lnTo>
                    <a:pt x="3751500" y="2713940"/>
                  </a:lnTo>
                  <a:lnTo>
                    <a:pt x="3823122" y="2735810"/>
                  </a:lnTo>
                  <a:lnTo>
                    <a:pt x="3894745" y="2757059"/>
                  </a:lnTo>
                  <a:lnTo>
                    <a:pt x="3966367" y="2777704"/>
                  </a:lnTo>
                  <a:lnTo>
                    <a:pt x="4037990" y="2797762"/>
                  </a:lnTo>
                  <a:lnTo>
                    <a:pt x="4109612" y="2817251"/>
                  </a:lnTo>
                  <a:lnTo>
                    <a:pt x="4181235" y="2836186"/>
                  </a:lnTo>
                  <a:lnTo>
                    <a:pt x="4252857" y="2854583"/>
                  </a:lnTo>
                  <a:lnTo>
                    <a:pt x="4324480" y="2872458"/>
                  </a:lnTo>
                  <a:lnTo>
                    <a:pt x="4396102" y="2889825"/>
                  </a:lnTo>
                  <a:lnTo>
                    <a:pt x="4467725" y="2906698"/>
                  </a:lnTo>
                  <a:lnTo>
                    <a:pt x="4539347" y="2923092"/>
                  </a:lnTo>
                  <a:lnTo>
                    <a:pt x="4610970" y="2939020"/>
                  </a:lnTo>
                  <a:lnTo>
                    <a:pt x="4682592" y="2954496"/>
                  </a:lnTo>
                  <a:lnTo>
                    <a:pt x="4754215" y="2969532"/>
                  </a:lnTo>
                  <a:lnTo>
                    <a:pt x="4825837" y="2984141"/>
                  </a:lnTo>
                  <a:lnTo>
                    <a:pt x="4897460" y="2998334"/>
                  </a:lnTo>
                  <a:lnTo>
                    <a:pt x="4969082" y="3012125"/>
                  </a:lnTo>
                  <a:lnTo>
                    <a:pt x="5040705" y="3025524"/>
                  </a:lnTo>
                  <a:lnTo>
                    <a:pt x="5112328" y="3038542"/>
                  </a:lnTo>
                  <a:lnTo>
                    <a:pt x="5183950" y="3051190"/>
                  </a:lnTo>
                  <a:lnTo>
                    <a:pt x="5255573" y="3063479"/>
                  </a:lnTo>
                  <a:lnTo>
                    <a:pt x="5327195" y="3075419"/>
                  </a:lnTo>
                  <a:lnTo>
                    <a:pt x="5398818" y="3087019"/>
                  </a:lnTo>
                  <a:lnTo>
                    <a:pt x="5470440" y="3098290"/>
                  </a:lnTo>
                  <a:lnTo>
                    <a:pt x="5542063" y="3109241"/>
                  </a:lnTo>
                  <a:lnTo>
                    <a:pt x="5613685" y="3119881"/>
                  </a:lnTo>
                  <a:lnTo>
                    <a:pt x="5685308" y="3130218"/>
                  </a:lnTo>
                  <a:lnTo>
                    <a:pt x="5756930" y="3140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(0.30-0.85)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2026-05-22T09:54:31Z</dcterms:modified>
  <cp:category/>
</cp:coreProperties>
</file>