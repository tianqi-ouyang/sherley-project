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9"/>
                  </a:lnTo>
                  <a:lnTo>
                    <a:pt x="2864901" y="2771540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2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7"/>
                  </a:lnTo>
                  <a:lnTo>
                    <a:pt x="1504073" y="2840556"/>
                  </a:lnTo>
                  <a:lnTo>
                    <a:pt x="1432450" y="2843998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30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4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3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4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8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1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1" y="584070"/>
                  </a:lnTo>
                  <a:lnTo>
                    <a:pt x="537743" y="664648"/>
                  </a:lnTo>
                  <a:lnTo>
                    <a:pt x="609366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1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1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9" y="1786276"/>
                  </a:lnTo>
                  <a:lnTo>
                    <a:pt x="1898571" y="1833447"/>
                  </a:lnTo>
                  <a:lnTo>
                    <a:pt x="1970194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80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7" y="2490048"/>
                  </a:lnTo>
                  <a:lnTo>
                    <a:pt x="3259399" y="2517661"/>
                  </a:lnTo>
                  <a:lnTo>
                    <a:pt x="3331022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5" y="2902035"/>
                  </a:lnTo>
                  <a:lnTo>
                    <a:pt x="4620227" y="2918200"/>
                  </a:lnTo>
                  <a:lnTo>
                    <a:pt x="4691850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2026-05-22T13:29:54Z</dcterms:modified>
  <cp:category/>
</cp:coreProperties>
</file>