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221"/>
            </a:xfrm>
            <a:custGeom>
              <a:avLst/>
              <a:pathLst>
                <a:path w="7090630" h="3358221">
                  <a:moveTo>
                    <a:pt x="3234924" y="0"/>
                  </a:moveTo>
                  <a:lnTo>
                    <a:pt x="3294636" y="175612"/>
                  </a:lnTo>
                  <a:lnTo>
                    <a:pt x="3366258" y="373644"/>
                  </a:lnTo>
                  <a:lnTo>
                    <a:pt x="3437881" y="559822"/>
                  </a:lnTo>
                  <a:lnTo>
                    <a:pt x="3509503" y="734855"/>
                  </a:lnTo>
                  <a:lnTo>
                    <a:pt x="3581126" y="899410"/>
                  </a:lnTo>
                  <a:lnTo>
                    <a:pt x="3652748" y="1054114"/>
                  </a:lnTo>
                  <a:lnTo>
                    <a:pt x="3724371" y="1199557"/>
                  </a:lnTo>
                  <a:lnTo>
                    <a:pt x="3795993" y="1336294"/>
                  </a:lnTo>
                  <a:lnTo>
                    <a:pt x="3867616" y="1464845"/>
                  </a:lnTo>
                  <a:lnTo>
                    <a:pt x="3939238" y="1585701"/>
                  </a:lnTo>
                  <a:lnTo>
                    <a:pt x="4010861" y="1699322"/>
                  </a:lnTo>
                  <a:lnTo>
                    <a:pt x="4082483" y="1806142"/>
                  </a:lnTo>
                  <a:lnTo>
                    <a:pt x="4154106" y="1906567"/>
                  </a:lnTo>
                  <a:lnTo>
                    <a:pt x="4225729" y="2000981"/>
                  </a:lnTo>
                  <a:lnTo>
                    <a:pt x="4297351" y="2089742"/>
                  </a:lnTo>
                  <a:lnTo>
                    <a:pt x="4368974" y="2173191"/>
                  </a:lnTo>
                  <a:lnTo>
                    <a:pt x="4440596" y="2251643"/>
                  </a:lnTo>
                  <a:lnTo>
                    <a:pt x="4512219" y="2325400"/>
                  </a:lnTo>
                  <a:lnTo>
                    <a:pt x="4583841" y="2394741"/>
                  </a:lnTo>
                  <a:lnTo>
                    <a:pt x="4655464" y="2459931"/>
                  </a:lnTo>
                  <a:lnTo>
                    <a:pt x="4727086" y="2521219"/>
                  </a:lnTo>
                  <a:lnTo>
                    <a:pt x="4798709" y="2578838"/>
                  </a:lnTo>
                  <a:lnTo>
                    <a:pt x="4870331" y="2633008"/>
                  </a:lnTo>
                  <a:lnTo>
                    <a:pt x="4941954" y="2651655"/>
                  </a:lnTo>
                  <a:lnTo>
                    <a:pt x="5013576" y="2647179"/>
                  </a:lnTo>
                  <a:lnTo>
                    <a:pt x="5085199" y="2642679"/>
                  </a:lnTo>
                  <a:lnTo>
                    <a:pt x="5156821" y="2638155"/>
                  </a:lnTo>
                  <a:lnTo>
                    <a:pt x="5228444" y="2633606"/>
                  </a:lnTo>
                  <a:lnTo>
                    <a:pt x="5300066" y="2629033"/>
                  </a:lnTo>
                  <a:lnTo>
                    <a:pt x="5371689" y="2624436"/>
                  </a:lnTo>
                  <a:lnTo>
                    <a:pt x="5443311" y="2619813"/>
                  </a:lnTo>
                  <a:lnTo>
                    <a:pt x="5514934" y="2615166"/>
                  </a:lnTo>
                  <a:lnTo>
                    <a:pt x="5586557" y="2610494"/>
                  </a:lnTo>
                  <a:lnTo>
                    <a:pt x="5658179" y="2605797"/>
                  </a:lnTo>
                  <a:lnTo>
                    <a:pt x="5729802" y="2601074"/>
                  </a:lnTo>
                  <a:lnTo>
                    <a:pt x="5801424" y="2596326"/>
                  </a:lnTo>
                  <a:lnTo>
                    <a:pt x="5873047" y="2591553"/>
                  </a:lnTo>
                  <a:lnTo>
                    <a:pt x="5944669" y="2586754"/>
                  </a:lnTo>
                  <a:lnTo>
                    <a:pt x="6016292" y="2581929"/>
                  </a:lnTo>
                  <a:lnTo>
                    <a:pt x="6087914" y="2577078"/>
                  </a:lnTo>
                  <a:lnTo>
                    <a:pt x="6159537" y="2572201"/>
                  </a:lnTo>
                  <a:lnTo>
                    <a:pt x="6231159" y="2567298"/>
                  </a:lnTo>
                  <a:lnTo>
                    <a:pt x="6302782" y="2562368"/>
                  </a:lnTo>
                  <a:lnTo>
                    <a:pt x="6374404" y="2557412"/>
                  </a:lnTo>
                  <a:lnTo>
                    <a:pt x="6446027" y="2552429"/>
                  </a:lnTo>
                  <a:lnTo>
                    <a:pt x="6517649" y="2547419"/>
                  </a:lnTo>
                  <a:lnTo>
                    <a:pt x="6589272" y="2542383"/>
                  </a:lnTo>
                  <a:lnTo>
                    <a:pt x="6660894" y="2537319"/>
                  </a:lnTo>
                  <a:lnTo>
                    <a:pt x="6732517" y="2532228"/>
                  </a:lnTo>
                  <a:lnTo>
                    <a:pt x="6804139" y="2527110"/>
                  </a:lnTo>
                  <a:lnTo>
                    <a:pt x="6875762" y="2521964"/>
                  </a:lnTo>
                  <a:lnTo>
                    <a:pt x="6947385" y="2516791"/>
                  </a:lnTo>
                  <a:lnTo>
                    <a:pt x="7019007" y="2511589"/>
                  </a:lnTo>
                  <a:lnTo>
                    <a:pt x="7090630" y="2506360"/>
                  </a:lnTo>
                  <a:lnTo>
                    <a:pt x="7090630" y="3358221"/>
                  </a:lnTo>
                  <a:lnTo>
                    <a:pt x="7019007" y="3350228"/>
                  </a:lnTo>
                  <a:lnTo>
                    <a:pt x="6947385" y="3341727"/>
                  </a:lnTo>
                  <a:lnTo>
                    <a:pt x="6875762" y="3332684"/>
                  </a:lnTo>
                  <a:lnTo>
                    <a:pt x="6804139" y="3323065"/>
                  </a:lnTo>
                  <a:lnTo>
                    <a:pt x="6732517" y="3312834"/>
                  </a:lnTo>
                  <a:lnTo>
                    <a:pt x="6660894" y="3301951"/>
                  </a:lnTo>
                  <a:lnTo>
                    <a:pt x="6589272" y="3290375"/>
                  </a:lnTo>
                  <a:lnTo>
                    <a:pt x="6517649" y="3278063"/>
                  </a:lnTo>
                  <a:lnTo>
                    <a:pt x="6446027" y="3264966"/>
                  </a:lnTo>
                  <a:lnTo>
                    <a:pt x="6374404" y="3251035"/>
                  </a:lnTo>
                  <a:lnTo>
                    <a:pt x="6302782" y="3236218"/>
                  </a:lnTo>
                  <a:lnTo>
                    <a:pt x="6231159" y="3220456"/>
                  </a:lnTo>
                  <a:lnTo>
                    <a:pt x="6159537" y="3203692"/>
                  </a:lnTo>
                  <a:lnTo>
                    <a:pt x="6087914" y="3185860"/>
                  </a:lnTo>
                  <a:lnTo>
                    <a:pt x="6016292" y="3166892"/>
                  </a:lnTo>
                  <a:lnTo>
                    <a:pt x="5944669" y="3146717"/>
                  </a:lnTo>
                  <a:lnTo>
                    <a:pt x="5873047" y="3125257"/>
                  </a:lnTo>
                  <a:lnTo>
                    <a:pt x="5801424" y="3102430"/>
                  </a:lnTo>
                  <a:lnTo>
                    <a:pt x="5729802" y="3078150"/>
                  </a:lnTo>
                  <a:lnTo>
                    <a:pt x="5658179" y="3052324"/>
                  </a:lnTo>
                  <a:lnTo>
                    <a:pt x="5586557" y="3024854"/>
                  </a:lnTo>
                  <a:lnTo>
                    <a:pt x="5514934" y="2995635"/>
                  </a:lnTo>
                  <a:lnTo>
                    <a:pt x="5443311" y="2964555"/>
                  </a:lnTo>
                  <a:lnTo>
                    <a:pt x="5371689" y="2931496"/>
                  </a:lnTo>
                  <a:lnTo>
                    <a:pt x="5300066" y="2896332"/>
                  </a:lnTo>
                  <a:lnTo>
                    <a:pt x="5228444" y="2858929"/>
                  </a:lnTo>
                  <a:lnTo>
                    <a:pt x="5156821" y="2819144"/>
                  </a:lnTo>
                  <a:lnTo>
                    <a:pt x="5085199" y="2776826"/>
                  </a:lnTo>
                  <a:lnTo>
                    <a:pt x="5013576" y="2731814"/>
                  </a:lnTo>
                  <a:lnTo>
                    <a:pt x="4941954" y="2683935"/>
                  </a:lnTo>
                  <a:lnTo>
                    <a:pt x="4870331" y="2656106"/>
                  </a:lnTo>
                  <a:lnTo>
                    <a:pt x="4798709" y="2660535"/>
                  </a:lnTo>
                  <a:lnTo>
                    <a:pt x="4727086" y="2664939"/>
                  </a:lnTo>
                  <a:lnTo>
                    <a:pt x="4655464" y="2669320"/>
                  </a:lnTo>
                  <a:lnTo>
                    <a:pt x="4583841" y="2673677"/>
                  </a:lnTo>
                  <a:lnTo>
                    <a:pt x="4512219" y="2678011"/>
                  </a:lnTo>
                  <a:lnTo>
                    <a:pt x="4440596" y="2682322"/>
                  </a:lnTo>
                  <a:lnTo>
                    <a:pt x="4368974" y="2686610"/>
                  </a:lnTo>
                  <a:lnTo>
                    <a:pt x="4297351" y="2690875"/>
                  </a:lnTo>
                  <a:lnTo>
                    <a:pt x="4225729" y="2695117"/>
                  </a:lnTo>
                  <a:lnTo>
                    <a:pt x="4154106" y="2699336"/>
                  </a:lnTo>
                  <a:lnTo>
                    <a:pt x="4082483" y="2703533"/>
                  </a:lnTo>
                  <a:lnTo>
                    <a:pt x="4010861" y="2707708"/>
                  </a:lnTo>
                  <a:lnTo>
                    <a:pt x="3939238" y="2711860"/>
                  </a:lnTo>
                  <a:lnTo>
                    <a:pt x="3867616" y="2715989"/>
                  </a:lnTo>
                  <a:lnTo>
                    <a:pt x="3795993" y="2720097"/>
                  </a:lnTo>
                  <a:lnTo>
                    <a:pt x="3724371" y="2724183"/>
                  </a:lnTo>
                  <a:lnTo>
                    <a:pt x="3652748" y="2728247"/>
                  </a:lnTo>
                  <a:lnTo>
                    <a:pt x="3581126" y="2732289"/>
                  </a:lnTo>
                  <a:lnTo>
                    <a:pt x="3509503" y="2736309"/>
                  </a:lnTo>
                  <a:lnTo>
                    <a:pt x="3437881" y="2740308"/>
                  </a:lnTo>
                  <a:lnTo>
                    <a:pt x="3366258" y="2744286"/>
                  </a:lnTo>
                  <a:lnTo>
                    <a:pt x="3294636" y="2748242"/>
                  </a:lnTo>
                  <a:lnTo>
                    <a:pt x="3223013" y="2752177"/>
                  </a:lnTo>
                  <a:lnTo>
                    <a:pt x="3151391" y="2756091"/>
                  </a:lnTo>
                  <a:lnTo>
                    <a:pt x="3079768" y="2759985"/>
                  </a:lnTo>
                  <a:lnTo>
                    <a:pt x="3008146" y="2763857"/>
                  </a:lnTo>
                  <a:lnTo>
                    <a:pt x="2936523" y="2767709"/>
                  </a:lnTo>
                  <a:lnTo>
                    <a:pt x="2864901" y="2771540"/>
                  </a:lnTo>
                  <a:lnTo>
                    <a:pt x="2793278" y="2775350"/>
                  </a:lnTo>
                  <a:lnTo>
                    <a:pt x="2721655" y="2779140"/>
                  </a:lnTo>
                  <a:lnTo>
                    <a:pt x="2650033" y="2782910"/>
                  </a:lnTo>
                  <a:lnTo>
                    <a:pt x="2578410" y="2786660"/>
                  </a:lnTo>
                  <a:lnTo>
                    <a:pt x="2506788" y="2790389"/>
                  </a:lnTo>
                  <a:lnTo>
                    <a:pt x="2435165" y="2794099"/>
                  </a:lnTo>
                  <a:lnTo>
                    <a:pt x="2363543" y="2797789"/>
                  </a:lnTo>
                  <a:lnTo>
                    <a:pt x="2291920" y="2801459"/>
                  </a:lnTo>
                  <a:lnTo>
                    <a:pt x="2220298" y="2805109"/>
                  </a:lnTo>
                  <a:lnTo>
                    <a:pt x="2148675" y="2808740"/>
                  </a:lnTo>
                  <a:lnTo>
                    <a:pt x="2077053" y="2812352"/>
                  </a:lnTo>
                  <a:lnTo>
                    <a:pt x="2005430" y="2815944"/>
                  </a:lnTo>
                  <a:lnTo>
                    <a:pt x="1933808" y="2819517"/>
                  </a:lnTo>
                  <a:lnTo>
                    <a:pt x="1862185" y="2823070"/>
                  </a:lnTo>
                  <a:lnTo>
                    <a:pt x="1790563" y="2826605"/>
                  </a:lnTo>
                  <a:lnTo>
                    <a:pt x="1718940" y="2830121"/>
                  </a:lnTo>
                  <a:lnTo>
                    <a:pt x="1647318" y="2833618"/>
                  </a:lnTo>
                  <a:lnTo>
                    <a:pt x="1575695" y="2837097"/>
                  </a:lnTo>
                  <a:lnTo>
                    <a:pt x="1504073" y="2840556"/>
                  </a:lnTo>
                  <a:lnTo>
                    <a:pt x="1432450" y="2843998"/>
                  </a:lnTo>
                  <a:lnTo>
                    <a:pt x="1360827" y="2847420"/>
                  </a:lnTo>
                  <a:lnTo>
                    <a:pt x="1289205" y="2850825"/>
                  </a:lnTo>
                  <a:lnTo>
                    <a:pt x="1217582" y="2854211"/>
                  </a:lnTo>
                  <a:lnTo>
                    <a:pt x="1145960" y="2857579"/>
                  </a:lnTo>
                  <a:lnTo>
                    <a:pt x="1074337" y="2860930"/>
                  </a:lnTo>
                  <a:lnTo>
                    <a:pt x="1002715" y="2864262"/>
                  </a:lnTo>
                  <a:lnTo>
                    <a:pt x="931092" y="2867576"/>
                  </a:lnTo>
                  <a:lnTo>
                    <a:pt x="859470" y="2870873"/>
                  </a:lnTo>
                  <a:lnTo>
                    <a:pt x="787847" y="2874152"/>
                  </a:lnTo>
                  <a:lnTo>
                    <a:pt x="716225" y="2877413"/>
                  </a:lnTo>
                  <a:lnTo>
                    <a:pt x="644602" y="2880657"/>
                  </a:lnTo>
                  <a:lnTo>
                    <a:pt x="572980" y="2883884"/>
                  </a:lnTo>
                  <a:lnTo>
                    <a:pt x="501357" y="2887094"/>
                  </a:lnTo>
                  <a:lnTo>
                    <a:pt x="429735" y="2890286"/>
                  </a:lnTo>
                  <a:lnTo>
                    <a:pt x="358112" y="2893461"/>
                  </a:lnTo>
                  <a:lnTo>
                    <a:pt x="286490" y="2896619"/>
                  </a:lnTo>
                  <a:lnTo>
                    <a:pt x="214867" y="2899760"/>
                  </a:lnTo>
                  <a:lnTo>
                    <a:pt x="143245" y="2902885"/>
                  </a:lnTo>
                  <a:lnTo>
                    <a:pt x="71622" y="2905993"/>
                  </a:lnTo>
                  <a:lnTo>
                    <a:pt x="0" y="2909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6973" y="2073503"/>
              <a:ext cx="3855705" cy="2651655"/>
            </a:xfrm>
            <a:custGeom>
              <a:avLst/>
              <a:pathLst>
                <a:path w="3855705" h="2651655">
                  <a:moveTo>
                    <a:pt x="0" y="0"/>
                  </a:moveTo>
                  <a:lnTo>
                    <a:pt x="59711" y="175612"/>
                  </a:lnTo>
                  <a:lnTo>
                    <a:pt x="131334" y="373644"/>
                  </a:lnTo>
                  <a:lnTo>
                    <a:pt x="202956" y="559822"/>
                  </a:lnTo>
                  <a:lnTo>
                    <a:pt x="274579" y="734855"/>
                  </a:lnTo>
                  <a:lnTo>
                    <a:pt x="346201" y="899410"/>
                  </a:lnTo>
                  <a:lnTo>
                    <a:pt x="417824" y="1054114"/>
                  </a:lnTo>
                  <a:lnTo>
                    <a:pt x="489447" y="1199557"/>
                  </a:lnTo>
                  <a:lnTo>
                    <a:pt x="561069" y="1336294"/>
                  </a:lnTo>
                  <a:lnTo>
                    <a:pt x="632692" y="1464845"/>
                  </a:lnTo>
                  <a:lnTo>
                    <a:pt x="704314" y="1585701"/>
                  </a:lnTo>
                  <a:lnTo>
                    <a:pt x="775937" y="1699322"/>
                  </a:lnTo>
                  <a:lnTo>
                    <a:pt x="847559" y="1806142"/>
                  </a:lnTo>
                  <a:lnTo>
                    <a:pt x="919182" y="1906567"/>
                  </a:lnTo>
                  <a:lnTo>
                    <a:pt x="990804" y="2000981"/>
                  </a:lnTo>
                  <a:lnTo>
                    <a:pt x="1062427" y="2089742"/>
                  </a:lnTo>
                  <a:lnTo>
                    <a:pt x="1134049" y="2173191"/>
                  </a:lnTo>
                  <a:lnTo>
                    <a:pt x="1205672" y="2251643"/>
                  </a:lnTo>
                  <a:lnTo>
                    <a:pt x="1277294" y="2325400"/>
                  </a:lnTo>
                  <a:lnTo>
                    <a:pt x="1348917" y="2394741"/>
                  </a:lnTo>
                  <a:lnTo>
                    <a:pt x="1420539" y="2459931"/>
                  </a:lnTo>
                  <a:lnTo>
                    <a:pt x="1492162" y="2521219"/>
                  </a:lnTo>
                  <a:lnTo>
                    <a:pt x="1563784" y="2578838"/>
                  </a:lnTo>
                  <a:lnTo>
                    <a:pt x="1635407" y="2633008"/>
                  </a:lnTo>
                  <a:lnTo>
                    <a:pt x="1707029" y="2651655"/>
                  </a:lnTo>
                  <a:lnTo>
                    <a:pt x="1778652" y="2647179"/>
                  </a:lnTo>
                  <a:lnTo>
                    <a:pt x="1850275" y="2642679"/>
                  </a:lnTo>
                  <a:lnTo>
                    <a:pt x="1921897" y="2638155"/>
                  </a:lnTo>
                  <a:lnTo>
                    <a:pt x="1993520" y="2633606"/>
                  </a:lnTo>
                  <a:lnTo>
                    <a:pt x="2065142" y="2629033"/>
                  </a:lnTo>
                  <a:lnTo>
                    <a:pt x="2136765" y="2624436"/>
                  </a:lnTo>
                  <a:lnTo>
                    <a:pt x="2208387" y="2619813"/>
                  </a:lnTo>
                  <a:lnTo>
                    <a:pt x="2280010" y="2615166"/>
                  </a:lnTo>
                  <a:lnTo>
                    <a:pt x="2351632" y="2610494"/>
                  </a:lnTo>
                  <a:lnTo>
                    <a:pt x="2423255" y="2605797"/>
                  </a:lnTo>
                  <a:lnTo>
                    <a:pt x="2494877" y="2601074"/>
                  </a:lnTo>
                  <a:lnTo>
                    <a:pt x="2566500" y="2596326"/>
                  </a:lnTo>
                  <a:lnTo>
                    <a:pt x="2638122" y="2591553"/>
                  </a:lnTo>
                  <a:lnTo>
                    <a:pt x="2709745" y="2586754"/>
                  </a:lnTo>
                  <a:lnTo>
                    <a:pt x="2781367" y="2581929"/>
                  </a:lnTo>
                  <a:lnTo>
                    <a:pt x="2852990" y="2577078"/>
                  </a:lnTo>
                  <a:lnTo>
                    <a:pt x="2924612" y="2572201"/>
                  </a:lnTo>
                  <a:lnTo>
                    <a:pt x="2996235" y="2567298"/>
                  </a:lnTo>
                  <a:lnTo>
                    <a:pt x="3067857" y="2562368"/>
                  </a:lnTo>
                  <a:lnTo>
                    <a:pt x="3139480" y="2557412"/>
                  </a:lnTo>
                  <a:lnTo>
                    <a:pt x="3211103" y="2552429"/>
                  </a:lnTo>
                  <a:lnTo>
                    <a:pt x="3282725" y="2547419"/>
                  </a:lnTo>
                  <a:lnTo>
                    <a:pt x="3354348" y="2542383"/>
                  </a:lnTo>
                  <a:lnTo>
                    <a:pt x="3425970" y="2537319"/>
                  </a:lnTo>
                  <a:lnTo>
                    <a:pt x="3497593" y="2532228"/>
                  </a:lnTo>
                  <a:lnTo>
                    <a:pt x="3569215" y="2527110"/>
                  </a:lnTo>
                  <a:lnTo>
                    <a:pt x="3640838" y="2521964"/>
                  </a:lnTo>
                  <a:lnTo>
                    <a:pt x="3712460" y="2516791"/>
                  </a:lnTo>
                  <a:lnTo>
                    <a:pt x="3784083" y="2511589"/>
                  </a:lnTo>
                  <a:lnTo>
                    <a:pt x="3855705" y="250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609"/>
              <a:ext cx="7090630" cy="702114"/>
            </a:xfrm>
            <a:custGeom>
              <a:avLst/>
              <a:pathLst>
                <a:path w="7090630" h="702114">
                  <a:moveTo>
                    <a:pt x="7090630" y="702114"/>
                  </a:moveTo>
                  <a:lnTo>
                    <a:pt x="7019007" y="694121"/>
                  </a:lnTo>
                  <a:lnTo>
                    <a:pt x="6947385" y="685620"/>
                  </a:lnTo>
                  <a:lnTo>
                    <a:pt x="6875762" y="676577"/>
                  </a:lnTo>
                  <a:lnTo>
                    <a:pt x="6804139" y="666958"/>
                  </a:lnTo>
                  <a:lnTo>
                    <a:pt x="6732517" y="656727"/>
                  </a:lnTo>
                  <a:lnTo>
                    <a:pt x="6660894" y="645844"/>
                  </a:lnTo>
                  <a:lnTo>
                    <a:pt x="6589272" y="634268"/>
                  </a:lnTo>
                  <a:lnTo>
                    <a:pt x="6517649" y="621956"/>
                  </a:lnTo>
                  <a:lnTo>
                    <a:pt x="6446027" y="608859"/>
                  </a:lnTo>
                  <a:lnTo>
                    <a:pt x="6374404" y="594928"/>
                  </a:lnTo>
                  <a:lnTo>
                    <a:pt x="6302782" y="580111"/>
                  </a:lnTo>
                  <a:lnTo>
                    <a:pt x="6231159" y="564350"/>
                  </a:lnTo>
                  <a:lnTo>
                    <a:pt x="6159537" y="547585"/>
                  </a:lnTo>
                  <a:lnTo>
                    <a:pt x="6087914" y="529753"/>
                  </a:lnTo>
                  <a:lnTo>
                    <a:pt x="6016292" y="510785"/>
                  </a:lnTo>
                  <a:lnTo>
                    <a:pt x="5944669" y="490610"/>
                  </a:lnTo>
                  <a:lnTo>
                    <a:pt x="5873047" y="469150"/>
                  </a:lnTo>
                  <a:lnTo>
                    <a:pt x="5801424" y="446323"/>
                  </a:lnTo>
                  <a:lnTo>
                    <a:pt x="5729802" y="422043"/>
                  </a:lnTo>
                  <a:lnTo>
                    <a:pt x="5658179" y="396217"/>
                  </a:lnTo>
                  <a:lnTo>
                    <a:pt x="5586557" y="368747"/>
                  </a:lnTo>
                  <a:lnTo>
                    <a:pt x="5514934" y="339528"/>
                  </a:lnTo>
                  <a:lnTo>
                    <a:pt x="5443311" y="308448"/>
                  </a:lnTo>
                  <a:lnTo>
                    <a:pt x="5371689" y="275389"/>
                  </a:lnTo>
                  <a:lnTo>
                    <a:pt x="5300066" y="240225"/>
                  </a:lnTo>
                  <a:lnTo>
                    <a:pt x="5228444" y="202822"/>
                  </a:lnTo>
                  <a:lnTo>
                    <a:pt x="5156821" y="163037"/>
                  </a:lnTo>
                  <a:lnTo>
                    <a:pt x="5085199" y="120719"/>
                  </a:lnTo>
                  <a:lnTo>
                    <a:pt x="5013576" y="75707"/>
                  </a:lnTo>
                  <a:lnTo>
                    <a:pt x="4941954" y="27828"/>
                  </a:lnTo>
                  <a:lnTo>
                    <a:pt x="4870331" y="0"/>
                  </a:lnTo>
                  <a:lnTo>
                    <a:pt x="4798709" y="4428"/>
                  </a:lnTo>
                  <a:lnTo>
                    <a:pt x="4727086" y="8832"/>
                  </a:lnTo>
                  <a:lnTo>
                    <a:pt x="4655464" y="13213"/>
                  </a:lnTo>
                  <a:lnTo>
                    <a:pt x="4583841" y="17570"/>
                  </a:lnTo>
                  <a:lnTo>
                    <a:pt x="4512219" y="21904"/>
                  </a:lnTo>
                  <a:lnTo>
                    <a:pt x="4440596" y="26215"/>
                  </a:lnTo>
                  <a:lnTo>
                    <a:pt x="4368974" y="30503"/>
                  </a:lnTo>
                  <a:lnTo>
                    <a:pt x="4297351" y="34768"/>
                  </a:lnTo>
                  <a:lnTo>
                    <a:pt x="4225729" y="39010"/>
                  </a:lnTo>
                  <a:lnTo>
                    <a:pt x="4154106" y="43229"/>
                  </a:lnTo>
                  <a:lnTo>
                    <a:pt x="4082483" y="47426"/>
                  </a:lnTo>
                  <a:lnTo>
                    <a:pt x="4010861" y="51601"/>
                  </a:lnTo>
                  <a:lnTo>
                    <a:pt x="3939238" y="55753"/>
                  </a:lnTo>
                  <a:lnTo>
                    <a:pt x="3867616" y="59882"/>
                  </a:lnTo>
                  <a:lnTo>
                    <a:pt x="3795993" y="63990"/>
                  </a:lnTo>
                  <a:lnTo>
                    <a:pt x="3724371" y="68076"/>
                  </a:lnTo>
                  <a:lnTo>
                    <a:pt x="3652748" y="72140"/>
                  </a:lnTo>
                  <a:lnTo>
                    <a:pt x="3581126" y="76182"/>
                  </a:lnTo>
                  <a:lnTo>
                    <a:pt x="3509503" y="80202"/>
                  </a:lnTo>
                  <a:lnTo>
                    <a:pt x="3437881" y="84201"/>
                  </a:lnTo>
                  <a:lnTo>
                    <a:pt x="3366258" y="88179"/>
                  </a:lnTo>
                  <a:lnTo>
                    <a:pt x="3294636" y="92135"/>
                  </a:lnTo>
                  <a:lnTo>
                    <a:pt x="3223013" y="96070"/>
                  </a:lnTo>
                  <a:lnTo>
                    <a:pt x="3151391" y="99984"/>
                  </a:lnTo>
                  <a:lnTo>
                    <a:pt x="3079768" y="103878"/>
                  </a:lnTo>
                  <a:lnTo>
                    <a:pt x="3008146" y="107750"/>
                  </a:lnTo>
                  <a:lnTo>
                    <a:pt x="2936523" y="111602"/>
                  </a:lnTo>
                  <a:lnTo>
                    <a:pt x="2864901" y="115433"/>
                  </a:lnTo>
                  <a:lnTo>
                    <a:pt x="2793278" y="119243"/>
                  </a:lnTo>
                  <a:lnTo>
                    <a:pt x="2721655" y="123033"/>
                  </a:lnTo>
                  <a:lnTo>
                    <a:pt x="2650033" y="126803"/>
                  </a:lnTo>
                  <a:lnTo>
                    <a:pt x="2578410" y="130553"/>
                  </a:lnTo>
                  <a:lnTo>
                    <a:pt x="2506788" y="134282"/>
                  </a:lnTo>
                  <a:lnTo>
                    <a:pt x="2435165" y="137992"/>
                  </a:lnTo>
                  <a:lnTo>
                    <a:pt x="2363543" y="141682"/>
                  </a:lnTo>
                  <a:lnTo>
                    <a:pt x="2291920" y="145352"/>
                  </a:lnTo>
                  <a:lnTo>
                    <a:pt x="2220298" y="149002"/>
                  </a:lnTo>
                  <a:lnTo>
                    <a:pt x="2148675" y="152633"/>
                  </a:lnTo>
                  <a:lnTo>
                    <a:pt x="2077053" y="156245"/>
                  </a:lnTo>
                  <a:lnTo>
                    <a:pt x="2005430" y="159837"/>
                  </a:lnTo>
                  <a:lnTo>
                    <a:pt x="1933808" y="163410"/>
                  </a:lnTo>
                  <a:lnTo>
                    <a:pt x="1862185" y="166963"/>
                  </a:lnTo>
                  <a:lnTo>
                    <a:pt x="1790563" y="170498"/>
                  </a:lnTo>
                  <a:lnTo>
                    <a:pt x="1718940" y="174014"/>
                  </a:lnTo>
                  <a:lnTo>
                    <a:pt x="1647318" y="177511"/>
                  </a:lnTo>
                  <a:lnTo>
                    <a:pt x="1575695" y="180990"/>
                  </a:lnTo>
                  <a:lnTo>
                    <a:pt x="1504073" y="184449"/>
                  </a:lnTo>
                  <a:lnTo>
                    <a:pt x="1432450" y="187891"/>
                  </a:lnTo>
                  <a:lnTo>
                    <a:pt x="1360827" y="191313"/>
                  </a:lnTo>
                  <a:lnTo>
                    <a:pt x="1289205" y="194718"/>
                  </a:lnTo>
                  <a:lnTo>
                    <a:pt x="1217582" y="198104"/>
                  </a:lnTo>
                  <a:lnTo>
                    <a:pt x="1145960" y="201472"/>
                  </a:lnTo>
                  <a:lnTo>
                    <a:pt x="1074337" y="204823"/>
                  </a:lnTo>
                  <a:lnTo>
                    <a:pt x="1002715" y="208155"/>
                  </a:lnTo>
                  <a:lnTo>
                    <a:pt x="931092" y="211469"/>
                  </a:lnTo>
                  <a:lnTo>
                    <a:pt x="859470" y="214766"/>
                  </a:lnTo>
                  <a:lnTo>
                    <a:pt x="787847" y="218045"/>
                  </a:lnTo>
                  <a:lnTo>
                    <a:pt x="716225" y="221306"/>
                  </a:lnTo>
                  <a:lnTo>
                    <a:pt x="644602" y="224550"/>
                  </a:lnTo>
                  <a:lnTo>
                    <a:pt x="572980" y="227777"/>
                  </a:lnTo>
                  <a:lnTo>
                    <a:pt x="501357" y="230987"/>
                  </a:lnTo>
                  <a:lnTo>
                    <a:pt x="429735" y="234179"/>
                  </a:lnTo>
                  <a:lnTo>
                    <a:pt x="358112" y="237354"/>
                  </a:lnTo>
                  <a:lnTo>
                    <a:pt x="286490" y="240512"/>
                  </a:lnTo>
                  <a:lnTo>
                    <a:pt x="214867" y="243654"/>
                  </a:lnTo>
                  <a:lnTo>
                    <a:pt x="143245" y="246778"/>
                  </a:lnTo>
                  <a:lnTo>
                    <a:pt x="71622" y="249886"/>
                  </a:lnTo>
                  <a:lnTo>
                    <a:pt x="0" y="252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868" y="2073503"/>
              <a:ext cx="5837810" cy="3133479"/>
            </a:xfrm>
            <a:custGeom>
              <a:avLst/>
              <a:pathLst>
                <a:path w="5837810" h="3133479">
                  <a:moveTo>
                    <a:pt x="0" y="0"/>
                  </a:moveTo>
                  <a:lnTo>
                    <a:pt x="36385" y="49862"/>
                  </a:lnTo>
                  <a:lnTo>
                    <a:pt x="108008" y="145285"/>
                  </a:lnTo>
                  <a:lnTo>
                    <a:pt x="179630" y="238057"/>
                  </a:lnTo>
                  <a:lnTo>
                    <a:pt x="251253" y="328251"/>
                  </a:lnTo>
                  <a:lnTo>
                    <a:pt x="322875" y="415938"/>
                  </a:lnTo>
                  <a:lnTo>
                    <a:pt x="394498" y="501188"/>
                  </a:lnTo>
                  <a:lnTo>
                    <a:pt x="466121" y="584070"/>
                  </a:lnTo>
                  <a:lnTo>
                    <a:pt x="537743" y="664648"/>
                  </a:lnTo>
                  <a:lnTo>
                    <a:pt x="609366" y="742987"/>
                  </a:lnTo>
                  <a:lnTo>
                    <a:pt x="680988" y="819149"/>
                  </a:lnTo>
                  <a:lnTo>
                    <a:pt x="752611" y="893195"/>
                  </a:lnTo>
                  <a:lnTo>
                    <a:pt x="824233" y="965183"/>
                  </a:lnTo>
                  <a:lnTo>
                    <a:pt x="895856" y="1035171"/>
                  </a:lnTo>
                  <a:lnTo>
                    <a:pt x="967478" y="1103213"/>
                  </a:lnTo>
                  <a:lnTo>
                    <a:pt x="1039101" y="1169365"/>
                  </a:lnTo>
                  <a:lnTo>
                    <a:pt x="1110723" y="1233679"/>
                  </a:lnTo>
                  <a:lnTo>
                    <a:pt x="1182346" y="1296205"/>
                  </a:lnTo>
                  <a:lnTo>
                    <a:pt x="1253968" y="1356994"/>
                  </a:lnTo>
                  <a:lnTo>
                    <a:pt x="1325591" y="1416094"/>
                  </a:lnTo>
                  <a:lnTo>
                    <a:pt x="1397213" y="1473551"/>
                  </a:lnTo>
                  <a:lnTo>
                    <a:pt x="1468836" y="1529412"/>
                  </a:lnTo>
                  <a:lnTo>
                    <a:pt x="1540458" y="1583721"/>
                  </a:lnTo>
                  <a:lnTo>
                    <a:pt x="1612081" y="1636520"/>
                  </a:lnTo>
                  <a:lnTo>
                    <a:pt x="1683703" y="1687852"/>
                  </a:lnTo>
                  <a:lnTo>
                    <a:pt x="1755326" y="1737757"/>
                  </a:lnTo>
                  <a:lnTo>
                    <a:pt x="1826949" y="1786276"/>
                  </a:lnTo>
                  <a:lnTo>
                    <a:pt x="1898571" y="1833447"/>
                  </a:lnTo>
                  <a:lnTo>
                    <a:pt x="1970194" y="1879306"/>
                  </a:lnTo>
                  <a:lnTo>
                    <a:pt x="2041816" y="1923892"/>
                  </a:lnTo>
                  <a:lnTo>
                    <a:pt x="2113439" y="1967238"/>
                  </a:lnTo>
                  <a:lnTo>
                    <a:pt x="2185061" y="2009380"/>
                  </a:lnTo>
                  <a:lnTo>
                    <a:pt x="2256684" y="2050351"/>
                  </a:lnTo>
                  <a:lnTo>
                    <a:pt x="2328306" y="2090183"/>
                  </a:lnTo>
                  <a:lnTo>
                    <a:pt x="2399929" y="2128908"/>
                  </a:lnTo>
                  <a:lnTo>
                    <a:pt x="2471551" y="2166557"/>
                  </a:lnTo>
                  <a:lnTo>
                    <a:pt x="2543174" y="2203160"/>
                  </a:lnTo>
                  <a:lnTo>
                    <a:pt x="2614796" y="2238746"/>
                  </a:lnTo>
                  <a:lnTo>
                    <a:pt x="2686419" y="2273343"/>
                  </a:lnTo>
                  <a:lnTo>
                    <a:pt x="2758041" y="2306979"/>
                  </a:lnTo>
                  <a:lnTo>
                    <a:pt x="2829664" y="2339680"/>
                  </a:lnTo>
                  <a:lnTo>
                    <a:pt x="2901286" y="2371472"/>
                  </a:lnTo>
                  <a:lnTo>
                    <a:pt x="2972909" y="2402380"/>
                  </a:lnTo>
                  <a:lnTo>
                    <a:pt x="3044531" y="2432430"/>
                  </a:lnTo>
                  <a:lnTo>
                    <a:pt x="3116154" y="2461645"/>
                  </a:lnTo>
                  <a:lnTo>
                    <a:pt x="3187777" y="2490048"/>
                  </a:lnTo>
                  <a:lnTo>
                    <a:pt x="3259399" y="2517661"/>
                  </a:lnTo>
                  <a:lnTo>
                    <a:pt x="3331022" y="2544508"/>
                  </a:lnTo>
                  <a:lnTo>
                    <a:pt x="3402644" y="2570608"/>
                  </a:lnTo>
                  <a:lnTo>
                    <a:pt x="3474267" y="2595983"/>
                  </a:lnTo>
                  <a:lnTo>
                    <a:pt x="3545889" y="2620653"/>
                  </a:lnTo>
                  <a:lnTo>
                    <a:pt x="3617512" y="2644637"/>
                  </a:lnTo>
                  <a:lnTo>
                    <a:pt x="3689134" y="2667955"/>
                  </a:lnTo>
                  <a:lnTo>
                    <a:pt x="3760757" y="2690624"/>
                  </a:lnTo>
                  <a:lnTo>
                    <a:pt x="3832379" y="2712664"/>
                  </a:lnTo>
                  <a:lnTo>
                    <a:pt x="3904002" y="2734092"/>
                  </a:lnTo>
                  <a:lnTo>
                    <a:pt x="3975624" y="2754924"/>
                  </a:lnTo>
                  <a:lnTo>
                    <a:pt x="4047247" y="2775177"/>
                  </a:lnTo>
                  <a:lnTo>
                    <a:pt x="4118869" y="2794867"/>
                  </a:lnTo>
                  <a:lnTo>
                    <a:pt x="4190492" y="2814010"/>
                  </a:lnTo>
                  <a:lnTo>
                    <a:pt x="4262114" y="2832621"/>
                  </a:lnTo>
                  <a:lnTo>
                    <a:pt x="4333737" y="2850715"/>
                  </a:lnTo>
                  <a:lnTo>
                    <a:pt x="4405359" y="2868306"/>
                  </a:lnTo>
                  <a:lnTo>
                    <a:pt x="4476982" y="2885408"/>
                  </a:lnTo>
                  <a:lnTo>
                    <a:pt x="4548605" y="2902035"/>
                  </a:lnTo>
                  <a:lnTo>
                    <a:pt x="4620227" y="2918200"/>
                  </a:lnTo>
                  <a:lnTo>
                    <a:pt x="4691850" y="2933916"/>
                  </a:lnTo>
                  <a:lnTo>
                    <a:pt x="4763472" y="2949195"/>
                  </a:lnTo>
                  <a:lnTo>
                    <a:pt x="4835095" y="2964050"/>
                  </a:lnTo>
                  <a:lnTo>
                    <a:pt x="4906717" y="2978491"/>
                  </a:lnTo>
                  <a:lnTo>
                    <a:pt x="4978340" y="2992532"/>
                  </a:lnTo>
                  <a:lnTo>
                    <a:pt x="5049962" y="3006182"/>
                  </a:lnTo>
                  <a:lnTo>
                    <a:pt x="5121585" y="3019453"/>
                  </a:lnTo>
                  <a:lnTo>
                    <a:pt x="5193207" y="3032355"/>
                  </a:lnTo>
                  <a:lnTo>
                    <a:pt x="5264830" y="3044899"/>
                  </a:lnTo>
                  <a:lnTo>
                    <a:pt x="5336452" y="3057094"/>
                  </a:lnTo>
                  <a:lnTo>
                    <a:pt x="5408075" y="3068950"/>
                  </a:lnTo>
                  <a:lnTo>
                    <a:pt x="5479697" y="3080476"/>
                  </a:lnTo>
                  <a:lnTo>
                    <a:pt x="5551320" y="3091683"/>
                  </a:lnTo>
                  <a:lnTo>
                    <a:pt x="5622942" y="3102578"/>
                  </a:lnTo>
                  <a:lnTo>
                    <a:pt x="5694565" y="3113170"/>
                  </a:lnTo>
                  <a:lnTo>
                    <a:pt x="5766187" y="3123468"/>
                  </a:lnTo>
                  <a:lnTo>
                    <a:pt x="5837810" y="31334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2026-05-22T10:22:45Z</dcterms:modified>
  <cp:category/>
</cp:coreProperties>
</file>