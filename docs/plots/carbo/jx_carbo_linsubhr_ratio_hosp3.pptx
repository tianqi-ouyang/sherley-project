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0336"/>
            </a:xfrm>
            <a:custGeom>
              <a:avLst/>
              <a:pathLst>
                <a:path w="7370972" h="3650336">
                  <a:moveTo>
                    <a:pt x="2422980" y="0"/>
                  </a:moveTo>
                  <a:lnTo>
                    <a:pt x="2480027" y="301667"/>
                  </a:lnTo>
                  <a:lnTo>
                    <a:pt x="2557661" y="667393"/>
                  </a:lnTo>
                  <a:lnTo>
                    <a:pt x="2635295" y="993203"/>
                  </a:lnTo>
                  <a:lnTo>
                    <a:pt x="2712930" y="1283455"/>
                  </a:lnTo>
                  <a:lnTo>
                    <a:pt x="2790564" y="1542028"/>
                  </a:lnTo>
                  <a:lnTo>
                    <a:pt x="2868198" y="1772381"/>
                  </a:lnTo>
                  <a:lnTo>
                    <a:pt x="2945832" y="1977593"/>
                  </a:lnTo>
                  <a:lnTo>
                    <a:pt x="3023466" y="2160408"/>
                  </a:lnTo>
                  <a:lnTo>
                    <a:pt x="3101100" y="2323271"/>
                  </a:lnTo>
                  <a:lnTo>
                    <a:pt x="3178734" y="2468358"/>
                  </a:lnTo>
                  <a:lnTo>
                    <a:pt x="3256368" y="2597611"/>
                  </a:lnTo>
                  <a:lnTo>
                    <a:pt x="3334002" y="2712758"/>
                  </a:lnTo>
                  <a:lnTo>
                    <a:pt x="3411636" y="2789848"/>
                  </a:lnTo>
                  <a:lnTo>
                    <a:pt x="3489270" y="2810481"/>
                  </a:lnTo>
                  <a:lnTo>
                    <a:pt x="3566904" y="2830620"/>
                  </a:lnTo>
                  <a:lnTo>
                    <a:pt x="3644538" y="2850278"/>
                  </a:lnTo>
                  <a:lnTo>
                    <a:pt x="3722172" y="2869466"/>
                  </a:lnTo>
                  <a:lnTo>
                    <a:pt x="3799806" y="2888195"/>
                  </a:lnTo>
                  <a:lnTo>
                    <a:pt x="3877440" y="2906476"/>
                  </a:lnTo>
                  <a:lnTo>
                    <a:pt x="3955074" y="2924319"/>
                  </a:lnTo>
                  <a:lnTo>
                    <a:pt x="4032708" y="2941736"/>
                  </a:lnTo>
                  <a:lnTo>
                    <a:pt x="4110342" y="2958737"/>
                  </a:lnTo>
                  <a:lnTo>
                    <a:pt x="4187976" y="2975331"/>
                  </a:lnTo>
                  <a:lnTo>
                    <a:pt x="4265610" y="2991528"/>
                  </a:lnTo>
                  <a:lnTo>
                    <a:pt x="4343244" y="3007338"/>
                  </a:lnTo>
                  <a:lnTo>
                    <a:pt x="4420879" y="3022770"/>
                  </a:lnTo>
                  <a:lnTo>
                    <a:pt x="4498513" y="3037833"/>
                  </a:lnTo>
                  <a:lnTo>
                    <a:pt x="4576147" y="3052535"/>
                  </a:lnTo>
                  <a:lnTo>
                    <a:pt x="4653781" y="3066886"/>
                  </a:lnTo>
                  <a:lnTo>
                    <a:pt x="4731415" y="3080894"/>
                  </a:lnTo>
                  <a:lnTo>
                    <a:pt x="4809049" y="3094567"/>
                  </a:lnTo>
                  <a:lnTo>
                    <a:pt x="4886683" y="3107912"/>
                  </a:lnTo>
                  <a:lnTo>
                    <a:pt x="4964317" y="3120939"/>
                  </a:lnTo>
                  <a:lnTo>
                    <a:pt x="5041951" y="3133654"/>
                  </a:lnTo>
                  <a:lnTo>
                    <a:pt x="5119585" y="3146065"/>
                  </a:lnTo>
                  <a:lnTo>
                    <a:pt x="5197219" y="3158180"/>
                  </a:lnTo>
                  <a:lnTo>
                    <a:pt x="5274853" y="3170004"/>
                  </a:lnTo>
                  <a:lnTo>
                    <a:pt x="5352487" y="3181546"/>
                  </a:lnTo>
                  <a:lnTo>
                    <a:pt x="5430121" y="3192812"/>
                  </a:lnTo>
                  <a:lnTo>
                    <a:pt x="5507755" y="3203808"/>
                  </a:lnTo>
                  <a:lnTo>
                    <a:pt x="5585389" y="3214542"/>
                  </a:lnTo>
                  <a:lnTo>
                    <a:pt x="5663023" y="3225018"/>
                  </a:lnTo>
                  <a:lnTo>
                    <a:pt x="5740657" y="3235245"/>
                  </a:lnTo>
                  <a:lnTo>
                    <a:pt x="5818291" y="3245226"/>
                  </a:lnTo>
                  <a:lnTo>
                    <a:pt x="5895925" y="3254969"/>
                  </a:lnTo>
                  <a:lnTo>
                    <a:pt x="5973559" y="3264479"/>
                  </a:lnTo>
                  <a:lnTo>
                    <a:pt x="6051193" y="3273762"/>
                  </a:lnTo>
                  <a:lnTo>
                    <a:pt x="6128827" y="3282822"/>
                  </a:lnTo>
                  <a:lnTo>
                    <a:pt x="6206462" y="3291666"/>
                  </a:lnTo>
                  <a:lnTo>
                    <a:pt x="6284096" y="3300298"/>
                  </a:lnTo>
                  <a:lnTo>
                    <a:pt x="6361730" y="3308724"/>
                  </a:lnTo>
                  <a:lnTo>
                    <a:pt x="6439364" y="3316949"/>
                  </a:lnTo>
                  <a:lnTo>
                    <a:pt x="6516998" y="3324977"/>
                  </a:lnTo>
                  <a:lnTo>
                    <a:pt x="6594632" y="3332812"/>
                  </a:lnTo>
                  <a:lnTo>
                    <a:pt x="6672266" y="3340461"/>
                  </a:lnTo>
                  <a:lnTo>
                    <a:pt x="6749900" y="3347926"/>
                  </a:lnTo>
                  <a:lnTo>
                    <a:pt x="6827534" y="3355213"/>
                  </a:lnTo>
                  <a:lnTo>
                    <a:pt x="6905168" y="3362326"/>
                  </a:lnTo>
                  <a:lnTo>
                    <a:pt x="6982802" y="3369269"/>
                  </a:lnTo>
                  <a:lnTo>
                    <a:pt x="7060436" y="3376045"/>
                  </a:lnTo>
                  <a:lnTo>
                    <a:pt x="7138070" y="3382660"/>
                  </a:lnTo>
                  <a:lnTo>
                    <a:pt x="7215704" y="3389116"/>
                  </a:lnTo>
                  <a:lnTo>
                    <a:pt x="7293338" y="3395418"/>
                  </a:lnTo>
                  <a:lnTo>
                    <a:pt x="7370972" y="3401569"/>
                  </a:lnTo>
                  <a:lnTo>
                    <a:pt x="7370972" y="3650336"/>
                  </a:lnTo>
                  <a:lnTo>
                    <a:pt x="7293338" y="3650053"/>
                  </a:lnTo>
                  <a:lnTo>
                    <a:pt x="7215704" y="3649736"/>
                  </a:lnTo>
                  <a:lnTo>
                    <a:pt x="7138070" y="3649379"/>
                  </a:lnTo>
                  <a:lnTo>
                    <a:pt x="7060436" y="3648980"/>
                  </a:lnTo>
                  <a:lnTo>
                    <a:pt x="6982802" y="3648531"/>
                  </a:lnTo>
                  <a:lnTo>
                    <a:pt x="6905168" y="3648027"/>
                  </a:lnTo>
                  <a:lnTo>
                    <a:pt x="6827534" y="3647461"/>
                  </a:lnTo>
                  <a:lnTo>
                    <a:pt x="6749900" y="3646826"/>
                  </a:lnTo>
                  <a:lnTo>
                    <a:pt x="6672266" y="3646114"/>
                  </a:lnTo>
                  <a:lnTo>
                    <a:pt x="6594632" y="3645314"/>
                  </a:lnTo>
                  <a:lnTo>
                    <a:pt x="6516998" y="3644416"/>
                  </a:lnTo>
                  <a:lnTo>
                    <a:pt x="6439364" y="3643408"/>
                  </a:lnTo>
                  <a:lnTo>
                    <a:pt x="6361730" y="3642277"/>
                  </a:lnTo>
                  <a:lnTo>
                    <a:pt x="6284096" y="3641007"/>
                  </a:lnTo>
                  <a:lnTo>
                    <a:pt x="6206462" y="3639581"/>
                  </a:lnTo>
                  <a:lnTo>
                    <a:pt x="6128827" y="3637981"/>
                  </a:lnTo>
                  <a:lnTo>
                    <a:pt x="6051193" y="3636184"/>
                  </a:lnTo>
                  <a:lnTo>
                    <a:pt x="5973559" y="3634168"/>
                  </a:lnTo>
                  <a:lnTo>
                    <a:pt x="5895925" y="3631904"/>
                  </a:lnTo>
                  <a:lnTo>
                    <a:pt x="5818291" y="3629364"/>
                  </a:lnTo>
                  <a:lnTo>
                    <a:pt x="5740657" y="3626512"/>
                  </a:lnTo>
                  <a:lnTo>
                    <a:pt x="5663023" y="3623310"/>
                  </a:lnTo>
                  <a:lnTo>
                    <a:pt x="5585389" y="3619717"/>
                  </a:lnTo>
                  <a:lnTo>
                    <a:pt x="5507755" y="3615683"/>
                  </a:lnTo>
                  <a:lnTo>
                    <a:pt x="5430121" y="3611155"/>
                  </a:lnTo>
                  <a:lnTo>
                    <a:pt x="5352487" y="3606072"/>
                  </a:lnTo>
                  <a:lnTo>
                    <a:pt x="5274853" y="3600366"/>
                  </a:lnTo>
                  <a:lnTo>
                    <a:pt x="5197219" y="3593962"/>
                  </a:lnTo>
                  <a:lnTo>
                    <a:pt x="5119585" y="3586773"/>
                  </a:lnTo>
                  <a:lnTo>
                    <a:pt x="5041951" y="3578703"/>
                  </a:lnTo>
                  <a:lnTo>
                    <a:pt x="4964317" y="3569644"/>
                  </a:lnTo>
                  <a:lnTo>
                    <a:pt x="4886683" y="3559476"/>
                  </a:lnTo>
                  <a:lnTo>
                    <a:pt x="4809049" y="3548062"/>
                  </a:lnTo>
                  <a:lnTo>
                    <a:pt x="4731415" y="3535250"/>
                  </a:lnTo>
                  <a:lnTo>
                    <a:pt x="4653781" y="3520868"/>
                  </a:lnTo>
                  <a:lnTo>
                    <a:pt x="4576147" y="3504724"/>
                  </a:lnTo>
                  <a:lnTo>
                    <a:pt x="4498513" y="3486602"/>
                  </a:lnTo>
                  <a:lnTo>
                    <a:pt x="4420879" y="3466260"/>
                  </a:lnTo>
                  <a:lnTo>
                    <a:pt x="4343244" y="3443426"/>
                  </a:lnTo>
                  <a:lnTo>
                    <a:pt x="4265610" y="3417795"/>
                  </a:lnTo>
                  <a:lnTo>
                    <a:pt x="4187976" y="3389023"/>
                  </a:lnTo>
                  <a:lnTo>
                    <a:pt x="4110342" y="3356727"/>
                  </a:lnTo>
                  <a:lnTo>
                    <a:pt x="4032708" y="3320474"/>
                  </a:lnTo>
                  <a:lnTo>
                    <a:pt x="3955074" y="3279779"/>
                  </a:lnTo>
                  <a:lnTo>
                    <a:pt x="3877440" y="3234099"/>
                  </a:lnTo>
                  <a:lnTo>
                    <a:pt x="3799806" y="3182823"/>
                  </a:lnTo>
                  <a:lnTo>
                    <a:pt x="3722172" y="3125265"/>
                  </a:lnTo>
                  <a:lnTo>
                    <a:pt x="3644538" y="3060656"/>
                  </a:lnTo>
                  <a:lnTo>
                    <a:pt x="3566904" y="2988131"/>
                  </a:lnTo>
                  <a:lnTo>
                    <a:pt x="3489270" y="2906721"/>
                  </a:lnTo>
                  <a:lnTo>
                    <a:pt x="3411636" y="2815337"/>
                  </a:lnTo>
                  <a:lnTo>
                    <a:pt x="3334002" y="2768710"/>
                  </a:lnTo>
                  <a:lnTo>
                    <a:pt x="3256368" y="2747053"/>
                  </a:lnTo>
                  <a:lnTo>
                    <a:pt x="3178734" y="2724867"/>
                  </a:lnTo>
                  <a:lnTo>
                    <a:pt x="3101100" y="2702136"/>
                  </a:lnTo>
                  <a:lnTo>
                    <a:pt x="3023466" y="2678849"/>
                  </a:lnTo>
                  <a:lnTo>
                    <a:pt x="2945832" y="2654991"/>
                  </a:lnTo>
                  <a:lnTo>
                    <a:pt x="2868198" y="2630549"/>
                  </a:lnTo>
                  <a:lnTo>
                    <a:pt x="2790564" y="2605508"/>
                  </a:lnTo>
                  <a:lnTo>
                    <a:pt x="2712930" y="2579853"/>
                  </a:lnTo>
                  <a:lnTo>
                    <a:pt x="2635295" y="2553570"/>
                  </a:lnTo>
                  <a:lnTo>
                    <a:pt x="2557661" y="2526643"/>
                  </a:lnTo>
                  <a:lnTo>
                    <a:pt x="2480027" y="2499056"/>
                  </a:lnTo>
                  <a:lnTo>
                    <a:pt x="2402393" y="2470793"/>
                  </a:lnTo>
                  <a:lnTo>
                    <a:pt x="2324759" y="2441838"/>
                  </a:lnTo>
                  <a:lnTo>
                    <a:pt x="2247125" y="2412174"/>
                  </a:lnTo>
                  <a:lnTo>
                    <a:pt x="2169491" y="2381782"/>
                  </a:lnTo>
                  <a:lnTo>
                    <a:pt x="2091857" y="2350647"/>
                  </a:lnTo>
                  <a:lnTo>
                    <a:pt x="2014223" y="2318748"/>
                  </a:lnTo>
                  <a:lnTo>
                    <a:pt x="1936589" y="2286068"/>
                  </a:lnTo>
                  <a:lnTo>
                    <a:pt x="1858955" y="2252587"/>
                  </a:lnTo>
                  <a:lnTo>
                    <a:pt x="1781321" y="2218286"/>
                  </a:lnTo>
                  <a:lnTo>
                    <a:pt x="1703687" y="2183144"/>
                  </a:lnTo>
                  <a:lnTo>
                    <a:pt x="1626053" y="2147142"/>
                  </a:lnTo>
                  <a:lnTo>
                    <a:pt x="1548419" y="2110257"/>
                  </a:lnTo>
                  <a:lnTo>
                    <a:pt x="1470785" y="2072469"/>
                  </a:lnTo>
                  <a:lnTo>
                    <a:pt x="1393151" y="2033755"/>
                  </a:lnTo>
                  <a:lnTo>
                    <a:pt x="1315517" y="1994093"/>
                  </a:lnTo>
                  <a:lnTo>
                    <a:pt x="1237883" y="1953458"/>
                  </a:lnTo>
                  <a:lnTo>
                    <a:pt x="1160249" y="1911829"/>
                  </a:lnTo>
                  <a:lnTo>
                    <a:pt x="1082615" y="1869179"/>
                  </a:lnTo>
                  <a:lnTo>
                    <a:pt x="1004981" y="1825484"/>
                  </a:lnTo>
                  <a:lnTo>
                    <a:pt x="927346" y="1780719"/>
                  </a:lnTo>
                  <a:lnTo>
                    <a:pt x="849712" y="1734858"/>
                  </a:lnTo>
                  <a:lnTo>
                    <a:pt x="772078" y="1687872"/>
                  </a:lnTo>
                  <a:lnTo>
                    <a:pt x="694444" y="1639736"/>
                  </a:lnTo>
                  <a:lnTo>
                    <a:pt x="616810" y="1590420"/>
                  </a:lnTo>
                  <a:lnTo>
                    <a:pt x="539176" y="1539896"/>
                  </a:lnTo>
                  <a:lnTo>
                    <a:pt x="461542" y="1488134"/>
                  </a:lnTo>
                  <a:lnTo>
                    <a:pt x="383908" y="1435104"/>
                  </a:lnTo>
                  <a:lnTo>
                    <a:pt x="306274" y="1380774"/>
                  </a:lnTo>
                  <a:lnTo>
                    <a:pt x="228640" y="1325114"/>
                  </a:lnTo>
                  <a:lnTo>
                    <a:pt x="151006" y="1268090"/>
                  </a:lnTo>
                  <a:lnTo>
                    <a:pt x="73372" y="1209669"/>
                  </a:lnTo>
                  <a:lnTo>
                    <a:pt x="0" y="11531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0498" y="1896563"/>
              <a:ext cx="4947992" cy="3401569"/>
            </a:xfrm>
            <a:custGeom>
              <a:avLst/>
              <a:pathLst>
                <a:path w="4947992" h="3401569">
                  <a:moveTo>
                    <a:pt x="0" y="0"/>
                  </a:moveTo>
                  <a:lnTo>
                    <a:pt x="57047" y="301667"/>
                  </a:lnTo>
                  <a:lnTo>
                    <a:pt x="134681" y="667393"/>
                  </a:lnTo>
                  <a:lnTo>
                    <a:pt x="212315" y="993203"/>
                  </a:lnTo>
                  <a:lnTo>
                    <a:pt x="289949" y="1283455"/>
                  </a:lnTo>
                  <a:lnTo>
                    <a:pt x="367583" y="1542028"/>
                  </a:lnTo>
                  <a:lnTo>
                    <a:pt x="445217" y="1772381"/>
                  </a:lnTo>
                  <a:lnTo>
                    <a:pt x="522851" y="1977593"/>
                  </a:lnTo>
                  <a:lnTo>
                    <a:pt x="600485" y="2160408"/>
                  </a:lnTo>
                  <a:lnTo>
                    <a:pt x="678119" y="2323271"/>
                  </a:lnTo>
                  <a:lnTo>
                    <a:pt x="755753" y="2468358"/>
                  </a:lnTo>
                  <a:lnTo>
                    <a:pt x="833387" y="2597611"/>
                  </a:lnTo>
                  <a:lnTo>
                    <a:pt x="911021" y="2712758"/>
                  </a:lnTo>
                  <a:lnTo>
                    <a:pt x="988655" y="2789848"/>
                  </a:lnTo>
                  <a:lnTo>
                    <a:pt x="1066289" y="2810481"/>
                  </a:lnTo>
                  <a:lnTo>
                    <a:pt x="1143923" y="2830620"/>
                  </a:lnTo>
                  <a:lnTo>
                    <a:pt x="1221557" y="2850278"/>
                  </a:lnTo>
                  <a:lnTo>
                    <a:pt x="1299191" y="2869466"/>
                  </a:lnTo>
                  <a:lnTo>
                    <a:pt x="1376826" y="2888195"/>
                  </a:lnTo>
                  <a:lnTo>
                    <a:pt x="1454460" y="2906476"/>
                  </a:lnTo>
                  <a:lnTo>
                    <a:pt x="1532094" y="2924319"/>
                  </a:lnTo>
                  <a:lnTo>
                    <a:pt x="1609728" y="2941736"/>
                  </a:lnTo>
                  <a:lnTo>
                    <a:pt x="1687362" y="2958737"/>
                  </a:lnTo>
                  <a:lnTo>
                    <a:pt x="1764996" y="2975331"/>
                  </a:lnTo>
                  <a:lnTo>
                    <a:pt x="1842630" y="2991528"/>
                  </a:lnTo>
                  <a:lnTo>
                    <a:pt x="1920264" y="3007338"/>
                  </a:lnTo>
                  <a:lnTo>
                    <a:pt x="1997898" y="3022770"/>
                  </a:lnTo>
                  <a:lnTo>
                    <a:pt x="2075532" y="3037833"/>
                  </a:lnTo>
                  <a:lnTo>
                    <a:pt x="2153166" y="3052535"/>
                  </a:lnTo>
                  <a:lnTo>
                    <a:pt x="2230800" y="3066886"/>
                  </a:lnTo>
                  <a:lnTo>
                    <a:pt x="2308434" y="3080894"/>
                  </a:lnTo>
                  <a:lnTo>
                    <a:pt x="2386068" y="3094567"/>
                  </a:lnTo>
                  <a:lnTo>
                    <a:pt x="2463702" y="3107912"/>
                  </a:lnTo>
                  <a:lnTo>
                    <a:pt x="2541336" y="3120939"/>
                  </a:lnTo>
                  <a:lnTo>
                    <a:pt x="2618970" y="3133654"/>
                  </a:lnTo>
                  <a:lnTo>
                    <a:pt x="2696604" y="3146065"/>
                  </a:lnTo>
                  <a:lnTo>
                    <a:pt x="2774238" y="3158180"/>
                  </a:lnTo>
                  <a:lnTo>
                    <a:pt x="2851872" y="3170004"/>
                  </a:lnTo>
                  <a:lnTo>
                    <a:pt x="2929506" y="3181546"/>
                  </a:lnTo>
                  <a:lnTo>
                    <a:pt x="3007140" y="3192812"/>
                  </a:lnTo>
                  <a:lnTo>
                    <a:pt x="3084775" y="3203808"/>
                  </a:lnTo>
                  <a:lnTo>
                    <a:pt x="3162409" y="3214542"/>
                  </a:lnTo>
                  <a:lnTo>
                    <a:pt x="3240043" y="3225018"/>
                  </a:lnTo>
                  <a:lnTo>
                    <a:pt x="3317677" y="3235245"/>
                  </a:lnTo>
                  <a:lnTo>
                    <a:pt x="3395311" y="3245226"/>
                  </a:lnTo>
                  <a:lnTo>
                    <a:pt x="3472945" y="3254969"/>
                  </a:lnTo>
                  <a:lnTo>
                    <a:pt x="3550579" y="3264479"/>
                  </a:lnTo>
                  <a:lnTo>
                    <a:pt x="3628213" y="3273762"/>
                  </a:lnTo>
                  <a:lnTo>
                    <a:pt x="3705847" y="3282822"/>
                  </a:lnTo>
                  <a:lnTo>
                    <a:pt x="3783481" y="3291666"/>
                  </a:lnTo>
                  <a:lnTo>
                    <a:pt x="3861115" y="3300298"/>
                  </a:lnTo>
                  <a:lnTo>
                    <a:pt x="3938749" y="3308724"/>
                  </a:lnTo>
                  <a:lnTo>
                    <a:pt x="4016383" y="3316949"/>
                  </a:lnTo>
                  <a:lnTo>
                    <a:pt x="4094017" y="3324977"/>
                  </a:lnTo>
                  <a:lnTo>
                    <a:pt x="4171651" y="3332812"/>
                  </a:lnTo>
                  <a:lnTo>
                    <a:pt x="4249285" y="3340461"/>
                  </a:lnTo>
                  <a:lnTo>
                    <a:pt x="4326919" y="3347926"/>
                  </a:lnTo>
                  <a:lnTo>
                    <a:pt x="4404553" y="3355213"/>
                  </a:lnTo>
                  <a:lnTo>
                    <a:pt x="4482187" y="3362326"/>
                  </a:lnTo>
                  <a:lnTo>
                    <a:pt x="4559821" y="3369269"/>
                  </a:lnTo>
                  <a:lnTo>
                    <a:pt x="4637455" y="3376045"/>
                  </a:lnTo>
                  <a:lnTo>
                    <a:pt x="4715089" y="3382660"/>
                  </a:lnTo>
                  <a:lnTo>
                    <a:pt x="4792723" y="3389116"/>
                  </a:lnTo>
                  <a:lnTo>
                    <a:pt x="4870358" y="3395418"/>
                  </a:lnTo>
                  <a:lnTo>
                    <a:pt x="4947992" y="34015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49665"/>
              <a:ext cx="7370972" cy="2497234"/>
            </a:xfrm>
            <a:custGeom>
              <a:avLst/>
              <a:pathLst>
                <a:path w="7370972" h="2497234">
                  <a:moveTo>
                    <a:pt x="7370972" y="2497234"/>
                  </a:moveTo>
                  <a:lnTo>
                    <a:pt x="7293338" y="2496951"/>
                  </a:lnTo>
                  <a:lnTo>
                    <a:pt x="7215704" y="2496634"/>
                  </a:lnTo>
                  <a:lnTo>
                    <a:pt x="7138070" y="2496277"/>
                  </a:lnTo>
                  <a:lnTo>
                    <a:pt x="7060436" y="2495877"/>
                  </a:lnTo>
                  <a:lnTo>
                    <a:pt x="6982802" y="2495429"/>
                  </a:lnTo>
                  <a:lnTo>
                    <a:pt x="6905168" y="2494925"/>
                  </a:lnTo>
                  <a:lnTo>
                    <a:pt x="6827534" y="2494359"/>
                  </a:lnTo>
                  <a:lnTo>
                    <a:pt x="6749900" y="2493724"/>
                  </a:lnTo>
                  <a:lnTo>
                    <a:pt x="6672266" y="2493012"/>
                  </a:lnTo>
                  <a:lnTo>
                    <a:pt x="6594632" y="2492212"/>
                  </a:lnTo>
                  <a:lnTo>
                    <a:pt x="6516998" y="2491314"/>
                  </a:lnTo>
                  <a:lnTo>
                    <a:pt x="6439364" y="2490306"/>
                  </a:lnTo>
                  <a:lnTo>
                    <a:pt x="6361730" y="2489174"/>
                  </a:lnTo>
                  <a:lnTo>
                    <a:pt x="6284096" y="2487904"/>
                  </a:lnTo>
                  <a:lnTo>
                    <a:pt x="6206462" y="2486479"/>
                  </a:lnTo>
                  <a:lnTo>
                    <a:pt x="6128827" y="2484878"/>
                  </a:lnTo>
                  <a:lnTo>
                    <a:pt x="6051193" y="2483082"/>
                  </a:lnTo>
                  <a:lnTo>
                    <a:pt x="5973559" y="2481066"/>
                  </a:lnTo>
                  <a:lnTo>
                    <a:pt x="5895925" y="2478802"/>
                  </a:lnTo>
                  <a:lnTo>
                    <a:pt x="5818291" y="2476262"/>
                  </a:lnTo>
                  <a:lnTo>
                    <a:pt x="5740657" y="2473410"/>
                  </a:lnTo>
                  <a:lnTo>
                    <a:pt x="5663023" y="2470208"/>
                  </a:lnTo>
                  <a:lnTo>
                    <a:pt x="5585389" y="2466614"/>
                  </a:lnTo>
                  <a:lnTo>
                    <a:pt x="5507755" y="2462581"/>
                  </a:lnTo>
                  <a:lnTo>
                    <a:pt x="5430121" y="2458053"/>
                  </a:lnTo>
                  <a:lnTo>
                    <a:pt x="5352487" y="2452970"/>
                  </a:lnTo>
                  <a:lnTo>
                    <a:pt x="5274853" y="2447264"/>
                  </a:lnTo>
                  <a:lnTo>
                    <a:pt x="5197219" y="2440860"/>
                  </a:lnTo>
                  <a:lnTo>
                    <a:pt x="5119585" y="2433671"/>
                  </a:lnTo>
                  <a:lnTo>
                    <a:pt x="5041951" y="2425601"/>
                  </a:lnTo>
                  <a:lnTo>
                    <a:pt x="4964317" y="2416542"/>
                  </a:lnTo>
                  <a:lnTo>
                    <a:pt x="4886683" y="2406374"/>
                  </a:lnTo>
                  <a:lnTo>
                    <a:pt x="4809049" y="2394960"/>
                  </a:lnTo>
                  <a:lnTo>
                    <a:pt x="4731415" y="2382148"/>
                  </a:lnTo>
                  <a:lnTo>
                    <a:pt x="4653781" y="2367766"/>
                  </a:lnTo>
                  <a:lnTo>
                    <a:pt x="4576147" y="2351622"/>
                  </a:lnTo>
                  <a:lnTo>
                    <a:pt x="4498513" y="2333500"/>
                  </a:lnTo>
                  <a:lnTo>
                    <a:pt x="4420879" y="2313158"/>
                  </a:lnTo>
                  <a:lnTo>
                    <a:pt x="4343244" y="2290324"/>
                  </a:lnTo>
                  <a:lnTo>
                    <a:pt x="4265610" y="2264693"/>
                  </a:lnTo>
                  <a:lnTo>
                    <a:pt x="4187976" y="2235921"/>
                  </a:lnTo>
                  <a:lnTo>
                    <a:pt x="4110342" y="2203625"/>
                  </a:lnTo>
                  <a:lnTo>
                    <a:pt x="4032708" y="2167372"/>
                  </a:lnTo>
                  <a:lnTo>
                    <a:pt x="3955074" y="2126677"/>
                  </a:lnTo>
                  <a:lnTo>
                    <a:pt x="3877440" y="2080997"/>
                  </a:lnTo>
                  <a:lnTo>
                    <a:pt x="3799806" y="2029721"/>
                  </a:lnTo>
                  <a:lnTo>
                    <a:pt x="3722172" y="1972163"/>
                  </a:lnTo>
                  <a:lnTo>
                    <a:pt x="3644538" y="1907553"/>
                  </a:lnTo>
                  <a:lnTo>
                    <a:pt x="3566904" y="1835028"/>
                  </a:lnTo>
                  <a:lnTo>
                    <a:pt x="3489270" y="1753618"/>
                  </a:lnTo>
                  <a:lnTo>
                    <a:pt x="3411636" y="1662235"/>
                  </a:lnTo>
                  <a:lnTo>
                    <a:pt x="3334002" y="1615607"/>
                  </a:lnTo>
                  <a:lnTo>
                    <a:pt x="3256368" y="1593951"/>
                  </a:lnTo>
                  <a:lnTo>
                    <a:pt x="3178734" y="1571764"/>
                  </a:lnTo>
                  <a:lnTo>
                    <a:pt x="3101100" y="1549034"/>
                  </a:lnTo>
                  <a:lnTo>
                    <a:pt x="3023466" y="1525747"/>
                  </a:lnTo>
                  <a:lnTo>
                    <a:pt x="2945832" y="1501889"/>
                  </a:lnTo>
                  <a:lnTo>
                    <a:pt x="2868198" y="1477447"/>
                  </a:lnTo>
                  <a:lnTo>
                    <a:pt x="2790564" y="1452406"/>
                  </a:lnTo>
                  <a:lnTo>
                    <a:pt x="2712930" y="1426751"/>
                  </a:lnTo>
                  <a:lnTo>
                    <a:pt x="2635295" y="1400468"/>
                  </a:lnTo>
                  <a:lnTo>
                    <a:pt x="2557661" y="1373541"/>
                  </a:lnTo>
                  <a:lnTo>
                    <a:pt x="2480027" y="1345954"/>
                  </a:lnTo>
                  <a:lnTo>
                    <a:pt x="2402393" y="1317691"/>
                  </a:lnTo>
                  <a:lnTo>
                    <a:pt x="2324759" y="1288736"/>
                  </a:lnTo>
                  <a:lnTo>
                    <a:pt x="2247125" y="1259072"/>
                  </a:lnTo>
                  <a:lnTo>
                    <a:pt x="2169491" y="1228680"/>
                  </a:lnTo>
                  <a:lnTo>
                    <a:pt x="2091857" y="1197544"/>
                  </a:lnTo>
                  <a:lnTo>
                    <a:pt x="2014223" y="1165646"/>
                  </a:lnTo>
                  <a:lnTo>
                    <a:pt x="1936589" y="1132966"/>
                  </a:lnTo>
                  <a:lnTo>
                    <a:pt x="1858955" y="1099485"/>
                  </a:lnTo>
                  <a:lnTo>
                    <a:pt x="1781321" y="1065184"/>
                  </a:lnTo>
                  <a:lnTo>
                    <a:pt x="1703687" y="1030042"/>
                  </a:lnTo>
                  <a:lnTo>
                    <a:pt x="1626053" y="994040"/>
                  </a:lnTo>
                  <a:lnTo>
                    <a:pt x="1548419" y="957155"/>
                  </a:lnTo>
                  <a:lnTo>
                    <a:pt x="1470785" y="919367"/>
                  </a:lnTo>
                  <a:lnTo>
                    <a:pt x="1393151" y="880653"/>
                  </a:lnTo>
                  <a:lnTo>
                    <a:pt x="1315517" y="840990"/>
                  </a:lnTo>
                  <a:lnTo>
                    <a:pt x="1237883" y="800356"/>
                  </a:lnTo>
                  <a:lnTo>
                    <a:pt x="1160249" y="758726"/>
                  </a:lnTo>
                  <a:lnTo>
                    <a:pt x="1082615" y="716077"/>
                  </a:lnTo>
                  <a:lnTo>
                    <a:pt x="1004981" y="672382"/>
                  </a:lnTo>
                  <a:lnTo>
                    <a:pt x="927346" y="627617"/>
                  </a:lnTo>
                  <a:lnTo>
                    <a:pt x="849712" y="581755"/>
                  </a:lnTo>
                  <a:lnTo>
                    <a:pt x="772078" y="534770"/>
                  </a:lnTo>
                  <a:lnTo>
                    <a:pt x="694444" y="486633"/>
                  </a:lnTo>
                  <a:lnTo>
                    <a:pt x="616810" y="437318"/>
                  </a:lnTo>
                  <a:lnTo>
                    <a:pt x="539176" y="386793"/>
                  </a:lnTo>
                  <a:lnTo>
                    <a:pt x="461542" y="335032"/>
                  </a:lnTo>
                  <a:lnTo>
                    <a:pt x="383908" y="282001"/>
                  </a:lnTo>
                  <a:lnTo>
                    <a:pt x="306274" y="227672"/>
                  </a:lnTo>
                  <a:lnTo>
                    <a:pt x="228640" y="172012"/>
                  </a:lnTo>
                  <a:lnTo>
                    <a:pt x="151006" y="114988"/>
                  </a:lnTo>
                  <a:lnTo>
                    <a:pt x="73372" y="565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815" y="1896563"/>
              <a:ext cx="5578674" cy="3628573"/>
            </a:xfrm>
            <a:custGeom>
              <a:avLst/>
              <a:pathLst>
                <a:path w="5578674" h="3628573">
                  <a:moveTo>
                    <a:pt x="0" y="0"/>
                  </a:moveTo>
                  <a:lnTo>
                    <a:pt x="66657" y="213734"/>
                  </a:lnTo>
                  <a:lnTo>
                    <a:pt x="144291" y="445861"/>
                  </a:lnTo>
                  <a:lnTo>
                    <a:pt x="221925" y="662319"/>
                  </a:lnTo>
                  <a:lnTo>
                    <a:pt x="299559" y="864166"/>
                  </a:lnTo>
                  <a:lnTo>
                    <a:pt x="377193" y="1052389"/>
                  </a:lnTo>
                  <a:lnTo>
                    <a:pt x="454827" y="1227907"/>
                  </a:lnTo>
                  <a:lnTo>
                    <a:pt x="532461" y="1391577"/>
                  </a:lnTo>
                  <a:lnTo>
                    <a:pt x="610095" y="1544199"/>
                  </a:lnTo>
                  <a:lnTo>
                    <a:pt x="687729" y="1686519"/>
                  </a:lnTo>
                  <a:lnTo>
                    <a:pt x="765363" y="1819233"/>
                  </a:lnTo>
                  <a:lnTo>
                    <a:pt x="842998" y="1942988"/>
                  </a:lnTo>
                  <a:lnTo>
                    <a:pt x="920632" y="2058390"/>
                  </a:lnTo>
                  <a:lnTo>
                    <a:pt x="998266" y="2166003"/>
                  </a:lnTo>
                  <a:lnTo>
                    <a:pt x="1075900" y="2266351"/>
                  </a:lnTo>
                  <a:lnTo>
                    <a:pt x="1153534" y="2359926"/>
                  </a:lnTo>
                  <a:lnTo>
                    <a:pt x="1231168" y="2447185"/>
                  </a:lnTo>
                  <a:lnTo>
                    <a:pt x="1308802" y="2528553"/>
                  </a:lnTo>
                  <a:lnTo>
                    <a:pt x="1386436" y="2604430"/>
                  </a:lnTo>
                  <a:lnTo>
                    <a:pt x="1464070" y="2675184"/>
                  </a:lnTo>
                  <a:lnTo>
                    <a:pt x="1541704" y="2741163"/>
                  </a:lnTo>
                  <a:lnTo>
                    <a:pt x="1619338" y="2802688"/>
                  </a:lnTo>
                  <a:lnTo>
                    <a:pt x="1696972" y="2860060"/>
                  </a:lnTo>
                  <a:lnTo>
                    <a:pt x="1774606" y="2913560"/>
                  </a:lnTo>
                  <a:lnTo>
                    <a:pt x="1852240" y="2963448"/>
                  </a:lnTo>
                  <a:lnTo>
                    <a:pt x="1929874" y="3009969"/>
                  </a:lnTo>
                  <a:lnTo>
                    <a:pt x="2007508" y="3053349"/>
                  </a:lnTo>
                  <a:lnTo>
                    <a:pt x="2085142" y="3093802"/>
                  </a:lnTo>
                  <a:lnTo>
                    <a:pt x="2162776" y="3131524"/>
                  </a:lnTo>
                  <a:lnTo>
                    <a:pt x="2240410" y="3166699"/>
                  </a:lnTo>
                  <a:lnTo>
                    <a:pt x="2318044" y="3199501"/>
                  </a:lnTo>
                  <a:lnTo>
                    <a:pt x="2395678" y="3230088"/>
                  </a:lnTo>
                  <a:lnTo>
                    <a:pt x="2473312" y="3258610"/>
                  </a:lnTo>
                  <a:lnTo>
                    <a:pt x="2550947" y="3285208"/>
                  </a:lnTo>
                  <a:lnTo>
                    <a:pt x="2628581" y="3310010"/>
                  </a:lnTo>
                  <a:lnTo>
                    <a:pt x="2706215" y="3333137"/>
                  </a:lnTo>
                  <a:lnTo>
                    <a:pt x="2783849" y="3354704"/>
                  </a:lnTo>
                  <a:lnTo>
                    <a:pt x="2861483" y="3374815"/>
                  </a:lnTo>
                  <a:lnTo>
                    <a:pt x="2939117" y="3393568"/>
                  </a:lnTo>
                  <a:lnTo>
                    <a:pt x="3016751" y="3411056"/>
                  </a:lnTo>
                  <a:lnTo>
                    <a:pt x="3094385" y="3427363"/>
                  </a:lnTo>
                  <a:lnTo>
                    <a:pt x="3172019" y="3442570"/>
                  </a:lnTo>
                  <a:lnTo>
                    <a:pt x="3249653" y="3456750"/>
                  </a:lnTo>
                  <a:lnTo>
                    <a:pt x="3327287" y="3469973"/>
                  </a:lnTo>
                  <a:lnTo>
                    <a:pt x="3404921" y="3482303"/>
                  </a:lnTo>
                  <a:lnTo>
                    <a:pt x="3482555" y="3493801"/>
                  </a:lnTo>
                  <a:lnTo>
                    <a:pt x="3560189" y="3504523"/>
                  </a:lnTo>
                  <a:lnTo>
                    <a:pt x="3637823" y="3514521"/>
                  </a:lnTo>
                  <a:lnTo>
                    <a:pt x="3715457" y="3523844"/>
                  </a:lnTo>
                  <a:lnTo>
                    <a:pt x="3793091" y="3532538"/>
                  </a:lnTo>
                  <a:lnTo>
                    <a:pt x="3870725" y="3540645"/>
                  </a:lnTo>
                  <a:lnTo>
                    <a:pt x="3948359" y="3548205"/>
                  </a:lnTo>
                  <a:lnTo>
                    <a:pt x="4025993" y="3555255"/>
                  </a:lnTo>
                  <a:lnTo>
                    <a:pt x="4103627" y="3561828"/>
                  </a:lnTo>
                  <a:lnTo>
                    <a:pt x="4181261" y="3567958"/>
                  </a:lnTo>
                  <a:lnTo>
                    <a:pt x="4258896" y="3573675"/>
                  </a:lnTo>
                  <a:lnTo>
                    <a:pt x="4336530" y="3579005"/>
                  </a:lnTo>
                  <a:lnTo>
                    <a:pt x="4414164" y="3583976"/>
                  </a:lnTo>
                  <a:lnTo>
                    <a:pt x="4491798" y="3588611"/>
                  </a:lnTo>
                  <a:lnTo>
                    <a:pt x="4569432" y="3592933"/>
                  </a:lnTo>
                  <a:lnTo>
                    <a:pt x="4647066" y="3596963"/>
                  </a:lnTo>
                  <a:lnTo>
                    <a:pt x="4724700" y="3600722"/>
                  </a:lnTo>
                  <a:lnTo>
                    <a:pt x="4802334" y="3604227"/>
                  </a:lnTo>
                  <a:lnTo>
                    <a:pt x="4879968" y="3607495"/>
                  </a:lnTo>
                  <a:lnTo>
                    <a:pt x="4957602" y="3610542"/>
                  </a:lnTo>
                  <a:lnTo>
                    <a:pt x="5035236" y="3613384"/>
                  </a:lnTo>
                  <a:lnTo>
                    <a:pt x="5112870" y="3616034"/>
                  </a:lnTo>
                  <a:lnTo>
                    <a:pt x="5190504" y="3618505"/>
                  </a:lnTo>
                  <a:lnTo>
                    <a:pt x="5268138" y="3620810"/>
                  </a:lnTo>
                  <a:lnTo>
                    <a:pt x="5345772" y="3622958"/>
                  </a:lnTo>
                  <a:lnTo>
                    <a:pt x="5423406" y="3624962"/>
                  </a:lnTo>
                  <a:lnTo>
                    <a:pt x="5501040" y="3626831"/>
                  </a:lnTo>
                  <a:lnTo>
                    <a:pt x="5578674" y="362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2026-05-22T09:54:35Z</dcterms:modified>
  <cp:category/>
</cp:coreProperties>
</file>