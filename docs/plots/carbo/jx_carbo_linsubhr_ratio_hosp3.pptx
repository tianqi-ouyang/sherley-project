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81052"/>
            </a:xfrm>
            <a:custGeom>
              <a:avLst/>
              <a:pathLst>
                <a:path w="7370972" h="3481052">
                  <a:moveTo>
                    <a:pt x="2388750" y="0"/>
                  </a:moveTo>
                  <a:lnTo>
                    <a:pt x="2402393" y="70835"/>
                  </a:lnTo>
                  <a:lnTo>
                    <a:pt x="2480027" y="431321"/>
                  </a:lnTo>
                  <a:lnTo>
                    <a:pt x="2557661" y="753731"/>
                  </a:lnTo>
                  <a:lnTo>
                    <a:pt x="2635295" y="1042087"/>
                  </a:lnTo>
                  <a:lnTo>
                    <a:pt x="2712930" y="1299985"/>
                  </a:lnTo>
                  <a:lnTo>
                    <a:pt x="2790564" y="1530644"/>
                  </a:lnTo>
                  <a:lnTo>
                    <a:pt x="2868198" y="1736939"/>
                  </a:lnTo>
                  <a:lnTo>
                    <a:pt x="2945832" y="1921444"/>
                  </a:lnTo>
                  <a:lnTo>
                    <a:pt x="3023466" y="2086461"/>
                  </a:lnTo>
                  <a:lnTo>
                    <a:pt x="3101100" y="2234048"/>
                  </a:lnTo>
                  <a:lnTo>
                    <a:pt x="3178734" y="2366047"/>
                  </a:lnTo>
                  <a:lnTo>
                    <a:pt x="3256368" y="2484103"/>
                  </a:lnTo>
                  <a:lnTo>
                    <a:pt x="3334002" y="2589690"/>
                  </a:lnTo>
                  <a:lnTo>
                    <a:pt x="3411636" y="2661540"/>
                  </a:lnTo>
                  <a:lnTo>
                    <a:pt x="3489270" y="2683261"/>
                  </a:lnTo>
                  <a:lnTo>
                    <a:pt x="3566904" y="2704408"/>
                  </a:lnTo>
                  <a:lnTo>
                    <a:pt x="3644538" y="2724996"/>
                  </a:lnTo>
                  <a:lnTo>
                    <a:pt x="3722172" y="2745040"/>
                  </a:lnTo>
                  <a:lnTo>
                    <a:pt x="3799806" y="2764555"/>
                  </a:lnTo>
                  <a:lnTo>
                    <a:pt x="3877440" y="2783555"/>
                  </a:lnTo>
                  <a:lnTo>
                    <a:pt x="3955074" y="2802052"/>
                  </a:lnTo>
                  <a:lnTo>
                    <a:pt x="4032708" y="2820061"/>
                  </a:lnTo>
                  <a:lnTo>
                    <a:pt x="4110342" y="2837594"/>
                  </a:lnTo>
                  <a:lnTo>
                    <a:pt x="4187976" y="2854664"/>
                  </a:lnTo>
                  <a:lnTo>
                    <a:pt x="4265610" y="2871283"/>
                  </a:lnTo>
                  <a:lnTo>
                    <a:pt x="4343244" y="2887463"/>
                  </a:lnTo>
                  <a:lnTo>
                    <a:pt x="4420879" y="2903215"/>
                  </a:lnTo>
                  <a:lnTo>
                    <a:pt x="4498513" y="2918552"/>
                  </a:lnTo>
                  <a:lnTo>
                    <a:pt x="4576147" y="2933483"/>
                  </a:lnTo>
                  <a:lnTo>
                    <a:pt x="4653781" y="2948019"/>
                  </a:lnTo>
                  <a:lnTo>
                    <a:pt x="4731415" y="2962172"/>
                  </a:lnTo>
                  <a:lnTo>
                    <a:pt x="4809049" y="2975951"/>
                  </a:lnTo>
                  <a:lnTo>
                    <a:pt x="4886683" y="2989366"/>
                  </a:lnTo>
                  <a:lnTo>
                    <a:pt x="4964317" y="3002426"/>
                  </a:lnTo>
                  <a:lnTo>
                    <a:pt x="5041951" y="3015142"/>
                  </a:lnTo>
                  <a:lnTo>
                    <a:pt x="5119585" y="3027521"/>
                  </a:lnTo>
                  <a:lnTo>
                    <a:pt x="5197219" y="3039573"/>
                  </a:lnTo>
                  <a:lnTo>
                    <a:pt x="5274853" y="3051307"/>
                  </a:lnTo>
                  <a:lnTo>
                    <a:pt x="5352487" y="3062732"/>
                  </a:lnTo>
                  <a:lnTo>
                    <a:pt x="5430121" y="3073854"/>
                  </a:lnTo>
                  <a:lnTo>
                    <a:pt x="5507755" y="3084682"/>
                  </a:lnTo>
                  <a:lnTo>
                    <a:pt x="5585389" y="3095225"/>
                  </a:lnTo>
                  <a:lnTo>
                    <a:pt x="5663023" y="3105488"/>
                  </a:lnTo>
                  <a:lnTo>
                    <a:pt x="5740657" y="3115481"/>
                  </a:lnTo>
                  <a:lnTo>
                    <a:pt x="5818291" y="3125210"/>
                  </a:lnTo>
                  <a:lnTo>
                    <a:pt x="5895925" y="3134682"/>
                  </a:lnTo>
                  <a:lnTo>
                    <a:pt x="5973559" y="3143903"/>
                  </a:lnTo>
                  <a:lnTo>
                    <a:pt x="6051193" y="3152881"/>
                  </a:lnTo>
                  <a:lnTo>
                    <a:pt x="6128827" y="3161622"/>
                  </a:lnTo>
                  <a:lnTo>
                    <a:pt x="6206462" y="3170131"/>
                  </a:lnTo>
                  <a:lnTo>
                    <a:pt x="6284096" y="3178416"/>
                  </a:lnTo>
                  <a:lnTo>
                    <a:pt x="6361730" y="3186483"/>
                  </a:lnTo>
                  <a:lnTo>
                    <a:pt x="6439364" y="3194336"/>
                  </a:lnTo>
                  <a:lnTo>
                    <a:pt x="6516998" y="3201981"/>
                  </a:lnTo>
                  <a:lnTo>
                    <a:pt x="6594632" y="3209425"/>
                  </a:lnTo>
                  <a:lnTo>
                    <a:pt x="6672266" y="3216672"/>
                  </a:lnTo>
                  <a:lnTo>
                    <a:pt x="6749900" y="3223727"/>
                  </a:lnTo>
                  <a:lnTo>
                    <a:pt x="6827534" y="3230596"/>
                  </a:lnTo>
                  <a:lnTo>
                    <a:pt x="6905168" y="3237284"/>
                  </a:lnTo>
                  <a:lnTo>
                    <a:pt x="6982802" y="3243795"/>
                  </a:lnTo>
                  <a:lnTo>
                    <a:pt x="7060436" y="3250134"/>
                  </a:lnTo>
                  <a:lnTo>
                    <a:pt x="7138070" y="3256305"/>
                  </a:lnTo>
                  <a:lnTo>
                    <a:pt x="7215704" y="3262314"/>
                  </a:lnTo>
                  <a:lnTo>
                    <a:pt x="7293338" y="3268164"/>
                  </a:lnTo>
                  <a:lnTo>
                    <a:pt x="7370972" y="3273859"/>
                  </a:lnTo>
                  <a:lnTo>
                    <a:pt x="7370972" y="3481052"/>
                  </a:lnTo>
                  <a:lnTo>
                    <a:pt x="7293338" y="3480734"/>
                  </a:lnTo>
                  <a:lnTo>
                    <a:pt x="7215704" y="3480378"/>
                  </a:lnTo>
                  <a:lnTo>
                    <a:pt x="7138070" y="3479981"/>
                  </a:lnTo>
                  <a:lnTo>
                    <a:pt x="7060436" y="3479536"/>
                  </a:lnTo>
                  <a:lnTo>
                    <a:pt x="6982802" y="3479039"/>
                  </a:lnTo>
                  <a:lnTo>
                    <a:pt x="6905168" y="3478483"/>
                  </a:lnTo>
                  <a:lnTo>
                    <a:pt x="6827534" y="3477861"/>
                  </a:lnTo>
                  <a:lnTo>
                    <a:pt x="6749900" y="3477166"/>
                  </a:lnTo>
                  <a:lnTo>
                    <a:pt x="6672266" y="3476389"/>
                  </a:lnTo>
                  <a:lnTo>
                    <a:pt x="6594632" y="3475520"/>
                  </a:lnTo>
                  <a:lnTo>
                    <a:pt x="6516998" y="3474549"/>
                  </a:lnTo>
                  <a:lnTo>
                    <a:pt x="6439364" y="3473462"/>
                  </a:lnTo>
                  <a:lnTo>
                    <a:pt x="6361730" y="3472248"/>
                  </a:lnTo>
                  <a:lnTo>
                    <a:pt x="6284096" y="3470890"/>
                  </a:lnTo>
                  <a:lnTo>
                    <a:pt x="6206462" y="3469371"/>
                  </a:lnTo>
                  <a:lnTo>
                    <a:pt x="6128827" y="3467674"/>
                  </a:lnTo>
                  <a:lnTo>
                    <a:pt x="6051193" y="3465776"/>
                  </a:lnTo>
                  <a:lnTo>
                    <a:pt x="5973559" y="3463653"/>
                  </a:lnTo>
                  <a:lnTo>
                    <a:pt x="5895925" y="3461280"/>
                  </a:lnTo>
                  <a:lnTo>
                    <a:pt x="5818291" y="3458627"/>
                  </a:lnTo>
                  <a:lnTo>
                    <a:pt x="5740657" y="3455661"/>
                  </a:lnTo>
                  <a:lnTo>
                    <a:pt x="5663023" y="3452344"/>
                  </a:lnTo>
                  <a:lnTo>
                    <a:pt x="5585389" y="3448635"/>
                  </a:lnTo>
                  <a:lnTo>
                    <a:pt x="5507755" y="3444489"/>
                  </a:lnTo>
                  <a:lnTo>
                    <a:pt x="5430121" y="3439852"/>
                  </a:lnTo>
                  <a:lnTo>
                    <a:pt x="5352487" y="3434669"/>
                  </a:lnTo>
                  <a:lnTo>
                    <a:pt x="5274853" y="3428873"/>
                  </a:lnTo>
                  <a:lnTo>
                    <a:pt x="5197219" y="3422392"/>
                  </a:lnTo>
                  <a:lnTo>
                    <a:pt x="5119585" y="3415146"/>
                  </a:lnTo>
                  <a:lnTo>
                    <a:pt x="5041951" y="3407045"/>
                  </a:lnTo>
                  <a:lnTo>
                    <a:pt x="4964317" y="3397986"/>
                  </a:lnTo>
                  <a:lnTo>
                    <a:pt x="4886683" y="3387858"/>
                  </a:lnTo>
                  <a:lnTo>
                    <a:pt x="4809049" y="3376534"/>
                  </a:lnTo>
                  <a:lnTo>
                    <a:pt x="4731415" y="3363872"/>
                  </a:lnTo>
                  <a:lnTo>
                    <a:pt x="4653781" y="3349715"/>
                  </a:lnTo>
                  <a:lnTo>
                    <a:pt x="4576147" y="3333887"/>
                  </a:lnTo>
                  <a:lnTo>
                    <a:pt x="4498513" y="3316188"/>
                  </a:lnTo>
                  <a:lnTo>
                    <a:pt x="4420879" y="3296400"/>
                  </a:lnTo>
                  <a:lnTo>
                    <a:pt x="4343244" y="3274275"/>
                  </a:lnTo>
                  <a:lnTo>
                    <a:pt x="4265610" y="3249537"/>
                  </a:lnTo>
                  <a:lnTo>
                    <a:pt x="4187976" y="3221877"/>
                  </a:lnTo>
                  <a:lnTo>
                    <a:pt x="4110342" y="3190950"/>
                  </a:lnTo>
                  <a:lnTo>
                    <a:pt x="4032708" y="3156372"/>
                  </a:lnTo>
                  <a:lnTo>
                    <a:pt x="3955074" y="3117709"/>
                  </a:lnTo>
                  <a:lnTo>
                    <a:pt x="3877440" y="3074481"/>
                  </a:lnTo>
                  <a:lnTo>
                    <a:pt x="3799806" y="3026147"/>
                  </a:lnTo>
                  <a:lnTo>
                    <a:pt x="3722172" y="2972106"/>
                  </a:lnTo>
                  <a:lnTo>
                    <a:pt x="3644538" y="2911682"/>
                  </a:lnTo>
                  <a:lnTo>
                    <a:pt x="3566904" y="2844122"/>
                  </a:lnTo>
                  <a:lnTo>
                    <a:pt x="3489270" y="2768583"/>
                  </a:lnTo>
                  <a:lnTo>
                    <a:pt x="3411636" y="2684124"/>
                  </a:lnTo>
                  <a:lnTo>
                    <a:pt x="3334002" y="2639230"/>
                  </a:lnTo>
                  <a:lnTo>
                    <a:pt x="3256368" y="2616314"/>
                  </a:lnTo>
                  <a:lnTo>
                    <a:pt x="3178734" y="2592777"/>
                  </a:lnTo>
                  <a:lnTo>
                    <a:pt x="3101100" y="2568601"/>
                  </a:lnTo>
                  <a:lnTo>
                    <a:pt x="3023466" y="2543768"/>
                  </a:lnTo>
                  <a:lnTo>
                    <a:pt x="2945832" y="2518263"/>
                  </a:lnTo>
                  <a:lnTo>
                    <a:pt x="2868198" y="2492065"/>
                  </a:lnTo>
                  <a:lnTo>
                    <a:pt x="2790564" y="2465156"/>
                  </a:lnTo>
                  <a:lnTo>
                    <a:pt x="2712930" y="2437517"/>
                  </a:lnTo>
                  <a:lnTo>
                    <a:pt x="2635295" y="2409128"/>
                  </a:lnTo>
                  <a:lnTo>
                    <a:pt x="2557661" y="2379968"/>
                  </a:lnTo>
                  <a:lnTo>
                    <a:pt x="2480027" y="2350018"/>
                  </a:lnTo>
                  <a:lnTo>
                    <a:pt x="2402393" y="2319255"/>
                  </a:lnTo>
                  <a:lnTo>
                    <a:pt x="2324759" y="2287657"/>
                  </a:lnTo>
                  <a:lnTo>
                    <a:pt x="2247125" y="2255201"/>
                  </a:lnTo>
                  <a:lnTo>
                    <a:pt x="2169491" y="2221865"/>
                  </a:lnTo>
                  <a:lnTo>
                    <a:pt x="2091857" y="2187625"/>
                  </a:lnTo>
                  <a:lnTo>
                    <a:pt x="2014223" y="2152455"/>
                  </a:lnTo>
                  <a:lnTo>
                    <a:pt x="1936589" y="2116331"/>
                  </a:lnTo>
                  <a:lnTo>
                    <a:pt x="1858955" y="2079227"/>
                  </a:lnTo>
                  <a:lnTo>
                    <a:pt x="1781321" y="2041116"/>
                  </a:lnTo>
                  <a:lnTo>
                    <a:pt x="1703687" y="2001971"/>
                  </a:lnTo>
                  <a:lnTo>
                    <a:pt x="1626053" y="1961763"/>
                  </a:lnTo>
                  <a:lnTo>
                    <a:pt x="1548419" y="1920465"/>
                  </a:lnTo>
                  <a:lnTo>
                    <a:pt x="1470785" y="1878046"/>
                  </a:lnTo>
                  <a:lnTo>
                    <a:pt x="1393151" y="1834476"/>
                  </a:lnTo>
                  <a:lnTo>
                    <a:pt x="1315517" y="1789724"/>
                  </a:lnTo>
                  <a:lnTo>
                    <a:pt x="1237883" y="1743757"/>
                  </a:lnTo>
                  <a:lnTo>
                    <a:pt x="1160249" y="1696544"/>
                  </a:lnTo>
                  <a:lnTo>
                    <a:pt x="1082615" y="1648049"/>
                  </a:lnTo>
                  <a:lnTo>
                    <a:pt x="1004981" y="1598238"/>
                  </a:lnTo>
                  <a:lnTo>
                    <a:pt x="927346" y="1547075"/>
                  </a:lnTo>
                  <a:lnTo>
                    <a:pt x="849712" y="1494525"/>
                  </a:lnTo>
                  <a:lnTo>
                    <a:pt x="772078" y="1440548"/>
                  </a:lnTo>
                  <a:lnTo>
                    <a:pt x="694444" y="1385107"/>
                  </a:lnTo>
                  <a:lnTo>
                    <a:pt x="616810" y="1328161"/>
                  </a:lnTo>
                  <a:lnTo>
                    <a:pt x="539176" y="1269670"/>
                  </a:lnTo>
                  <a:lnTo>
                    <a:pt x="461542" y="1209592"/>
                  </a:lnTo>
                  <a:lnTo>
                    <a:pt x="383908" y="1147884"/>
                  </a:lnTo>
                  <a:lnTo>
                    <a:pt x="306274" y="1084501"/>
                  </a:lnTo>
                  <a:lnTo>
                    <a:pt x="228640" y="1019399"/>
                  </a:lnTo>
                  <a:lnTo>
                    <a:pt x="151006" y="952530"/>
                  </a:lnTo>
                  <a:lnTo>
                    <a:pt x="73372" y="883847"/>
                  </a:lnTo>
                  <a:lnTo>
                    <a:pt x="0" y="817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6267" y="2073503"/>
              <a:ext cx="4982222" cy="3273859"/>
            </a:xfrm>
            <a:custGeom>
              <a:avLst/>
              <a:pathLst>
                <a:path w="4982222" h="3273859">
                  <a:moveTo>
                    <a:pt x="0" y="0"/>
                  </a:moveTo>
                  <a:lnTo>
                    <a:pt x="13643" y="70835"/>
                  </a:lnTo>
                  <a:lnTo>
                    <a:pt x="91277" y="431321"/>
                  </a:lnTo>
                  <a:lnTo>
                    <a:pt x="168911" y="753731"/>
                  </a:lnTo>
                  <a:lnTo>
                    <a:pt x="246545" y="1042087"/>
                  </a:lnTo>
                  <a:lnTo>
                    <a:pt x="324179" y="1299985"/>
                  </a:lnTo>
                  <a:lnTo>
                    <a:pt x="401813" y="1530644"/>
                  </a:lnTo>
                  <a:lnTo>
                    <a:pt x="479447" y="1736939"/>
                  </a:lnTo>
                  <a:lnTo>
                    <a:pt x="557082" y="1921444"/>
                  </a:lnTo>
                  <a:lnTo>
                    <a:pt x="634716" y="2086461"/>
                  </a:lnTo>
                  <a:lnTo>
                    <a:pt x="712350" y="2234048"/>
                  </a:lnTo>
                  <a:lnTo>
                    <a:pt x="789984" y="2366047"/>
                  </a:lnTo>
                  <a:lnTo>
                    <a:pt x="867618" y="2484103"/>
                  </a:lnTo>
                  <a:lnTo>
                    <a:pt x="945252" y="2589690"/>
                  </a:lnTo>
                  <a:lnTo>
                    <a:pt x="1022886" y="2661540"/>
                  </a:lnTo>
                  <a:lnTo>
                    <a:pt x="1100520" y="2683261"/>
                  </a:lnTo>
                  <a:lnTo>
                    <a:pt x="1178154" y="2704408"/>
                  </a:lnTo>
                  <a:lnTo>
                    <a:pt x="1255788" y="2724996"/>
                  </a:lnTo>
                  <a:lnTo>
                    <a:pt x="1333422" y="2745040"/>
                  </a:lnTo>
                  <a:lnTo>
                    <a:pt x="1411056" y="2764555"/>
                  </a:lnTo>
                  <a:lnTo>
                    <a:pt x="1488690" y="2783555"/>
                  </a:lnTo>
                  <a:lnTo>
                    <a:pt x="1566324" y="2802052"/>
                  </a:lnTo>
                  <a:lnTo>
                    <a:pt x="1643958" y="2820061"/>
                  </a:lnTo>
                  <a:lnTo>
                    <a:pt x="1721592" y="2837594"/>
                  </a:lnTo>
                  <a:lnTo>
                    <a:pt x="1799226" y="2854664"/>
                  </a:lnTo>
                  <a:lnTo>
                    <a:pt x="1876860" y="2871283"/>
                  </a:lnTo>
                  <a:lnTo>
                    <a:pt x="1954494" y="2887463"/>
                  </a:lnTo>
                  <a:lnTo>
                    <a:pt x="2032128" y="2903215"/>
                  </a:lnTo>
                  <a:lnTo>
                    <a:pt x="2109762" y="2918552"/>
                  </a:lnTo>
                  <a:lnTo>
                    <a:pt x="2187396" y="2933483"/>
                  </a:lnTo>
                  <a:lnTo>
                    <a:pt x="2265031" y="2948019"/>
                  </a:lnTo>
                  <a:lnTo>
                    <a:pt x="2342665" y="2962172"/>
                  </a:lnTo>
                  <a:lnTo>
                    <a:pt x="2420299" y="2975951"/>
                  </a:lnTo>
                  <a:lnTo>
                    <a:pt x="2497933" y="2989366"/>
                  </a:lnTo>
                  <a:lnTo>
                    <a:pt x="2575567" y="3002426"/>
                  </a:lnTo>
                  <a:lnTo>
                    <a:pt x="2653201" y="3015142"/>
                  </a:lnTo>
                  <a:lnTo>
                    <a:pt x="2730835" y="3027521"/>
                  </a:lnTo>
                  <a:lnTo>
                    <a:pt x="2808469" y="3039573"/>
                  </a:lnTo>
                  <a:lnTo>
                    <a:pt x="2886103" y="3051307"/>
                  </a:lnTo>
                  <a:lnTo>
                    <a:pt x="2963737" y="3062732"/>
                  </a:lnTo>
                  <a:lnTo>
                    <a:pt x="3041371" y="3073854"/>
                  </a:lnTo>
                  <a:lnTo>
                    <a:pt x="3119005" y="3084682"/>
                  </a:lnTo>
                  <a:lnTo>
                    <a:pt x="3196639" y="3095225"/>
                  </a:lnTo>
                  <a:lnTo>
                    <a:pt x="3274273" y="3105488"/>
                  </a:lnTo>
                  <a:lnTo>
                    <a:pt x="3351907" y="3115481"/>
                  </a:lnTo>
                  <a:lnTo>
                    <a:pt x="3429541" y="3125210"/>
                  </a:lnTo>
                  <a:lnTo>
                    <a:pt x="3507175" y="3134682"/>
                  </a:lnTo>
                  <a:lnTo>
                    <a:pt x="3584809" y="3143903"/>
                  </a:lnTo>
                  <a:lnTo>
                    <a:pt x="3662443" y="3152881"/>
                  </a:lnTo>
                  <a:lnTo>
                    <a:pt x="3740077" y="3161622"/>
                  </a:lnTo>
                  <a:lnTo>
                    <a:pt x="3817711" y="3170131"/>
                  </a:lnTo>
                  <a:lnTo>
                    <a:pt x="3895345" y="3178416"/>
                  </a:lnTo>
                  <a:lnTo>
                    <a:pt x="3972980" y="3186483"/>
                  </a:lnTo>
                  <a:lnTo>
                    <a:pt x="4050614" y="3194336"/>
                  </a:lnTo>
                  <a:lnTo>
                    <a:pt x="4128248" y="3201981"/>
                  </a:lnTo>
                  <a:lnTo>
                    <a:pt x="4205882" y="3209425"/>
                  </a:lnTo>
                  <a:lnTo>
                    <a:pt x="4283516" y="3216672"/>
                  </a:lnTo>
                  <a:lnTo>
                    <a:pt x="4361150" y="3223727"/>
                  </a:lnTo>
                  <a:lnTo>
                    <a:pt x="4438784" y="3230596"/>
                  </a:lnTo>
                  <a:lnTo>
                    <a:pt x="4516418" y="3237284"/>
                  </a:lnTo>
                  <a:lnTo>
                    <a:pt x="4594052" y="3243795"/>
                  </a:lnTo>
                  <a:lnTo>
                    <a:pt x="4671686" y="3250134"/>
                  </a:lnTo>
                  <a:lnTo>
                    <a:pt x="4749320" y="3256305"/>
                  </a:lnTo>
                  <a:lnTo>
                    <a:pt x="4826954" y="3262314"/>
                  </a:lnTo>
                  <a:lnTo>
                    <a:pt x="4904588" y="3268164"/>
                  </a:lnTo>
                  <a:lnTo>
                    <a:pt x="4982222" y="327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675"/>
              <a:ext cx="7370972" cy="2663880"/>
            </a:xfrm>
            <a:custGeom>
              <a:avLst/>
              <a:pathLst>
                <a:path w="7370972" h="2663880">
                  <a:moveTo>
                    <a:pt x="7370972" y="2663880"/>
                  </a:moveTo>
                  <a:lnTo>
                    <a:pt x="7293338" y="2663562"/>
                  </a:lnTo>
                  <a:lnTo>
                    <a:pt x="7215704" y="2663206"/>
                  </a:lnTo>
                  <a:lnTo>
                    <a:pt x="7138070" y="2662808"/>
                  </a:lnTo>
                  <a:lnTo>
                    <a:pt x="7060436" y="2662364"/>
                  </a:lnTo>
                  <a:lnTo>
                    <a:pt x="6982802" y="2661866"/>
                  </a:lnTo>
                  <a:lnTo>
                    <a:pt x="6905168" y="2661310"/>
                  </a:lnTo>
                  <a:lnTo>
                    <a:pt x="6827534" y="2660689"/>
                  </a:lnTo>
                  <a:lnTo>
                    <a:pt x="6749900" y="2659994"/>
                  </a:lnTo>
                  <a:lnTo>
                    <a:pt x="6672266" y="2659217"/>
                  </a:lnTo>
                  <a:lnTo>
                    <a:pt x="6594632" y="2658348"/>
                  </a:lnTo>
                  <a:lnTo>
                    <a:pt x="6516998" y="2657376"/>
                  </a:lnTo>
                  <a:lnTo>
                    <a:pt x="6439364" y="2656290"/>
                  </a:lnTo>
                  <a:lnTo>
                    <a:pt x="6361730" y="2655075"/>
                  </a:lnTo>
                  <a:lnTo>
                    <a:pt x="6284096" y="2653717"/>
                  </a:lnTo>
                  <a:lnTo>
                    <a:pt x="6206462" y="2652199"/>
                  </a:lnTo>
                  <a:lnTo>
                    <a:pt x="6128827" y="2650501"/>
                  </a:lnTo>
                  <a:lnTo>
                    <a:pt x="6051193" y="2648603"/>
                  </a:lnTo>
                  <a:lnTo>
                    <a:pt x="5973559" y="2646481"/>
                  </a:lnTo>
                  <a:lnTo>
                    <a:pt x="5895925" y="2644108"/>
                  </a:lnTo>
                  <a:lnTo>
                    <a:pt x="5818291" y="2641455"/>
                  </a:lnTo>
                  <a:lnTo>
                    <a:pt x="5740657" y="2638488"/>
                  </a:lnTo>
                  <a:lnTo>
                    <a:pt x="5663023" y="2635171"/>
                  </a:lnTo>
                  <a:lnTo>
                    <a:pt x="5585389" y="2631463"/>
                  </a:lnTo>
                  <a:lnTo>
                    <a:pt x="5507755" y="2627316"/>
                  </a:lnTo>
                  <a:lnTo>
                    <a:pt x="5430121" y="2622680"/>
                  </a:lnTo>
                  <a:lnTo>
                    <a:pt x="5352487" y="2617496"/>
                  </a:lnTo>
                  <a:lnTo>
                    <a:pt x="5274853" y="2611700"/>
                  </a:lnTo>
                  <a:lnTo>
                    <a:pt x="5197219" y="2605220"/>
                  </a:lnTo>
                  <a:lnTo>
                    <a:pt x="5119585" y="2597974"/>
                  </a:lnTo>
                  <a:lnTo>
                    <a:pt x="5041951" y="2589872"/>
                  </a:lnTo>
                  <a:lnTo>
                    <a:pt x="4964317" y="2580814"/>
                  </a:lnTo>
                  <a:lnTo>
                    <a:pt x="4886683" y="2570686"/>
                  </a:lnTo>
                  <a:lnTo>
                    <a:pt x="4809049" y="2559361"/>
                  </a:lnTo>
                  <a:lnTo>
                    <a:pt x="4731415" y="2546700"/>
                  </a:lnTo>
                  <a:lnTo>
                    <a:pt x="4653781" y="2532543"/>
                  </a:lnTo>
                  <a:lnTo>
                    <a:pt x="4576147" y="2516714"/>
                  </a:lnTo>
                  <a:lnTo>
                    <a:pt x="4498513" y="2499016"/>
                  </a:lnTo>
                  <a:lnTo>
                    <a:pt x="4420879" y="2479228"/>
                  </a:lnTo>
                  <a:lnTo>
                    <a:pt x="4343244" y="2457102"/>
                  </a:lnTo>
                  <a:lnTo>
                    <a:pt x="4265610" y="2432364"/>
                  </a:lnTo>
                  <a:lnTo>
                    <a:pt x="4187976" y="2404704"/>
                  </a:lnTo>
                  <a:lnTo>
                    <a:pt x="4110342" y="2373778"/>
                  </a:lnTo>
                  <a:lnTo>
                    <a:pt x="4032708" y="2339199"/>
                  </a:lnTo>
                  <a:lnTo>
                    <a:pt x="3955074" y="2300537"/>
                  </a:lnTo>
                  <a:lnTo>
                    <a:pt x="3877440" y="2257308"/>
                  </a:lnTo>
                  <a:lnTo>
                    <a:pt x="3799806" y="2208975"/>
                  </a:lnTo>
                  <a:lnTo>
                    <a:pt x="3722172" y="2154933"/>
                  </a:lnTo>
                  <a:lnTo>
                    <a:pt x="3644538" y="2094509"/>
                  </a:lnTo>
                  <a:lnTo>
                    <a:pt x="3566904" y="2026949"/>
                  </a:lnTo>
                  <a:lnTo>
                    <a:pt x="3489270" y="1951411"/>
                  </a:lnTo>
                  <a:lnTo>
                    <a:pt x="3411636" y="1866951"/>
                  </a:lnTo>
                  <a:lnTo>
                    <a:pt x="3334002" y="1822057"/>
                  </a:lnTo>
                  <a:lnTo>
                    <a:pt x="3256368" y="1799142"/>
                  </a:lnTo>
                  <a:lnTo>
                    <a:pt x="3178734" y="1775604"/>
                  </a:lnTo>
                  <a:lnTo>
                    <a:pt x="3101100" y="1751428"/>
                  </a:lnTo>
                  <a:lnTo>
                    <a:pt x="3023466" y="1726596"/>
                  </a:lnTo>
                  <a:lnTo>
                    <a:pt x="2945832" y="1701090"/>
                  </a:lnTo>
                  <a:lnTo>
                    <a:pt x="2868198" y="1674892"/>
                  </a:lnTo>
                  <a:lnTo>
                    <a:pt x="2790564" y="1647983"/>
                  </a:lnTo>
                  <a:lnTo>
                    <a:pt x="2712930" y="1620344"/>
                  </a:lnTo>
                  <a:lnTo>
                    <a:pt x="2635295" y="1591955"/>
                  </a:lnTo>
                  <a:lnTo>
                    <a:pt x="2557661" y="1562796"/>
                  </a:lnTo>
                  <a:lnTo>
                    <a:pt x="2480027" y="1532845"/>
                  </a:lnTo>
                  <a:lnTo>
                    <a:pt x="2402393" y="1502082"/>
                  </a:lnTo>
                  <a:lnTo>
                    <a:pt x="2324759" y="1470484"/>
                  </a:lnTo>
                  <a:lnTo>
                    <a:pt x="2247125" y="1438029"/>
                  </a:lnTo>
                  <a:lnTo>
                    <a:pt x="2169491" y="1404693"/>
                  </a:lnTo>
                  <a:lnTo>
                    <a:pt x="2091857" y="1370452"/>
                  </a:lnTo>
                  <a:lnTo>
                    <a:pt x="2014223" y="1335283"/>
                  </a:lnTo>
                  <a:lnTo>
                    <a:pt x="1936589" y="1299159"/>
                  </a:lnTo>
                  <a:lnTo>
                    <a:pt x="1858955" y="1262054"/>
                  </a:lnTo>
                  <a:lnTo>
                    <a:pt x="1781321" y="1223943"/>
                  </a:lnTo>
                  <a:lnTo>
                    <a:pt x="1703687" y="1184798"/>
                  </a:lnTo>
                  <a:lnTo>
                    <a:pt x="1626053" y="1144591"/>
                  </a:lnTo>
                  <a:lnTo>
                    <a:pt x="1548419" y="1103293"/>
                  </a:lnTo>
                  <a:lnTo>
                    <a:pt x="1470785" y="1060874"/>
                  </a:lnTo>
                  <a:lnTo>
                    <a:pt x="1393151" y="1017304"/>
                  </a:lnTo>
                  <a:lnTo>
                    <a:pt x="1315517" y="972551"/>
                  </a:lnTo>
                  <a:lnTo>
                    <a:pt x="1237883" y="926585"/>
                  </a:lnTo>
                  <a:lnTo>
                    <a:pt x="1160249" y="879371"/>
                  </a:lnTo>
                  <a:lnTo>
                    <a:pt x="1082615" y="830876"/>
                  </a:lnTo>
                  <a:lnTo>
                    <a:pt x="1004981" y="781065"/>
                  </a:lnTo>
                  <a:lnTo>
                    <a:pt x="927346" y="729903"/>
                  </a:lnTo>
                  <a:lnTo>
                    <a:pt x="849712" y="677352"/>
                  </a:lnTo>
                  <a:lnTo>
                    <a:pt x="772078" y="623375"/>
                  </a:lnTo>
                  <a:lnTo>
                    <a:pt x="694444" y="567934"/>
                  </a:lnTo>
                  <a:lnTo>
                    <a:pt x="616810" y="510989"/>
                  </a:lnTo>
                  <a:lnTo>
                    <a:pt x="539176" y="452498"/>
                  </a:lnTo>
                  <a:lnTo>
                    <a:pt x="461542" y="392420"/>
                  </a:lnTo>
                  <a:lnTo>
                    <a:pt x="383908" y="330712"/>
                  </a:lnTo>
                  <a:lnTo>
                    <a:pt x="306274" y="267329"/>
                  </a:lnTo>
                  <a:lnTo>
                    <a:pt x="228640" y="202227"/>
                  </a:lnTo>
                  <a:lnTo>
                    <a:pt x="151006" y="135358"/>
                  </a:lnTo>
                  <a:lnTo>
                    <a:pt x="73372" y="666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93871" y="2073503"/>
              <a:ext cx="5594618" cy="3459967"/>
            </a:xfrm>
            <a:custGeom>
              <a:avLst/>
              <a:pathLst>
                <a:path w="5594618" h="3459967">
                  <a:moveTo>
                    <a:pt x="0" y="0"/>
                  </a:moveTo>
                  <a:lnTo>
                    <a:pt x="4967" y="15898"/>
                  </a:lnTo>
                  <a:lnTo>
                    <a:pt x="82601" y="247762"/>
                  </a:lnTo>
                  <a:lnTo>
                    <a:pt x="160235" y="464123"/>
                  </a:lnTo>
                  <a:lnTo>
                    <a:pt x="237869" y="666018"/>
                  </a:lnTo>
                  <a:lnTo>
                    <a:pt x="315503" y="854415"/>
                  </a:lnTo>
                  <a:lnTo>
                    <a:pt x="393137" y="1030214"/>
                  </a:lnTo>
                  <a:lnTo>
                    <a:pt x="470771" y="1194260"/>
                  </a:lnTo>
                  <a:lnTo>
                    <a:pt x="548405" y="1347337"/>
                  </a:lnTo>
                  <a:lnTo>
                    <a:pt x="626039" y="1490180"/>
                  </a:lnTo>
                  <a:lnTo>
                    <a:pt x="703673" y="1623472"/>
                  </a:lnTo>
                  <a:lnTo>
                    <a:pt x="781307" y="1747852"/>
                  </a:lnTo>
                  <a:lnTo>
                    <a:pt x="858941" y="1863915"/>
                  </a:lnTo>
                  <a:lnTo>
                    <a:pt x="936575" y="1972219"/>
                  </a:lnTo>
                  <a:lnTo>
                    <a:pt x="1014210" y="2073281"/>
                  </a:lnTo>
                  <a:lnTo>
                    <a:pt x="1091844" y="2167586"/>
                  </a:lnTo>
                  <a:lnTo>
                    <a:pt x="1169478" y="2255586"/>
                  </a:lnTo>
                  <a:lnTo>
                    <a:pt x="1247112" y="2337702"/>
                  </a:lnTo>
                  <a:lnTo>
                    <a:pt x="1324746" y="2414328"/>
                  </a:lnTo>
                  <a:lnTo>
                    <a:pt x="1402380" y="2485830"/>
                  </a:lnTo>
                  <a:lnTo>
                    <a:pt x="1480014" y="2552552"/>
                  </a:lnTo>
                  <a:lnTo>
                    <a:pt x="1557648" y="2614813"/>
                  </a:lnTo>
                  <a:lnTo>
                    <a:pt x="1635282" y="2672910"/>
                  </a:lnTo>
                  <a:lnTo>
                    <a:pt x="1712916" y="2727124"/>
                  </a:lnTo>
                  <a:lnTo>
                    <a:pt x="1790550" y="2777712"/>
                  </a:lnTo>
                  <a:lnTo>
                    <a:pt x="1868184" y="2824918"/>
                  </a:lnTo>
                  <a:lnTo>
                    <a:pt x="1945818" y="2868968"/>
                  </a:lnTo>
                  <a:lnTo>
                    <a:pt x="2023452" y="2910073"/>
                  </a:lnTo>
                  <a:lnTo>
                    <a:pt x="2101086" y="2948429"/>
                  </a:lnTo>
                  <a:lnTo>
                    <a:pt x="2178720" y="2984221"/>
                  </a:lnTo>
                  <a:lnTo>
                    <a:pt x="2256354" y="3017620"/>
                  </a:lnTo>
                  <a:lnTo>
                    <a:pt x="2333988" y="3048786"/>
                  </a:lnTo>
                  <a:lnTo>
                    <a:pt x="2411622" y="3077868"/>
                  </a:lnTo>
                  <a:lnTo>
                    <a:pt x="2489256" y="3105005"/>
                  </a:lnTo>
                  <a:lnTo>
                    <a:pt x="2566890" y="3130328"/>
                  </a:lnTo>
                  <a:lnTo>
                    <a:pt x="2644524" y="3153958"/>
                  </a:lnTo>
                  <a:lnTo>
                    <a:pt x="2722159" y="3176008"/>
                  </a:lnTo>
                  <a:lnTo>
                    <a:pt x="2799793" y="3196584"/>
                  </a:lnTo>
                  <a:lnTo>
                    <a:pt x="2877427" y="3215784"/>
                  </a:lnTo>
                  <a:lnTo>
                    <a:pt x="2955061" y="3233700"/>
                  </a:lnTo>
                  <a:lnTo>
                    <a:pt x="3032695" y="3250418"/>
                  </a:lnTo>
                  <a:lnTo>
                    <a:pt x="3110329" y="3266019"/>
                  </a:lnTo>
                  <a:lnTo>
                    <a:pt x="3187963" y="3280576"/>
                  </a:lnTo>
                  <a:lnTo>
                    <a:pt x="3265597" y="3294160"/>
                  </a:lnTo>
                  <a:lnTo>
                    <a:pt x="3343231" y="3306836"/>
                  </a:lnTo>
                  <a:lnTo>
                    <a:pt x="3420865" y="3318665"/>
                  </a:lnTo>
                  <a:lnTo>
                    <a:pt x="3498499" y="3329702"/>
                  </a:lnTo>
                  <a:lnTo>
                    <a:pt x="3576133" y="3340002"/>
                  </a:lnTo>
                  <a:lnTo>
                    <a:pt x="3653767" y="3349613"/>
                  </a:lnTo>
                  <a:lnTo>
                    <a:pt x="3731401" y="3358581"/>
                  </a:lnTo>
                  <a:lnTo>
                    <a:pt x="3809035" y="3366950"/>
                  </a:lnTo>
                  <a:lnTo>
                    <a:pt x="3886669" y="3374759"/>
                  </a:lnTo>
                  <a:lnTo>
                    <a:pt x="3964303" y="3382046"/>
                  </a:lnTo>
                  <a:lnTo>
                    <a:pt x="4041937" y="3388846"/>
                  </a:lnTo>
                  <a:lnTo>
                    <a:pt x="4119571" y="3395191"/>
                  </a:lnTo>
                  <a:lnTo>
                    <a:pt x="4197205" y="3401112"/>
                  </a:lnTo>
                  <a:lnTo>
                    <a:pt x="4274839" y="3406637"/>
                  </a:lnTo>
                  <a:lnTo>
                    <a:pt x="4352473" y="3411792"/>
                  </a:lnTo>
                  <a:lnTo>
                    <a:pt x="4430107" y="3416603"/>
                  </a:lnTo>
                  <a:lnTo>
                    <a:pt x="4507742" y="3421093"/>
                  </a:lnTo>
                  <a:lnTo>
                    <a:pt x="4585376" y="3425282"/>
                  </a:lnTo>
                  <a:lnTo>
                    <a:pt x="4663010" y="3429191"/>
                  </a:lnTo>
                  <a:lnTo>
                    <a:pt x="4740644" y="3432838"/>
                  </a:lnTo>
                  <a:lnTo>
                    <a:pt x="4818278" y="3436242"/>
                  </a:lnTo>
                  <a:lnTo>
                    <a:pt x="4895912" y="3439418"/>
                  </a:lnTo>
                  <a:lnTo>
                    <a:pt x="4973546" y="3442382"/>
                  </a:lnTo>
                  <a:lnTo>
                    <a:pt x="5051180" y="3445148"/>
                  </a:lnTo>
                  <a:lnTo>
                    <a:pt x="5128814" y="3447729"/>
                  </a:lnTo>
                  <a:lnTo>
                    <a:pt x="5206448" y="3450137"/>
                  </a:lnTo>
                  <a:lnTo>
                    <a:pt x="5284082" y="3452384"/>
                  </a:lnTo>
                  <a:lnTo>
                    <a:pt x="5361716" y="3454481"/>
                  </a:lnTo>
                  <a:lnTo>
                    <a:pt x="5439350" y="3456438"/>
                  </a:lnTo>
                  <a:lnTo>
                    <a:pt x="5516984" y="3458263"/>
                  </a:lnTo>
                  <a:lnTo>
                    <a:pt x="5594618" y="34599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2026-06-02T08:49:34Z</dcterms:modified>
  <cp:category/>
</cp:coreProperties>
</file>