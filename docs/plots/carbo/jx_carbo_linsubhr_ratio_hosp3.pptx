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70972" cy="3649819"/>
            </a:xfrm>
            <a:custGeom>
              <a:avLst/>
              <a:pathLst>
                <a:path w="7370972" h="3649819">
                  <a:moveTo>
                    <a:pt x="2388750" y="0"/>
                  </a:moveTo>
                  <a:lnTo>
                    <a:pt x="2402393" y="74269"/>
                  </a:lnTo>
                  <a:lnTo>
                    <a:pt x="2480027" y="452232"/>
                  </a:lnTo>
                  <a:lnTo>
                    <a:pt x="2557661" y="790273"/>
                  </a:lnTo>
                  <a:lnTo>
                    <a:pt x="2635295" y="1092609"/>
                  </a:lnTo>
                  <a:lnTo>
                    <a:pt x="2712930" y="1363011"/>
                  </a:lnTo>
                  <a:lnTo>
                    <a:pt x="2790564" y="1604851"/>
                  </a:lnTo>
                  <a:lnTo>
                    <a:pt x="2868198" y="1821148"/>
                  </a:lnTo>
                  <a:lnTo>
                    <a:pt x="2945832" y="2014598"/>
                  </a:lnTo>
                  <a:lnTo>
                    <a:pt x="3023466" y="2187616"/>
                  </a:lnTo>
                  <a:lnTo>
                    <a:pt x="3101100" y="2342358"/>
                  </a:lnTo>
                  <a:lnTo>
                    <a:pt x="3178734" y="2480756"/>
                  </a:lnTo>
                  <a:lnTo>
                    <a:pt x="3256368" y="2604536"/>
                  </a:lnTo>
                  <a:lnTo>
                    <a:pt x="3334002" y="2715241"/>
                  </a:lnTo>
                  <a:lnTo>
                    <a:pt x="3411636" y="2790575"/>
                  </a:lnTo>
                  <a:lnTo>
                    <a:pt x="3489270" y="2813349"/>
                  </a:lnTo>
                  <a:lnTo>
                    <a:pt x="3566904" y="2835521"/>
                  </a:lnTo>
                  <a:lnTo>
                    <a:pt x="3644538" y="2857108"/>
                  </a:lnTo>
                  <a:lnTo>
                    <a:pt x="3722172" y="2878124"/>
                  </a:lnTo>
                  <a:lnTo>
                    <a:pt x="3799806" y="2898585"/>
                  </a:lnTo>
                  <a:lnTo>
                    <a:pt x="3877440" y="2918505"/>
                  </a:lnTo>
                  <a:lnTo>
                    <a:pt x="3955074" y="2937900"/>
                  </a:lnTo>
                  <a:lnTo>
                    <a:pt x="4032708" y="2956782"/>
                  </a:lnTo>
                  <a:lnTo>
                    <a:pt x="4110342" y="2975165"/>
                  </a:lnTo>
                  <a:lnTo>
                    <a:pt x="4187976" y="2993062"/>
                  </a:lnTo>
                  <a:lnTo>
                    <a:pt x="4265610" y="3010487"/>
                  </a:lnTo>
                  <a:lnTo>
                    <a:pt x="4343244" y="3027451"/>
                  </a:lnTo>
                  <a:lnTo>
                    <a:pt x="4420879" y="3043967"/>
                  </a:lnTo>
                  <a:lnTo>
                    <a:pt x="4498513" y="3060047"/>
                  </a:lnTo>
                  <a:lnTo>
                    <a:pt x="4576147" y="3075702"/>
                  </a:lnTo>
                  <a:lnTo>
                    <a:pt x="4653781" y="3090944"/>
                  </a:lnTo>
                  <a:lnTo>
                    <a:pt x="4731415" y="3105782"/>
                  </a:lnTo>
                  <a:lnTo>
                    <a:pt x="4809049" y="3120229"/>
                  </a:lnTo>
                  <a:lnTo>
                    <a:pt x="4886683" y="3134294"/>
                  </a:lnTo>
                  <a:lnTo>
                    <a:pt x="4964317" y="3147988"/>
                  </a:lnTo>
                  <a:lnTo>
                    <a:pt x="5041951" y="3161320"/>
                  </a:lnTo>
                  <a:lnTo>
                    <a:pt x="5119585" y="3174299"/>
                  </a:lnTo>
                  <a:lnTo>
                    <a:pt x="5197219" y="3186936"/>
                  </a:lnTo>
                  <a:lnTo>
                    <a:pt x="5274853" y="3199239"/>
                  </a:lnTo>
                  <a:lnTo>
                    <a:pt x="5352487" y="3211217"/>
                  </a:lnTo>
                  <a:lnTo>
                    <a:pt x="5430121" y="3222879"/>
                  </a:lnTo>
                  <a:lnTo>
                    <a:pt x="5507755" y="3234232"/>
                  </a:lnTo>
                  <a:lnTo>
                    <a:pt x="5585389" y="3245285"/>
                  </a:lnTo>
                  <a:lnTo>
                    <a:pt x="5663023" y="3256047"/>
                  </a:lnTo>
                  <a:lnTo>
                    <a:pt x="5740657" y="3266524"/>
                  </a:lnTo>
                  <a:lnTo>
                    <a:pt x="5818291" y="3276724"/>
                  </a:lnTo>
                  <a:lnTo>
                    <a:pt x="5895925" y="3286655"/>
                  </a:lnTo>
                  <a:lnTo>
                    <a:pt x="5973559" y="3296324"/>
                  </a:lnTo>
                  <a:lnTo>
                    <a:pt x="6051193" y="3305737"/>
                  </a:lnTo>
                  <a:lnTo>
                    <a:pt x="6128827" y="3314902"/>
                  </a:lnTo>
                  <a:lnTo>
                    <a:pt x="6206462" y="3323824"/>
                  </a:lnTo>
                  <a:lnTo>
                    <a:pt x="6284096" y="3332511"/>
                  </a:lnTo>
                  <a:lnTo>
                    <a:pt x="6361730" y="3340968"/>
                  </a:lnTo>
                  <a:lnTo>
                    <a:pt x="6439364" y="3349201"/>
                  </a:lnTo>
                  <a:lnTo>
                    <a:pt x="6516998" y="3357218"/>
                  </a:lnTo>
                  <a:lnTo>
                    <a:pt x="6594632" y="3365022"/>
                  </a:lnTo>
                  <a:lnTo>
                    <a:pt x="6672266" y="3372621"/>
                  </a:lnTo>
                  <a:lnTo>
                    <a:pt x="6749900" y="3380018"/>
                  </a:lnTo>
                  <a:lnTo>
                    <a:pt x="6827534" y="3387220"/>
                  </a:lnTo>
                  <a:lnTo>
                    <a:pt x="6905168" y="3394232"/>
                  </a:lnTo>
                  <a:lnTo>
                    <a:pt x="6982802" y="3401059"/>
                  </a:lnTo>
                  <a:lnTo>
                    <a:pt x="7060436" y="3407705"/>
                  </a:lnTo>
                  <a:lnTo>
                    <a:pt x="7138070" y="3414176"/>
                  </a:lnTo>
                  <a:lnTo>
                    <a:pt x="7215704" y="3420475"/>
                  </a:lnTo>
                  <a:lnTo>
                    <a:pt x="7293338" y="3426609"/>
                  </a:lnTo>
                  <a:lnTo>
                    <a:pt x="7370972" y="3432580"/>
                  </a:lnTo>
                  <a:lnTo>
                    <a:pt x="7370972" y="3649819"/>
                  </a:lnTo>
                  <a:lnTo>
                    <a:pt x="7293338" y="3649485"/>
                  </a:lnTo>
                  <a:lnTo>
                    <a:pt x="7215704" y="3649112"/>
                  </a:lnTo>
                  <a:lnTo>
                    <a:pt x="7138070" y="3648695"/>
                  </a:lnTo>
                  <a:lnTo>
                    <a:pt x="7060436" y="3648229"/>
                  </a:lnTo>
                  <a:lnTo>
                    <a:pt x="6982802" y="3647707"/>
                  </a:lnTo>
                  <a:lnTo>
                    <a:pt x="6905168" y="3647124"/>
                  </a:lnTo>
                  <a:lnTo>
                    <a:pt x="6827534" y="3646473"/>
                  </a:lnTo>
                  <a:lnTo>
                    <a:pt x="6749900" y="3645744"/>
                  </a:lnTo>
                  <a:lnTo>
                    <a:pt x="6672266" y="3644929"/>
                  </a:lnTo>
                  <a:lnTo>
                    <a:pt x="6594632" y="3644018"/>
                  </a:lnTo>
                  <a:lnTo>
                    <a:pt x="6516998" y="3643000"/>
                  </a:lnTo>
                  <a:lnTo>
                    <a:pt x="6439364" y="3641861"/>
                  </a:lnTo>
                  <a:lnTo>
                    <a:pt x="6361730" y="3640587"/>
                  </a:lnTo>
                  <a:lnTo>
                    <a:pt x="6284096" y="3639163"/>
                  </a:lnTo>
                  <a:lnTo>
                    <a:pt x="6206462" y="3637571"/>
                  </a:lnTo>
                  <a:lnTo>
                    <a:pt x="6128827" y="3635792"/>
                  </a:lnTo>
                  <a:lnTo>
                    <a:pt x="6051193" y="3633801"/>
                  </a:lnTo>
                  <a:lnTo>
                    <a:pt x="5973559" y="3631576"/>
                  </a:lnTo>
                  <a:lnTo>
                    <a:pt x="5895925" y="3629088"/>
                  </a:lnTo>
                  <a:lnTo>
                    <a:pt x="5818291" y="3626306"/>
                  </a:lnTo>
                  <a:lnTo>
                    <a:pt x="5740657" y="3623196"/>
                  </a:lnTo>
                  <a:lnTo>
                    <a:pt x="5663023" y="3619718"/>
                  </a:lnTo>
                  <a:lnTo>
                    <a:pt x="5585389" y="3615830"/>
                  </a:lnTo>
                  <a:lnTo>
                    <a:pt x="5507755" y="3611482"/>
                  </a:lnTo>
                  <a:lnTo>
                    <a:pt x="5430121" y="3606621"/>
                  </a:lnTo>
                  <a:lnTo>
                    <a:pt x="5352487" y="3601186"/>
                  </a:lnTo>
                  <a:lnTo>
                    <a:pt x="5274853" y="3595109"/>
                  </a:lnTo>
                  <a:lnTo>
                    <a:pt x="5197219" y="3588314"/>
                  </a:lnTo>
                  <a:lnTo>
                    <a:pt x="5119585" y="3580717"/>
                  </a:lnTo>
                  <a:lnTo>
                    <a:pt x="5041951" y="3572223"/>
                  </a:lnTo>
                  <a:lnTo>
                    <a:pt x="4964317" y="3562725"/>
                  </a:lnTo>
                  <a:lnTo>
                    <a:pt x="4886683" y="3552106"/>
                  </a:lnTo>
                  <a:lnTo>
                    <a:pt x="4809049" y="3540233"/>
                  </a:lnTo>
                  <a:lnTo>
                    <a:pt x="4731415" y="3526958"/>
                  </a:lnTo>
                  <a:lnTo>
                    <a:pt x="4653781" y="3512114"/>
                  </a:lnTo>
                  <a:lnTo>
                    <a:pt x="4576147" y="3495518"/>
                  </a:lnTo>
                  <a:lnTo>
                    <a:pt x="4498513" y="3476962"/>
                  </a:lnTo>
                  <a:lnTo>
                    <a:pt x="4420879" y="3456214"/>
                  </a:lnTo>
                  <a:lnTo>
                    <a:pt x="4343244" y="3433016"/>
                  </a:lnTo>
                  <a:lnTo>
                    <a:pt x="4265610" y="3407079"/>
                  </a:lnTo>
                  <a:lnTo>
                    <a:pt x="4187976" y="3378078"/>
                  </a:lnTo>
                  <a:lnTo>
                    <a:pt x="4110342" y="3345652"/>
                  </a:lnTo>
                  <a:lnTo>
                    <a:pt x="4032708" y="3309397"/>
                  </a:lnTo>
                  <a:lnTo>
                    <a:pt x="3955074" y="3268860"/>
                  </a:lnTo>
                  <a:lnTo>
                    <a:pt x="3877440" y="3223536"/>
                  </a:lnTo>
                  <a:lnTo>
                    <a:pt x="3799806" y="3172859"/>
                  </a:lnTo>
                  <a:lnTo>
                    <a:pt x="3722172" y="3116197"/>
                  </a:lnTo>
                  <a:lnTo>
                    <a:pt x="3644538" y="3052844"/>
                  </a:lnTo>
                  <a:lnTo>
                    <a:pt x="3566904" y="2982009"/>
                  </a:lnTo>
                  <a:lnTo>
                    <a:pt x="3489270" y="2902808"/>
                  </a:lnTo>
                  <a:lnTo>
                    <a:pt x="3411636" y="2814254"/>
                  </a:lnTo>
                  <a:lnTo>
                    <a:pt x="3334002" y="2767183"/>
                  </a:lnTo>
                  <a:lnTo>
                    <a:pt x="3256368" y="2743157"/>
                  </a:lnTo>
                  <a:lnTo>
                    <a:pt x="3178734" y="2718478"/>
                  </a:lnTo>
                  <a:lnTo>
                    <a:pt x="3101100" y="2693130"/>
                  </a:lnTo>
                  <a:lnTo>
                    <a:pt x="3023466" y="2667094"/>
                  </a:lnTo>
                  <a:lnTo>
                    <a:pt x="2945832" y="2640351"/>
                  </a:lnTo>
                  <a:lnTo>
                    <a:pt x="2868198" y="2612883"/>
                  </a:lnTo>
                  <a:lnTo>
                    <a:pt x="2790564" y="2584670"/>
                  </a:lnTo>
                  <a:lnTo>
                    <a:pt x="2712930" y="2555691"/>
                  </a:lnTo>
                  <a:lnTo>
                    <a:pt x="2635295" y="2525926"/>
                  </a:lnTo>
                  <a:lnTo>
                    <a:pt x="2557661" y="2495353"/>
                  </a:lnTo>
                  <a:lnTo>
                    <a:pt x="2480027" y="2463950"/>
                  </a:lnTo>
                  <a:lnTo>
                    <a:pt x="2402393" y="2431695"/>
                  </a:lnTo>
                  <a:lnTo>
                    <a:pt x="2324759" y="2398566"/>
                  </a:lnTo>
                  <a:lnTo>
                    <a:pt x="2247125" y="2364537"/>
                  </a:lnTo>
                  <a:lnTo>
                    <a:pt x="2169491" y="2329584"/>
                  </a:lnTo>
                  <a:lnTo>
                    <a:pt x="2091857" y="2293684"/>
                  </a:lnTo>
                  <a:lnTo>
                    <a:pt x="2014223" y="2256809"/>
                  </a:lnTo>
                  <a:lnTo>
                    <a:pt x="1936589" y="2218934"/>
                  </a:lnTo>
                  <a:lnTo>
                    <a:pt x="1858955" y="2180031"/>
                  </a:lnTo>
                  <a:lnTo>
                    <a:pt x="1781321" y="2140072"/>
                  </a:lnTo>
                  <a:lnTo>
                    <a:pt x="1703687" y="2099029"/>
                  </a:lnTo>
                  <a:lnTo>
                    <a:pt x="1626053" y="2056872"/>
                  </a:lnTo>
                  <a:lnTo>
                    <a:pt x="1548419" y="2013572"/>
                  </a:lnTo>
                  <a:lnTo>
                    <a:pt x="1470785" y="1969096"/>
                  </a:lnTo>
                  <a:lnTo>
                    <a:pt x="1393151" y="1923414"/>
                  </a:lnTo>
                  <a:lnTo>
                    <a:pt x="1315517" y="1876492"/>
                  </a:lnTo>
                  <a:lnTo>
                    <a:pt x="1237883" y="1828297"/>
                  </a:lnTo>
                  <a:lnTo>
                    <a:pt x="1160249" y="1778794"/>
                  </a:lnTo>
                  <a:lnTo>
                    <a:pt x="1082615" y="1727948"/>
                  </a:lnTo>
                  <a:lnTo>
                    <a:pt x="1004981" y="1675723"/>
                  </a:lnTo>
                  <a:lnTo>
                    <a:pt x="927346" y="1622080"/>
                  </a:lnTo>
                  <a:lnTo>
                    <a:pt x="849712" y="1566981"/>
                  </a:lnTo>
                  <a:lnTo>
                    <a:pt x="772078" y="1510388"/>
                  </a:lnTo>
                  <a:lnTo>
                    <a:pt x="694444" y="1452259"/>
                  </a:lnTo>
                  <a:lnTo>
                    <a:pt x="616810" y="1392552"/>
                  </a:lnTo>
                  <a:lnTo>
                    <a:pt x="539176" y="1331226"/>
                  </a:lnTo>
                  <a:lnTo>
                    <a:pt x="461542" y="1268235"/>
                  </a:lnTo>
                  <a:lnTo>
                    <a:pt x="383908" y="1203535"/>
                  </a:lnTo>
                  <a:lnTo>
                    <a:pt x="306274" y="1137080"/>
                  </a:lnTo>
                  <a:lnTo>
                    <a:pt x="228640" y="1068821"/>
                  </a:lnTo>
                  <a:lnTo>
                    <a:pt x="151006" y="998710"/>
                  </a:lnTo>
                  <a:lnTo>
                    <a:pt x="73372" y="926697"/>
                  </a:lnTo>
                  <a:lnTo>
                    <a:pt x="0" y="85679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206267" y="1896563"/>
              <a:ext cx="4982222" cy="3432580"/>
            </a:xfrm>
            <a:custGeom>
              <a:avLst/>
              <a:pathLst>
                <a:path w="4982222" h="3432580">
                  <a:moveTo>
                    <a:pt x="0" y="0"/>
                  </a:moveTo>
                  <a:lnTo>
                    <a:pt x="13643" y="74269"/>
                  </a:lnTo>
                  <a:lnTo>
                    <a:pt x="91277" y="452232"/>
                  </a:lnTo>
                  <a:lnTo>
                    <a:pt x="168911" y="790273"/>
                  </a:lnTo>
                  <a:lnTo>
                    <a:pt x="246545" y="1092609"/>
                  </a:lnTo>
                  <a:lnTo>
                    <a:pt x="324179" y="1363011"/>
                  </a:lnTo>
                  <a:lnTo>
                    <a:pt x="401813" y="1604851"/>
                  </a:lnTo>
                  <a:lnTo>
                    <a:pt x="479447" y="1821148"/>
                  </a:lnTo>
                  <a:lnTo>
                    <a:pt x="557082" y="2014598"/>
                  </a:lnTo>
                  <a:lnTo>
                    <a:pt x="634716" y="2187616"/>
                  </a:lnTo>
                  <a:lnTo>
                    <a:pt x="712350" y="2342358"/>
                  </a:lnTo>
                  <a:lnTo>
                    <a:pt x="789984" y="2480756"/>
                  </a:lnTo>
                  <a:lnTo>
                    <a:pt x="867618" y="2604536"/>
                  </a:lnTo>
                  <a:lnTo>
                    <a:pt x="945252" y="2715241"/>
                  </a:lnTo>
                  <a:lnTo>
                    <a:pt x="1022886" y="2790575"/>
                  </a:lnTo>
                  <a:lnTo>
                    <a:pt x="1100520" y="2813349"/>
                  </a:lnTo>
                  <a:lnTo>
                    <a:pt x="1178154" y="2835521"/>
                  </a:lnTo>
                  <a:lnTo>
                    <a:pt x="1255788" y="2857108"/>
                  </a:lnTo>
                  <a:lnTo>
                    <a:pt x="1333422" y="2878124"/>
                  </a:lnTo>
                  <a:lnTo>
                    <a:pt x="1411056" y="2898585"/>
                  </a:lnTo>
                  <a:lnTo>
                    <a:pt x="1488690" y="2918505"/>
                  </a:lnTo>
                  <a:lnTo>
                    <a:pt x="1566324" y="2937900"/>
                  </a:lnTo>
                  <a:lnTo>
                    <a:pt x="1643958" y="2956782"/>
                  </a:lnTo>
                  <a:lnTo>
                    <a:pt x="1721592" y="2975165"/>
                  </a:lnTo>
                  <a:lnTo>
                    <a:pt x="1799226" y="2993062"/>
                  </a:lnTo>
                  <a:lnTo>
                    <a:pt x="1876860" y="3010487"/>
                  </a:lnTo>
                  <a:lnTo>
                    <a:pt x="1954494" y="3027451"/>
                  </a:lnTo>
                  <a:lnTo>
                    <a:pt x="2032128" y="3043967"/>
                  </a:lnTo>
                  <a:lnTo>
                    <a:pt x="2109762" y="3060047"/>
                  </a:lnTo>
                  <a:lnTo>
                    <a:pt x="2187396" y="3075702"/>
                  </a:lnTo>
                  <a:lnTo>
                    <a:pt x="2265031" y="3090944"/>
                  </a:lnTo>
                  <a:lnTo>
                    <a:pt x="2342665" y="3105782"/>
                  </a:lnTo>
                  <a:lnTo>
                    <a:pt x="2420299" y="3120229"/>
                  </a:lnTo>
                  <a:lnTo>
                    <a:pt x="2497933" y="3134294"/>
                  </a:lnTo>
                  <a:lnTo>
                    <a:pt x="2575567" y="3147988"/>
                  </a:lnTo>
                  <a:lnTo>
                    <a:pt x="2653201" y="3161320"/>
                  </a:lnTo>
                  <a:lnTo>
                    <a:pt x="2730835" y="3174299"/>
                  </a:lnTo>
                  <a:lnTo>
                    <a:pt x="2808469" y="3186936"/>
                  </a:lnTo>
                  <a:lnTo>
                    <a:pt x="2886103" y="3199239"/>
                  </a:lnTo>
                  <a:lnTo>
                    <a:pt x="2963737" y="3211217"/>
                  </a:lnTo>
                  <a:lnTo>
                    <a:pt x="3041371" y="3222879"/>
                  </a:lnTo>
                  <a:lnTo>
                    <a:pt x="3119005" y="3234232"/>
                  </a:lnTo>
                  <a:lnTo>
                    <a:pt x="3196639" y="3245285"/>
                  </a:lnTo>
                  <a:lnTo>
                    <a:pt x="3274273" y="3256047"/>
                  </a:lnTo>
                  <a:lnTo>
                    <a:pt x="3351907" y="3266524"/>
                  </a:lnTo>
                  <a:lnTo>
                    <a:pt x="3429541" y="3276724"/>
                  </a:lnTo>
                  <a:lnTo>
                    <a:pt x="3507175" y="3286655"/>
                  </a:lnTo>
                  <a:lnTo>
                    <a:pt x="3584809" y="3296324"/>
                  </a:lnTo>
                  <a:lnTo>
                    <a:pt x="3662443" y="3305737"/>
                  </a:lnTo>
                  <a:lnTo>
                    <a:pt x="3740077" y="3314902"/>
                  </a:lnTo>
                  <a:lnTo>
                    <a:pt x="3817711" y="3323824"/>
                  </a:lnTo>
                  <a:lnTo>
                    <a:pt x="3895345" y="3332511"/>
                  </a:lnTo>
                  <a:lnTo>
                    <a:pt x="3972980" y="3340968"/>
                  </a:lnTo>
                  <a:lnTo>
                    <a:pt x="4050614" y="3349201"/>
                  </a:lnTo>
                  <a:lnTo>
                    <a:pt x="4128248" y="3357218"/>
                  </a:lnTo>
                  <a:lnTo>
                    <a:pt x="4205882" y="3365022"/>
                  </a:lnTo>
                  <a:lnTo>
                    <a:pt x="4283516" y="3372621"/>
                  </a:lnTo>
                  <a:lnTo>
                    <a:pt x="4361150" y="3380018"/>
                  </a:lnTo>
                  <a:lnTo>
                    <a:pt x="4438784" y="3387220"/>
                  </a:lnTo>
                  <a:lnTo>
                    <a:pt x="4516418" y="3394232"/>
                  </a:lnTo>
                  <a:lnTo>
                    <a:pt x="4594052" y="3401059"/>
                  </a:lnTo>
                  <a:lnTo>
                    <a:pt x="4671686" y="3407705"/>
                  </a:lnTo>
                  <a:lnTo>
                    <a:pt x="4749320" y="3414176"/>
                  </a:lnTo>
                  <a:lnTo>
                    <a:pt x="4826954" y="3420475"/>
                  </a:lnTo>
                  <a:lnTo>
                    <a:pt x="4904588" y="3426609"/>
                  </a:lnTo>
                  <a:lnTo>
                    <a:pt x="4982222" y="34325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2753353"/>
              <a:ext cx="7370972" cy="2793029"/>
            </a:xfrm>
            <a:custGeom>
              <a:avLst/>
              <a:pathLst>
                <a:path w="7370972" h="2793029">
                  <a:moveTo>
                    <a:pt x="7370972" y="2793029"/>
                  </a:moveTo>
                  <a:lnTo>
                    <a:pt x="7293338" y="2792695"/>
                  </a:lnTo>
                  <a:lnTo>
                    <a:pt x="7215704" y="2792322"/>
                  </a:lnTo>
                  <a:lnTo>
                    <a:pt x="7138070" y="2791905"/>
                  </a:lnTo>
                  <a:lnTo>
                    <a:pt x="7060436" y="2791439"/>
                  </a:lnTo>
                  <a:lnTo>
                    <a:pt x="6982802" y="2790917"/>
                  </a:lnTo>
                  <a:lnTo>
                    <a:pt x="6905168" y="2790334"/>
                  </a:lnTo>
                  <a:lnTo>
                    <a:pt x="6827534" y="2789683"/>
                  </a:lnTo>
                  <a:lnTo>
                    <a:pt x="6749900" y="2788954"/>
                  </a:lnTo>
                  <a:lnTo>
                    <a:pt x="6672266" y="2788139"/>
                  </a:lnTo>
                  <a:lnTo>
                    <a:pt x="6594632" y="2787228"/>
                  </a:lnTo>
                  <a:lnTo>
                    <a:pt x="6516998" y="2786209"/>
                  </a:lnTo>
                  <a:lnTo>
                    <a:pt x="6439364" y="2785070"/>
                  </a:lnTo>
                  <a:lnTo>
                    <a:pt x="6361730" y="2783797"/>
                  </a:lnTo>
                  <a:lnTo>
                    <a:pt x="6284096" y="2782373"/>
                  </a:lnTo>
                  <a:lnTo>
                    <a:pt x="6206462" y="2780781"/>
                  </a:lnTo>
                  <a:lnTo>
                    <a:pt x="6128827" y="2779001"/>
                  </a:lnTo>
                  <a:lnTo>
                    <a:pt x="6051193" y="2777011"/>
                  </a:lnTo>
                  <a:lnTo>
                    <a:pt x="5973559" y="2774786"/>
                  </a:lnTo>
                  <a:lnTo>
                    <a:pt x="5895925" y="2772298"/>
                  </a:lnTo>
                  <a:lnTo>
                    <a:pt x="5818291" y="2769516"/>
                  </a:lnTo>
                  <a:lnTo>
                    <a:pt x="5740657" y="2766406"/>
                  </a:lnTo>
                  <a:lnTo>
                    <a:pt x="5663023" y="2762928"/>
                  </a:lnTo>
                  <a:lnTo>
                    <a:pt x="5585389" y="2759040"/>
                  </a:lnTo>
                  <a:lnTo>
                    <a:pt x="5507755" y="2754692"/>
                  </a:lnTo>
                  <a:lnTo>
                    <a:pt x="5430121" y="2749831"/>
                  </a:lnTo>
                  <a:lnTo>
                    <a:pt x="5352487" y="2744396"/>
                  </a:lnTo>
                  <a:lnTo>
                    <a:pt x="5274853" y="2738319"/>
                  </a:lnTo>
                  <a:lnTo>
                    <a:pt x="5197219" y="2731524"/>
                  </a:lnTo>
                  <a:lnTo>
                    <a:pt x="5119585" y="2723927"/>
                  </a:lnTo>
                  <a:lnTo>
                    <a:pt x="5041951" y="2715433"/>
                  </a:lnTo>
                  <a:lnTo>
                    <a:pt x="4964317" y="2705935"/>
                  </a:lnTo>
                  <a:lnTo>
                    <a:pt x="4886683" y="2695316"/>
                  </a:lnTo>
                  <a:lnTo>
                    <a:pt x="4809049" y="2683443"/>
                  </a:lnTo>
                  <a:lnTo>
                    <a:pt x="4731415" y="2670167"/>
                  </a:lnTo>
                  <a:lnTo>
                    <a:pt x="4653781" y="2655324"/>
                  </a:lnTo>
                  <a:lnTo>
                    <a:pt x="4576147" y="2638728"/>
                  </a:lnTo>
                  <a:lnTo>
                    <a:pt x="4498513" y="2620172"/>
                  </a:lnTo>
                  <a:lnTo>
                    <a:pt x="4420879" y="2599424"/>
                  </a:lnTo>
                  <a:lnTo>
                    <a:pt x="4343244" y="2576226"/>
                  </a:lnTo>
                  <a:lnTo>
                    <a:pt x="4265610" y="2550288"/>
                  </a:lnTo>
                  <a:lnTo>
                    <a:pt x="4187976" y="2521288"/>
                  </a:lnTo>
                  <a:lnTo>
                    <a:pt x="4110342" y="2488862"/>
                  </a:lnTo>
                  <a:lnTo>
                    <a:pt x="4032708" y="2452607"/>
                  </a:lnTo>
                  <a:lnTo>
                    <a:pt x="3955074" y="2412070"/>
                  </a:lnTo>
                  <a:lnTo>
                    <a:pt x="3877440" y="2366746"/>
                  </a:lnTo>
                  <a:lnTo>
                    <a:pt x="3799806" y="2316069"/>
                  </a:lnTo>
                  <a:lnTo>
                    <a:pt x="3722172" y="2259407"/>
                  </a:lnTo>
                  <a:lnTo>
                    <a:pt x="3644538" y="2196054"/>
                  </a:lnTo>
                  <a:lnTo>
                    <a:pt x="3566904" y="2125219"/>
                  </a:lnTo>
                  <a:lnTo>
                    <a:pt x="3489270" y="2046018"/>
                  </a:lnTo>
                  <a:lnTo>
                    <a:pt x="3411636" y="1957464"/>
                  </a:lnTo>
                  <a:lnTo>
                    <a:pt x="3334002" y="1910393"/>
                  </a:lnTo>
                  <a:lnTo>
                    <a:pt x="3256368" y="1886366"/>
                  </a:lnTo>
                  <a:lnTo>
                    <a:pt x="3178734" y="1861688"/>
                  </a:lnTo>
                  <a:lnTo>
                    <a:pt x="3101100" y="1836340"/>
                  </a:lnTo>
                  <a:lnTo>
                    <a:pt x="3023466" y="1810304"/>
                  </a:lnTo>
                  <a:lnTo>
                    <a:pt x="2945832" y="1783561"/>
                  </a:lnTo>
                  <a:lnTo>
                    <a:pt x="2868198" y="1756093"/>
                  </a:lnTo>
                  <a:lnTo>
                    <a:pt x="2790564" y="1727880"/>
                  </a:lnTo>
                  <a:lnTo>
                    <a:pt x="2712930" y="1698901"/>
                  </a:lnTo>
                  <a:lnTo>
                    <a:pt x="2635295" y="1669136"/>
                  </a:lnTo>
                  <a:lnTo>
                    <a:pt x="2557661" y="1638563"/>
                  </a:lnTo>
                  <a:lnTo>
                    <a:pt x="2480027" y="1607160"/>
                  </a:lnTo>
                  <a:lnTo>
                    <a:pt x="2402393" y="1574905"/>
                  </a:lnTo>
                  <a:lnTo>
                    <a:pt x="2324759" y="1541775"/>
                  </a:lnTo>
                  <a:lnTo>
                    <a:pt x="2247125" y="1507747"/>
                  </a:lnTo>
                  <a:lnTo>
                    <a:pt x="2169491" y="1472794"/>
                  </a:lnTo>
                  <a:lnTo>
                    <a:pt x="2091857" y="1436894"/>
                  </a:lnTo>
                  <a:lnTo>
                    <a:pt x="2014223" y="1400019"/>
                  </a:lnTo>
                  <a:lnTo>
                    <a:pt x="1936589" y="1362144"/>
                  </a:lnTo>
                  <a:lnTo>
                    <a:pt x="1858955" y="1323241"/>
                  </a:lnTo>
                  <a:lnTo>
                    <a:pt x="1781321" y="1283282"/>
                  </a:lnTo>
                  <a:lnTo>
                    <a:pt x="1703687" y="1242239"/>
                  </a:lnTo>
                  <a:lnTo>
                    <a:pt x="1626053" y="1200082"/>
                  </a:lnTo>
                  <a:lnTo>
                    <a:pt x="1548419" y="1156782"/>
                  </a:lnTo>
                  <a:lnTo>
                    <a:pt x="1470785" y="1112306"/>
                  </a:lnTo>
                  <a:lnTo>
                    <a:pt x="1393151" y="1066624"/>
                  </a:lnTo>
                  <a:lnTo>
                    <a:pt x="1315517" y="1019702"/>
                  </a:lnTo>
                  <a:lnTo>
                    <a:pt x="1237883" y="971507"/>
                  </a:lnTo>
                  <a:lnTo>
                    <a:pt x="1160249" y="922004"/>
                  </a:lnTo>
                  <a:lnTo>
                    <a:pt x="1082615" y="871158"/>
                  </a:lnTo>
                  <a:lnTo>
                    <a:pt x="1004981" y="818932"/>
                  </a:lnTo>
                  <a:lnTo>
                    <a:pt x="927346" y="765290"/>
                  </a:lnTo>
                  <a:lnTo>
                    <a:pt x="849712" y="710191"/>
                  </a:lnTo>
                  <a:lnTo>
                    <a:pt x="772078" y="653598"/>
                  </a:lnTo>
                  <a:lnTo>
                    <a:pt x="694444" y="595468"/>
                  </a:lnTo>
                  <a:lnTo>
                    <a:pt x="616810" y="535762"/>
                  </a:lnTo>
                  <a:lnTo>
                    <a:pt x="539176" y="474435"/>
                  </a:lnTo>
                  <a:lnTo>
                    <a:pt x="461542" y="411445"/>
                  </a:lnTo>
                  <a:lnTo>
                    <a:pt x="383908" y="346745"/>
                  </a:lnTo>
                  <a:lnTo>
                    <a:pt x="306274" y="280289"/>
                  </a:lnTo>
                  <a:lnTo>
                    <a:pt x="228640" y="212031"/>
                  </a:lnTo>
                  <a:lnTo>
                    <a:pt x="151006" y="141920"/>
                  </a:lnTo>
                  <a:lnTo>
                    <a:pt x="73372" y="6990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593871" y="1896563"/>
              <a:ext cx="5594618" cy="3627711"/>
            </a:xfrm>
            <a:custGeom>
              <a:avLst/>
              <a:pathLst>
                <a:path w="5594618" h="3627711">
                  <a:moveTo>
                    <a:pt x="0" y="0"/>
                  </a:moveTo>
                  <a:lnTo>
                    <a:pt x="4967" y="16669"/>
                  </a:lnTo>
                  <a:lnTo>
                    <a:pt x="82601" y="259774"/>
                  </a:lnTo>
                  <a:lnTo>
                    <a:pt x="160235" y="486625"/>
                  </a:lnTo>
                  <a:lnTo>
                    <a:pt x="237869" y="698308"/>
                  </a:lnTo>
                  <a:lnTo>
                    <a:pt x="315503" y="895838"/>
                  </a:lnTo>
                  <a:lnTo>
                    <a:pt x="393137" y="1080161"/>
                  </a:lnTo>
                  <a:lnTo>
                    <a:pt x="470771" y="1252159"/>
                  </a:lnTo>
                  <a:lnTo>
                    <a:pt x="548405" y="1412658"/>
                  </a:lnTo>
                  <a:lnTo>
                    <a:pt x="626039" y="1562426"/>
                  </a:lnTo>
                  <a:lnTo>
                    <a:pt x="703673" y="1702180"/>
                  </a:lnTo>
                  <a:lnTo>
                    <a:pt x="781307" y="1832590"/>
                  </a:lnTo>
                  <a:lnTo>
                    <a:pt x="858941" y="1954281"/>
                  </a:lnTo>
                  <a:lnTo>
                    <a:pt x="936575" y="2067835"/>
                  </a:lnTo>
                  <a:lnTo>
                    <a:pt x="1014210" y="2173797"/>
                  </a:lnTo>
                  <a:lnTo>
                    <a:pt x="1091844" y="2272674"/>
                  </a:lnTo>
                  <a:lnTo>
                    <a:pt x="1169478" y="2364940"/>
                  </a:lnTo>
                  <a:lnTo>
                    <a:pt x="1247112" y="2451037"/>
                  </a:lnTo>
                  <a:lnTo>
                    <a:pt x="1324746" y="2531378"/>
                  </a:lnTo>
                  <a:lnTo>
                    <a:pt x="1402380" y="2606347"/>
                  </a:lnTo>
                  <a:lnTo>
                    <a:pt x="1480014" y="2676303"/>
                  </a:lnTo>
                  <a:lnTo>
                    <a:pt x="1557648" y="2741582"/>
                  </a:lnTo>
                  <a:lnTo>
                    <a:pt x="1635282" y="2802497"/>
                  </a:lnTo>
                  <a:lnTo>
                    <a:pt x="1712916" y="2859338"/>
                  </a:lnTo>
                  <a:lnTo>
                    <a:pt x="1790550" y="2912380"/>
                  </a:lnTo>
                  <a:lnTo>
                    <a:pt x="1868184" y="2961874"/>
                  </a:lnTo>
                  <a:lnTo>
                    <a:pt x="1945818" y="3008060"/>
                  </a:lnTo>
                  <a:lnTo>
                    <a:pt x="2023452" y="3051157"/>
                  </a:lnTo>
                  <a:lnTo>
                    <a:pt x="2101086" y="3091373"/>
                  </a:lnTo>
                  <a:lnTo>
                    <a:pt x="2178720" y="3128900"/>
                  </a:lnTo>
                  <a:lnTo>
                    <a:pt x="2256354" y="3163918"/>
                  </a:lnTo>
                  <a:lnTo>
                    <a:pt x="2333988" y="3196595"/>
                  </a:lnTo>
                  <a:lnTo>
                    <a:pt x="2411622" y="3227087"/>
                  </a:lnTo>
                  <a:lnTo>
                    <a:pt x="2489256" y="3255540"/>
                  </a:lnTo>
                  <a:lnTo>
                    <a:pt x="2566890" y="3282091"/>
                  </a:lnTo>
                  <a:lnTo>
                    <a:pt x="2644524" y="3306866"/>
                  </a:lnTo>
                  <a:lnTo>
                    <a:pt x="2722159" y="3329985"/>
                  </a:lnTo>
                  <a:lnTo>
                    <a:pt x="2799793" y="3351559"/>
                  </a:lnTo>
                  <a:lnTo>
                    <a:pt x="2877427" y="3371689"/>
                  </a:lnTo>
                  <a:lnTo>
                    <a:pt x="2955061" y="3390474"/>
                  </a:lnTo>
                  <a:lnTo>
                    <a:pt x="3032695" y="3408003"/>
                  </a:lnTo>
                  <a:lnTo>
                    <a:pt x="3110329" y="3424360"/>
                  </a:lnTo>
                  <a:lnTo>
                    <a:pt x="3187963" y="3439623"/>
                  </a:lnTo>
                  <a:lnTo>
                    <a:pt x="3265597" y="3453866"/>
                  </a:lnTo>
                  <a:lnTo>
                    <a:pt x="3343231" y="3467156"/>
                  </a:lnTo>
                  <a:lnTo>
                    <a:pt x="3420865" y="3479558"/>
                  </a:lnTo>
                  <a:lnTo>
                    <a:pt x="3498499" y="3491131"/>
                  </a:lnTo>
                  <a:lnTo>
                    <a:pt x="3576133" y="3501930"/>
                  </a:lnTo>
                  <a:lnTo>
                    <a:pt x="3653767" y="3512007"/>
                  </a:lnTo>
                  <a:lnTo>
                    <a:pt x="3731401" y="3521410"/>
                  </a:lnTo>
                  <a:lnTo>
                    <a:pt x="3809035" y="3530184"/>
                  </a:lnTo>
                  <a:lnTo>
                    <a:pt x="3886669" y="3538372"/>
                  </a:lnTo>
                  <a:lnTo>
                    <a:pt x="3964303" y="3546012"/>
                  </a:lnTo>
                  <a:lnTo>
                    <a:pt x="4041937" y="3553142"/>
                  </a:lnTo>
                  <a:lnTo>
                    <a:pt x="4119571" y="3559794"/>
                  </a:lnTo>
                  <a:lnTo>
                    <a:pt x="4197205" y="3566002"/>
                  </a:lnTo>
                  <a:lnTo>
                    <a:pt x="4274839" y="3571795"/>
                  </a:lnTo>
                  <a:lnTo>
                    <a:pt x="4352473" y="3577201"/>
                  </a:lnTo>
                  <a:lnTo>
                    <a:pt x="4430107" y="3582245"/>
                  </a:lnTo>
                  <a:lnTo>
                    <a:pt x="4507742" y="3586952"/>
                  </a:lnTo>
                  <a:lnTo>
                    <a:pt x="4585376" y="3591344"/>
                  </a:lnTo>
                  <a:lnTo>
                    <a:pt x="4663010" y="3595443"/>
                  </a:lnTo>
                  <a:lnTo>
                    <a:pt x="4740644" y="3599267"/>
                  </a:lnTo>
                  <a:lnTo>
                    <a:pt x="4818278" y="3602836"/>
                  </a:lnTo>
                  <a:lnTo>
                    <a:pt x="4895912" y="3606166"/>
                  </a:lnTo>
                  <a:lnTo>
                    <a:pt x="4973546" y="3609274"/>
                  </a:lnTo>
                  <a:lnTo>
                    <a:pt x="5051180" y="3612173"/>
                  </a:lnTo>
                  <a:lnTo>
                    <a:pt x="5128814" y="3614879"/>
                  </a:lnTo>
                  <a:lnTo>
                    <a:pt x="5206448" y="3617404"/>
                  </a:lnTo>
                  <a:lnTo>
                    <a:pt x="5284082" y="3619760"/>
                  </a:lnTo>
                  <a:lnTo>
                    <a:pt x="5361716" y="3621959"/>
                  </a:lnTo>
                  <a:lnTo>
                    <a:pt x="5439350" y="3624010"/>
                  </a:lnTo>
                  <a:lnTo>
                    <a:pt x="5516984" y="3625925"/>
                  </a:lnTo>
                  <a:lnTo>
                    <a:pt x="5594618" y="362771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036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128491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2026-05-26T11:33:16Z</dcterms:modified>
  <cp:category/>
</cp:coreProperties>
</file>