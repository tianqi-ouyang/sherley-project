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8863"/>
            </a:xfrm>
            <a:custGeom>
              <a:avLst/>
              <a:pathLst>
                <a:path w="7370972" h="3648863">
                  <a:moveTo>
                    <a:pt x="2335110" y="0"/>
                  </a:moveTo>
                  <a:lnTo>
                    <a:pt x="2402393" y="322580"/>
                  </a:lnTo>
                  <a:lnTo>
                    <a:pt x="2480027" y="657364"/>
                  </a:lnTo>
                  <a:lnTo>
                    <a:pt x="2557661" y="958491"/>
                  </a:lnTo>
                  <a:lnTo>
                    <a:pt x="2635295" y="1229345"/>
                  </a:lnTo>
                  <a:lnTo>
                    <a:pt x="2712930" y="1472968"/>
                  </a:lnTo>
                  <a:lnTo>
                    <a:pt x="2790564" y="1692100"/>
                  </a:lnTo>
                  <a:lnTo>
                    <a:pt x="2868198" y="1889201"/>
                  </a:lnTo>
                  <a:lnTo>
                    <a:pt x="2945832" y="2066487"/>
                  </a:lnTo>
                  <a:lnTo>
                    <a:pt x="3023466" y="2225949"/>
                  </a:lnTo>
                  <a:lnTo>
                    <a:pt x="3101100" y="2369380"/>
                  </a:lnTo>
                  <a:lnTo>
                    <a:pt x="3178734" y="2498392"/>
                  </a:lnTo>
                  <a:lnTo>
                    <a:pt x="3256368" y="2614433"/>
                  </a:lnTo>
                  <a:lnTo>
                    <a:pt x="3334002" y="2718808"/>
                  </a:lnTo>
                  <a:lnTo>
                    <a:pt x="3411636" y="2788646"/>
                  </a:lnTo>
                  <a:lnTo>
                    <a:pt x="3489270" y="2805721"/>
                  </a:lnTo>
                  <a:lnTo>
                    <a:pt x="3566904" y="2822460"/>
                  </a:lnTo>
                  <a:lnTo>
                    <a:pt x="3644538" y="2838867"/>
                  </a:lnTo>
                  <a:lnTo>
                    <a:pt x="3722172" y="2854950"/>
                  </a:lnTo>
                  <a:lnTo>
                    <a:pt x="3799806" y="2870716"/>
                  </a:lnTo>
                  <a:lnTo>
                    <a:pt x="3877440" y="2886169"/>
                  </a:lnTo>
                  <a:lnTo>
                    <a:pt x="3955074" y="2901318"/>
                  </a:lnTo>
                  <a:lnTo>
                    <a:pt x="4032708" y="2916167"/>
                  </a:lnTo>
                  <a:lnTo>
                    <a:pt x="4110342" y="2930722"/>
                  </a:lnTo>
                  <a:lnTo>
                    <a:pt x="4187976" y="2944990"/>
                  </a:lnTo>
                  <a:lnTo>
                    <a:pt x="4265610" y="2958976"/>
                  </a:lnTo>
                  <a:lnTo>
                    <a:pt x="4343244" y="2972685"/>
                  </a:lnTo>
                  <a:lnTo>
                    <a:pt x="4420879" y="2986124"/>
                  </a:lnTo>
                  <a:lnTo>
                    <a:pt x="4498513" y="2999297"/>
                  </a:lnTo>
                  <a:lnTo>
                    <a:pt x="4576147" y="3012209"/>
                  </a:lnTo>
                  <a:lnTo>
                    <a:pt x="4653781" y="3024866"/>
                  </a:lnTo>
                  <a:lnTo>
                    <a:pt x="4731415" y="3037274"/>
                  </a:lnTo>
                  <a:lnTo>
                    <a:pt x="4809049" y="3049436"/>
                  </a:lnTo>
                  <a:lnTo>
                    <a:pt x="4886683" y="3061357"/>
                  </a:lnTo>
                  <a:lnTo>
                    <a:pt x="4964317" y="3073043"/>
                  </a:lnTo>
                  <a:lnTo>
                    <a:pt x="5041951" y="3084498"/>
                  </a:lnTo>
                  <a:lnTo>
                    <a:pt x="5119585" y="3095727"/>
                  </a:lnTo>
                  <a:lnTo>
                    <a:pt x="5197219" y="3106733"/>
                  </a:lnTo>
                  <a:lnTo>
                    <a:pt x="5274853" y="3117523"/>
                  </a:lnTo>
                  <a:lnTo>
                    <a:pt x="5352487" y="3128099"/>
                  </a:lnTo>
                  <a:lnTo>
                    <a:pt x="5430121" y="3138466"/>
                  </a:lnTo>
                  <a:lnTo>
                    <a:pt x="5507755" y="3148628"/>
                  </a:lnTo>
                  <a:lnTo>
                    <a:pt x="5585389" y="3158589"/>
                  </a:lnTo>
                  <a:lnTo>
                    <a:pt x="5663023" y="3168353"/>
                  </a:lnTo>
                  <a:lnTo>
                    <a:pt x="5740657" y="3177924"/>
                  </a:lnTo>
                  <a:lnTo>
                    <a:pt x="5818291" y="3187307"/>
                  </a:lnTo>
                  <a:lnTo>
                    <a:pt x="5895925" y="3196503"/>
                  </a:lnTo>
                  <a:lnTo>
                    <a:pt x="5973559" y="3205518"/>
                  </a:lnTo>
                  <a:lnTo>
                    <a:pt x="6051193" y="3214355"/>
                  </a:lnTo>
                  <a:lnTo>
                    <a:pt x="6128827" y="3223017"/>
                  </a:lnTo>
                  <a:lnTo>
                    <a:pt x="6206462" y="3231508"/>
                  </a:lnTo>
                  <a:lnTo>
                    <a:pt x="6284096" y="3239832"/>
                  </a:lnTo>
                  <a:lnTo>
                    <a:pt x="6361730" y="3247990"/>
                  </a:lnTo>
                  <a:lnTo>
                    <a:pt x="6439364" y="3255988"/>
                  </a:lnTo>
                  <a:lnTo>
                    <a:pt x="6516998" y="3263827"/>
                  </a:lnTo>
                  <a:lnTo>
                    <a:pt x="6594632" y="3271511"/>
                  </a:lnTo>
                  <a:lnTo>
                    <a:pt x="6672266" y="3279044"/>
                  </a:lnTo>
                  <a:lnTo>
                    <a:pt x="6749900" y="3286428"/>
                  </a:lnTo>
                  <a:lnTo>
                    <a:pt x="6827534" y="3293665"/>
                  </a:lnTo>
                  <a:lnTo>
                    <a:pt x="6905168" y="3300760"/>
                  </a:lnTo>
                  <a:lnTo>
                    <a:pt x="6982802" y="3307715"/>
                  </a:lnTo>
                  <a:lnTo>
                    <a:pt x="7060436" y="3314532"/>
                  </a:lnTo>
                  <a:lnTo>
                    <a:pt x="7138070" y="3321214"/>
                  </a:lnTo>
                  <a:lnTo>
                    <a:pt x="7215704" y="3327764"/>
                  </a:lnTo>
                  <a:lnTo>
                    <a:pt x="7293338" y="3334185"/>
                  </a:lnTo>
                  <a:lnTo>
                    <a:pt x="7370972" y="3340479"/>
                  </a:lnTo>
                  <a:lnTo>
                    <a:pt x="7370972" y="3648863"/>
                  </a:lnTo>
                  <a:lnTo>
                    <a:pt x="7293338" y="3648441"/>
                  </a:lnTo>
                  <a:lnTo>
                    <a:pt x="7215704" y="3647971"/>
                  </a:lnTo>
                  <a:lnTo>
                    <a:pt x="7138070" y="3647449"/>
                  </a:lnTo>
                  <a:lnTo>
                    <a:pt x="7060436" y="3646868"/>
                  </a:lnTo>
                  <a:lnTo>
                    <a:pt x="6982802" y="3646223"/>
                  </a:lnTo>
                  <a:lnTo>
                    <a:pt x="6905168" y="3645505"/>
                  </a:lnTo>
                  <a:lnTo>
                    <a:pt x="6827534" y="3644708"/>
                  </a:lnTo>
                  <a:lnTo>
                    <a:pt x="6749900" y="3643821"/>
                  </a:lnTo>
                  <a:lnTo>
                    <a:pt x="6672266" y="3642834"/>
                  </a:lnTo>
                  <a:lnTo>
                    <a:pt x="6594632" y="3641738"/>
                  </a:lnTo>
                  <a:lnTo>
                    <a:pt x="6516998" y="3640519"/>
                  </a:lnTo>
                  <a:lnTo>
                    <a:pt x="6439364" y="3639164"/>
                  </a:lnTo>
                  <a:lnTo>
                    <a:pt x="6361730" y="3637658"/>
                  </a:lnTo>
                  <a:lnTo>
                    <a:pt x="6284096" y="3635983"/>
                  </a:lnTo>
                  <a:lnTo>
                    <a:pt x="6206462" y="3634120"/>
                  </a:lnTo>
                  <a:lnTo>
                    <a:pt x="6128827" y="3632050"/>
                  </a:lnTo>
                  <a:lnTo>
                    <a:pt x="6051193" y="3629748"/>
                  </a:lnTo>
                  <a:lnTo>
                    <a:pt x="5973559" y="3627189"/>
                  </a:lnTo>
                  <a:lnTo>
                    <a:pt x="5895925" y="3624344"/>
                  </a:lnTo>
                  <a:lnTo>
                    <a:pt x="5818291" y="3621181"/>
                  </a:lnTo>
                  <a:lnTo>
                    <a:pt x="5740657" y="3617665"/>
                  </a:lnTo>
                  <a:lnTo>
                    <a:pt x="5663023" y="3613755"/>
                  </a:lnTo>
                  <a:lnTo>
                    <a:pt x="5585389" y="3609409"/>
                  </a:lnTo>
                  <a:lnTo>
                    <a:pt x="5507755" y="3604577"/>
                  </a:lnTo>
                  <a:lnTo>
                    <a:pt x="5430121" y="3599204"/>
                  </a:lnTo>
                  <a:lnTo>
                    <a:pt x="5352487" y="3593231"/>
                  </a:lnTo>
                  <a:lnTo>
                    <a:pt x="5274853" y="3586591"/>
                  </a:lnTo>
                  <a:lnTo>
                    <a:pt x="5197219" y="3579208"/>
                  </a:lnTo>
                  <a:lnTo>
                    <a:pt x="5119585" y="3571000"/>
                  </a:lnTo>
                  <a:lnTo>
                    <a:pt x="5041951" y="3561875"/>
                  </a:lnTo>
                  <a:lnTo>
                    <a:pt x="4964317" y="3551729"/>
                  </a:lnTo>
                  <a:lnTo>
                    <a:pt x="4886683" y="3540450"/>
                  </a:lnTo>
                  <a:lnTo>
                    <a:pt x="4809049" y="3527910"/>
                  </a:lnTo>
                  <a:lnTo>
                    <a:pt x="4731415" y="3513969"/>
                  </a:lnTo>
                  <a:lnTo>
                    <a:pt x="4653781" y="3498469"/>
                  </a:lnTo>
                  <a:lnTo>
                    <a:pt x="4576147" y="3481237"/>
                  </a:lnTo>
                  <a:lnTo>
                    <a:pt x="4498513" y="3462079"/>
                  </a:lnTo>
                  <a:lnTo>
                    <a:pt x="4420879" y="3440779"/>
                  </a:lnTo>
                  <a:lnTo>
                    <a:pt x="4343244" y="3417099"/>
                  </a:lnTo>
                  <a:lnTo>
                    <a:pt x="4265610" y="3390772"/>
                  </a:lnTo>
                  <a:lnTo>
                    <a:pt x="4187976" y="3361503"/>
                  </a:lnTo>
                  <a:lnTo>
                    <a:pt x="4110342" y="3328962"/>
                  </a:lnTo>
                  <a:lnTo>
                    <a:pt x="4032708" y="3292784"/>
                  </a:lnTo>
                  <a:lnTo>
                    <a:pt x="3955074" y="3252562"/>
                  </a:lnTo>
                  <a:lnTo>
                    <a:pt x="3877440" y="3207844"/>
                  </a:lnTo>
                  <a:lnTo>
                    <a:pt x="3799806" y="3158129"/>
                  </a:lnTo>
                  <a:lnTo>
                    <a:pt x="3722172" y="3102857"/>
                  </a:lnTo>
                  <a:lnTo>
                    <a:pt x="3644538" y="3041407"/>
                  </a:lnTo>
                  <a:lnTo>
                    <a:pt x="3566904" y="2973089"/>
                  </a:lnTo>
                  <a:lnTo>
                    <a:pt x="3489270" y="2897134"/>
                  </a:lnTo>
                  <a:lnTo>
                    <a:pt x="3411636" y="2812690"/>
                  </a:lnTo>
                  <a:lnTo>
                    <a:pt x="3334002" y="2771225"/>
                  </a:lnTo>
                  <a:lnTo>
                    <a:pt x="3256368" y="2753454"/>
                  </a:lnTo>
                  <a:lnTo>
                    <a:pt x="3178734" y="2735325"/>
                  </a:lnTo>
                  <a:lnTo>
                    <a:pt x="3101100" y="2716830"/>
                  </a:lnTo>
                  <a:lnTo>
                    <a:pt x="3023466" y="2697961"/>
                  </a:lnTo>
                  <a:lnTo>
                    <a:pt x="2945832" y="2678713"/>
                  </a:lnTo>
                  <a:lnTo>
                    <a:pt x="2868198" y="2659077"/>
                  </a:lnTo>
                  <a:lnTo>
                    <a:pt x="2790564" y="2639044"/>
                  </a:lnTo>
                  <a:lnTo>
                    <a:pt x="2712930" y="2618608"/>
                  </a:lnTo>
                  <a:lnTo>
                    <a:pt x="2635295" y="2597759"/>
                  </a:lnTo>
                  <a:lnTo>
                    <a:pt x="2557661" y="2576491"/>
                  </a:lnTo>
                  <a:lnTo>
                    <a:pt x="2480027" y="2554793"/>
                  </a:lnTo>
                  <a:lnTo>
                    <a:pt x="2402393" y="2532658"/>
                  </a:lnTo>
                  <a:lnTo>
                    <a:pt x="2324759" y="2510077"/>
                  </a:lnTo>
                  <a:lnTo>
                    <a:pt x="2247125" y="2487040"/>
                  </a:lnTo>
                  <a:lnTo>
                    <a:pt x="2169491" y="2463539"/>
                  </a:lnTo>
                  <a:lnTo>
                    <a:pt x="2091857" y="2439564"/>
                  </a:lnTo>
                  <a:lnTo>
                    <a:pt x="2014223" y="2415106"/>
                  </a:lnTo>
                  <a:lnTo>
                    <a:pt x="1936589" y="2390155"/>
                  </a:lnTo>
                  <a:lnTo>
                    <a:pt x="1858955" y="2364700"/>
                  </a:lnTo>
                  <a:lnTo>
                    <a:pt x="1781321" y="2338732"/>
                  </a:lnTo>
                  <a:lnTo>
                    <a:pt x="1703687" y="2312241"/>
                  </a:lnTo>
                  <a:lnTo>
                    <a:pt x="1626053" y="2285216"/>
                  </a:lnTo>
                  <a:lnTo>
                    <a:pt x="1548419" y="2257645"/>
                  </a:lnTo>
                  <a:lnTo>
                    <a:pt x="1470785" y="2229519"/>
                  </a:lnTo>
                  <a:lnTo>
                    <a:pt x="1393151" y="2200826"/>
                  </a:lnTo>
                  <a:lnTo>
                    <a:pt x="1315517" y="2171554"/>
                  </a:lnTo>
                  <a:lnTo>
                    <a:pt x="1237883" y="2141692"/>
                  </a:lnTo>
                  <a:lnTo>
                    <a:pt x="1160249" y="2111228"/>
                  </a:lnTo>
                  <a:lnTo>
                    <a:pt x="1082615" y="2080150"/>
                  </a:lnTo>
                  <a:lnTo>
                    <a:pt x="1004981" y="2048445"/>
                  </a:lnTo>
                  <a:lnTo>
                    <a:pt x="927346" y="2016101"/>
                  </a:lnTo>
                  <a:lnTo>
                    <a:pt x="849712" y="1983105"/>
                  </a:lnTo>
                  <a:lnTo>
                    <a:pt x="772078" y="1949444"/>
                  </a:lnTo>
                  <a:lnTo>
                    <a:pt x="694444" y="1915103"/>
                  </a:lnTo>
                  <a:lnTo>
                    <a:pt x="616810" y="1880071"/>
                  </a:lnTo>
                  <a:lnTo>
                    <a:pt x="539176" y="1844332"/>
                  </a:lnTo>
                  <a:lnTo>
                    <a:pt x="461542" y="1807873"/>
                  </a:lnTo>
                  <a:lnTo>
                    <a:pt x="383908" y="1770678"/>
                  </a:lnTo>
                  <a:lnTo>
                    <a:pt x="306274" y="1732734"/>
                  </a:lnTo>
                  <a:lnTo>
                    <a:pt x="228640" y="1694024"/>
                  </a:lnTo>
                  <a:lnTo>
                    <a:pt x="151006" y="1654534"/>
                  </a:lnTo>
                  <a:lnTo>
                    <a:pt x="73372" y="1614248"/>
                  </a:lnTo>
                  <a:lnTo>
                    <a:pt x="0" y="15754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52628" y="1896563"/>
              <a:ext cx="5035862" cy="3340479"/>
            </a:xfrm>
            <a:custGeom>
              <a:avLst/>
              <a:pathLst>
                <a:path w="5035862" h="3340479">
                  <a:moveTo>
                    <a:pt x="0" y="0"/>
                  </a:moveTo>
                  <a:lnTo>
                    <a:pt x="67283" y="322580"/>
                  </a:lnTo>
                  <a:lnTo>
                    <a:pt x="144917" y="657364"/>
                  </a:lnTo>
                  <a:lnTo>
                    <a:pt x="222551" y="958491"/>
                  </a:lnTo>
                  <a:lnTo>
                    <a:pt x="300185" y="1229345"/>
                  </a:lnTo>
                  <a:lnTo>
                    <a:pt x="377819" y="1472968"/>
                  </a:lnTo>
                  <a:lnTo>
                    <a:pt x="455453" y="1692100"/>
                  </a:lnTo>
                  <a:lnTo>
                    <a:pt x="533087" y="1889201"/>
                  </a:lnTo>
                  <a:lnTo>
                    <a:pt x="610721" y="2066487"/>
                  </a:lnTo>
                  <a:lnTo>
                    <a:pt x="688356" y="2225949"/>
                  </a:lnTo>
                  <a:lnTo>
                    <a:pt x="765990" y="2369380"/>
                  </a:lnTo>
                  <a:lnTo>
                    <a:pt x="843624" y="2498392"/>
                  </a:lnTo>
                  <a:lnTo>
                    <a:pt x="921258" y="2614433"/>
                  </a:lnTo>
                  <a:lnTo>
                    <a:pt x="998892" y="2718808"/>
                  </a:lnTo>
                  <a:lnTo>
                    <a:pt x="1076526" y="2788646"/>
                  </a:lnTo>
                  <a:lnTo>
                    <a:pt x="1154160" y="2805721"/>
                  </a:lnTo>
                  <a:lnTo>
                    <a:pt x="1231794" y="2822460"/>
                  </a:lnTo>
                  <a:lnTo>
                    <a:pt x="1309428" y="2838867"/>
                  </a:lnTo>
                  <a:lnTo>
                    <a:pt x="1387062" y="2854950"/>
                  </a:lnTo>
                  <a:lnTo>
                    <a:pt x="1464696" y="2870716"/>
                  </a:lnTo>
                  <a:lnTo>
                    <a:pt x="1542330" y="2886169"/>
                  </a:lnTo>
                  <a:lnTo>
                    <a:pt x="1619964" y="2901318"/>
                  </a:lnTo>
                  <a:lnTo>
                    <a:pt x="1697598" y="2916167"/>
                  </a:lnTo>
                  <a:lnTo>
                    <a:pt x="1775232" y="2930722"/>
                  </a:lnTo>
                  <a:lnTo>
                    <a:pt x="1852866" y="2944990"/>
                  </a:lnTo>
                  <a:lnTo>
                    <a:pt x="1930500" y="2958976"/>
                  </a:lnTo>
                  <a:lnTo>
                    <a:pt x="2008134" y="2972685"/>
                  </a:lnTo>
                  <a:lnTo>
                    <a:pt x="2085768" y="2986124"/>
                  </a:lnTo>
                  <a:lnTo>
                    <a:pt x="2163402" y="2999297"/>
                  </a:lnTo>
                  <a:lnTo>
                    <a:pt x="2241036" y="3012209"/>
                  </a:lnTo>
                  <a:lnTo>
                    <a:pt x="2318670" y="3024866"/>
                  </a:lnTo>
                  <a:lnTo>
                    <a:pt x="2396305" y="3037274"/>
                  </a:lnTo>
                  <a:lnTo>
                    <a:pt x="2473939" y="3049436"/>
                  </a:lnTo>
                  <a:lnTo>
                    <a:pt x="2551573" y="3061357"/>
                  </a:lnTo>
                  <a:lnTo>
                    <a:pt x="2629207" y="3073043"/>
                  </a:lnTo>
                  <a:lnTo>
                    <a:pt x="2706841" y="3084498"/>
                  </a:lnTo>
                  <a:lnTo>
                    <a:pt x="2784475" y="3095727"/>
                  </a:lnTo>
                  <a:lnTo>
                    <a:pt x="2862109" y="3106733"/>
                  </a:lnTo>
                  <a:lnTo>
                    <a:pt x="2939743" y="3117523"/>
                  </a:lnTo>
                  <a:lnTo>
                    <a:pt x="3017377" y="3128099"/>
                  </a:lnTo>
                  <a:lnTo>
                    <a:pt x="3095011" y="3138466"/>
                  </a:lnTo>
                  <a:lnTo>
                    <a:pt x="3172645" y="3148628"/>
                  </a:lnTo>
                  <a:lnTo>
                    <a:pt x="3250279" y="3158589"/>
                  </a:lnTo>
                  <a:lnTo>
                    <a:pt x="3327913" y="3168353"/>
                  </a:lnTo>
                  <a:lnTo>
                    <a:pt x="3405547" y="3177924"/>
                  </a:lnTo>
                  <a:lnTo>
                    <a:pt x="3483181" y="3187307"/>
                  </a:lnTo>
                  <a:lnTo>
                    <a:pt x="3560815" y="3196503"/>
                  </a:lnTo>
                  <a:lnTo>
                    <a:pt x="3638449" y="3205518"/>
                  </a:lnTo>
                  <a:lnTo>
                    <a:pt x="3716083" y="3214355"/>
                  </a:lnTo>
                  <a:lnTo>
                    <a:pt x="3793717" y="3223017"/>
                  </a:lnTo>
                  <a:lnTo>
                    <a:pt x="3871351" y="3231508"/>
                  </a:lnTo>
                  <a:lnTo>
                    <a:pt x="3948985" y="3239832"/>
                  </a:lnTo>
                  <a:lnTo>
                    <a:pt x="4026619" y="3247990"/>
                  </a:lnTo>
                  <a:lnTo>
                    <a:pt x="4104254" y="3255988"/>
                  </a:lnTo>
                  <a:lnTo>
                    <a:pt x="4181888" y="3263827"/>
                  </a:lnTo>
                  <a:lnTo>
                    <a:pt x="4259522" y="3271511"/>
                  </a:lnTo>
                  <a:lnTo>
                    <a:pt x="4337156" y="3279044"/>
                  </a:lnTo>
                  <a:lnTo>
                    <a:pt x="4414790" y="3286428"/>
                  </a:lnTo>
                  <a:lnTo>
                    <a:pt x="4492424" y="3293665"/>
                  </a:lnTo>
                  <a:lnTo>
                    <a:pt x="4570058" y="3300760"/>
                  </a:lnTo>
                  <a:lnTo>
                    <a:pt x="4647692" y="3307715"/>
                  </a:lnTo>
                  <a:lnTo>
                    <a:pt x="4725326" y="3314532"/>
                  </a:lnTo>
                  <a:lnTo>
                    <a:pt x="4802960" y="3321214"/>
                  </a:lnTo>
                  <a:lnTo>
                    <a:pt x="4880594" y="3327764"/>
                  </a:lnTo>
                  <a:lnTo>
                    <a:pt x="4958228" y="3334185"/>
                  </a:lnTo>
                  <a:lnTo>
                    <a:pt x="5035862" y="3340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71969"/>
              <a:ext cx="7370972" cy="2073457"/>
            </a:xfrm>
            <a:custGeom>
              <a:avLst/>
              <a:pathLst>
                <a:path w="7370972" h="2073457">
                  <a:moveTo>
                    <a:pt x="7370972" y="2073457"/>
                  </a:moveTo>
                  <a:lnTo>
                    <a:pt x="7293338" y="2073035"/>
                  </a:lnTo>
                  <a:lnTo>
                    <a:pt x="7215704" y="2072565"/>
                  </a:lnTo>
                  <a:lnTo>
                    <a:pt x="7138070" y="2072043"/>
                  </a:lnTo>
                  <a:lnTo>
                    <a:pt x="7060436" y="2071463"/>
                  </a:lnTo>
                  <a:lnTo>
                    <a:pt x="6982802" y="2070817"/>
                  </a:lnTo>
                  <a:lnTo>
                    <a:pt x="6905168" y="2070099"/>
                  </a:lnTo>
                  <a:lnTo>
                    <a:pt x="6827534" y="2069302"/>
                  </a:lnTo>
                  <a:lnTo>
                    <a:pt x="6749900" y="2068415"/>
                  </a:lnTo>
                  <a:lnTo>
                    <a:pt x="6672266" y="2067429"/>
                  </a:lnTo>
                  <a:lnTo>
                    <a:pt x="6594632" y="2066332"/>
                  </a:lnTo>
                  <a:lnTo>
                    <a:pt x="6516998" y="2065113"/>
                  </a:lnTo>
                  <a:lnTo>
                    <a:pt x="6439364" y="2063758"/>
                  </a:lnTo>
                  <a:lnTo>
                    <a:pt x="6361730" y="2062252"/>
                  </a:lnTo>
                  <a:lnTo>
                    <a:pt x="6284096" y="2060577"/>
                  </a:lnTo>
                  <a:lnTo>
                    <a:pt x="6206462" y="2058715"/>
                  </a:lnTo>
                  <a:lnTo>
                    <a:pt x="6128827" y="2056644"/>
                  </a:lnTo>
                  <a:lnTo>
                    <a:pt x="6051193" y="2054342"/>
                  </a:lnTo>
                  <a:lnTo>
                    <a:pt x="5973559" y="2051784"/>
                  </a:lnTo>
                  <a:lnTo>
                    <a:pt x="5895925" y="2048939"/>
                  </a:lnTo>
                  <a:lnTo>
                    <a:pt x="5818291" y="2045776"/>
                  </a:lnTo>
                  <a:lnTo>
                    <a:pt x="5740657" y="2042259"/>
                  </a:lnTo>
                  <a:lnTo>
                    <a:pt x="5663023" y="2038349"/>
                  </a:lnTo>
                  <a:lnTo>
                    <a:pt x="5585389" y="2034003"/>
                  </a:lnTo>
                  <a:lnTo>
                    <a:pt x="5507755" y="2029171"/>
                  </a:lnTo>
                  <a:lnTo>
                    <a:pt x="5430121" y="2023798"/>
                  </a:lnTo>
                  <a:lnTo>
                    <a:pt x="5352487" y="2017825"/>
                  </a:lnTo>
                  <a:lnTo>
                    <a:pt x="5274853" y="2011185"/>
                  </a:lnTo>
                  <a:lnTo>
                    <a:pt x="5197219" y="2003802"/>
                  </a:lnTo>
                  <a:lnTo>
                    <a:pt x="5119585" y="1995594"/>
                  </a:lnTo>
                  <a:lnTo>
                    <a:pt x="5041951" y="1986469"/>
                  </a:lnTo>
                  <a:lnTo>
                    <a:pt x="4964317" y="1976323"/>
                  </a:lnTo>
                  <a:lnTo>
                    <a:pt x="4886683" y="1965044"/>
                  </a:lnTo>
                  <a:lnTo>
                    <a:pt x="4809049" y="1952504"/>
                  </a:lnTo>
                  <a:lnTo>
                    <a:pt x="4731415" y="1938563"/>
                  </a:lnTo>
                  <a:lnTo>
                    <a:pt x="4653781" y="1923063"/>
                  </a:lnTo>
                  <a:lnTo>
                    <a:pt x="4576147" y="1905831"/>
                  </a:lnTo>
                  <a:lnTo>
                    <a:pt x="4498513" y="1886673"/>
                  </a:lnTo>
                  <a:lnTo>
                    <a:pt x="4420879" y="1865373"/>
                  </a:lnTo>
                  <a:lnTo>
                    <a:pt x="4343244" y="1841693"/>
                  </a:lnTo>
                  <a:lnTo>
                    <a:pt x="4265610" y="1815366"/>
                  </a:lnTo>
                  <a:lnTo>
                    <a:pt x="4187976" y="1786097"/>
                  </a:lnTo>
                  <a:lnTo>
                    <a:pt x="4110342" y="1753556"/>
                  </a:lnTo>
                  <a:lnTo>
                    <a:pt x="4032708" y="1717378"/>
                  </a:lnTo>
                  <a:lnTo>
                    <a:pt x="3955074" y="1677156"/>
                  </a:lnTo>
                  <a:lnTo>
                    <a:pt x="3877440" y="1632438"/>
                  </a:lnTo>
                  <a:lnTo>
                    <a:pt x="3799806" y="1582723"/>
                  </a:lnTo>
                  <a:lnTo>
                    <a:pt x="3722172" y="1527451"/>
                  </a:lnTo>
                  <a:lnTo>
                    <a:pt x="3644538" y="1466001"/>
                  </a:lnTo>
                  <a:lnTo>
                    <a:pt x="3566904" y="1397683"/>
                  </a:lnTo>
                  <a:lnTo>
                    <a:pt x="3489270" y="1321728"/>
                  </a:lnTo>
                  <a:lnTo>
                    <a:pt x="3411636" y="1237285"/>
                  </a:lnTo>
                  <a:lnTo>
                    <a:pt x="3334002" y="1195820"/>
                  </a:lnTo>
                  <a:lnTo>
                    <a:pt x="3256368" y="1178048"/>
                  </a:lnTo>
                  <a:lnTo>
                    <a:pt x="3178734" y="1159919"/>
                  </a:lnTo>
                  <a:lnTo>
                    <a:pt x="3101100" y="1141424"/>
                  </a:lnTo>
                  <a:lnTo>
                    <a:pt x="3023466" y="1122556"/>
                  </a:lnTo>
                  <a:lnTo>
                    <a:pt x="2945832" y="1103307"/>
                  </a:lnTo>
                  <a:lnTo>
                    <a:pt x="2868198" y="1083671"/>
                  </a:lnTo>
                  <a:lnTo>
                    <a:pt x="2790564" y="1063638"/>
                  </a:lnTo>
                  <a:lnTo>
                    <a:pt x="2712930" y="1043202"/>
                  </a:lnTo>
                  <a:lnTo>
                    <a:pt x="2635295" y="1022353"/>
                  </a:lnTo>
                  <a:lnTo>
                    <a:pt x="2557661" y="1001085"/>
                  </a:lnTo>
                  <a:lnTo>
                    <a:pt x="2480027" y="979387"/>
                  </a:lnTo>
                  <a:lnTo>
                    <a:pt x="2402393" y="957252"/>
                  </a:lnTo>
                  <a:lnTo>
                    <a:pt x="2324759" y="934671"/>
                  </a:lnTo>
                  <a:lnTo>
                    <a:pt x="2247125" y="911634"/>
                  </a:lnTo>
                  <a:lnTo>
                    <a:pt x="2169491" y="888133"/>
                  </a:lnTo>
                  <a:lnTo>
                    <a:pt x="2091857" y="864158"/>
                  </a:lnTo>
                  <a:lnTo>
                    <a:pt x="2014223" y="839700"/>
                  </a:lnTo>
                  <a:lnTo>
                    <a:pt x="1936589" y="814749"/>
                  </a:lnTo>
                  <a:lnTo>
                    <a:pt x="1858955" y="789294"/>
                  </a:lnTo>
                  <a:lnTo>
                    <a:pt x="1781321" y="763326"/>
                  </a:lnTo>
                  <a:lnTo>
                    <a:pt x="1703687" y="736835"/>
                  </a:lnTo>
                  <a:lnTo>
                    <a:pt x="1626053" y="709810"/>
                  </a:lnTo>
                  <a:lnTo>
                    <a:pt x="1548419" y="682239"/>
                  </a:lnTo>
                  <a:lnTo>
                    <a:pt x="1470785" y="654113"/>
                  </a:lnTo>
                  <a:lnTo>
                    <a:pt x="1393151" y="625420"/>
                  </a:lnTo>
                  <a:lnTo>
                    <a:pt x="1315517" y="596148"/>
                  </a:lnTo>
                  <a:lnTo>
                    <a:pt x="1237883" y="566286"/>
                  </a:lnTo>
                  <a:lnTo>
                    <a:pt x="1160249" y="535822"/>
                  </a:lnTo>
                  <a:lnTo>
                    <a:pt x="1082615" y="504744"/>
                  </a:lnTo>
                  <a:lnTo>
                    <a:pt x="1004981" y="473039"/>
                  </a:lnTo>
                  <a:lnTo>
                    <a:pt x="927346" y="440695"/>
                  </a:lnTo>
                  <a:lnTo>
                    <a:pt x="849712" y="407699"/>
                  </a:lnTo>
                  <a:lnTo>
                    <a:pt x="772078" y="374038"/>
                  </a:lnTo>
                  <a:lnTo>
                    <a:pt x="694444" y="339697"/>
                  </a:lnTo>
                  <a:lnTo>
                    <a:pt x="616810" y="304665"/>
                  </a:lnTo>
                  <a:lnTo>
                    <a:pt x="539176" y="268926"/>
                  </a:lnTo>
                  <a:lnTo>
                    <a:pt x="461542" y="232467"/>
                  </a:lnTo>
                  <a:lnTo>
                    <a:pt x="383908" y="195272"/>
                  </a:lnTo>
                  <a:lnTo>
                    <a:pt x="306274" y="157328"/>
                  </a:lnTo>
                  <a:lnTo>
                    <a:pt x="228640" y="118618"/>
                  </a:lnTo>
                  <a:lnTo>
                    <a:pt x="151006" y="79128"/>
                  </a:lnTo>
                  <a:lnTo>
                    <a:pt x="73372" y="388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34312" y="1896563"/>
              <a:ext cx="5754178" cy="3618293"/>
            </a:xfrm>
            <a:custGeom>
              <a:avLst/>
              <a:pathLst>
                <a:path w="5754178" h="3618293">
                  <a:moveTo>
                    <a:pt x="0" y="0"/>
                  </a:moveTo>
                  <a:lnTo>
                    <a:pt x="9259" y="28090"/>
                  </a:lnTo>
                  <a:lnTo>
                    <a:pt x="86893" y="249249"/>
                  </a:lnTo>
                  <a:lnTo>
                    <a:pt x="164527" y="456914"/>
                  </a:lnTo>
                  <a:lnTo>
                    <a:pt x="242161" y="651907"/>
                  </a:lnTo>
                  <a:lnTo>
                    <a:pt x="319795" y="835002"/>
                  </a:lnTo>
                  <a:lnTo>
                    <a:pt x="397429" y="1006926"/>
                  </a:lnTo>
                  <a:lnTo>
                    <a:pt x="475063" y="1168359"/>
                  </a:lnTo>
                  <a:lnTo>
                    <a:pt x="552697" y="1319943"/>
                  </a:lnTo>
                  <a:lnTo>
                    <a:pt x="630331" y="1462277"/>
                  </a:lnTo>
                  <a:lnTo>
                    <a:pt x="707965" y="1595926"/>
                  </a:lnTo>
                  <a:lnTo>
                    <a:pt x="785599" y="1721420"/>
                  </a:lnTo>
                  <a:lnTo>
                    <a:pt x="863233" y="1839258"/>
                  </a:lnTo>
                  <a:lnTo>
                    <a:pt x="940867" y="1949905"/>
                  </a:lnTo>
                  <a:lnTo>
                    <a:pt x="1018501" y="2053800"/>
                  </a:lnTo>
                  <a:lnTo>
                    <a:pt x="1096135" y="2151357"/>
                  </a:lnTo>
                  <a:lnTo>
                    <a:pt x="1173769" y="2242961"/>
                  </a:lnTo>
                  <a:lnTo>
                    <a:pt x="1251403" y="2328975"/>
                  </a:lnTo>
                  <a:lnTo>
                    <a:pt x="1329037" y="2409741"/>
                  </a:lnTo>
                  <a:lnTo>
                    <a:pt x="1406671" y="2485579"/>
                  </a:lnTo>
                  <a:lnTo>
                    <a:pt x="1484305" y="2556790"/>
                  </a:lnTo>
                  <a:lnTo>
                    <a:pt x="1561940" y="2623655"/>
                  </a:lnTo>
                  <a:lnTo>
                    <a:pt x="1639574" y="2686441"/>
                  </a:lnTo>
                  <a:lnTo>
                    <a:pt x="1717208" y="2745395"/>
                  </a:lnTo>
                  <a:lnTo>
                    <a:pt x="1794842" y="2800753"/>
                  </a:lnTo>
                  <a:lnTo>
                    <a:pt x="1872476" y="2852733"/>
                  </a:lnTo>
                  <a:lnTo>
                    <a:pt x="1950110" y="2901541"/>
                  </a:lnTo>
                  <a:lnTo>
                    <a:pt x="2027744" y="2947370"/>
                  </a:lnTo>
                  <a:lnTo>
                    <a:pt x="2105378" y="2990404"/>
                  </a:lnTo>
                  <a:lnTo>
                    <a:pt x="2183012" y="3030812"/>
                  </a:lnTo>
                  <a:lnTo>
                    <a:pt x="2260646" y="3068754"/>
                  </a:lnTo>
                  <a:lnTo>
                    <a:pt x="2338280" y="3104381"/>
                  </a:lnTo>
                  <a:lnTo>
                    <a:pt x="2415914" y="3137834"/>
                  </a:lnTo>
                  <a:lnTo>
                    <a:pt x="2493548" y="3169246"/>
                  </a:lnTo>
                  <a:lnTo>
                    <a:pt x="2571182" y="3198742"/>
                  </a:lnTo>
                  <a:lnTo>
                    <a:pt x="2648816" y="3226437"/>
                  </a:lnTo>
                  <a:lnTo>
                    <a:pt x="2726450" y="3252443"/>
                  </a:lnTo>
                  <a:lnTo>
                    <a:pt x="2804084" y="3276862"/>
                  </a:lnTo>
                  <a:lnTo>
                    <a:pt x="2881718" y="3299791"/>
                  </a:lnTo>
                  <a:lnTo>
                    <a:pt x="2959352" y="3321321"/>
                  </a:lnTo>
                  <a:lnTo>
                    <a:pt x="3036986" y="3341537"/>
                  </a:lnTo>
                  <a:lnTo>
                    <a:pt x="3114620" y="3360520"/>
                  </a:lnTo>
                  <a:lnTo>
                    <a:pt x="3192254" y="3378344"/>
                  </a:lnTo>
                  <a:lnTo>
                    <a:pt x="3269889" y="3395081"/>
                  </a:lnTo>
                  <a:lnTo>
                    <a:pt x="3347523" y="3410797"/>
                  </a:lnTo>
                  <a:lnTo>
                    <a:pt x="3425157" y="3425554"/>
                  </a:lnTo>
                  <a:lnTo>
                    <a:pt x="3502791" y="3439410"/>
                  </a:lnTo>
                  <a:lnTo>
                    <a:pt x="3580425" y="3452421"/>
                  </a:lnTo>
                  <a:lnTo>
                    <a:pt x="3658059" y="3464638"/>
                  </a:lnTo>
                  <a:lnTo>
                    <a:pt x="3735693" y="3476109"/>
                  </a:lnTo>
                  <a:lnTo>
                    <a:pt x="3813327" y="3486881"/>
                  </a:lnTo>
                  <a:lnTo>
                    <a:pt x="3890961" y="3496995"/>
                  </a:lnTo>
                  <a:lnTo>
                    <a:pt x="3968595" y="3506492"/>
                  </a:lnTo>
                  <a:lnTo>
                    <a:pt x="4046229" y="3515410"/>
                  </a:lnTo>
                  <a:lnTo>
                    <a:pt x="4123863" y="3523783"/>
                  </a:lnTo>
                  <a:lnTo>
                    <a:pt x="4201497" y="3531646"/>
                  </a:lnTo>
                  <a:lnTo>
                    <a:pt x="4279131" y="3539029"/>
                  </a:lnTo>
                  <a:lnTo>
                    <a:pt x="4356765" y="3545961"/>
                  </a:lnTo>
                  <a:lnTo>
                    <a:pt x="4434399" y="3552471"/>
                  </a:lnTo>
                  <a:lnTo>
                    <a:pt x="4512033" y="3558583"/>
                  </a:lnTo>
                  <a:lnTo>
                    <a:pt x="4589667" y="3564322"/>
                  </a:lnTo>
                  <a:lnTo>
                    <a:pt x="4667301" y="3569711"/>
                  </a:lnTo>
                  <a:lnTo>
                    <a:pt x="4744935" y="3574772"/>
                  </a:lnTo>
                  <a:lnTo>
                    <a:pt x="4822569" y="3579523"/>
                  </a:lnTo>
                  <a:lnTo>
                    <a:pt x="4900203" y="3583985"/>
                  </a:lnTo>
                  <a:lnTo>
                    <a:pt x="4977838" y="3588174"/>
                  </a:lnTo>
                  <a:lnTo>
                    <a:pt x="5055472" y="3592108"/>
                  </a:lnTo>
                  <a:lnTo>
                    <a:pt x="5133106" y="3595801"/>
                  </a:lnTo>
                  <a:lnTo>
                    <a:pt x="5210740" y="3599270"/>
                  </a:lnTo>
                  <a:lnTo>
                    <a:pt x="5288374" y="3602526"/>
                  </a:lnTo>
                  <a:lnTo>
                    <a:pt x="5366008" y="3605584"/>
                  </a:lnTo>
                  <a:lnTo>
                    <a:pt x="5443642" y="3608456"/>
                  </a:lnTo>
                  <a:lnTo>
                    <a:pt x="5521276" y="3611152"/>
                  </a:lnTo>
                  <a:lnTo>
                    <a:pt x="5598910" y="3613684"/>
                  </a:lnTo>
                  <a:lnTo>
                    <a:pt x="5676544" y="3616061"/>
                  </a:lnTo>
                  <a:lnTo>
                    <a:pt x="5754178" y="36182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2026-05-22T10:32:45Z</dcterms:modified>
  <cp:category/>
</cp:coreProperties>
</file>