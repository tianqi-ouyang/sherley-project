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14793"/>
            </a:xfrm>
            <a:custGeom>
              <a:avLst/>
              <a:pathLst>
                <a:path w="7090630" h="3314793">
                  <a:moveTo>
                    <a:pt x="2923976" y="0"/>
                  </a:moveTo>
                  <a:lnTo>
                    <a:pt x="2936523" y="32282"/>
                  </a:lnTo>
                  <a:lnTo>
                    <a:pt x="3008146" y="207224"/>
                  </a:lnTo>
                  <a:lnTo>
                    <a:pt x="3079768" y="373299"/>
                  </a:lnTo>
                  <a:lnTo>
                    <a:pt x="3151391" y="530957"/>
                  </a:lnTo>
                  <a:lnTo>
                    <a:pt x="3223013" y="680623"/>
                  </a:lnTo>
                  <a:lnTo>
                    <a:pt x="3294636" y="822703"/>
                  </a:lnTo>
                  <a:lnTo>
                    <a:pt x="3366258" y="957582"/>
                  </a:lnTo>
                  <a:lnTo>
                    <a:pt x="3437881" y="1085624"/>
                  </a:lnTo>
                  <a:lnTo>
                    <a:pt x="3509503" y="1207176"/>
                  </a:lnTo>
                  <a:lnTo>
                    <a:pt x="3581126" y="1322568"/>
                  </a:lnTo>
                  <a:lnTo>
                    <a:pt x="3652748" y="1432110"/>
                  </a:lnTo>
                  <a:lnTo>
                    <a:pt x="3724371" y="1536100"/>
                  </a:lnTo>
                  <a:lnTo>
                    <a:pt x="3795993" y="1634819"/>
                  </a:lnTo>
                  <a:lnTo>
                    <a:pt x="3867616" y="1728535"/>
                  </a:lnTo>
                  <a:lnTo>
                    <a:pt x="3939238" y="1817500"/>
                  </a:lnTo>
                  <a:lnTo>
                    <a:pt x="4010861" y="1901956"/>
                  </a:lnTo>
                  <a:lnTo>
                    <a:pt x="4082483" y="1982131"/>
                  </a:lnTo>
                  <a:lnTo>
                    <a:pt x="4154106" y="2058243"/>
                  </a:lnTo>
                  <a:lnTo>
                    <a:pt x="4225729" y="2130496"/>
                  </a:lnTo>
                  <a:lnTo>
                    <a:pt x="4297351" y="2199088"/>
                  </a:lnTo>
                  <a:lnTo>
                    <a:pt x="4368974" y="2264203"/>
                  </a:lnTo>
                  <a:lnTo>
                    <a:pt x="4440596" y="2326017"/>
                  </a:lnTo>
                  <a:lnTo>
                    <a:pt x="4512219" y="2384698"/>
                  </a:lnTo>
                  <a:lnTo>
                    <a:pt x="4583841" y="2440405"/>
                  </a:lnTo>
                  <a:lnTo>
                    <a:pt x="4655464" y="2493288"/>
                  </a:lnTo>
                  <a:lnTo>
                    <a:pt x="4727086" y="2543491"/>
                  </a:lnTo>
                  <a:lnTo>
                    <a:pt x="4798709" y="2591149"/>
                  </a:lnTo>
                  <a:lnTo>
                    <a:pt x="4870331" y="2636392"/>
                  </a:lnTo>
                  <a:lnTo>
                    <a:pt x="4941954" y="2656995"/>
                  </a:lnTo>
                  <a:lnTo>
                    <a:pt x="5013576" y="2661574"/>
                  </a:lnTo>
                  <a:lnTo>
                    <a:pt x="5085199" y="2666128"/>
                  </a:lnTo>
                  <a:lnTo>
                    <a:pt x="5156821" y="2670656"/>
                  </a:lnTo>
                  <a:lnTo>
                    <a:pt x="5228444" y="2675159"/>
                  </a:lnTo>
                  <a:lnTo>
                    <a:pt x="5300066" y="2679637"/>
                  </a:lnTo>
                  <a:lnTo>
                    <a:pt x="5371689" y="2684091"/>
                  </a:lnTo>
                  <a:lnTo>
                    <a:pt x="5443311" y="2688520"/>
                  </a:lnTo>
                  <a:lnTo>
                    <a:pt x="5514934" y="2692924"/>
                  </a:lnTo>
                  <a:lnTo>
                    <a:pt x="5586557" y="2697304"/>
                  </a:lnTo>
                  <a:lnTo>
                    <a:pt x="5658179" y="2701659"/>
                  </a:lnTo>
                  <a:lnTo>
                    <a:pt x="5729802" y="2705991"/>
                  </a:lnTo>
                  <a:lnTo>
                    <a:pt x="5801424" y="2710299"/>
                  </a:lnTo>
                  <a:lnTo>
                    <a:pt x="5873047" y="2714582"/>
                  </a:lnTo>
                  <a:lnTo>
                    <a:pt x="5944669" y="2718842"/>
                  </a:lnTo>
                  <a:lnTo>
                    <a:pt x="6016292" y="2723078"/>
                  </a:lnTo>
                  <a:lnTo>
                    <a:pt x="6087914" y="2727291"/>
                  </a:lnTo>
                  <a:lnTo>
                    <a:pt x="6159537" y="2731481"/>
                  </a:lnTo>
                  <a:lnTo>
                    <a:pt x="6231159" y="2735647"/>
                  </a:lnTo>
                  <a:lnTo>
                    <a:pt x="6302782" y="2739791"/>
                  </a:lnTo>
                  <a:lnTo>
                    <a:pt x="6374404" y="2743911"/>
                  </a:lnTo>
                  <a:lnTo>
                    <a:pt x="6446027" y="2748008"/>
                  </a:lnTo>
                  <a:lnTo>
                    <a:pt x="6517649" y="2752083"/>
                  </a:lnTo>
                  <a:lnTo>
                    <a:pt x="6589272" y="2756135"/>
                  </a:lnTo>
                  <a:lnTo>
                    <a:pt x="6660894" y="2760165"/>
                  </a:lnTo>
                  <a:lnTo>
                    <a:pt x="6732517" y="2764173"/>
                  </a:lnTo>
                  <a:lnTo>
                    <a:pt x="6804139" y="2768158"/>
                  </a:lnTo>
                  <a:lnTo>
                    <a:pt x="6875762" y="2772121"/>
                  </a:lnTo>
                  <a:lnTo>
                    <a:pt x="6947385" y="2776063"/>
                  </a:lnTo>
                  <a:lnTo>
                    <a:pt x="7019007" y="2779982"/>
                  </a:lnTo>
                  <a:lnTo>
                    <a:pt x="7090630" y="2783880"/>
                  </a:lnTo>
                  <a:lnTo>
                    <a:pt x="7090630" y="3314793"/>
                  </a:lnTo>
                  <a:lnTo>
                    <a:pt x="7019007" y="3305772"/>
                  </a:lnTo>
                  <a:lnTo>
                    <a:pt x="6947385" y="3296270"/>
                  </a:lnTo>
                  <a:lnTo>
                    <a:pt x="6875762" y="3286260"/>
                  </a:lnTo>
                  <a:lnTo>
                    <a:pt x="6804139" y="3275716"/>
                  </a:lnTo>
                  <a:lnTo>
                    <a:pt x="6732517" y="3264608"/>
                  </a:lnTo>
                  <a:lnTo>
                    <a:pt x="6660894" y="3252908"/>
                  </a:lnTo>
                  <a:lnTo>
                    <a:pt x="6589272" y="3240583"/>
                  </a:lnTo>
                  <a:lnTo>
                    <a:pt x="6517649" y="3227600"/>
                  </a:lnTo>
                  <a:lnTo>
                    <a:pt x="6446027" y="3213924"/>
                  </a:lnTo>
                  <a:lnTo>
                    <a:pt x="6374404" y="3199517"/>
                  </a:lnTo>
                  <a:lnTo>
                    <a:pt x="6302782" y="3184341"/>
                  </a:lnTo>
                  <a:lnTo>
                    <a:pt x="6231159" y="3168355"/>
                  </a:lnTo>
                  <a:lnTo>
                    <a:pt x="6159537" y="3151516"/>
                  </a:lnTo>
                  <a:lnTo>
                    <a:pt x="6087914" y="3133777"/>
                  </a:lnTo>
                  <a:lnTo>
                    <a:pt x="6016292" y="3115091"/>
                  </a:lnTo>
                  <a:lnTo>
                    <a:pt x="5944669" y="3095408"/>
                  </a:lnTo>
                  <a:lnTo>
                    <a:pt x="5873047" y="3074673"/>
                  </a:lnTo>
                  <a:lnTo>
                    <a:pt x="5801424" y="3052832"/>
                  </a:lnTo>
                  <a:lnTo>
                    <a:pt x="5729802" y="3029824"/>
                  </a:lnTo>
                  <a:lnTo>
                    <a:pt x="5658179" y="3005588"/>
                  </a:lnTo>
                  <a:lnTo>
                    <a:pt x="5586557" y="2980058"/>
                  </a:lnTo>
                  <a:lnTo>
                    <a:pt x="5514934" y="2953164"/>
                  </a:lnTo>
                  <a:lnTo>
                    <a:pt x="5443311" y="2924835"/>
                  </a:lnTo>
                  <a:lnTo>
                    <a:pt x="5371689" y="2894993"/>
                  </a:lnTo>
                  <a:lnTo>
                    <a:pt x="5300066" y="2863558"/>
                  </a:lnTo>
                  <a:lnTo>
                    <a:pt x="5228444" y="2830445"/>
                  </a:lnTo>
                  <a:lnTo>
                    <a:pt x="5156821" y="2795563"/>
                  </a:lnTo>
                  <a:lnTo>
                    <a:pt x="5085199" y="2758819"/>
                  </a:lnTo>
                  <a:lnTo>
                    <a:pt x="5013576" y="2720113"/>
                  </a:lnTo>
                  <a:lnTo>
                    <a:pt x="4941954" y="2679341"/>
                  </a:lnTo>
                  <a:lnTo>
                    <a:pt x="4870331" y="2652391"/>
                  </a:lnTo>
                  <a:lnTo>
                    <a:pt x="4798709" y="2647761"/>
                  </a:lnTo>
                  <a:lnTo>
                    <a:pt x="4727086" y="2643105"/>
                  </a:lnTo>
                  <a:lnTo>
                    <a:pt x="4655464" y="2638423"/>
                  </a:lnTo>
                  <a:lnTo>
                    <a:pt x="4583841" y="2633715"/>
                  </a:lnTo>
                  <a:lnTo>
                    <a:pt x="4512219" y="2628981"/>
                  </a:lnTo>
                  <a:lnTo>
                    <a:pt x="4440596" y="2624221"/>
                  </a:lnTo>
                  <a:lnTo>
                    <a:pt x="4368974" y="2619434"/>
                  </a:lnTo>
                  <a:lnTo>
                    <a:pt x="4297351" y="2614620"/>
                  </a:lnTo>
                  <a:lnTo>
                    <a:pt x="4225729" y="2609780"/>
                  </a:lnTo>
                  <a:lnTo>
                    <a:pt x="4154106" y="2604913"/>
                  </a:lnTo>
                  <a:lnTo>
                    <a:pt x="4082483" y="2600018"/>
                  </a:lnTo>
                  <a:lnTo>
                    <a:pt x="4010861" y="2595097"/>
                  </a:lnTo>
                  <a:lnTo>
                    <a:pt x="3939238" y="2590147"/>
                  </a:lnTo>
                  <a:lnTo>
                    <a:pt x="3867616" y="2585171"/>
                  </a:lnTo>
                  <a:lnTo>
                    <a:pt x="3795993" y="2580166"/>
                  </a:lnTo>
                  <a:lnTo>
                    <a:pt x="3724371" y="2575134"/>
                  </a:lnTo>
                  <a:lnTo>
                    <a:pt x="3652748" y="2570074"/>
                  </a:lnTo>
                  <a:lnTo>
                    <a:pt x="3581126" y="2564985"/>
                  </a:lnTo>
                  <a:lnTo>
                    <a:pt x="3509503" y="2559869"/>
                  </a:lnTo>
                  <a:lnTo>
                    <a:pt x="3437881" y="2554723"/>
                  </a:lnTo>
                  <a:lnTo>
                    <a:pt x="3366258" y="2549549"/>
                  </a:lnTo>
                  <a:lnTo>
                    <a:pt x="3294636" y="2544346"/>
                  </a:lnTo>
                  <a:lnTo>
                    <a:pt x="3223013" y="2539115"/>
                  </a:lnTo>
                  <a:lnTo>
                    <a:pt x="3151391" y="2533854"/>
                  </a:lnTo>
                  <a:lnTo>
                    <a:pt x="3079768" y="2528564"/>
                  </a:lnTo>
                  <a:lnTo>
                    <a:pt x="3008146" y="2523244"/>
                  </a:lnTo>
                  <a:lnTo>
                    <a:pt x="2936523" y="2517895"/>
                  </a:lnTo>
                  <a:lnTo>
                    <a:pt x="2864901" y="2512516"/>
                  </a:lnTo>
                  <a:lnTo>
                    <a:pt x="2793278" y="2507107"/>
                  </a:lnTo>
                  <a:lnTo>
                    <a:pt x="2721655" y="2501667"/>
                  </a:lnTo>
                  <a:lnTo>
                    <a:pt x="2650033" y="2496198"/>
                  </a:lnTo>
                  <a:lnTo>
                    <a:pt x="2578410" y="2490698"/>
                  </a:lnTo>
                  <a:lnTo>
                    <a:pt x="2506788" y="2485168"/>
                  </a:lnTo>
                  <a:lnTo>
                    <a:pt x="2435165" y="2479606"/>
                  </a:lnTo>
                  <a:lnTo>
                    <a:pt x="2363543" y="2474014"/>
                  </a:lnTo>
                  <a:lnTo>
                    <a:pt x="2291920" y="2468390"/>
                  </a:lnTo>
                  <a:lnTo>
                    <a:pt x="2220298" y="2462736"/>
                  </a:lnTo>
                  <a:lnTo>
                    <a:pt x="2148675" y="2457049"/>
                  </a:lnTo>
                  <a:lnTo>
                    <a:pt x="2077053" y="2451332"/>
                  </a:lnTo>
                  <a:lnTo>
                    <a:pt x="2005430" y="2445582"/>
                  </a:lnTo>
                  <a:lnTo>
                    <a:pt x="1933808" y="2439800"/>
                  </a:lnTo>
                  <a:lnTo>
                    <a:pt x="1862185" y="2433986"/>
                  </a:lnTo>
                  <a:lnTo>
                    <a:pt x="1790563" y="2428140"/>
                  </a:lnTo>
                  <a:lnTo>
                    <a:pt x="1718940" y="2422261"/>
                  </a:lnTo>
                  <a:lnTo>
                    <a:pt x="1647318" y="2416349"/>
                  </a:lnTo>
                  <a:lnTo>
                    <a:pt x="1575695" y="2410404"/>
                  </a:lnTo>
                  <a:lnTo>
                    <a:pt x="1504073" y="2404427"/>
                  </a:lnTo>
                  <a:lnTo>
                    <a:pt x="1432450" y="2398416"/>
                  </a:lnTo>
                  <a:lnTo>
                    <a:pt x="1360827" y="2392371"/>
                  </a:lnTo>
                  <a:lnTo>
                    <a:pt x="1289205" y="2386293"/>
                  </a:lnTo>
                  <a:lnTo>
                    <a:pt x="1217582" y="2380181"/>
                  </a:lnTo>
                  <a:lnTo>
                    <a:pt x="1145960" y="2374035"/>
                  </a:lnTo>
                  <a:lnTo>
                    <a:pt x="1074337" y="2367855"/>
                  </a:lnTo>
                  <a:lnTo>
                    <a:pt x="1002715" y="2361640"/>
                  </a:lnTo>
                  <a:lnTo>
                    <a:pt x="931092" y="2355391"/>
                  </a:lnTo>
                  <a:lnTo>
                    <a:pt x="859470" y="2349107"/>
                  </a:lnTo>
                  <a:lnTo>
                    <a:pt x="787847" y="2342788"/>
                  </a:lnTo>
                  <a:lnTo>
                    <a:pt x="716225" y="2336433"/>
                  </a:lnTo>
                  <a:lnTo>
                    <a:pt x="644602" y="2330044"/>
                  </a:lnTo>
                  <a:lnTo>
                    <a:pt x="572980" y="2323618"/>
                  </a:lnTo>
                  <a:lnTo>
                    <a:pt x="501357" y="2317157"/>
                  </a:lnTo>
                  <a:lnTo>
                    <a:pt x="429735" y="2310660"/>
                  </a:lnTo>
                  <a:lnTo>
                    <a:pt x="358112" y="2304127"/>
                  </a:lnTo>
                  <a:lnTo>
                    <a:pt x="286490" y="2297557"/>
                  </a:lnTo>
                  <a:lnTo>
                    <a:pt x="214867" y="2290951"/>
                  </a:lnTo>
                  <a:lnTo>
                    <a:pt x="143245" y="2284308"/>
                  </a:lnTo>
                  <a:lnTo>
                    <a:pt x="71622" y="2277628"/>
                  </a:lnTo>
                  <a:lnTo>
                    <a:pt x="0" y="2270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6026" y="2073503"/>
              <a:ext cx="4166653" cy="2783880"/>
            </a:xfrm>
            <a:custGeom>
              <a:avLst/>
              <a:pathLst>
                <a:path w="4166653" h="2783880">
                  <a:moveTo>
                    <a:pt x="0" y="0"/>
                  </a:moveTo>
                  <a:lnTo>
                    <a:pt x="12546" y="32282"/>
                  </a:lnTo>
                  <a:lnTo>
                    <a:pt x="84169" y="207224"/>
                  </a:lnTo>
                  <a:lnTo>
                    <a:pt x="155791" y="373299"/>
                  </a:lnTo>
                  <a:lnTo>
                    <a:pt x="227414" y="530957"/>
                  </a:lnTo>
                  <a:lnTo>
                    <a:pt x="299036" y="680623"/>
                  </a:lnTo>
                  <a:lnTo>
                    <a:pt x="370659" y="822703"/>
                  </a:lnTo>
                  <a:lnTo>
                    <a:pt x="442281" y="957582"/>
                  </a:lnTo>
                  <a:lnTo>
                    <a:pt x="513904" y="1085624"/>
                  </a:lnTo>
                  <a:lnTo>
                    <a:pt x="585526" y="1207176"/>
                  </a:lnTo>
                  <a:lnTo>
                    <a:pt x="657149" y="1322568"/>
                  </a:lnTo>
                  <a:lnTo>
                    <a:pt x="728772" y="1432110"/>
                  </a:lnTo>
                  <a:lnTo>
                    <a:pt x="800394" y="1536100"/>
                  </a:lnTo>
                  <a:lnTo>
                    <a:pt x="872017" y="1634819"/>
                  </a:lnTo>
                  <a:lnTo>
                    <a:pt x="943639" y="1728535"/>
                  </a:lnTo>
                  <a:lnTo>
                    <a:pt x="1015262" y="1817500"/>
                  </a:lnTo>
                  <a:lnTo>
                    <a:pt x="1086884" y="1901956"/>
                  </a:lnTo>
                  <a:lnTo>
                    <a:pt x="1158507" y="1982131"/>
                  </a:lnTo>
                  <a:lnTo>
                    <a:pt x="1230129" y="2058243"/>
                  </a:lnTo>
                  <a:lnTo>
                    <a:pt x="1301752" y="2130496"/>
                  </a:lnTo>
                  <a:lnTo>
                    <a:pt x="1373374" y="2199088"/>
                  </a:lnTo>
                  <a:lnTo>
                    <a:pt x="1444997" y="2264203"/>
                  </a:lnTo>
                  <a:lnTo>
                    <a:pt x="1516619" y="2326017"/>
                  </a:lnTo>
                  <a:lnTo>
                    <a:pt x="1588242" y="2384698"/>
                  </a:lnTo>
                  <a:lnTo>
                    <a:pt x="1659864" y="2440405"/>
                  </a:lnTo>
                  <a:lnTo>
                    <a:pt x="1731487" y="2493288"/>
                  </a:lnTo>
                  <a:lnTo>
                    <a:pt x="1803109" y="2543491"/>
                  </a:lnTo>
                  <a:lnTo>
                    <a:pt x="1874732" y="2591149"/>
                  </a:lnTo>
                  <a:lnTo>
                    <a:pt x="1946354" y="2636392"/>
                  </a:lnTo>
                  <a:lnTo>
                    <a:pt x="2017977" y="2656995"/>
                  </a:lnTo>
                  <a:lnTo>
                    <a:pt x="2089600" y="2661574"/>
                  </a:lnTo>
                  <a:lnTo>
                    <a:pt x="2161222" y="2666128"/>
                  </a:lnTo>
                  <a:lnTo>
                    <a:pt x="2232845" y="2670656"/>
                  </a:lnTo>
                  <a:lnTo>
                    <a:pt x="2304467" y="2675159"/>
                  </a:lnTo>
                  <a:lnTo>
                    <a:pt x="2376090" y="2679637"/>
                  </a:lnTo>
                  <a:lnTo>
                    <a:pt x="2447712" y="2684091"/>
                  </a:lnTo>
                  <a:lnTo>
                    <a:pt x="2519335" y="2688520"/>
                  </a:lnTo>
                  <a:lnTo>
                    <a:pt x="2590957" y="2692924"/>
                  </a:lnTo>
                  <a:lnTo>
                    <a:pt x="2662580" y="2697304"/>
                  </a:lnTo>
                  <a:lnTo>
                    <a:pt x="2734202" y="2701659"/>
                  </a:lnTo>
                  <a:lnTo>
                    <a:pt x="2805825" y="2705991"/>
                  </a:lnTo>
                  <a:lnTo>
                    <a:pt x="2877447" y="2710299"/>
                  </a:lnTo>
                  <a:lnTo>
                    <a:pt x="2949070" y="2714582"/>
                  </a:lnTo>
                  <a:lnTo>
                    <a:pt x="3020692" y="2718842"/>
                  </a:lnTo>
                  <a:lnTo>
                    <a:pt x="3092315" y="2723078"/>
                  </a:lnTo>
                  <a:lnTo>
                    <a:pt x="3163937" y="2727291"/>
                  </a:lnTo>
                  <a:lnTo>
                    <a:pt x="3235560" y="2731481"/>
                  </a:lnTo>
                  <a:lnTo>
                    <a:pt x="3307182" y="2735647"/>
                  </a:lnTo>
                  <a:lnTo>
                    <a:pt x="3378805" y="2739791"/>
                  </a:lnTo>
                  <a:lnTo>
                    <a:pt x="3450428" y="2743911"/>
                  </a:lnTo>
                  <a:lnTo>
                    <a:pt x="3522050" y="2748008"/>
                  </a:lnTo>
                  <a:lnTo>
                    <a:pt x="3593673" y="2752083"/>
                  </a:lnTo>
                  <a:lnTo>
                    <a:pt x="3665295" y="2756135"/>
                  </a:lnTo>
                  <a:lnTo>
                    <a:pt x="3736918" y="2760165"/>
                  </a:lnTo>
                  <a:lnTo>
                    <a:pt x="3808540" y="2764173"/>
                  </a:lnTo>
                  <a:lnTo>
                    <a:pt x="3880163" y="2768158"/>
                  </a:lnTo>
                  <a:lnTo>
                    <a:pt x="3951785" y="2772121"/>
                  </a:lnTo>
                  <a:lnTo>
                    <a:pt x="4023408" y="2776063"/>
                  </a:lnTo>
                  <a:lnTo>
                    <a:pt x="4095030" y="2779982"/>
                  </a:lnTo>
                  <a:lnTo>
                    <a:pt x="4166653" y="27838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44414"/>
              <a:ext cx="7090630" cy="1043882"/>
            </a:xfrm>
            <a:custGeom>
              <a:avLst/>
              <a:pathLst>
                <a:path w="7090630" h="1043882">
                  <a:moveTo>
                    <a:pt x="7090630" y="1043882"/>
                  </a:moveTo>
                  <a:lnTo>
                    <a:pt x="7019007" y="1034861"/>
                  </a:lnTo>
                  <a:lnTo>
                    <a:pt x="6947385" y="1025358"/>
                  </a:lnTo>
                  <a:lnTo>
                    <a:pt x="6875762" y="1015348"/>
                  </a:lnTo>
                  <a:lnTo>
                    <a:pt x="6804139" y="1004804"/>
                  </a:lnTo>
                  <a:lnTo>
                    <a:pt x="6732517" y="993697"/>
                  </a:lnTo>
                  <a:lnTo>
                    <a:pt x="6660894" y="981996"/>
                  </a:lnTo>
                  <a:lnTo>
                    <a:pt x="6589272" y="969671"/>
                  </a:lnTo>
                  <a:lnTo>
                    <a:pt x="6517649" y="956688"/>
                  </a:lnTo>
                  <a:lnTo>
                    <a:pt x="6446027" y="943012"/>
                  </a:lnTo>
                  <a:lnTo>
                    <a:pt x="6374404" y="928605"/>
                  </a:lnTo>
                  <a:lnTo>
                    <a:pt x="6302782" y="913430"/>
                  </a:lnTo>
                  <a:lnTo>
                    <a:pt x="6231159" y="897443"/>
                  </a:lnTo>
                  <a:lnTo>
                    <a:pt x="6159537" y="880604"/>
                  </a:lnTo>
                  <a:lnTo>
                    <a:pt x="6087914" y="862865"/>
                  </a:lnTo>
                  <a:lnTo>
                    <a:pt x="6016292" y="844179"/>
                  </a:lnTo>
                  <a:lnTo>
                    <a:pt x="5944669" y="824496"/>
                  </a:lnTo>
                  <a:lnTo>
                    <a:pt x="5873047" y="803761"/>
                  </a:lnTo>
                  <a:lnTo>
                    <a:pt x="5801424" y="781920"/>
                  </a:lnTo>
                  <a:lnTo>
                    <a:pt x="5729802" y="758912"/>
                  </a:lnTo>
                  <a:lnTo>
                    <a:pt x="5658179" y="734676"/>
                  </a:lnTo>
                  <a:lnTo>
                    <a:pt x="5586557" y="709146"/>
                  </a:lnTo>
                  <a:lnTo>
                    <a:pt x="5514934" y="682253"/>
                  </a:lnTo>
                  <a:lnTo>
                    <a:pt x="5443311" y="653923"/>
                  </a:lnTo>
                  <a:lnTo>
                    <a:pt x="5371689" y="624082"/>
                  </a:lnTo>
                  <a:lnTo>
                    <a:pt x="5300066" y="592646"/>
                  </a:lnTo>
                  <a:lnTo>
                    <a:pt x="5228444" y="559533"/>
                  </a:lnTo>
                  <a:lnTo>
                    <a:pt x="5156821" y="524651"/>
                  </a:lnTo>
                  <a:lnTo>
                    <a:pt x="5085199" y="487907"/>
                  </a:lnTo>
                  <a:lnTo>
                    <a:pt x="5013576" y="449202"/>
                  </a:lnTo>
                  <a:lnTo>
                    <a:pt x="4941954" y="408429"/>
                  </a:lnTo>
                  <a:lnTo>
                    <a:pt x="4870331" y="381479"/>
                  </a:lnTo>
                  <a:lnTo>
                    <a:pt x="4798709" y="376849"/>
                  </a:lnTo>
                  <a:lnTo>
                    <a:pt x="4727086" y="372193"/>
                  </a:lnTo>
                  <a:lnTo>
                    <a:pt x="4655464" y="367512"/>
                  </a:lnTo>
                  <a:lnTo>
                    <a:pt x="4583841" y="362804"/>
                  </a:lnTo>
                  <a:lnTo>
                    <a:pt x="4512219" y="358070"/>
                  </a:lnTo>
                  <a:lnTo>
                    <a:pt x="4440596" y="353309"/>
                  </a:lnTo>
                  <a:lnTo>
                    <a:pt x="4368974" y="348522"/>
                  </a:lnTo>
                  <a:lnTo>
                    <a:pt x="4297351" y="343709"/>
                  </a:lnTo>
                  <a:lnTo>
                    <a:pt x="4225729" y="338868"/>
                  </a:lnTo>
                  <a:lnTo>
                    <a:pt x="4154106" y="334001"/>
                  </a:lnTo>
                  <a:lnTo>
                    <a:pt x="4082483" y="329107"/>
                  </a:lnTo>
                  <a:lnTo>
                    <a:pt x="4010861" y="324185"/>
                  </a:lnTo>
                  <a:lnTo>
                    <a:pt x="3939238" y="319236"/>
                  </a:lnTo>
                  <a:lnTo>
                    <a:pt x="3867616" y="314259"/>
                  </a:lnTo>
                  <a:lnTo>
                    <a:pt x="3795993" y="309255"/>
                  </a:lnTo>
                  <a:lnTo>
                    <a:pt x="3724371" y="304222"/>
                  </a:lnTo>
                  <a:lnTo>
                    <a:pt x="3652748" y="299162"/>
                  </a:lnTo>
                  <a:lnTo>
                    <a:pt x="3581126" y="294074"/>
                  </a:lnTo>
                  <a:lnTo>
                    <a:pt x="3509503" y="288957"/>
                  </a:lnTo>
                  <a:lnTo>
                    <a:pt x="3437881" y="283812"/>
                  </a:lnTo>
                  <a:lnTo>
                    <a:pt x="3366258" y="278638"/>
                  </a:lnTo>
                  <a:lnTo>
                    <a:pt x="3294636" y="273435"/>
                  </a:lnTo>
                  <a:lnTo>
                    <a:pt x="3223013" y="268203"/>
                  </a:lnTo>
                  <a:lnTo>
                    <a:pt x="3151391" y="262942"/>
                  </a:lnTo>
                  <a:lnTo>
                    <a:pt x="3079768" y="257652"/>
                  </a:lnTo>
                  <a:lnTo>
                    <a:pt x="3008146" y="252332"/>
                  </a:lnTo>
                  <a:lnTo>
                    <a:pt x="2936523" y="246983"/>
                  </a:lnTo>
                  <a:lnTo>
                    <a:pt x="2864901" y="241604"/>
                  </a:lnTo>
                  <a:lnTo>
                    <a:pt x="2793278" y="236195"/>
                  </a:lnTo>
                  <a:lnTo>
                    <a:pt x="2721655" y="230756"/>
                  </a:lnTo>
                  <a:lnTo>
                    <a:pt x="2650033" y="225286"/>
                  </a:lnTo>
                  <a:lnTo>
                    <a:pt x="2578410" y="219786"/>
                  </a:lnTo>
                  <a:lnTo>
                    <a:pt x="2506788" y="214256"/>
                  </a:lnTo>
                  <a:lnTo>
                    <a:pt x="2435165" y="208695"/>
                  </a:lnTo>
                  <a:lnTo>
                    <a:pt x="2363543" y="203102"/>
                  </a:lnTo>
                  <a:lnTo>
                    <a:pt x="2291920" y="197479"/>
                  </a:lnTo>
                  <a:lnTo>
                    <a:pt x="2220298" y="191824"/>
                  </a:lnTo>
                  <a:lnTo>
                    <a:pt x="2148675" y="186138"/>
                  </a:lnTo>
                  <a:lnTo>
                    <a:pt x="2077053" y="180420"/>
                  </a:lnTo>
                  <a:lnTo>
                    <a:pt x="2005430" y="174670"/>
                  </a:lnTo>
                  <a:lnTo>
                    <a:pt x="1933808" y="168888"/>
                  </a:lnTo>
                  <a:lnTo>
                    <a:pt x="1862185" y="163074"/>
                  </a:lnTo>
                  <a:lnTo>
                    <a:pt x="1790563" y="157228"/>
                  </a:lnTo>
                  <a:lnTo>
                    <a:pt x="1718940" y="151349"/>
                  </a:lnTo>
                  <a:lnTo>
                    <a:pt x="1647318" y="145437"/>
                  </a:lnTo>
                  <a:lnTo>
                    <a:pt x="1575695" y="139493"/>
                  </a:lnTo>
                  <a:lnTo>
                    <a:pt x="1504073" y="133515"/>
                  </a:lnTo>
                  <a:lnTo>
                    <a:pt x="1432450" y="127504"/>
                  </a:lnTo>
                  <a:lnTo>
                    <a:pt x="1360827" y="121459"/>
                  </a:lnTo>
                  <a:lnTo>
                    <a:pt x="1289205" y="115381"/>
                  </a:lnTo>
                  <a:lnTo>
                    <a:pt x="1217582" y="109269"/>
                  </a:lnTo>
                  <a:lnTo>
                    <a:pt x="1145960" y="103123"/>
                  </a:lnTo>
                  <a:lnTo>
                    <a:pt x="1074337" y="96943"/>
                  </a:lnTo>
                  <a:lnTo>
                    <a:pt x="1002715" y="90728"/>
                  </a:lnTo>
                  <a:lnTo>
                    <a:pt x="931092" y="84479"/>
                  </a:lnTo>
                  <a:lnTo>
                    <a:pt x="859470" y="78195"/>
                  </a:lnTo>
                  <a:lnTo>
                    <a:pt x="787847" y="71876"/>
                  </a:lnTo>
                  <a:lnTo>
                    <a:pt x="716225" y="65522"/>
                  </a:lnTo>
                  <a:lnTo>
                    <a:pt x="644602" y="59132"/>
                  </a:lnTo>
                  <a:lnTo>
                    <a:pt x="572980" y="52707"/>
                  </a:lnTo>
                  <a:lnTo>
                    <a:pt x="501357" y="46246"/>
                  </a:lnTo>
                  <a:lnTo>
                    <a:pt x="429735" y="39749"/>
                  </a:lnTo>
                  <a:lnTo>
                    <a:pt x="358112" y="33215"/>
                  </a:lnTo>
                  <a:lnTo>
                    <a:pt x="286490" y="26646"/>
                  </a:lnTo>
                  <a:lnTo>
                    <a:pt x="214867" y="20040"/>
                  </a:lnTo>
                  <a:lnTo>
                    <a:pt x="143245" y="13397"/>
                  </a:lnTo>
                  <a:lnTo>
                    <a:pt x="71622" y="67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01250" y="2073503"/>
              <a:ext cx="5761428" cy="3139879"/>
            </a:xfrm>
            <a:custGeom>
              <a:avLst/>
              <a:pathLst>
                <a:path w="5761428" h="3139879">
                  <a:moveTo>
                    <a:pt x="0" y="0"/>
                  </a:moveTo>
                  <a:lnTo>
                    <a:pt x="31626" y="44352"/>
                  </a:lnTo>
                  <a:lnTo>
                    <a:pt x="103249" y="141943"/>
                  </a:lnTo>
                  <a:lnTo>
                    <a:pt x="174871" y="236765"/>
                  </a:lnTo>
                  <a:lnTo>
                    <a:pt x="246494" y="328897"/>
                  </a:lnTo>
                  <a:lnTo>
                    <a:pt x="318116" y="418415"/>
                  </a:lnTo>
                  <a:lnTo>
                    <a:pt x="389739" y="505392"/>
                  </a:lnTo>
                  <a:lnTo>
                    <a:pt x="461361" y="589902"/>
                  </a:lnTo>
                  <a:lnTo>
                    <a:pt x="532984" y="672014"/>
                  </a:lnTo>
                  <a:lnTo>
                    <a:pt x="604606" y="751795"/>
                  </a:lnTo>
                  <a:lnTo>
                    <a:pt x="676229" y="829313"/>
                  </a:lnTo>
                  <a:lnTo>
                    <a:pt x="747851" y="904632"/>
                  </a:lnTo>
                  <a:lnTo>
                    <a:pt x="819474" y="977813"/>
                  </a:lnTo>
                  <a:lnTo>
                    <a:pt x="891096" y="1048918"/>
                  </a:lnTo>
                  <a:lnTo>
                    <a:pt x="962719" y="1118005"/>
                  </a:lnTo>
                  <a:lnTo>
                    <a:pt x="1034341" y="1185132"/>
                  </a:lnTo>
                  <a:lnTo>
                    <a:pt x="1105964" y="1250355"/>
                  </a:lnTo>
                  <a:lnTo>
                    <a:pt x="1177586" y="1313726"/>
                  </a:lnTo>
                  <a:lnTo>
                    <a:pt x="1249209" y="1375300"/>
                  </a:lnTo>
                  <a:lnTo>
                    <a:pt x="1320831" y="1435126"/>
                  </a:lnTo>
                  <a:lnTo>
                    <a:pt x="1392454" y="1493255"/>
                  </a:lnTo>
                  <a:lnTo>
                    <a:pt x="1464077" y="1549734"/>
                  </a:lnTo>
                  <a:lnTo>
                    <a:pt x="1535699" y="1604611"/>
                  </a:lnTo>
                  <a:lnTo>
                    <a:pt x="1607322" y="1657931"/>
                  </a:lnTo>
                  <a:lnTo>
                    <a:pt x="1678944" y="1709738"/>
                  </a:lnTo>
                  <a:lnTo>
                    <a:pt x="1750567" y="1760074"/>
                  </a:lnTo>
                  <a:lnTo>
                    <a:pt x="1822189" y="1808983"/>
                  </a:lnTo>
                  <a:lnTo>
                    <a:pt x="1893812" y="1856504"/>
                  </a:lnTo>
                  <a:lnTo>
                    <a:pt x="1965434" y="1902676"/>
                  </a:lnTo>
                  <a:lnTo>
                    <a:pt x="2037057" y="1947538"/>
                  </a:lnTo>
                  <a:lnTo>
                    <a:pt x="2108679" y="1991128"/>
                  </a:lnTo>
                  <a:lnTo>
                    <a:pt x="2180302" y="2033480"/>
                  </a:lnTo>
                  <a:lnTo>
                    <a:pt x="2251924" y="2074631"/>
                  </a:lnTo>
                  <a:lnTo>
                    <a:pt x="2323547" y="2114614"/>
                  </a:lnTo>
                  <a:lnTo>
                    <a:pt x="2395169" y="2153462"/>
                  </a:lnTo>
                  <a:lnTo>
                    <a:pt x="2466792" y="2191209"/>
                  </a:lnTo>
                  <a:lnTo>
                    <a:pt x="2538414" y="2227884"/>
                  </a:lnTo>
                  <a:lnTo>
                    <a:pt x="2610037" y="2263519"/>
                  </a:lnTo>
                  <a:lnTo>
                    <a:pt x="2681659" y="2298142"/>
                  </a:lnTo>
                  <a:lnTo>
                    <a:pt x="2753282" y="2331783"/>
                  </a:lnTo>
                  <a:lnTo>
                    <a:pt x="2824905" y="2364470"/>
                  </a:lnTo>
                  <a:lnTo>
                    <a:pt x="2896527" y="2396229"/>
                  </a:lnTo>
                  <a:lnTo>
                    <a:pt x="2968150" y="2427086"/>
                  </a:lnTo>
                  <a:lnTo>
                    <a:pt x="3039772" y="2457069"/>
                  </a:lnTo>
                  <a:lnTo>
                    <a:pt x="3111395" y="2486200"/>
                  </a:lnTo>
                  <a:lnTo>
                    <a:pt x="3183017" y="2514505"/>
                  </a:lnTo>
                  <a:lnTo>
                    <a:pt x="3254640" y="2542007"/>
                  </a:lnTo>
                  <a:lnTo>
                    <a:pt x="3326262" y="2568729"/>
                  </a:lnTo>
                  <a:lnTo>
                    <a:pt x="3397885" y="2594692"/>
                  </a:lnTo>
                  <a:lnTo>
                    <a:pt x="3469507" y="2619918"/>
                  </a:lnTo>
                  <a:lnTo>
                    <a:pt x="3541130" y="2644429"/>
                  </a:lnTo>
                  <a:lnTo>
                    <a:pt x="3612752" y="2668245"/>
                  </a:lnTo>
                  <a:lnTo>
                    <a:pt x="3684375" y="2691384"/>
                  </a:lnTo>
                  <a:lnTo>
                    <a:pt x="3755997" y="2713867"/>
                  </a:lnTo>
                  <a:lnTo>
                    <a:pt x="3827620" y="2735712"/>
                  </a:lnTo>
                  <a:lnTo>
                    <a:pt x="3899242" y="2756937"/>
                  </a:lnTo>
                  <a:lnTo>
                    <a:pt x="3970865" y="2777560"/>
                  </a:lnTo>
                  <a:lnTo>
                    <a:pt x="4042487" y="2797598"/>
                  </a:lnTo>
                  <a:lnTo>
                    <a:pt x="4114110" y="2817067"/>
                  </a:lnTo>
                  <a:lnTo>
                    <a:pt x="4185733" y="2835984"/>
                  </a:lnTo>
                  <a:lnTo>
                    <a:pt x="4257355" y="2854364"/>
                  </a:lnTo>
                  <a:lnTo>
                    <a:pt x="4328978" y="2872222"/>
                  </a:lnTo>
                  <a:lnTo>
                    <a:pt x="4400600" y="2889574"/>
                  </a:lnTo>
                  <a:lnTo>
                    <a:pt x="4472223" y="2906434"/>
                  </a:lnTo>
                  <a:lnTo>
                    <a:pt x="4543845" y="2922815"/>
                  </a:lnTo>
                  <a:lnTo>
                    <a:pt x="4615468" y="2938731"/>
                  </a:lnTo>
                  <a:lnTo>
                    <a:pt x="4687090" y="2954195"/>
                  </a:lnTo>
                  <a:lnTo>
                    <a:pt x="4758713" y="2969221"/>
                  </a:lnTo>
                  <a:lnTo>
                    <a:pt x="4830335" y="2983821"/>
                  </a:lnTo>
                  <a:lnTo>
                    <a:pt x="4901958" y="2998006"/>
                  </a:lnTo>
                  <a:lnTo>
                    <a:pt x="4973580" y="3011788"/>
                  </a:lnTo>
                  <a:lnTo>
                    <a:pt x="5045203" y="3025180"/>
                  </a:lnTo>
                  <a:lnTo>
                    <a:pt x="5116825" y="3038192"/>
                  </a:lnTo>
                  <a:lnTo>
                    <a:pt x="5188448" y="3050834"/>
                  </a:lnTo>
                  <a:lnTo>
                    <a:pt x="5260070" y="3063118"/>
                  </a:lnTo>
                  <a:lnTo>
                    <a:pt x="5331693" y="3075053"/>
                  </a:lnTo>
                  <a:lnTo>
                    <a:pt x="5403315" y="3086650"/>
                  </a:lnTo>
                  <a:lnTo>
                    <a:pt x="5474938" y="3097917"/>
                  </a:lnTo>
                  <a:lnTo>
                    <a:pt x="5546561" y="3108865"/>
                  </a:lnTo>
                  <a:lnTo>
                    <a:pt x="5618183" y="3119502"/>
                  </a:lnTo>
                  <a:lnTo>
                    <a:pt x="5689806" y="3129837"/>
                  </a:lnTo>
                  <a:lnTo>
                    <a:pt x="5761428" y="31398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2026-05-22T10:43:09Z</dcterms:modified>
  <cp:category/>
</cp:coreProperties>
</file>