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06040"/>
            </a:xfrm>
            <a:custGeom>
              <a:avLst/>
              <a:pathLst>
                <a:path w="7090630" h="3306040">
                  <a:moveTo>
                    <a:pt x="2859053" y="0"/>
                  </a:moveTo>
                  <a:lnTo>
                    <a:pt x="2864901" y="14630"/>
                  </a:lnTo>
                  <a:lnTo>
                    <a:pt x="2936523" y="185024"/>
                  </a:lnTo>
                  <a:lnTo>
                    <a:pt x="3008146" y="347049"/>
                  </a:lnTo>
                  <a:lnTo>
                    <a:pt x="3079768" y="501116"/>
                  </a:lnTo>
                  <a:lnTo>
                    <a:pt x="3151391" y="647615"/>
                  </a:lnTo>
                  <a:lnTo>
                    <a:pt x="3223013" y="786919"/>
                  </a:lnTo>
                  <a:lnTo>
                    <a:pt x="3294636" y="919380"/>
                  </a:lnTo>
                  <a:lnTo>
                    <a:pt x="3366258" y="1045335"/>
                  </a:lnTo>
                  <a:lnTo>
                    <a:pt x="3437881" y="1165104"/>
                  </a:lnTo>
                  <a:lnTo>
                    <a:pt x="3509503" y="1278990"/>
                  </a:lnTo>
                  <a:lnTo>
                    <a:pt x="3581126" y="1387282"/>
                  </a:lnTo>
                  <a:lnTo>
                    <a:pt x="3652748" y="1490255"/>
                  </a:lnTo>
                  <a:lnTo>
                    <a:pt x="3724371" y="1588170"/>
                  </a:lnTo>
                  <a:lnTo>
                    <a:pt x="3795993" y="1681276"/>
                  </a:lnTo>
                  <a:lnTo>
                    <a:pt x="3867616" y="1769809"/>
                  </a:lnTo>
                  <a:lnTo>
                    <a:pt x="3939238" y="1853993"/>
                  </a:lnTo>
                  <a:lnTo>
                    <a:pt x="4010861" y="1934043"/>
                  </a:lnTo>
                  <a:lnTo>
                    <a:pt x="4082483" y="2010160"/>
                  </a:lnTo>
                  <a:lnTo>
                    <a:pt x="4154106" y="2082539"/>
                  </a:lnTo>
                  <a:lnTo>
                    <a:pt x="4225729" y="2151363"/>
                  </a:lnTo>
                  <a:lnTo>
                    <a:pt x="4297351" y="2216806"/>
                  </a:lnTo>
                  <a:lnTo>
                    <a:pt x="4368974" y="2279035"/>
                  </a:lnTo>
                  <a:lnTo>
                    <a:pt x="4440596" y="2338207"/>
                  </a:lnTo>
                  <a:lnTo>
                    <a:pt x="4512219" y="2394473"/>
                  </a:lnTo>
                  <a:lnTo>
                    <a:pt x="4583841" y="2447976"/>
                  </a:lnTo>
                  <a:lnTo>
                    <a:pt x="4655464" y="2498850"/>
                  </a:lnTo>
                  <a:lnTo>
                    <a:pt x="4727086" y="2547226"/>
                  </a:lnTo>
                  <a:lnTo>
                    <a:pt x="4798709" y="2593225"/>
                  </a:lnTo>
                  <a:lnTo>
                    <a:pt x="4870331" y="2636965"/>
                  </a:lnTo>
                  <a:lnTo>
                    <a:pt x="4941954" y="2657185"/>
                  </a:lnTo>
                  <a:lnTo>
                    <a:pt x="5013576" y="2662084"/>
                  </a:lnTo>
                  <a:lnTo>
                    <a:pt x="5085199" y="2666954"/>
                  </a:lnTo>
                  <a:lnTo>
                    <a:pt x="5156821" y="2671795"/>
                  </a:lnTo>
                  <a:lnTo>
                    <a:pt x="5228444" y="2676607"/>
                  </a:lnTo>
                  <a:lnTo>
                    <a:pt x="5300066" y="2681391"/>
                  </a:lnTo>
                  <a:lnTo>
                    <a:pt x="5371689" y="2686146"/>
                  </a:lnTo>
                  <a:lnTo>
                    <a:pt x="5443311" y="2690873"/>
                  </a:lnTo>
                  <a:lnTo>
                    <a:pt x="5514934" y="2695572"/>
                  </a:lnTo>
                  <a:lnTo>
                    <a:pt x="5586557" y="2700243"/>
                  </a:lnTo>
                  <a:lnTo>
                    <a:pt x="5658179" y="2704887"/>
                  </a:lnTo>
                  <a:lnTo>
                    <a:pt x="5729802" y="2709503"/>
                  </a:lnTo>
                  <a:lnTo>
                    <a:pt x="5801424" y="2714092"/>
                  </a:lnTo>
                  <a:lnTo>
                    <a:pt x="5873047" y="2718653"/>
                  </a:lnTo>
                  <a:lnTo>
                    <a:pt x="5944669" y="2723188"/>
                  </a:lnTo>
                  <a:lnTo>
                    <a:pt x="6016292" y="2727695"/>
                  </a:lnTo>
                  <a:lnTo>
                    <a:pt x="6087914" y="2732176"/>
                  </a:lnTo>
                  <a:lnTo>
                    <a:pt x="6159537" y="2736630"/>
                  </a:lnTo>
                  <a:lnTo>
                    <a:pt x="6231159" y="2741058"/>
                  </a:lnTo>
                  <a:lnTo>
                    <a:pt x="6302782" y="2745460"/>
                  </a:lnTo>
                  <a:lnTo>
                    <a:pt x="6374404" y="2749836"/>
                  </a:lnTo>
                  <a:lnTo>
                    <a:pt x="6446027" y="2754185"/>
                  </a:lnTo>
                  <a:lnTo>
                    <a:pt x="6517649" y="2758509"/>
                  </a:lnTo>
                  <a:lnTo>
                    <a:pt x="6589272" y="2762807"/>
                  </a:lnTo>
                  <a:lnTo>
                    <a:pt x="6660894" y="2767080"/>
                  </a:lnTo>
                  <a:lnTo>
                    <a:pt x="6732517" y="2771327"/>
                  </a:lnTo>
                  <a:lnTo>
                    <a:pt x="6804139" y="2775550"/>
                  </a:lnTo>
                  <a:lnTo>
                    <a:pt x="6875762" y="2779747"/>
                  </a:lnTo>
                  <a:lnTo>
                    <a:pt x="6947385" y="2783919"/>
                  </a:lnTo>
                  <a:lnTo>
                    <a:pt x="7019007" y="2788067"/>
                  </a:lnTo>
                  <a:lnTo>
                    <a:pt x="7090630" y="2792190"/>
                  </a:lnTo>
                  <a:lnTo>
                    <a:pt x="7090630" y="3306040"/>
                  </a:lnTo>
                  <a:lnTo>
                    <a:pt x="7019007" y="3296860"/>
                  </a:lnTo>
                  <a:lnTo>
                    <a:pt x="6947385" y="3287207"/>
                  </a:lnTo>
                  <a:lnTo>
                    <a:pt x="6875762" y="3277055"/>
                  </a:lnTo>
                  <a:lnTo>
                    <a:pt x="6804139" y="3266378"/>
                  </a:lnTo>
                  <a:lnTo>
                    <a:pt x="6732517" y="3255150"/>
                  </a:lnTo>
                  <a:lnTo>
                    <a:pt x="6660894" y="3243342"/>
                  </a:lnTo>
                  <a:lnTo>
                    <a:pt x="6589272" y="3230924"/>
                  </a:lnTo>
                  <a:lnTo>
                    <a:pt x="6517649" y="3217864"/>
                  </a:lnTo>
                  <a:lnTo>
                    <a:pt x="6446027" y="3204130"/>
                  </a:lnTo>
                  <a:lnTo>
                    <a:pt x="6374404" y="3189687"/>
                  </a:lnTo>
                  <a:lnTo>
                    <a:pt x="6302782" y="3174497"/>
                  </a:lnTo>
                  <a:lnTo>
                    <a:pt x="6231159" y="3158523"/>
                  </a:lnTo>
                  <a:lnTo>
                    <a:pt x="6159537" y="3141724"/>
                  </a:lnTo>
                  <a:lnTo>
                    <a:pt x="6087914" y="3124057"/>
                  </a:lnTo>
                  <a:lnTo>
                    <a:pt x="6016292" y="3105477"/>
                  </a:lnTo>
                  <a:lnTo>
                    <a:pt x="5944669" y="3085938"/>
                  </a:lnTo>
                  <a:lnTo>
                    <a:pt x="5873047" y="3065389"/>
                  </a:lnTo>
                  <a:lnTo>
                    <a:pt x="5801424" y="3043779"/>
                  </a:lnTo>
                  <a:lnTo>
                    <a:pt x="5729802" y="3021053"/>
                  </a:lnTo>
                  <a:lnTo>
                    <a:pt x="5658179" y="2997153"/>
                  </a:lnTo>
                  <a:lnTo>
                    <a:pt x="5586557" y="2972018"/>
                  </a:lnTo>
                  <a:lnTo>
                    <a:pt x="5514934" y="2945585"/>
                  </a:lnTo>
                  <a:lnTo>
                    <a:pt x="5443311" y="2917786"/>
                  </a:lnTo>
                  <a:lnTo>
                    <a:pt x="5371689" y="2888552"/>
                  </a:lnTo>
                  <a:lnTo>
                    <a:pt x="5300066" y="2857807"/>
                  </a:lnTo>
                  <a:lnTo>
                    <a:pt x="5228444" y="2825474"/>
                  </a:lnTo>
                  <a:lnTo>
                    <a:pt x="5156821" y="2791472"/>
                  </a:lnTo>
                  <a:lnTo>
                    <a:pt x="5085199" y="2755712"/>
                  </a:lnTo>
                  <a:lnTo>
                    <a:pt x="5013576" y="2718106"/>
                  </a:lnTo>
                  <a:lnTo>
                    <a:pt x="4941954" y="2678557"/>
                  </a:lnTo>
                  <a:lnTo>
                    <a:pt x="4870331" y="2652258"/>
                  </a:lnTo>
                  <a:lnTo>
                    <a:pt x="4798709" y="2647300"/>
                  </a:lnTo>
                  <a:lnTo>
                    <a:pt x="4727086" y="2642313"/>
                  </a:lnTo>
                  <a:lnTo>
                    <a:pt x="4655464" y="2637297"/>
                  </a:lnTo>
                  <a:lnTo>
                    <a:pt x="4583841" y="2632250"/>
                  </a:lnTo>
                  <a:lnTo>
                    <a:pt x="4512219" y="2627174"/>
                  </a:lnTo>
                  <a:lnTo>
                    <a:pt x="4440596" y="2622067"/>
                  </a:lnTo>
                  <a:lnTo>
                    <a:pt x="4368974" y="2616929"/>
                  </a:lnTo>
                  <a:lnTo>
                    <a:pt x="4297351" y="2611761"/>
                  </a:lnTo>
                  <a:lnTo>
                    <a:pt x="4225729" y="2606563"/>
                  </a:lnTo>
                  <a:lnTo>
                    <a:pt x="4154106" y="2601333"/>
                  </a:lnTo>
                  <a:lnTo>
                    <a:pt x="4082483" y="2596072"/>
                  </a:lnTo>
                  <a:lnTo>
                    <a:pt x="4010861" y="2590780"/>
                  </a:lnTo>
                  <a:lnTo>
                    <a:pt x="3939238" y="2585456"/>
                  </a:lnTo>
                  <a:lnTo>
                    <a:pt x="3867616" y="2580100"/>
                  </a:lnTo>
                  <a:lnTo>
                    <a:pt x="3795993" y="2574712"/>
                  </a:lnTo>
                  <a:lnTo>
                    <a:pt x="3724371" y="2569293"/>
                  </a:lnTo>
                  <a:lnTo>
                    <a:pt x="3652748" y="2563841"/>
                  </a:lnTo>
                  <a:lnTo>
                    <a:pt x="3581126" y="2558356"/>
                  </a:lnTo>
                  <a:lnTo>
                    <a:pt x="3509503" y="2552839"/>
                  </a:lnTo>
                  <a:lnTo>
                    <a:pt x="3437881" y="2547289"/>
                  </a:lnTo>
                  <a:lnTo>
                    <a:pt x="3366258" y="2541706"/>
                  </a:lnTo>
                  <a:lnTo>
                    <a:pt x="3294636" y="2536090"/>
                  </a:lnTo>
                  <a:lnTo>
                    <a:pt x="3223013" y="2530440"/>
                  </a:lnTo>
                  <a:lnTo>
                    <a:pt x="3151391" y="2524756"/>
                  </a:lnTo>
                  <a:lnTo>
                    <a:pt x="3079768" y="2519038"/>
                  </a:lnTo>
                  <a:lnTo>
                    <a:pt x="3008146" y="2513287"/>
                  </a:lnTo>
                  <a:lnTo>
                    <a:pt x="2936523" y="2507501"/>
                  </a:lnTo>
                  <a:lnTo>
                    <a:pt x="2864901" y="2501681"/>
                  </a:lnTo>
                  <a:lnTo>
                    <a:pt x="2793278" y="2495826"/>
                  </a:lnTo>
                  <a:lnTo>
                    <a:pt x="2721655" y="2489936"/>
                  </a:lnTo>
                  <a:lnTo>
                    <a:pt x="2650033" y="2484010"/>
                  </a:lnTo>
                  <a:lnTo>
                    <a:pt x="2578410" y="2478050"/>
                  </a:lnTo>
                  <a:lnTo>
                    <a:pt x="2506788" y="2472054"/>
                  </a:lnTo>
                  <a:lnTo>
                    <a:pt x="2435165" y="2466022"/>
                  </a:lnTo>
                  <a:lnTo>
                    <a:pt x="2363543" y="2459955"/>
                  </a:lnTo>
                  <a:lnTo>
                    <a:pt x="2291920" y="2453851"/>
                  </a:lnTo>
                  <a:lnTo>
                    <a:pt x="2220298" y="2447711"/>
                  </a:lnTo>
                  <a:lnTo>
                    <a:pt x="2148675" y="2441534"/>
                  </a:lnTo>
                  <a:lnTo>
                    <a:pt x="2077053" y="2435320"/>
                  </a:lnTo>
                  <a:lnTo>
                    <a:pt x="2005430" y="2429069"/>
                  </a:lnTo>
                  <a:lnTo>
                    <a:pt x="1933808" y="2422781"/>
                  </a:lnTo>
                  <a:lnTo>
                    <a:pt x="1862185" y="2416456"/>
                  </a:lnTo>
                  <a:lnTo>
                    <a:pt x="1790563" y="2410093"/>
                  </a:lnTo>
                  <a:lnTo>
                    <a:pt x="1718940" y="2403692"/>
                  </a:lnTo>
                  <a:lnTo>
                    <a:pt x="1647318" y="2397252"/>
                  </a:lnTo>
                  <a:lnTo>
                    <a:pt x="1575695" y="2390775"/>
                  </a:lnTo>
                  <a:lnTo>
                    <a:pt x="1504073" y="2384258"/>
                  </a:lnTo>
                  <a:lnTo>
                    <a:pt x="1432450" y="2377703"/>
                  </a:lnTo>
                  <a:lnTo>
                    <a:pt x="1360827" y="2371109"/>
                  </a:lnTo>
                  <a:lnTo>
                    <a:pt x="1289205" y="2364475"/>
                  </a:lnTo>
                  <a:lnTo>
                    <a:pt x="1217582" y="2357802"/>
                  </a:lnTo>
                  <a:lnTo>
                    <a:pt x="1145960" y="2351089"/>
                  </a:lnTo>
                  <a:lnTo>
                    <a:pt x="1074337" y="2344336"/>
                  </a:lnTo>
                  <a:lnTo>
                    <a:pt x="1002715" y="2337543"/>
                  </a:lnTo>
                  <a:lnTo>
                    <a:pt x="931092" y="2330710"/>
                  </a:lnTo>
                  <a:lnTo>
                    <a:pt x="859470" y="2323835"/>
                  </a:lnTo>
                  <a:lnTo>
                    <a:pt x="787847" y="2316920"/>
                  </a:lnTo>
                  <a:lnTo>
                    <a:pt x="716225" y="2309963"/>
                  </a:lnTo>
                  <a:lnTo>
                    <a:pt x="644602" y="2302965"/>
                  </a:lnTo>
                  <a:lnTo>
                    <a:pt x="572980" y="2295925"/>
                  </a:lnTo>
                  <a:lnTo>
                    <a:pt x="501357" y="2288844"/>
                  </a:lnTo>
                  <a:lnTo>
                    <a:pt x="429735" y="2281720"/>
                  </a:lnTo>
                  <a:lnTo>
                    <a:pt x="358112" y="2274553"/>
                  </a:lnTo>
                  <a:lnTo>
                    <a:pt x="286490" y="2267344"/>
                  </a:lnTo>
                  <a:lnTo>
                    <a:pt x="214867" y="2260092"/>
                  </a:lnTo>
                  <a:lnTo>
                    <a:pt x="143245" y="2252796"/>
                  </a:lnTo>
                  <a:lnTo>
                    <a:pt x="71622" y="2245457"/>
                  </a:lnTo>
                  <a:lnTo>
                    <a:pt x="0" y="22380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31102" y="2073503"/>
              <a:ext cx="4231576" cy="2792190"/>
            </a:xfrm>
            <a:custGeom>
              <a:avLst/>
              <a:pathLst>
                <a:path w="4231576" h="2792190">
                  <a:moveTo>
                    <a:pt x="0" y="0"/>
                  </a:moveTo>
                  <a:lnTo>
                    <a:pt x="5847" y="14630"/>
                  </a:lnTo>
                  <a:lnTo>
                    <a:pt x="77470" y="185024"/>
                  </a:lnTo>
                  <a:lnTo>
                    <a:pt x="149092" y="347049"/>
                  </a:lnTo>
                  <a:lnTo>
                    <a:pt x="220715" y="501116"/>
                  </a:lnTo>
                  <a:lnTo>
                    <a:pt x="292337" y="647615"/>
                  </a:lnTo>
                  <a:lnTo>
                    <a:pt x="363960" y="786919"/>
                  </a:lnTo>
                  <a:lnTo>
                    <a:pt x="435582" y="919380"/>
                  </a:lnTo>
                  <a:lnTo>
                    <a:pt x="507205" y="1045335"/>
                  </a:lnTo>
                  <a:lnTo>
                    <a:pt x="578827" y="1165104"/>
                  </a:lnTo>
                  <a:lnTo>
                    <a:pt x="650450" y="1278990"/>
                  </a:lnTo>
                  <a:lnTo>
                    <a:pt x="722072" y="1387282"/>
                  </a:lnTo>
                  <a:lnTo>
                    <a:pt x="793695" y="1490255"/>
                  </a:lnTo>
                  <a:lnTo>
                    <a:pt x="865317" y="1588170"/>
                  </a:lnTo>
                  <a:lnTo>
                    <a:pt x="936940" y="1681276"/>
                  </a:lnTo>
                  <a:lnTo>
                    <a:pt x="1008563" y="1769809"/>
                  </a:lnTo>
                  <a:lnTo>
                    <a:pt x="1080185" y="1853993"/>
                  </a:lnTo>
                  <a:lnTo>
                    <a:pt x="1151808" y="1934043"/>
                  </a:lnTo>
                  <a:lnTo>
                    <a:pt x="1223430" y="2010160"/>
                  </a:lnTo>
                  <a:lnTo>
                    <a:pt x="1295053" y="2082539"/>
                  </a:lnTo>
                  <a:lnTo>
                    <a:pt x="1366675" y="2151363"/>
                  </a:lnTo>
                  <a:lnTo>
                    <a:pt x="1438298" y="2216806"/>
                  </a:lnTo>
                  <a:lnTo>
                    <a:pt x="1509920" y="2279035"/>
                  </a:lnTo>
                  <a:lnTo>
                    <a:pt x="1581543" y="2338207"/>
                  </a:lnTo>
                  <a:lnTo>
                    <a:pt x="1653165" y="2394473"/>
                  </a:lnTo>
                  <a:lnTo>
                    <a:pt x="1724788" y="2447976"/>
                  </a:lnTo>
                  <a:lnTo>
                    <a:pt x="1796410" y="2498850"/>
                  </a:lnTo>
                  <a:lnTo>
                    <a:pt x="1868033" y="2547226"/>
                  </a:lnTo>
                  <a:lnTo>
                    <a:pt x="1939655" y="2593225"/>
                  </a:lnTo>
                  <a:lnTo>
                    <a:pt x="2011278" y="2636965"/>
                  </a:lnTo>
                  <a:lnTo>
                    <a:pt x="2082900" y="2657185"/>
                  </a:lnTo>
                  <a:lnTo>
                    <a:pt x="2154523" y="2662084"/>
                  </a:lnTo>
                  <a:lnTo>
                    <a:pt x="2226145" y="2666954"/>
                  </a:lnTo>
                  <a:lnTo>
                    <a:pt x="2297768" y="2671795"/>
                  </a:lnTo>
                  <a:lnTo>
                    <a:pt x="2369391" y="2676607"/>
                  </a:lnTo>
                  <a:lnTo>
                    <a:pt x="2441013" y="2681391"/>
                  </a:lnTo>
                  <a:lnTo>
                    <a:pt x="2512636" y="2686146"/>
                  </a:lnTo>
                  <a:lnTo>
                    <a:pt x="2584258" y="2690873"/>
                  </a:lnTo>
                  <a:lnTo>
                    <a:pt x="2655881" y="2695572"/>
                  </a:lnTo>
                  <a:lnTo>
                    <a:pt x="2727503" y="2700243"/>
                  </a:lnTo>
                  <a:lnTo>
                    <a:pt x="2799126" y="2704887"/>
                  </a:lnTo>
                  <a:lnTo>
                    <a:pt x="2870748" y="2709503"/>
                  </a:lnTo>
                  <a:lnTo>
                    <a:pt x="2942371" y="2714092"/>
                  </a:lnTo>
                  <a:lnTo>
                    <a:pt x="3013993" y="2718653"/>
                  </a:lnTo>
                  <a:lnTo>
                    <a:pt x="3085616" y="2723188"/>
                  </a:lnTo>
                  <a:lnTo>
                    <a:pt x="3157238" y="2727695"/>
                  </a:lnTo>
                  <a:lnTo>
                    <a:pt x="3228861" y="2732176"/>
                  </a:lnTo>
                  <a:lnTo>
                    <a:pt x="3300483" y="2736630"/>
                  </a:lnTo>
                  <a:lnTo>
                    <a:pt x="3372106" y="2741058"/>
                  </a:lnTo>
                  <a:lnTo>
                    <a:pt x="3443728" y="2745460"/>
                  </a:lnTo>
                  <a:lnTo>
                    <a:pt x="3515351" y="2749836"/>
                  </a:lnTo>
                  <a:lnTo>
                    <a:pt x="3586973" y="2754185"/>
                  </a:lnTo>
                  <a:lnTo>
                    <a:pt x="3658596" y="2758509"/>
                  </a:lnTo>
                  <a:lnTo>
                    <a:pt x="3730219" y="2762807"/>
                  </a:lnTo>
                  <a:lnTo>
                    <a:pt x="3801841" y="2767080"/>
                  </a:lnTo>
                  <a:lnTo>
                    <a:pt x="3873464" y="2771327"/>
                  </a:lnTo>
                  <a:lnTo>
                    <a:pt x="3945086" y="2775550"/>
                  </a:lnTo>
                  <a:lnTo>
                    <a:pt x="4016709" y="2779747"/>
                  </a:lnTo>
                  <a:lnTo>
                    <a:pt x="4088331" y="2783919"/>
                  </a:lnTo>
                  <a:lnTo>
                    <a:pt x="4159954" y="2788067"/>
                  </a:lnTo>
                  <a:lnTo>
                    <a:pt x="4231576" y="2792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1578"/>
              <a:ext cx="7090630" cy="1067965"/>
            </a:xfrm>
            <a:custGeom>
              <a:avLst/>
              <a:pathLst>
                <a:path w="7090630" h="1067965">
                  <a:moveTo>
                    <a:pt x="7090630" y="1067965"/>
                  </a:moveTo>
                  <a:lnTo>
                    <a:pt x="7019007" y="1058785"/>
                  </a:lnTo>
                  <a:lnTo>
                    <a:pt x="6947385" y="1049132"/>
                  </a:lnTo>
                  <a:lnTo>
                    <a:pt x="6875762" y="1038979"/>
                  </a:lnTo>
                  <a:lnTo>
                    <a:pt x="6804139" y="1028303"/>
                  </a:lnTo>
                  <a:lnTo>
                    <a:pt x="6732517" y="1017075"/>
                  </a:lnTo>
                  <a:lnTo>
                    <a:pt x="6660894" y="1005267"/>
                  </a:lnTo>
                  <a:lnTo>
                    <a:pt x="6589272" y="992849"/>
                  </a:lnTo>
                  <a:lnTo>
                    <a:pt x="6517649" y="979789"/>
                  </a:lnTo>
                  <a:lnTo>
                    <a:pt x="6446027" y="966055"/>
                  </a:lnTo>
                  <a:lnTo>
                    <a:pt x="6374404" y="951612"/>
                  </a:lnTo>
                  <a:lnTo>
                    <a:pt x="6302782" y="936422"/>
                  </a:lnTo>
                  <a:lnTo>
                    <a:pt x="6231159" y="920448"/>
                  </a:lnTo>
                  <a:lnTo>
                    <a:pt x="6159537" y="903649"/>
                  </a:lnTo>
                  <a:lnTo>
                    <a:pt x="6087914" y="885982"/>
                  </a:lnTo>
                  <a:lnTo>
                    <a:pt x="6016292" y="867402"/>
                  </a:lnTo>
                  <a:lnTo>
                    <a:pt x="5944669" y="847863"/>
                  </a:lnTo>
                  <a:lnTo>
                    <a:pt x="5873047" y="827314"/>
                  </a:lnTo>
                  <a:lnTo>
                    <a:pt x="5801424" y="805704"/>
                  </a:lnTo>
                  <a:lnTo>
                    <a:pt x="5729802" y="782978"/>
                  </a:lnTo>
                  <a:lnTo>
                    <a:pt x="5658179" y="759077"/>
                  </a:lnTo>
                  <a:lnTo>
                    <a:pt x="5586557" y="733943"/>
                  </a:lnTo>
                  <a:lnTo>
                    <a:pt x="5514934" y="707509"/>
                  </a:lnTo>
                  <a:lnTo>
                    <a:pt x="5443311" y="679711"/>
                  </a:lnTo>
                  <a:lnTo>
                    <a:pt x="5371689" y="650476"/>
                  </a:lnTo>
                  <a:lnTo>
                    <a:pt x="5300066" y="619732"/>
                  </a:lnTo>
                  <a:lnTo>
                    <a:pt x="5228444" y="587399"/>
                  </a:lnTo>
                  <a:lnTo>
                    <a:pt x="5156821" y="553396"/>
                  </a:lnTo>
                  <a:lnTo>
                    <a:pt x="5085199" y="517637"/>
                  </a:lnTo>
                  <a:lnTo>
                    <a:pt x="5013576" y="480031"/>
                  </a:lnTo>
                  <a:lnTo>
                    <a:pt x="4941954" y="440482"/>
                  </a:lnTo>
                  <a:lnTo>
                    <a:pt x="4870331" y="414182"/>
                  </a:lnTo>
                  <a:lnTo>
                    <a:pt x="4798709" y="409225"/>
                  </a:lnTo>
                  <a:lnTo>
                    <a:pt x="4727086" y="404238"/>
                  </a:lnTo>
                  <a:lnTo>
                    <a:pt x="4655464" y="399222"/>
                  </a:lnTo>
                  <a:lnTo>
                    <a:pt x="4583841" y="394175"/>
                  </a:lnTo>
                  <a:lnTo>
                    <a:pt x="4512219" y="389098"/>
                  </a:lnTo>
                  <a:lnTo>
                    <a:pt x="4440596" y="383992"/>
                  </a:lnTo>
                  <a:lnTo>
                    <a:pt x="4368974" y="378854"/>
                  </a:lnTo>
                  <a:lnTo>
                    <a:pt x="4297351" y="373686"/>
                  </a:lnTo>
                  <a:lnTo>
                    <a:pt x="4225729" y="368487"/>
                  </a:lnTo>
                  <a:lnTo>
                    <a:pt x="4154106" y="363258"/>
                  </a:lnTo>
                  <a:lnTo>
                    <a:pt x="4082483" y="357997"/>
                  </a:lnTo>
                  <a:lnTo>
                    <a:pt x="4010861" y="352704"/>
                  </a:lnTo>
                  <a:lnTo>
                    <a:pt x="3939238" y="347381"/>
                  </a:lnTo>
                  <a:lnTo>
                    <a:pt x="3867616" y="342025"/>
                  </a:lnTo>
                  <a:lnTo>
                    <a:pt x="3795993" y="336637"/>
                  </a:lnTo>
                  <a:lnTo>
                    <a:pt x="3724371" y="331218"/>
                  </a:lnTo>
                  <a:lnTo>
                    <a:pt x="3652748" y="325766"/>
                  </a:lnTo>
                  <a:lnTo>
                    <a:pt x="3581126" y="320281"/>
                  </a:lnTo>
                  <a:lnTo>
                    <a:pt x="3509503" y="314764"/>
                  </a:lnTo>
                  <a:lnTo>
                    <a:pt x="3437881" y="309214"/>
                  </a:lnTo>
                  <a:lnTo>
                    <a:pt x="3366258" y="303631"/>
                  </a:lnTo>
                  <a:lnTo>
                    <a:pt x="3294636" y="298014"/>
                  </a:lnTo>
                  <a:lnTo>
                    <a:pt x="3223013" y="292365"/>
                  </a:lnTo>
                  <a:lnTo>
                    <a:pt x="3151391" y="286681"/>
                  </a:lnTo>
                  <a:lnTo>
                    <a:pt x="3079768" y="280963"/>
                  </a:lnTo>
                  <a:lnTo>
                    <a:pt x="3008146" y="275212"/>
                  </a:lnTo>
                  <a:lnTo>
                    <a:pt x="2936523" y="269426"/>
                  </a:lnTo>
                  <a:lnTo>
                    <a:pt x="2864901" y="263606"/>
                  </a:lnTo>
                  <a:lnTo>
                    <a:pt x="2793278" y="257750"/>
                  </a:lnTo>
                  <a:lnTo>
                    <a:pt x="2721655" y="251860"/>
                  </a:lnTo>
                  <a:lnTo>
                    <a:pt x="2650033" y="245935"/>
                  </a:lnTo>
                  <a:lnTo>
                    <a:pt x="2578410" y="239975"/>
                  </a:lnTo>
                  <a:lnTo>
                    <a:pt x="2506788" y="233979"/>
                  </a:lnTo>
                  <a:lnTo>
                    <a:pt x="2435165" y="227947"/>
                  </a:lnTo>
                  <a:lnTo>
                    <a:pt x="2363543" y="221880"/>
                  </a:lnTo>
                  <a:lnTo>
                    <a:pt x="2291920" y="215776"/>
                  </a:lnTo>
                  <a:lnTo>
                    <a:pt x="2220298" y="209636"/>
                  </a:lnTo>
                  <a:lnTo>
                    <a:pt x="2148675" y="203459"/>
                  </a:lnTo>
                  <a:lnTo>
                    <a:pt x="2077053" y="197245"/>
                  </a:lnTo>
                  <a:lnTo>
                    <a:pt x="2005430" y="190994"/>
                  </a:lnTo>
                  <a:lnTo>
                    <a:pt x="1933808" y="184706"/>
                  </a:lnTo>
                  <a:lnTo>
                    <a:pt x="1862185" y="178381"/>
                  </a:lnTo>
                  <a:lnTo>
                    <a:pt x="1790563" y="172018"/>
                  </a:lnTo>
                  <a:lnTo>
                    <a:pt x="1718940" y="165616"/>
                  </a:lnTo>
                  <a:lnTo>
                    <a:pt x="1647318" y="159177"/>
                  </a:lnTo>
                  <a:lnTo>
                    <a:pt x="1575695" y="152700"/>
                  </a:lnTo>
                  <a:lnTo>
                    <a:pt x="1504073" y="146183"/>
                  </a:lnTo>
                  <a:lnTo>
                    <a:pt x="1432450" y="139628"/>
                  </a:lnTo>
                  <a:lnTo>
                    <a:pt x="1360827" y="133034"/>
                  </a:lnTo>
                  <a:lnTo>
                    <a:pt x="1289205" y="126400"/>
                  </a:lnTo>
                  <a:lnTo>
                    <a:pt x="1217582" y="119727"/>
                  </a:lnTo>
                  <a:lnTo>
                    <a:pt x="1145960" y="113014"/>
                  </a:lnTo>
                  <a:lnTo>
                    <a:pt x="1074337" y="106261"/>
                  </a:lnTo>
                  <a:lnTo>
                    <a:pt x="1002715" y="99468"/>
                  </a:lnTo>
                  <a:lnTo>
                    <a:pt x="931092" y="92635"/>
                  </a:lnTo>
                  <a:lnTo>
                    <a:pt x="859470" y="85760"/>
                  </a:lnTo>
                  <a:lnTo>
                    <a:pt x="787847" y="78845"/>
                  </a:lnTo>
                  <a:lnTo>
                    <a:pt x="716225" y="71888"/>
                  </a:lnTo>
                  <a:lnTo>
                    <a:pt x="644602" y="64890"/>
                  </a:lnTo>
                  <a:lnTo>
                    <a:pt x="572980" y="57850"/>
                  </a:lnTo>
                  <a:lnTo>
                    <a:pt x="501357" y="50768"/>
                  </a:lnTo>
                  <a:lnTo>
                    <a:pt x="429735" y="43644"/>
                  </a:lnTo>
                  <a:lnTo>
                    <a:pt x="358112" y="36478"/>
                  </a:lnTo>
                  <a:lnTo>
                    <a:pt x="286490" y="29269"/>
                  </a:lnTo>
                  <a:lnTo>
                    <a:pt x="214867" y="22017"/>
                  </a:lnTo>
                  <a:lnTo>
                    <a:pt x="143245" y="14721"/>
                  </a:lnTo>
                  <a:lnTo>
                    <a:pt x="71622" y="7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1290" y="2073503"/>
              <a:ext cx="5841388" cy="3133184"/>
            </a:xfrm>
            <a:custGeom>
              <a:avLst/>
              <a:pathLst>
                <a:path w="5841388" h="3133184">
                  <a:moveTo>
                    <a:pt x="0" y="0"/>
                  </a:moveTo>
                  <a:lnTo>
                    <a:pt x="39964" y="54635"/>
                  </a:lnTo>
                  <a:lnTo>
                    <a:pt x="111586" y="149834"/>
                  </a:lnTo>
                  <a:lnTo>
                    <a:pt x="183209" y="242390"/>
                  </a:lnTo>
                  <a:lnTo>
                    <a:pt x="254831" y="332376"/>
                  </a:lnTo>
                  <a:lnTo>
                    <a:pt x="326454" y="419864"/>
                  </a:lnTo>
                  <a:lnTo>
                    <a:pt x="398076" y="504923"/>
                  </a:lnTo>
                  <a:lnTo>
                    <a:pt x="469699" y="587621"/>
                  </a:lnTo>
                  <a:lnTo>
                    <a:pt x="541321" y="668023"/>
                  </a:lnTo>
                  <a:lnTo>
                    <a:pt x="612944" y="746192"/>
                  </a:lnTo>
                  <a:lnTo>
                    <a:pt x="684566" y="822192"/>
                  </a:lnTo>
                  <a:lnTo>
                    <a:pt x="756189" y="896082"/>
                  </a:lnTo>
                  <a:lnTo>
                    <a:pt x="827811" y="967920"/>
                  </a:lnTo>
                  <a:lnTo>
                    <a:pt x="899434" y="1037764"/>
                  </a:lnTo>
                  <a:lnTo>
                    <a:pt x="971056" y="1105669"/>
                  </a:lnTo>
                  <a:lnTo>
                    <a:pt x="1042679" y="1171689"/>
                  </a:lnTo>
                  <a:lnTo>
                    <a:pt x="1114302" y="1235876"/>
                  </a:lnTo>
                  <a:lnTo>
                    <a:pt x="1185924" y="1298281"/>
                  </a:lnTo>
                  <a:lnTo>
                    <a:pt x="1257547" y="1358954"/>
                  </a:lnTo>
                  <a:lnTo>
                    <a:pt x="1329169" y="1417942"/>
                  </a:lnTo>
                  <a:lnTo>
                    <a:pt x="1400792" y="1475293"/>
                  </a:lnTo>
                  <a:lnTo>
                    <a:pt x="1472414" y="1531051"/>
                  </a:lnTo>
                  <a:lnTo>
                    <a:pt x="1544037" y="1585262"/>
                  </a:lnTo>
                  <a:lnTo>
                    <a:pt x="1615659" y="1637967"/>
                  </a:lnTo>
                  <a:lnTo>
                    <a:pt x="1687282" y="1689210"/>
                  </a:lnTo>
                  <a:lnTo>
                    <a:pt x="1758904" y="1739029"/>
                  </a:lnTo>
                  <a:lnTo>
                    <a:pt x="1830527" y="1787466"/>
                  </a:lnTo>
                  <a:lnTo>
                    <a:pt x="1902149" y="1834558"/>
                  </a:lnTo>
                  <a:lnTo>
                    <a:pt x="1973772" y="1880342"/>
                  </a:lnTo>
                  <a:lnTo>
                    <a:pt x="2045394" y="1924856"/>
                  </a:lnTo>
                  <a:lnTo>
                    <a:pt x="2117017" y="1968134"/>
                  </a:lnTo>
                  <a:lnTo>
                    <a:pt x="2188639" y="2010210"/>
                  </a:lnTo>
                  <a:lnTo>
                    <a:pt x="2260262" y="2051118"/>
                  </a:lnTo>
                  <a:lnTo>
                    <a:pt x="2331884" y="2090891"/>
                  </a:lnTo>
                  <a:lnTo>
                    <a:pt x="2403507" y="2129559"/>
                  </a:lnTo>
                  <a:lnTo>
                    <a:pt x="2475130" y="2167154"/>
                  </a:lnTo>
                  <a:lnTo>
                    <a:pt x="2546752" y="2203705"/>
                  </a:lnTo>
                  <a:lnTo>
                    <a:pt x="2618375" y="2239241"/>
                  </a:lnTo>
                  <a:lnTo>
                    <a:pt x="2689997" y="2273791"/>
                  </a:lnTo>
                  <a:lnTo>
                    <a:pt x="2761620" y="2307382"/>
                  </a:lnTo>
                  <a:lnTo>
                    <a:pt x="2833242" y="2340040"/>
                  </a:lnTo>
                  <a:lnTo>
                    <a:pt x="2904865" y="2371791"/>
                  </a:lnTo>
                  <a:lnTo>
                    <a:pt x="2976487" y="2402661"/>
                  </a:lnTo>
                  <a:lnTo>
                    <a:pt x="3048110" y="2432674"/>
                  </a:lnTo>
                  <a:lnTo>
                    <a:pt x="3119732" y="2461854"/>
                  </a:lnTo>
                  <a:lnTo>
                    <a:pt x="3191355" y="2490223"/>
                  </a:lnTo>
                  <a:lnTo>
                    <a:pt x="3262977" y="2517806"/>
                  </a:lnTo>
                  <a:lnTo>
                    <a:pt x="3334600" y="2544622"/>
                  </a:lnTo>
                  <a:lnTo>
                    <a:pt x="3406222" y="2570694"/>
                  </a:lnTo>
                  <a:lnTo>
                    <a:pt x="3477845" y="2596042"/>
                  </a:lnTo>
                  <a:lnTo>
                    <a:pt x="3549467" y="2620686"/>
                  </a:lnTo>
                  <a:lnTo>
                    <a:pt x="3621090" y="2644646"/>
                  </a:lnTo>
                  <a:lnTo>
                    <a:pt x="3692712" y="2667941"/>
                  </a:lnTo>
                  <a:lnTo>
                    <a:pt x="3764335" y="2690590"/>
                  </a:lnTo>
                  <a:lnTo>
                    <a:pt x="3835958" y="2712609"/>
                  </a:lnTo>
                  <a:lnTo>
                    <a:pt x="3907580" y="2734017"/>
                  </a:lnTo>
                  <a:lnTo>
                    <a:pt x="3979203" y="2754831"/>
                  </a:lnTo>
                  <a:lnTo>
                    <a:pt x="4050825" y="2775067"/>
                  </a:lnTo>
                  <a:lnTo>
                    <a:pt x="4122448" y="2794742"/>
                  </a:lnTo>
                  <a:lnTo>
                    <a:pt x="4194070" y="2813870"/>
                  </a:lnTo>
                  <a:lnTo>
                    <a:pt x="4265693" y="2832467"/>
                  </a:lnTo>
                  <a:lnTo>
                    <a:pt x="4337315" y="2850547"/>
                  </a:lnTo>
                  <a:lnTo>
                    <a:pt x="4408938" y="2868126"/>
                  </a:lnTo>
                  <a:lnTo>
                    <a:pt x="4480560" y="2885217"/>
                  </a:lnTo>
                  <a:lnTo>
                    <a:pt x="4552183" y="2901833"/>
                  </a:lnTo>
                  <a:lnTo>
                    <a:pt x="4623805" y="2917988"/>
                  </a:lnTo>
                  <a:lnTo>
                    <a:pt x="4695428" y="2933695"/>
                  </a:lnTo>
                  <a:lnTo>
                    <a:pt x="4767050" y="2948965"/>
                  </a:lnTo>
                  <a:lnTo>
                    <a:pt x="4838673" y="2963812"/>
                  </a:lnTo>
                  <a:lnTo>
                    <a:pt x="4910295" y="2978246"/>
                  </a:lnTo>
                  <a:lnTo>
                    <a:pt x="4981918" y="2992280"/>
                  </a:lnTo>
                  <a:lnTo>
                    <a:pt x="5053540" y="3005924"/>
                  </a:lnTo>
                  <a:lnTo>
                    <a:pt x="5125163" y="3019189"/>
                  </a:lnTo>
                  <a:lnTo>
                    <a:pt x="5196786" y="3032086"/>
                  </a:lnTo>
                  <a:lnTo>
                    <a:pt x="5268408" y="3044625"/>
                  </a:lnTo>
                  <a:lnTo>
                    <a:pt x="5340031" y="3056816"/>
                  </a:lnTo>
                  <a:lnTo>
                    <a:pt x="5411653" y="3068668"/>
                  </a:lnTo>
                  <a:lnTo>
                    <a:pt x="5483276" y="3080192"/>
                  </a:lnTo>
                  <a:lnTo>
                    <a:pt x="5554898" y="3091395"/>
                  </a:lnTo>
                  <a:lnTo>
                    <a:pt x="5626521" y="3102287"/>
                  </a:lnTo>
                  <a:lnTo>
                    <a:pt x="5698143" y="3112877"/>
                  </a:lnTo>
                  <a:lnTo>
                    <a:pt x="5769766" y="3123173"/>
                  </a:lnTo>
                  <a:lnTo>
                    <a:pt x="5841388" y="31331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  |  per IQR (Δ = 18.2): 0.52 (0.31-0.87)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2026-05-22T10:32:41Z</dcterms:modified>
  <cp:category/>
</cp:coreProperties>
</file>