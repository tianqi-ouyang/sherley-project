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298597"/>
            </a:xfrm>
            <a:custGeom>
              <a:avLst/>
              <a:pathLst>
                <a:path w="7090630" h="3298597">
                  <a:moveTo>
                    <a:pt x="2803289" y="0"/>
                  </a:moveTo>
                  <a:lnTo>
                    <a:pt x="2864901" y="144335"/>
                  </a:lnTo>
                  <a:lnTo>
                    <a:pt x="2936523" y="304096"/>
                  </a:lnTo>
                  <a:lnTo>
                    <a:pt x="3008146" y="456215"/>
                  </a:lnTo>
                  <a:lnTo>
                    <a:pt x="3079768" y="601056"/>
                  </a:lnTo>
                  <a:lnTo>
                    <a:pt x="3151391" y="738967"/>
                  </a:lnTo>
                  <a:lnTo>
                    <a:pt x="3223013" y="870281"/>
                  </a:lnTo>
                  <a:lnTo>
                    <a:pt x="3294636" y="995312"/>
                  </a:lnTo>
                  <a:lnTo>
                    <a:pt x="3366258" y="1114362"/>
                  </a:lnTo>
                  <a:lnTo>
                    <a:pt x="3437881" y="1227716"/>
                  </a:lnTo>
                  <a:lnTo>
                    <a:pt x="3509503" y="1335648"/>
                  </a:lnTo>
                  <a:lnTo>
                    <a:pt x="3581126" y="1438415"/>
                  </a:lnTo>
                  <a:lnTo>
                    <a:pt x="3652748" y="1536267"/>
                  </a:lnTo>
                  <a:lnTo>
                    <a:pt x="3724371" y="1629436"/>
                  </a:lnTo>
                  <a:lnTo>
                    <a:pt x="3795993" y="1718149"/>
                  </a:lnTo>
                  <a:lnTo>
                    <a:pt x="3867616" y="1802617"/>
                  </a:lnTo>
                  <a:lnTo>
                    <a:pt x="3939238" y="1883045"/>
                  </a:lnTo>
                  <a:lnTo>
                    <a:pt x="4010861" y="1959624"/>
                  </a:lnTo>
                  <a:lnTo>
                    <a:pt x="4082483" y="2032540"/>
                  </a:lnTo>
                  <a:lnTo>
                    <a:pt x="4154106" y="2101968"/>
                  </a:lnTo>
                  <a:lnTo>
                    <a:pt x="4225729" y="2168074"/>
                  </a:lnTo>
                  <a:lnTo>
                    <a:pt x="4297351" y="2231017"/>
                  </a:lnTo>
                  <a:lnTo>
                    <a:pt x="4368974" y="2290949"/>
                  </a:lnTo>
                  <a:lnTo>
                    <a:pt x="4440596" y="2348014"/>
                  </a:lnTo>
                  <a:lnTo>
                    <a:pt x="4512219" y="2402349"/>
                  </a:lnTo>
                  <a:lnTo>
                    <a:pt x="4583841" y="2454084"/>
                  </a:lnTo>
                  <a:lnTo>
                    <a:pt x="4655464" y="2503345"/>
                  </a:lnTo>
                  <a:lnTo>
                    <a:pt x="4727086" y="2550248"/>
                  </a:lnTo>
                  <a:lnTo>
                    <a:pt x="4798709" y="2594908"/>
                  </a:lnTo>
                  <a:lnTo>
                    <a:pt x="4870331" y="2637431"/>
                  </a:lnTo>
                  <a:lnTo>
                    <a:pt x="4941954" y="2656925"/>
                  </a:lnTo>
                  <a:lnTo>
                    <a:pt x="5013576" y="2661387"/>
                  </a:lnTo>
                  <a:lnTo>
                    <a:pt x="5085199" y="2665824"/>
                  </a:lnTo>
                  <a:lnTo>
                    <a:pt x="5156821" y="2670237"/>
                  </a:lnTo>
                  <a:lnTo>
                    <a:pt x="5228444" y="2674627"/>
                  </a:lnTo>
                  <a:lnTo>
                    <a:pt x="5300066" y="2678993"/>
                  </a:lnTo>
                  <a:lnTo>
                    <a:pt x="5371689" y="2683335"/>
                  </a:lnTo>
                  <a:lnTo>
                    <a:pt x="5443311" y="2687654"/>
                  </a:lnTo>
                  <a:lnTo>
                    <a:pt x="5514934" y="2691950"/>
                  </a:lnTo>
                  <a:lnTo>
                    <a:pt x="5586557" y="2696222"/>
                  </a:lnTo>
                  <a:lnTo>
                    <a:pt x="5658179" y="2700471"/>
                  </a:lnTo>
                  <a:lnTo>
                    <a:pt x="5729802" y="2704698"/>
                  </a:lnTo>
                  <a:lnTo>
                    <a:pt x="5801424" y="2708901"/>
                  </a:lnTo>
                  <a:lnTo>
                    <a:pt x="5873047" y="2713082"/>
                  </a:lnTo>
                  <a:lnTo>
                    <a:pt x="5944669" y="2717241"/>
                  </a:lnTo>
                  <a:lnTo>
                    <a:pt x="6016292" y="2721377"/>
                  </a:lnTo>
                  <a:lnTo>
                    <a:pt x="6087914" y="2725490"/>
                  </a:lnTo>
                  <a:lnTo>
                    <a:pt x="6159537" y="2729582"/>
                  </a:lnTo>
                  <a:lnTo>
                    <a:pt x="6231159" y="2733651"/>
                  </a:lnTo>
                  <a:lnTo>
                    <a:pt x="6302782" y="2737698"/>
                  </a:lnTo>
                  <a:lnTo>
                    <a:pt x="6374404" y="2741724"/>
                  </a:lnTo>
                  <a:lnTo>
                    <a:pt x="6446027" y="2745728"/>
                  </a:lnTo>
                  <a:lnTo>
                    <a:pt x="6517649" y="2749710"/>
                  </a:lnTo>
                  <a:lnTo>
                    <a:pt x="6589272" y="2753671"/>
                  </a:lnTo>
                  <a:lnTo>
                    <a:pt x="6660894" y="2757610"/>
                  </a:lnTo>
                  <a:lnTo>
                    <a:pt x="6732517" y="2761528"/>
                  </a:lnTo>
                  <a:lnTo>
                    <a:pt x="6804139" y="2765425"/>
                  </a:lnTo>
                  <a:lnTo>
                    <a:pt x="6875762" y="2769301"/>
                  </a:lnTo>
                  <a:lnTo>
                    <a:pt x="6947385" y="2773156"/>
                  </a:lnTo>
                  <a:lnTo>
                    <a:pt x="7019007" y="2776990"/>
                  </a:lnTo>
                  <a:lnTo>
                    <a:pt x="7090630" y="2780804"/>
                  </a:lnTo>
                  <a:lnTo>
                    <a:pt x="7090630" y="3298597"/>
                  </a:lnTo>
                  <a:lnTo>
                    <a:pt x="7019007" y="3289294"/>
                  </a:lnTo>
                  <a:lnTo>
                    <a:pt x="6947385" y="3279524"/>
                  </a:lnTo>
                  <a:lnTo>
                    <a:pt x="6875762" y="3269263"/>
                  </a:lnTo>
                  <a:lnTo>
                    <a:pt x="6804139" y="3258486"/>
                  </a:lnTo>
                  <a:lnTo>
                    <a:pt x="6732517" y="3247168"/>
                  </a:lnTo>
                  <a:lnTo>
                    <a:pt x="6660894" y="3235281"/>
                  </a:lnTo>
                  <a:lnTo>
                    <a:pt x="6589272" y="3222797"/>
                  </a:lnTo>
                  <a:lnTo>
                    <a:pt x="6517649" y="3209685"/>
                  </a:lnTo>
                  <a:lnTo>
                    <a:pt x="6446027" y="3195915"/>
                  </a:lnTo>
                  <a:lnTo>
                    <a:pt x="6374404" y="3181453"/>
                  </a:lnTo>
                  <a:lnTo>
                    <a:pt x="6302782" y="3166264"/>
                  </a:lnTo>
                  <a:lnTo>
                    <a:pt x="6231159" y="3150312"/>
                  </a:lnTo>
                  <a:lnTo>
                    <a:pt x="6159537" y="3133559"/>
                  </a:lnTo>
                  <a:lnTo>
                    <a:pt x="6087914" y="3115964"/>
                  </a:lnTo>
                  <a:lnTo>
                    <a:pt x="6016292" y="3097484"/>
                  </a:lnTo>
                  <a:lnTo>
                    <a:pt x="5944669" y="3078077"/>
                  </a:lnTo>
                  <a:lnTo>
                    <a:pt x="5873047" y="3057694"/>
                  </a:lnTo>
                  <a:lnTo>
                    <a:pt x="5801424" y="3036287"/>
                  </a:lnTo>
                  <a:lnTo>
                    <a:pt x="5729802" y="3013804"/>
                  </a:lnTo>
                  <a:lnTo>
                    <a:pt x="5658179" y="2990192"/>
                  </a:lnTo>
                  <a:lnTo>
                    <a:pt x="5586557" y="2965393"/>
                  </a:lnTo>
                  <a:lnTo>
                    <a:pt x="5514934" y="2939349"/>
                  </a:lnTo>
                  <a:lnTo>
                    <a:pt x="5443311" y="2911995"/>
                  </a:lnTo>
                  <a:lnTo>
                    <a:pt x="5371689" y="2883268"/>
                  </a:lnTo>
                  <a:lnTo>
                    <a:pt x="5300066" y="2853097"/>
                  </a:lnTo>
                  <a:lnTo>
                    <a:pt x="5228444" y="2821409"/>
                  </a:lnTo>
                  <a:lnTo>
                    <a:pt x="5156821" y="2788130"/>
                  </a:lnTo>
                  <a:lnTo>
                    <a:pt x="5085199" y="2753179"/>
                  </a:lnTo>
                  <a:lnTo>
                    <a:pt x="5013576" y="2716472"/>
                  </a:lnTo>
                  <a:lnTo>
                    <a:pt x="4941954" y="2677920"/>
                  </a:lnTo>
                  <a:lnTo>
                    <a:pt x="4870331" y="2652440"/>
                  </a:lnTo>
                  <a:lnTo>
                    <a:pt x="4798709" y="2647930"/>
                  </a:lnTo>
                  <a:lnTo>
                    <a:pt x="4727086" y="2643395"/>
                  </a:lnTo>
                  <a:lnTo>
                    <a:pt x="4655464" y="2638836"/>
                  </a:lnTo>
                  <a:lnTo>
                    <a:pt x="4583841" y="2634253"/>
                  </a:lnTo>
                  <a:lnTo>
                    <a:pt x="4512219" y="2629644"/>
                  </a:lnTo>
                  <a:lnTo>
                    <a:pt x="4440596" y="2625010"/>
                  </a:lnTo>
                  <a:lnTo>
                    <a:pt x="4368974" y="2620352"/>
                  </a:lnTo>
                  <a:lnTo>
                    <a:pt x="4297351" y="2615668"/>
                  </a:lnTo>
                  <a:lnTo>
                    <a:pt x="4225729" y="2610958"/>
                  </a:lnTo>
                  <a:lnTo>
                    <a:pt x="4154106" y="2606223"/>
                  </a:lnTo>
                  <a:lnTo>
                    <a:pt x="4082483" y="2601463"/>
                  </a:lnTo>
                  <a:lnTo>
                    <a:pt x="4010861" y="2596676"/>
                  </a:lnTo>
                  <a:lnTo>
                    <a:pt x="3939238" y="2591864"/>
                  </a:lnTo>
                  <a:lnTo>
                    <a:pt x="3867616" y="2587025"/>
                  </a:lnTo>
                  <a:lnTo>
                    <a:pt x="3795993" y="2582160"/>
                  </a:lnTo>
                  <a:lnTo>
                    <a:pt x="3724371" y="2577269"/>
                  </a:lnTo>
                  <a:lnTo>
                    <a:pt x="3652748" y="2572351"/>
                  </a:lnTo>
                  <a:lnTo>
                    <a:pt x="3581126" y="2567407"/>
                  </a:lnTo>
                  <a:lnTo>
                    <a:pt x="3509503" y="2562436"/>
                  </a:lnTo>
                  <a:lnTo>
                    <a:pt x="3437881" y="2557438"/>
                  </a:lnTo>
                  <a:lnTo>
                    <a:pt x="3366258" y="2552412"/>
                  </a:lnTo>
                  <a:lnTo>
                    <a:pt x="3294636" y="2547360"/>
                  </a:lnTo>
                  <a:lnTo>
                    <a:pt x="3223013" y="2542280"/>
                  </a:lnTo>
                  <a:lnTo>
                    <a:pt x="3151391" y="2537172"/>
                  </a:lnTo>
                  <a:lnTo>
                    <a:pt x="3079768" y="2532037"/>
                  </a:lnTo>
                  <a:lnTo>
                    <a:pt x="3008146" y="2526874"/>
                  </a:lnTo>
                  <a:lnTo>
                    <a:pt x="2936523" y="2521683"/>
                  </a:lnTo>
                  <a:lnTo>
                    <a:pt x="2864901" y="2516463"/>
                  </a:lnTo>
                  <a:lnTo>
                    <a:pt x="2793278" y="2511216"/>
                  </a:lnTo>
                  <a:lnTo>
                    <a:pt x="2721655" y="2505940"/>
                  </a:lnTo>
                  <a:lnTo>
                    <a:pt x="2650033" y="2500635"/>
                  </a:lnTo>
                  <a:lnTo>
                    <a:pt x="2578410" y="2495301"/>
                  </a:lnTo>
                  <a:lnTo>
                    <a:pt x="2506788" y="2489939"/>
                  </a:lnTo>
                  <a:lnTo>
                    <a:pt x="2435165" y="2484547"/>
                  </a:lnTo>
                  <a:lnTo>
                    <a:pt x="2363543" y="2479127"/>
                  </a:lnTo>
                  <a:lnTo>
                    <a:pt x="2291920" y="2473676"/>
                  </a:lnTo>
                  <a:lnTo>
                    <a:pt x="2220298" y="2468197"/>
                  </a:lnTo>
                  <a:lnTo>
                    <a:pt x="2148675" y="2462687"/>
                  </a:lnTo>
                  <a:lnTo>
                    <a:pt x="2077053" y="2457148"/>
                  </a:lnTo>
                  <a:lnTo>
                    <a:pt x="2005430" y="2451579"/>
                  </a:lnTo>
                  <a:lnTo>
                    <a:pt x="1933808" y="2445979"/>
                  </a:lnTo>
                  <a:lnTo>
                    <a:pt x="1862185" y="2440349"/>
                  </a:lnTo>
                  <a:lnTo>
                    <a:pt x="1790563" y="2434688"/>
                  </a:lnTo>
                  <a:lnTo>
                    <a:pt x="1718940" y="2428997"/>
                  </a:lnTo>
                  <a:lnTo>
                    <a:pt x="1647318" y="2423275"/>
                  </a:lnTo>
                  <a:lnTo>
                    <a:pt x="1575695" y="2417522"/>
                  </a:lnTo>
                  <a:lnTo>
                    <a:pt x="1504073" y="2411737"/>
                  </a:lnTo>
                  <a:lnTo>
                    <a:pt x="1432450" y="2405922"/>
                  </a:lnTo>
                  <a:lnTo>
                    <a:pt x="1360827" y="2400074"/>
                  </a:lnTo>
                  <a:lnTo>
                    <a:pt x="1289205" y="2394195"/>
                  </a:lnTo>
                  <a:lnTo>
                    <a:pt x="1217582" y="2388284"/>
                  </a:lnTo>
                  <a:lnTo>
                    <a:pt x="1145960" y="2382341"/>
                  </a:lnTo>
                  <a:lnTo>
                    <a:pt x="1074337" y="2376366"/>
                  </a:lnTo>
                  <a:lnTo>
                    <a:pt x="1002715" y="2370359"/>
                  </a:lnTo>
                  <a:lnTo>
                    <a:pt x="931092" y="2364318"/>
                  </a:lnTo>
                  <a:lnTo>
                    <a:pt x="859470" y="2358245"/>
                  </a:lnTo>
                  <a:lnTo>
                    <a:pt x="787847" y="2352139"/>
                  </a:lnTo>
                  <a:lnTo>
                    <a:pt x="716225" y="2346000"/>
                  </a:lnTo>
                  <a:lnTo>
                    <a:pt x="644602" y="2339828"/>
                  </a:lnTo>
                  <a:lnTo>
                    <a:pt x="572980" y="2333622"/>
                  </a:lnTo>
                  <a:lnTo>
                    <a:pt x="501357" y="2327382"/>
                  </a:lnTo>
                  <a:lnTo>
                    <a:pt x="429735" y="2321109"/>
                  </a:lnTo>
                  <a:lnTo>
                    <a:pt x="358112" y="2314802"/>
                  </a:lnTo>
                  <a:lnTo>
                    <a:pt x="286490" y="2308460"/>
                  </a:lnTo>
                  <a:lnTo>
                    <a:pt x="214867" y="2302084"/>
                  </a:lnTo>
                  <a:lnTo>
                    <a:pt x="143245" y="2295673"/>
                  </a:lnTo>
                  <a:lnTo>
                    <a:pt x="71622" y="2289228"/>
                  </a:lnTo>
                  <a:lnTo>
                    <a:pt x="0" y="22827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975339" y="2073503"/>
              <a:ext cx="4287340" cy="2780804"/>
            </a:xfrm>
            <a:custGeom>
              <a:avLst/>
              <a:pathLst>
                <a:path w="4287340" h="2780804">
                  <a:moveTo>
                    <a:pt x="0" y="0"/>
                  </a:moveTo>
                  <a:lnTo>
                    <a:pt x="61611" y="144335"/>
                  </a:lnTo>
                  <a:lnTo>
                    <a:pt x="133233" y="304096"/>
                  </a:lnTo>
                  <a:lnTo>
                    <a:pt x="204856" y="456215"/>
                  </a:lnTo>
                  <a:lnTo>
                    <a:pt x="276478" y="601056"/>
                  </a:lnTo>
                  <a:lnTo>
                    <a:pt x="348101" y="738967"/>
                  </a:lnTo>
                  <a:lnTo>
                    <a:pt x="419723" y="870281"/>
                  </a:lnTo>
                  <a:lnTo>
                    <a:pt x="491346" y="995312"/>
                  </a:lnTo>
                  <a:lnTo>
                    <a:pt x="562968" y="1114362"/>
                  </a:lnTo>
                  <a:lnTo>
                    <a:pt x="634591" y="1227716"/>
                  </a:lnTo>
                  <a:lnTo>
                    <a:pt x="706213" y="1335648"/>
                  </a:lnTo>
                  <a:lnTo>
                    <a:pt x="777836" y="1438415"/>
                  </a:lnTo>
                  <a:lnTo>
                    <a:pt x="849458" y="1536267"/>
                  </a:lnTo>
                  <a:lnTo>
                    <a:pt x="921081" y="1629436"/>
                  </a:lnTo>
                  <a:lnTo>
                    <a:pt x="992703" y="1718149"/>
                  </a:lnTo>
                  <a:lnTo>
                    <a:pt x="1064326" y="1802617"/>
                  </a:lnTo>
                  <a:lnTo>
                    <a:pt x="1135948" y="1883045"/>
                  </a:lnTo>
                  <a:lnTo>
                    <a:pt x="1207571" y="1959624"/>
                  </a:lnTo>
                  <a:lnTo>
                    <a:pt x="1279194" y="2032540"/>
                  </a:lnTo>
                  <a:lnTo>
                    <a:pt x="1350816" y="2101968"/>
                  </a:lnTo>
                  <a:lnTo>
                    <a:pt x="1422439" y="2168074"/>
                  </a:lnTo>
                  <a:lnTo>
                    <a:pt x="1494061" y="2231017"/>
                  </a:lnTo>
                  <a:lnTo>
                    <a:pt x="1565684" y="2290949"/>
                  </a:lnTo>
                  <a:lnTo>
                    <a:pt x="1637306" y="2348014"/>
                  </a:lnTo>
                  <a:lnTo>
                    <a:pt x="1708929" y="2402349"/>
                  </a:lnTo>
                  <a:lnTo>
                    <a:pt x="1780551" y="2454084"/>
                  </a:lnTo>
                  <a:lnTo>
                    <a:pt x="1852174" y="2503345"/>
                  </a:lnTo>
                  <a:lnTo>
                    <a:pt x="1923796" y="2550248"/>
                  </a:lnTo>
                  <a:lnTo>
                    <a:pt x="1995419" y="2594908"/>
                  </a:lnTo>
                  <a:lnTo>
                    <a:pt x="2067041" y="2637431"/>
                  </a:lnTo>
                  <a:lnTo>
                    <a:pt x="2138664" y="2656925"/>
                  </a:lnTo>
                  <a:lnTo>
                    <a:pt x="2210286" y="2661387"/>
                  </a:lnTo>
                  <a:lnTo>
                    <a:pt x="2281909" y="2665824"/>
                  </a:lnTo>
                  <a:lnTo>
                    <a:pt x="2353531" y="2670237"/>
                  </a:lnTo>
                  <a:lnTo>
                    <a:pt x="2425154" y="2674627"/>
                  </a:lnTo>
                  <a:lnTo>
                    <a:pt x="2496776" y="2678993"/>
                  </a:lnTo>
                  <a:lnTo>
                    <a:pt x="2568399" y="2683335"/>
                  </a:lnTo>
                  <a:lnTo>
                    <a:pt x="2640022" y="2687654"/>
                  </a:lnTo>
                  <a:lnTo>
                    <a:pt x="2711644" y="2691950"/>
                  </a:lnTo>
                  <a:lnTo>
                    <a:pt x="2783267" y="2696222"/>
                  </a:lnTo>
                  <a:lnTo>
                    <a:pt x="2854889" y="2700471"/>
                  </a:lnTo>
                  <a:lnTo>
                    <a:pt x="2926512" y="2704698"/>
                  </a:lnTo>
                  <a:lnTo>
                    <a:pt x="2998134" y="2708901"/>
                  </a:lnTo>
                  <a:lnTo>
                    <a:pt x="3069757" y="2713082"/>
                  </a:lnTo>
                  <a:lnTo>
                    <a:pt x="3141379" y="2717241"/>
                  </a:lnTo>
                  <a:lnTo>
                    <a:pt x="3213002" y="2721377"/>
                  </a:lnTo>
                  <a:lnTo>
                    <a:pt x="3284624" y="2725490"/>
                  </a:lnTo>
                  <a:lnTo>
                    <a:pt x="3356247" y="2729582"/>
                  </a:lnTo>
                  <a:lnTo>
                    <a:pt x="3427869" y="2733651"/>
                  </a:lnTo>
                  <a:lnTo>
                    <a:pt x="3499492" y="2737698"/>
                  </a:lnTo>
                  <a:lnTo>
                    <a:pt x="3571114" y="2741724"/>
                  </a:lnTo>
                  <a:lnTo>
                    <a:pt x="3642737" y="2745728"/>
                  </a:lnTo>
                  <a:lnTo>
                    <a:pt x="3714359" y="2749710"/>
                  </a:lnTo>
                  <a:lnTo>
                    <a:pt x="3785982" y="2753671"/>
                  </a:lnTo>
                  <a:lnTo>
                    <a:pt x="3857604" y="2757610"/>
                  </a:lnTo>
                  <a:lnTo>
                    <a:pt x="3929227" y="2761528"/>
                  </a:lnTo>
                  <a:lnTo>
                    <a:pt x="4000850" y="2765425"/>
                  </a:lnTo>
                  <a:lnTo>
                    <a:pt x="4072472" y="2769301"/>
                  </a:lnTo>
                  <a:lnTo>
                    <a:pt x="4144095" y="2773156"/>
                  </a:lnTo>
                  <a:lnTo>
                    <a:pt x="4215717" y="2776990"/>
                  </a:lnTo>
                  <a:lnTo>
                    <a:pt x="4287340" y="27808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56250"/>
              <a:ext cx="7090630" cy="1015849"/>
            </a:xfrm>
            <a:custGeom>
              <a:avLst/>
              <a:pathLst>
                <a:path w="7090630" h="1015849">
                  <a:moveTo>
                    <a:pt x="7090630" y="1015849"/>
                  </a:moveTo>
                  <a:lnTo>
                    <a:pt x="7019007" y="1006546"/>
                  </a:lnTo>
                  <a:lnTo>
                    <a:pt x="6947385" y="996776"/>
                  </a:lnTo>
                  <a:lnTo>
                    <a:pt x="6875762" y="986515"/>
                  </a:lnTo>
                  <a:lnTo>
                    <a:pt x="6804139" y="975738"/>
                  </a:lnTo>
                  <a:lnTo>
                    <a:pt x="6732517" y="964420"/>
                  </a:lnTo>
                  <a:lnTo>
                    <a:pt x="6660894" y="952533"/>
                  </a:lnTo>
                  <a:lnTo>
                    <a:pt x="6589272" y="940049"/>
                  </a:lnTo>
                  <a:lnTo>
                    <a:pt x="6517649" y="926937"/>
                  </a:lnTo>
                  <a:lnTo>
                    <a:pt x="6446027" y="913167"/>
                  </a:lnTo>
                  <a:lnTo>
                    <a:pt x="6374404" y="898705"/>
                  </a:lnTo>
                  <a:lnTo>
                    <a:pt x="6302782" y="883516"/>
                  </a:lnTo>
                  <a:lnTo>
                    <a:pt x="6231159" y="867564"/>
                  </a:lnTo>
                  <a:lnTo>
                    <a:pt x="6159537" y="850811"/>
                  </a:lnTo>
                  <a:lnTo>
                    <a:pt x="6087914" y="833216"/>
                  </a:lnTo>
                  <a:lnTo>
                    <a:pt x="6016292" y="814737"/>
                  </a:lnTo>
                  <a:lnTo>
                    <a:pt x="5944669" y="795329"/>
                  </a:lnTo>
                  <a:lnTo>
                    <a:pt x="5873047" y="774946"/>
                  </a:lnTo>
                  <a:lnTo>
                    <a:pt x="5801424" y="753539"/>
                  </a:lnTo>
                  <a:lnTo>
                    <a:pt x="5729802" y="731056"/>
                  </a:lnTo>
                  <a:lnTo>
                    <a:pt x="5658179" y="707444"/>
                  </a:lnTo>
                  <a:lnTo>
                    <a:pt x="5586557" y="682645"/>
                  </a:lnTo>
                  <a:lnTo>
                    <a:pt x="5514934" y="656601"/>
                  </a:lnTo>
                  <a:lnTo>
                    <a:pt x="5443311" y="629247"/>
                  </a:lnTo>
                  <a:lnTo>
                    <a:pt x="5371689" y="600520"/>
                  </a:lnTo>
                  <a:lnTo>
                    <a:pt x="5300066" y="570349"/>
                  </a:lnTo>
                  <a:lnTo>
                    <a:pt x="5228444" y="538662"/>
                  </a:lnTo>
                  <a:lnTo>
                    <a:pt x="5156821" y="505382"/>
                  </a:lnTo>
                  <a:lnTo>
                    <a:pt x="5085199" y="470431"/>
                  </a:lnTo>
                  <a:lnTo>
                    <a:pt x="5013576" y="433724"/>
                  </a:lnTo>
                  <a:lnTo>
                    <a:pt x="4941954" y="395172"/>
                  </a:lnTo>
                  <a:lnTo>
                    <a:pt x="4870331" y="369692"/>
                  </a:lnTo>
                  <a:lnTo>
                    <a:pt x="4798709" y="365182"/>
                  </a:lnTo>
                  <a:lnTo>
                    <a:pt x="4727086" y="360647"/>
                  </a:lnTo>
                  <a:lnTo>
                    <a:pt x="4655464" y="356088"/>
                  </a:lnTo>
                  <a:lnTo>
                    <a:pt x="4583841" y="351505"/>
                  </a:lnTo>
                  <a:lnTo>
                    <a:pt x="4512219" y="346896"/>
                  </a:lnTo>
                  <a:lnTo>
                    <a:pt x="4440596" y="342262"/>
                  </a:lnTo>
                  <a:lnTo>
                    <a:pt x="4368974" y="337604"/>
                  </a:lnTo>
                  <a:lnTo>
                    <a:pt x="4297351" y="332920"/>
                  </a:lnTo>
                  <a:lnTo>
                    <a:pt x="4225729" y="328210"/>
                  </a:lnTo>
                  <a:lnTo>
                    <a:pt x="4154106" y="323475"/>
                  </a:lnTo>
                  <a:lnTo>
                    <a:pt x="4082483" y="318715"/>
                  </a:lnTo>
                  <a:lnTo>
                    <a:pt x="4010861" y="313928"/>
                  </a:lnTo>
                  <a:lnTo>
                    <a:pt x="3939238" y="309116"/>
                  </a:lnTo>
                  <a:lnTo>
                    <a:pt x="3867616" y="304277"/>
                  </a:lnTo>
                  <a:lnTo>
                    <a:pt x="3795993" y="299412"/>
                  </a:lnTo>
                  <a:lnTo>
                    <a:pt x="3724371" y="294521"/>
                  </a:lnTo>
                  <a:lnTo>
                    <a:pt x="3652748" y="289603"/>
                  </a:lnTo>
                  <a:lnTo>
                    <a:pt x="3581126" y="284659"/>
                  </a:lnTo>
                  <a:lnTo>
                    <a:pt x="3509503" y="279688"/>
                  </a:lnTo>
                  <a:lnTo>
                    <a:pt x="3437881" y="274690"/>
                  </a:lnTo>
                  <a:lnTo>
                    <a:pt x="3366258" y="269664"/>
                  </a:lnTo>
                  <a:lnTo>
                    <a:pt x="3294636" y="264612"/>
                  </a:lnTo>
                  <a:lnTo>
                    <a:pt x="3223013" y="259532"/>
                  </a:lnTo>
                  <a:lnTo>
                    <a:pt x="3151391" y="254424"/>
                  </a:lnTo>
                  <a:lnTo>
                    <a:pt x="3079768" y="249289"/>
                  </a:lnTo>
                  <a:lnTo>
                    <a:pt x="3008146" y="244126"/>
                  </a:lnTo>
                  <a:lnTo>
                    <a:pt x="2936523" y="238935"/>
                  </a:lnTo>
                  <a:lnTo>
                    <a:pt x="2864901" y="233715"/>
                  </a:lnTo>
                  <a:lnTo>
                    <a:pt x="2793278" y="228468"/>
                  </a:lnTo>
                  <a:lnTo>
                    <a:pt x="2721655" y="223192"/>
                  </a:lnTo>
                  <a:lnTo>
                    <a:pt x="2650033" y="217887"/>
                  </a:lnTo>
                  <a:lnTo>
                    <a:pt x="2578410" y="212553"/>
                  </a:lnTo>
                  <a:lnTo>
                    <a:pt x="2506788" y="207191"/>
                  </a:lnTo>
                  <a:lnTo>
                    <a:pt x="2435165" y="201800"/>
                  </a:lnTo>
                  <a:lnTo>
                    <a:pt x="2363543" y="196379"/>
                  </a:lnTo>
                  <a:lnTo>
                    <a:pt x="2291920" y="190929"/>
                  </a:lnTo>
                  <a:lnTo>
                    <a:pt x="2220298" y="185449"/>
                  </a:lnTo>
                  <a:lnTo>
                    <a:pt x="2148675" y="179939"/>
                  </a:lnTo>
                  <a:lnTo>
                    <a:pt x="2077053" y="174400"/>
                  </a:lnTo>
                  <a:lnTo>
                    <a:pt x="2005430" y="168831"/>
                  </a:lnTo>
                  <a:lnTo>
                    <a:pt x="1933808" y="163231"/>
                  </a:lnTo>
                  <a:lnTo>
                    <a:pt x="1862185" y="157601"/>
                  </a:lnTo>
                  <a:lnTo>
                    <a:pt x="1790563" y="151940"/>
                  </a:lnTo>
                  <a:lnTo>
                    <a:pt x="1718940" y="146249"/>
                  </a:lnTo>
                  <a:lnTo>
                    <a:pt x="1647318" y="140527"/>
                  </a:lnTo>
                  <a:lnTo>
                    <a:pt x="1575695" y="134774"/>
                  </a:lnTo>
                  <a:lnTo>
                    <a:pt x="1504073" y="128990"/>
                  </a:lnTo>
                  <a:lnTo>
                    <a:pt x="1432450" y="123174"/>
                  </a:lnTo>
                  <a:lnTo>
                    <a:pt x="1360827" y="117326"/>
                  </a:lnTo>
                  <a:lnTo>
                    <a:pt x="1289205" y="111447"/>
                  </a:lnTo>
                  <a:lnTo>
                    <a:pt x="1217582" y="105537"/>
                  </a:lnTo>
                  <a:lnTo>
                    <a:pt x="1145960" y="99594"/>
                  </a:lnTo>
                  <a:lnTo>
                    <a:pt x="1074337" y="93618"/>
                  </a:lnTo>
                  <a:lnTo>
                    <a:pt x="1002715" y="87611"/>
                  </a:lnTo>
                  <a:lnTo>
                    <a:pt x="931092" y="81570"/>
                  </a:lnTo>
                  <a:lnTo>
                    <a:pt x="859470" y="75497"/>
                  </a:lnTo>
                  <a:lnTo>
                    <a:pt x="787847" y="69391"/>
                  </a:lnTo>
                  <a:lnTo>
                    <a:pt x="716225" y="63252"/>
                  </a:lnTo>
                  <a:lnTo>
                    <a:pt x="644602" y="57080"/>
                  </a:lnTo>
                  <a:lnTo>
                    <a:pt x="572980" y="50874"/>
                  </a:lnTo>
                  <a:lnTo>
                    <a:pt x="501357" y="44634"/>
                  </a:lnTo>
                  <a:lnTo>
                    <a:pt x="429735" y="38361"/>
                  </a:lnTo>
                  <a:lnTo>
                    <a:pt x="358112" y="32054"/>
                  </a:lnTo>
                  <a:lnTo>
                    <a:pt x="286490" y="25712"/>
                  </a:lnTo>
                  <a:lnTo>
                    <a:pt x="214867" y="19336"/>
                  </a:lnTo>
                  <a:lnTo>
                    <a:pt x="143245" y="12925"/>
                  </a:lnTo>
                  <a:lnTo>
                    <a:pt x="71622" y="64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295495" y="2073503"/>
              <a:ext cx="5967184" cy="3122984"/>
            </a:xfrm>
            <a:custGeom>
              <a:avLst/>
              <a:pathLst>
                <a:path w="5967184" h="3122984">
                  <a:moveTo>
                    <a:pt x="0" y="0"/>
                  </a:moveTo>
                  <a:lnTo>
                    <a:pt x="22514" y="29955"/>
                  </a:lnTo>
                  <a:lnTo>
                    <a:pt x="94137" y="122689"/>
                  </a:lnTo>
                  <a:lnTo>
                    <a:pt x="165759" y="212933"/>
                  </a:lnTo>
                  <a:lnTo>
                    <a:pt x="237382" y="300754"/>
                  </a:lnTo>
                  <a:lnTo>
                    <a:pt x="309004" y="386217"/>
                  </a:lnTo>
                  <a:lnTo>
                    <a:pt x="380627" y="469386"/>
                  </a:lnTo>
                  <a:lnTo>
                    <a:pt x="452249" y="550321"/>
                  </a:lnTo>
                  <a:lnTo>
                    <a:pt x="523872" y="629083"/>
                  </a:lnTo>
                  <a:lnTo>
                    <a:pt x="595494" y="705731"/>
                  </a:lnTo>
                  <a:lnTo>
                    <a:pt x="667117" y="780320"/>
                  </a:lnTo>
                  <a:lnTo>
                    <a:pt x="738739" y="852907"/>
                  </a:lnTo>
                  <a:lnTo>
                    <a:pt x="810362" y="923545"/>
                  </a:lnTo>
                  <a:lnTo>
                    <a:pt x="881984" y="992286"/>
                  </a:lnTo>
                  <a:lnTo>
                    <a:pt x="953607" y="1059182"/>
                  </a:lnTo>
                  <a:lnTo>
                    <a:pt x="1025229" y="1124281"/>
                  </a:lnTo>
                  <a:lnTo>
                    <a:pt x="1096852" y="1187633"/>
                  </a:lnTo>
                  <a:lnTo>
                    <a:pt x="1168474" y="1249283"/>
                  </a:lnTo>
                  <a:lnTo>
                    <a:pt x="1240097" y="1309278"/>
                  </a:lnTo>
                  <a:lnTo>
                    <a:pt x="1311720" y="1367663"/>
                  </a:lnTo>
                  <a:lnTo>
                    <a:pt x="1383342" y="1424479"/>
                  </a:lnTo>
                  <a:lnTo>
                    <a:pt x="1454965" y="1479770"/>
                  </a:lnTo>
                  <a:lnTo>
                    <a:pt x="1526587" y="1533577"/>
                  </a:lnTo>
                  <a:lnTo>
                    <a:pt x="1598210" y="1585939"/>
                  </a:lnTo>
                  <a:lnTo>
                    <a:pt x="1669832" y="1636895"/>
                  </a:lnTo>
                  <a:lnTo>
                    <a:pt x="1741455" y="1686483"/>
                  </a:lnTo>
                  <a:lnTo>
                    <a:pt x="1813077" y="1734739"/>
                  </a:lnTo>
                  <a:lnTo>
                    <a:pt x="1884700" y="1781700"/>
                  </a:lnTo>
                  <a:lnTo>
                    <a:pt x="1956322" y="1827400"/>
                  </a:lnTo>
                  <a:lnTo>
                    <a:pt x="2027945" y="1871872"/>
                  </a:lnTo>
                  <a:lnTo>
                    <a:pt x="2099567" y="1915151"/>
                  </a:lnTo>
                  <a:lnTo>
                    <a:pt x="2171190" y="1957268"/>
                  </a:lnTo>
                  <a:lnTo>
                    <a:pt x="2242812" y="1998254"/>
                  </a:lnTo>
                  <a:lnTo>
                    <a:pt x="2314435" y="2038139"/>
                  </a:lnTo>
                  <a:lnTo>
                    <a:pt x="2386057" y="2076954"/>
                  </a:lnTo>
                  <a:lnTo>
                    <a:pt x="2457680" y="2114726"/>
                  </a:lnTo>
                  <a:lnTo>
                    <a:pt x="2529302" y="2151484"/>
                  </a:lnTo>
                  <a:lnTo>
                    <a:pt x="2600925" y="2187255"/>
                  </a:lnTo>
                  <a:lnTo>
                    <a:pt x="2672548" y="2222066"/>
                  </a:lnTo>
                  <a:lnTo>
                    <a:pt x="2744170" y="2255942"/>
                  </a:lnTo>
                  <a:lnTo>
                    <a:pt x="2815793" y="2288908"/>
                  </a:lnTo>
                  <a:lnTo>
                    <a:pt x="2887415" y="2320990"/>
                  </a:lnTo>
                  <a:lnTo>
                    <a:pt x="2959038" y="2352210"/>
                  </a:lnTo>
                  <a:lnTo>
                    <a:pt x="3030660" y="2382591"/>
                  </a:lnTo>
                  <a:lnTo>
                    <a:pt x="3102283" y="2412157"/>
                  </a:lnTo>
                  <a:lnTo>
                    <a:pt x="3173905" y="2440929"/>
                  </a:lnTo>
                  <a:lnTo>
                    <a:pt x="3245528" y="2468929"/>
                  </a:lnTo>
                  <a:lnTo>
                    <a:pt x="3317150" y="2496177"/>
                  </a:lnTo>
                  <a:lnTo>
                    <a:pt x="3388773" y="2522693"/>
                  </a:lnTo>
                  <a:lnTo>
                    <a:pt x="3460395" y="2548497"/>
                  </a:lnTo>
                  <a:lnTo>
                    <a:pt x="3532018" y="2573608"/>
                  </a:lnTo>
                  <a:lnTo>
                    <a:pt x="3603640" y="2598045"/>
                  </a:lnTo>
                  <a:lnTo>
                    <a:pt x="3675263" y="2621827"/>
                  </a:lnTo>
                  <a:lnTo>
                    <a:pt x="3746885" y="2644969"/>
                  </a:lnTo>
                  <a:lnTo>
                    <a:pt x="3818508" y="2667490"/>
                  </a:lnTo>
                  <a:lnTo>
                    <a:pt x="3890130" y="2689407"/>
                  </a:lnTo>
                  <a:lnTo>
                    <a:pt x="3961753" y="2710734"/>
                  </a:lnTo>
                  <a:lnTo>
                    <a:pt x="4033376" y="2731490"/>
                  </a:lnTo>
                  <a:lnTo>
                    <a:pt x="4104998" y="2751688"/>
                  </a:lnTo>
                  <a:lnTo>
                    <a:pt x="4176621" y="2771344"/>
                  </a:lnTo>
                  <a:lnTo>
                    <a:pt x="4248243" y="2790472"/>
                  </a:lnTo>
                  <a:lnTo>
                    <a:pt x="4319866" y="2809086"/>
                  </a:lnTo>
                  <a:lnTo>
                    <a:pt x="4391488" y="2827200"/>
                  </a:lnTo>
                  <a:lnTo>
                    <a:pt x="4463111" y="2844829"/>
                  </a:lnTo>
                  <a:lnTo>
                    <a:pt x="4534733" y="2861984"/>
                  </a:lnTo>
                  <a:lnTo>
                    <a:pt x="4606356" y="2878678"/>
                  </a:lnTo>
                  <a:lnTo>
                    <a:pt x="4677978" y="2894924"/>
                  </a:lnTo>
                  <a:lnTo>
                    <a:pt x="4749601" y="2910734"/>
                  </a:lnTo>
                  <a:lnTo>
                    <a:pt x="4821223" y="2926119"/>
                  </a:lnTo>
                  <a:lnTo>
                    <a:pt x="4892846" y="2941091"/>
                  </a:lnTo>
                  <a:lnTo>
                    <a:pt x="4964468" y="2955662"/>
                  </a:lnTo>
                  <a:lnTo>
                    <a:pt x="5036091" y="2969841"/>
                  </a:lnTo>
                  <a:lnTo>
                    <a:pt x="5107713" y="2983639"/>
                  </a:lnTo>
                  <a:lnTo>
                    <a:pt x="5179336" y="2997067"/>
                  </a:lnTo>
                  <a:lnTo>
                    <a:pt x="5250958" y="3010134"/>
                  </a:lnTo>
                  <a:lnTo>
                    <a:pt x="5322581" y="3022851"/>
                  </a:lnTo>
                  <a:lnTo>
                    <a:pt x="5394204" y="3035226"/>
                  </a:lnTo>
                  <a:lnTo>
                    <a:pt x="5465826" y="3047268"/>
                  </a:lnTo>
                  <a:lnTo>
                    <a:pt x="5537449" y="3058988"/>
                  </a:lnTo>
                  <a:lnTo>
                    <a:pt x="5609071" y="3070393"/>
                  </a:lnTo>
                  <a:lnTo>
                    <a:pt x="5680694" y="3081491"/>
                  </a:lnTo>
                  <a:lnTo>
                    <a:pt x="5752316" y="3092292"/>
                  </a:lnTo>
                  <a:lnTo>
                    <a:pt x="5823939" y="3102802"/>
                  </a:lnTo>
                  <a:lnTo>
                    <a:pt x="5895561" y="3113030"/>
                  </a:lnTo>
                  <a:lnTo>
                    <a:pt x="5967184" y="31229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0.97 (0.94-0.99)  |  per IQR (Δ = 18.2): 0.53 (0.32-0.88)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2026-05-22T09:54:31Z</dcterms:modified>
  <cp:category/>
</cp:coreProperties>
</file>