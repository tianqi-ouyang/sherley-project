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30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304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305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305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804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8050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8054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805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92090"/>
              <a:ext cx="6949396" cy="1024006"/>
            </a:xfrm>
            <a:custGeom>
              <a:avLst/>
              <a:pathLst>
                <a:path w="6949396" h="1024006">
                  <a:moveTo>
                    <a:pt x="0" y="1024006"/>
                  </a:moveTo>
                  <a:lnTo>
                    <a:pt x="106913" y="1024006"/>
                  </a:lnTo>
                  <a:lnTo>
                    <a:pt x="106913" y="895839"/>
                  </a:lnTo>
                  <a:lnTo>
                    <a:pt x="427655" y="895839"/>
                  </a:lnTo>
                  <a:lnTo>
                    <a:pt x="427655" y="767702"/>
                  </a:lnTo>
                  <a:lnTo>
                    <a:pt x="534568" y="767702"/>
                  </a:lnTo>
                  <a:lnTo>
                    <a:pt x="534568" y="634931"/>
                  </a:lnTo>
                  <a:lnTo>
                    <a:pt x="641482" y="634931"/>
                  </a:lnTo>
                  <a:lnTo>
                    <a:pt x="641482" y="566086"/>
                  </a:lnTo>
                  <a:lnTo>
                    <a:pt x="748396" y="566086"/>
                  </a:lnTo>
                  <a:lnTo>
                    <a:pt x="748396" y="496509"/>
                  </a:lnTo>
                  <a:lnTo>
                    <a:pt x="2459017" y="496509"/>
                  </a:lnTo>
                  <a:lnTo>
                    <a:pt x="2459017" y="289725"/>
                  </a:lnTo>
                  <a:lnTo>
                    <a:pt x="2886672" y="289725"/>
                  </a:lnTo>
                  <a:lnTo>
                    <a:pt x="2886672" y="218806"/>
                  </a:lnTo>
                  <a:lnTo>
                    <a:pt x="3741982" y="218806"/>
                  </a:lnTo>
                  <a:lnTo>
                    <a:pt x="3741982" y="146503"/>
                  </a:lnTo>
                  <a:lnTo>
                    <a:pt x="3848896" y="146503"/>
                  </a:lnTo>
                  <a:lnTo>
                    <a:pt x="3848896" y="73825"/>
                  </a:lnTo>
                  <a:lnTo>
                    <a:pt x="6949396" y="7382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42684"/>
            </a:xfrm>
            <a:custGeom>
              <a:avLst/>
              <a:pathLst>
                <a:path w="6949396" h="2542684">
                  <a:moveTo>
                    <a:pt x="0" y="2542684"/>
                  </a:moveTo>
                  <a:lnTo>
                    <a:pt x="106913" y="2542684"/>
                  </a:lnTo>
                  <a:lnTo>
                    <a:pt x="106913" y="2198251"/>
                  </a:lnTo>
                  <a:lnTo>
                    <a:pt x="427655" y="2198251"/>
                  </a:lnTo>
                  <a:lnTo>
                    <a:pt x="427655" y="1861588"/>
                  </a:lnTo>
                  <a:lnTo>
                    <a:pt x="534568" y="1861588"/>
                  </a:lnTo>
                  <a:lnTo>
                    <a:pt x="534568" y="1520756"/>
                  </a:lnTo>
                  <a:lnTo>
                    <a:pt x="641482" y="1520756"/>
                  </a:lnTo>
                  <a:lnTo>
                    <a:pt x="641482" y="1347197"/>
                  </a:lnTo>
                  <a:lnTo>
                    <a:pt x="748396" y="1347197"/>
                  </a:lnTo>
                  <a:lnTo>
                    <a:pt x="748396" y="1173970"/>
                  </a:lnTo>
                  <a:lnTo>
                    <a:pt x="2459017" y="1173970"/>
                  </a:lnTo>
                  <a:lnTo>
                    <a:pt x="2459017" y="671916"/>
                  </a:lnTo>
                  <a:lnTo>
                    <a:pt x="2886672" y="671916"/>
                  </a:lnTo>
                  <a:lnTo>
                    <a:pt x="2886672" y="504077"/>
                  </a:lnTo>
                  <a:lnTo>
                    <a:pt x="3741982" y="504077"/>
                  </a:lnTo>
                  <a:lnTo>
                    <a:pt x="3741982" y="335223"/>
                  </a:lnTo>
                  <a:lnTo>
                    <a:pt x="3848896" y="335223"/>
                  </a:lnTo>
                  <a:lnTo>
                    <a:pt x="3848896" y="167772"/>
                  </a:lnTo>
                  <a:lnTo>
                    <a:pt x="6949396" y="16777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404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1404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44049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74053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0.86-8.76), p = 0.088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2026-05-22T10:32:48Z</dcterms:modified>
  <cp:category/>
</cp:coreProperties>
</file>