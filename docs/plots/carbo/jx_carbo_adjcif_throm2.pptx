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20"/>
              <a:ext cx="6949396" cy="907617"/>
            </a:xfrm>
            <a:custGeom>
              <a:avLst/>
              <a:pathLst>
                <a:path w="6949396" h="907617">
                  <a:moveTo>
                    <a:pt x="0" y="907617"/>
                  </a:moveTo>
                  <a:lnTo>
                    <a:pt x="106913" y="907617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5"/>
                  </a:lnTo>
                  <a:lnTo>
                    <a:pt x="748396" y="501985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7"/>
                  </a:lnTo>
                  <a:lnTo>
                    <a:pt x="6949396" y="652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2026-06-02T08:49:37Z</dcterms:modified>
  <cp:category/>
</cp:coreProperties>
</file>