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8068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68121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08173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48226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88279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410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936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176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5591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8094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38147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78200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18253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1022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484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9867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752606"/>
              <a:ext cx="6949396" cy="778960"/>
            </a:xfrm>
            <a:custGeom>
              <a:avLst/>
              <a:pathLst>
                <a:path w="6949396" h="778960">
                  <a:moveTo>
                    <a:pt x="0" y="778960"/>
                  </a:moveTo>
                  <a:lnTo>
                    <a:pt x="106913" y="778960"/>
                  </a:lnTo>
                  <a:lnTo>
                    <a:pt x="106913" y="681521"/>
                  </a:lnTo>
                  <a:lnTo>
                    <a:pt x="427655" y="681521"/>
                  </a:lnTo>
                  <a:lnTo>
                    <a:pt x="427655" y="584116"/>
                  </a:lnTo>
                  <a:lnTo>
                    <a:pt x="534568" y="584116"/>
                  </a:lnTo>
                  <a:lnTo>
                    <a:pt x="534568" y="483083"/>
                  </a:lnTo>
                  <a:lnTo>
                    <a:pt x="641482" y="483083"/>
                  </a:lnTo>
                  <a:lnTo>
                    <a:pt x="641482" y="430834"/>
                  </a:lnTo>
                  <a:lnTo>
                    <a:pt x="748396" y="430834"/>
                  </a:lnTo>
                  <a:lnTo>
                    <a:pt x="748396" y="378088"/>
                  </a:lnTo>
                  <a:lnTo>
                    <a:pt x="2459017" y="378088"/>
                  </a:lnTo>
                  <a:lnTo>
                    <a:pt x="2459017" y="220873"/>
                  </a:lnTo>
                  <a:lnTo>
                    <a:pt x="2886672" y="220873"/>
                  </a:lnTo>
                  <a:lnTo>
                    <a:pt x="2886672" y="166942"/>
                  </a:lnTo>
                  <a:lnTo>
                    <a:pt x="3741982" y="166942"/>
                  </a:lnTo>
                  <a:lnTo>
                    <a:pt x="3741982" y="111789"/>
                  </a:lnTo>
                  <a:lnTo>
                    <a:pt x="3848896" y="111789"/>
                  </a:lnTo>
                  <a:lnTo>
                    <a:pt x="3848896" y="56327"/>
                  </a:lnTo>
                  <a:lnTo>
                    <a:pt x="6949396" y="5632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542447"/>
            </a:xfrm>
            <a:custGeom>
              <a:avLst/>
              <a:pathLst>
                <a:path w="6949396" h="2542447">
                  <a:moveTo>
                    <a:pt x="0" y="2542447"/>
                  </a:moveTo>
                  <a:lnTo>
                    <a:pt x="106913" y="2542447"/>
                  </a:lnTo>
                  <a:lnTo>
                    <a:pt x="106913" y="2197453"/>
                  </a:lnTo>
                  <a:lnTo>
                    <a:pt x="427655" y="2197453"/>
                  </a:lnTo>
                  <a:lnTo>
                    <a:pt x="427655" y="1860575"/>
                  </a:lnTo>
                  <a:lnTo>
                    <a:pt x="534568" y="1860575"/>
                  </a:lnTo>
                  <a:lnTo>
                    <a:pt x="534568" y="1519441"/>
                  </a:lnTo>
                  <a:lnTo>
                    <a:pt x="641482" y="1519441"/>
                  </a:lnTo>
                  <a:lnTo>
                    <a:pt x="641482" y="1346285"/>
                  </a:lnTo>
                  <a:lnTo>
                    <a:pt x="748396" y="1346285"/>
                  </a:lnTo>
                  <a:lnTo>
                    <a:pt x="748396" y="1173702"/>
                  </a:lnTo>
                  <a:lnTo>
                    <a:pt x="2459017" y="1173702"/>
                  </a:lnTo>
                  <a:lnTo>
                    <a:pt x="2459017" y="672331"/>
                  </a:lnTo>
                  <a:lnTo>
                    <a:pt x="2886672" y="672331"/>
                  </a:lnTo>
                  <a:lnTo>
                    <a:pt x="2886672" y="504758"/>
                  </a:lnTo>
                  <a:lnTo>
                    <a:pt x="3741982" y="504758"/>
                  </a:lnTo>
                  <a:lnTo>
                    <a:pt x="3741982" y="335683"/>
                  </a:lnTo>
                  <a:lnTo>
                    <a:pt x="3848896" y="335683"/>
                  </a:lnTo>
                  <a:lnTo>
                    <a:pt x="3848896" y="167975"/>
                  </a:lnTo>
                  <a:lnTo>
                    <a:pt x="6949396" y="16797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94089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34142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74195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14247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64804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78632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459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3.62 (95% CI 1.12-11.74), p = 0.032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2026-05-22T09:54:38Z</dcterms:modified>
  <cp:category/>
</cp:coreProperties>
</file>