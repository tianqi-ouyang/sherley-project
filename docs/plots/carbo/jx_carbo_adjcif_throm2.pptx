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6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12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5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05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395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410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93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176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559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8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3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198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28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102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484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9867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615919"/>
              <a:ext cx="6949396" cy="907618"/>
            </a:xfrm>
            <a:custGeom>
              <a:avLst/>
              <a:pathLst>
                <a:path w="6949396" h="907618">
                  <a:moveTo>
                    <a:pt x="0" y="907618"/>
                  </a:moveTo>
                  <a:lnTo>
                    <a:pt x="106913" y="907618"/>
                  </a:lnTo>
                  <a:lnTo>
                    <a:pt x="106913" y="794183"/>
                  </a:lnTo>
                  <a:lnTo>
                    <a:pt x="427655" y="794183"/>
                  </a:lnTo>
                  <a:lnTo>
                    <a:pt x="427655" y="680961"/>
                  </a:lnTo>
                  <a:lnTo>
                    <a:pt x="534568" y="680961"/>
                  </a:lnTo>
                  <a:lnTo>
                    <a:pt x="534568" y="563161"/>
                  </a:lnTo>
                  <a:lnTo>
                    <a:pt x="641482" y="563161"/>
                  </a:lnTo>
                  <a:lnTo>
                    <a:pt x="641482" y="501986"/>
                  </a:lnTo>
                  <a:lnTo>
                    <a:pt x="748396" y="501986"/>
                  </a:lnTo>
                  <a:lnTo>
                    <a:pt x="748396" y="440307"/>
                  </a:lnTo>
                  <a:lnTo>
                    <a:pt x="2459017" y="440307"/>
                  </a:lnTo>
                  <a:lnTo>
                    <a:pt x="2459017" y="256588"/>
                  </a:lnTo>
                  <a:lnTo>
                    <a:pt x="2886672" y="256588"/>
                  </a:lnTo>
                  <a:lnTo>
                    <a:pt x="2886672" y="193804"/>
                  </a:lnTo>
                  <a:lnTo>
                    <a:pt x="3741982" y="193804"/>
                  </a:lnTo>
                  <a:lnTo>
                    <a:pt x="3741982" y="129668"/>
                  </a:lnTo>
                  <a:lnTo>
                    <a:pt x="3848896" y="129668"/>
                  </a:lnTo>
                  <a:lnTo>
                    <a:pt x="3848896" y="65288"/>
                  </a:lnTo>
                  <a:lnTo>
                    <a:pt x="6949396" y="6528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44168"/>
            </a:xfrm>
            <a:custGeom>
              <a:avLst/>
              <a:pathLst>
                <a:path w="6949396" h="2544168">
                  <a:moveTo>
                    <a:pt x="0" y="2544168"/>
                  </a:moveTo>
                  <a:lnTo>
                    <a:pt x="106913" y="2544168"/>
                  </a:lnTo>
                  <a:lnTo>
                    <a:pt x="106913" y="2202021"/>
                  </a:lnTo>
                  <a:lnTo>
                    <a:pt x="427655" y="2202021"/>
                  </a:lnTo>
                  <a:lnTo>
                    <a:pt x="427655" y="1867656"/>
                  </a:lnTo>
                  <a:lnTo>
                    <a:pt x="534568" y="1867656"/>
                  </a:lnTo>
                  <a:lnTo>
                    <a:pt x="534568" y="1527205"/>
                  </a:lnTo>
                  <a:lnTo>
                    <a:pt x="641482" y="1527205"/>
                  </a:lnTo>
                  <a:lnTo>
                    <a:pt x="641482" y="1353346"/>
                  </a:lnTo>
                  <a:lnTo>
                    <a:pt x="748396" y="1353346"/>
                  </a:lnTo>
                  <a:lnTo>
                    <a:pt x="748396" y="1180068"/>
                  </a:lnTo>
                  <a:lnTo>
                    <a:pt x="2459017" y="1180068"/>
                  </a:lnTo>
                  <a:lnTo>
                    <a:pt x="2459017" y="675704"/>
                  </a:lnTo>
                  <a:lnTo>
                    <a:pt x="2886672" y="675704"/>
                  </a:lnTo>
                  <a:lnTo>
                    <a:pt x="2886672" y="507316"/>
                  </a:lnTo>
                  <a:lnTo>
                    <a:pt x="3741982" y="507316"/>
                  </a:lnTo>
                  <a:lnTo>
                    <a:pt x="3741982" y="337358"/>
                  </a:lnTo>
                  <a:lnTo>
                    <a:pt x="3848896" y="337358"/>
                  </a:lnTo>
                  <a:lnTo>
                    <a:pt x="3848896" y="168819"/>
                  </a:lnTo>
                  <a:lnTo>
                    <a:pt x="6949396" y="16881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83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3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7976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23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6480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7863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459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3.08 (95% CI 0.88-10.74), p = 0.077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2026-05-22T10:22:53Z</dcterms:modified>
  <cp:category/>
</cp:coreProperties>
</file>