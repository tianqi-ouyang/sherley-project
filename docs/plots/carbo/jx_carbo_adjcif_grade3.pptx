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349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54397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85301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16204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30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61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193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725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8945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984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50752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81656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9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927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5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991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384373"/>
              <a:ext cx="6949396" cy="1125401"/>
            </a:xfrm>
            <a:custGeom>
              <a:avLst/>
              <a:pathLst>
                <a:path w="6949396" h="1125401">
                  <a:moveTo>
                    <a:pt x="0" y="1125401"/>
                  </a:moveTo>
                  <a:lnTo>
                    <a:pt x="185317" y="1125401"/>
                  </a:lnTo>
                  <a:lnTo>
                    <a:pt x="185317" y="845409"/>
                  </a:lnTo>
                  <a:lnTo>
                    <a:pt x="277975" y="845409"/>
                  </a:lnTo>
                  <a:lnTo>
                    <a:pt x="277975" y="771656"/>
                  </a:lnTo>
                  <a:lnTo>
                    <a:pt x="370634" y="771656"/>
                  </a:lnTo>
                  <a:lnTo>
                    <a:pt x="370634" y="696579"/>
                  </a:lnTo>
                  <a:lnTo>
                    <a:pt x="1482537" y="696579"/>
                  </a:lnTo>
                  <a:lnTo>
                    <a:pt x="1482537" y="620903"/>
                  </a:lnTo>
                  <a:lnTo>
                    <a:pt x="1945831" y="620903"/>
                  </a:lnTo>
                  <a:lnTo>
                    <a:pt x="1945831" y="544144"/>
                  </a:lnTo>
                  <a:lnTo>
                    <a:pt x="2223806" y="544144"/>
                  </a:lnTo>
                  <a:lnTo>
                    <a:pt x="2223806" y="467006"/>
                  </a:lnTo>
                  <a:lnTo>
                    <a:pt x="3057734" y="467006"/>
                  </a:lnTo>
                  <a:lnTo>
                    <a:pt x="3057734" y="312905"/>
                  </a:lnTo>
                  <a:lnTo>
                    <a:pt x="3335710" y="312905"/>
                  </a:lnTo>
                  <a:lnTo>
                    <a:pt x="3335710" y="235357"/>
                  </a:lnTo>
                  <a:lnTo>
                    <a:pt x="6300786" y="235357"/>
                  </a:lnTo>
                  <a:lnTo>
                    <a:pt x="6300786" y="158190"/>
                  </a:lnTo>
                  <a:lnTo>
                    <a:pt x="6578762" y="158190"/>
                  </a:lnTo>
                  <a:lnTo>
                    <a:pt x="6578762" y="79519"/>
                  </a:lnTo>
                  <a:lnTo>
                    <a:pt x="6949396" y="7951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45918"/>
            </a:xfrm>
            <a:custGeom>
              <a:avLst/>
              <a:pathLst>
                <a:path w="6949396" h="2545918">
                  <a:moveTo>
                    <a:pt x="0" y="2545918"/>
                  </a:moveTo>
                  <a:lnTo>
                    <a:pt x="185317" y="2545918"/>
                  </a:lnTo>
                  <a:lnTo>
                    <a:pt x="185317" y="1877244"/>
                  </a:lnTo>
                  <a:lnTo>
                    <a:pt x="277975" y="1877244"/>
                  </a:lnTo>
                  <a:lnTo>
                    <a:pt x="277975" y="1705101"/>
                  </a:lnTo>
                  <a:lnTo>
                    <a:pt x="370634" y="1705101"/>
                  </a:lnTo>
                  <a:lnTo>
                    <a:pt x="370634" y="1531551"/>
                  </a:lnTo>
                  <a:lnTo>
                    <a:pt x="1482537" y="1531551"/>
                  </a:lnTo>
                  <a:lnTo>
                    <a:pt x="1482537" y="1358323"/>
                  </a:lnTo>
                  <a:lnTo>
                    <a:pt x="1945831" y="1358323"/>
                  </a:lnTo>
                  <a:lnTo>
                    <a:pt x="1945831" y="1184352"/>
                  </a:lnTo>
                  <a:lnTo>
                    <a:pt x="2223806" y="1184352"/>
                  </a:lnTo>
                  <a:lnTo>
                    <a:pt x="2223806" y="1011269"/>
                  </a:lnTo>
                  <a:lnTo>
                    <a:pt x="3057734" y="1011269"/>
                  </a:lnTo>
                  <a:lnTo>
                    <a:pt x="3057734" y="670683"/>
                  </a:lnTo>
                  <a:lnTo>
                    <a:pt x="3335710" y="670683"/>
                  </a:lnTo>
                  <a:lnTo>
                    <a:pt x="3335710" y="501879"/>
                  </a:lnTo>
                  <a:lnTo>
                    <a:pt x="6300786" y="501879"/>
                  </a:lnTo>
                  <a:lnTo>
                    <a:pt x="6300786" y="335606"/>
                  </a:lnTo>
                  <a:lnTo>
                    <a:pt x="6578762" y="335606"/>
                  </a:lnTo>
                  <a:lnTo>
                    <a:pt x="6578762" y="167826"/>
                  </a:lnTo>
                  <a:lnTo>
                    <a:pt x="6949396" y="16782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4940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5844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46747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7765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2774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3058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9837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8369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2.45 (95% CI 0.76-7.96), p = 0.135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2026-05-26T11:33:20Z</dcterms:modified>
  <cp:category/>
</cp:coreProperties>
</file>