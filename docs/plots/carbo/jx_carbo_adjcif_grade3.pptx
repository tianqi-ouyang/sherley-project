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3032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301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82994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12975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30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61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193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725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8023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8003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7984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796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9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927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5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991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352830"/>
              <a:ext cx="6949396" cy="1155467"/>
            </a:xfrm>
            <a:custGeom>
              <a:avLst/>
              <a:pathLst>
                <a:path w="6949396" h="1155467">
                  <a:moveTo>
                    <a:pt x="0" y="1155467"/>
                  </a:moveTo>
                  <a:lnTo>
                    <a:pt x="185317" y="1155467"/>
                  </a:lnTo>
                  <a:lnTo>
                    <a:pt x="185317" y="869831"/>
                  </a:lnTo>
                  <a:lnTo>
                    <a:pt x="277975" y="869831"/>
                  </a:lnTo>
                  <a:lnTo>
                    <a:pt x="277975" y="794533"/>
                  </a:lnTo>
                  <a:lnTo>
                    <a:pt x="370634" y="794533"/>
                  </a:lnTo>
                  <a:lnTo>
                    <a:pt x="370634" y="717723"/>
                  </a:lnTo>
                  <a:lnTo>
                    <a:pt x="1482537" y="717723"/>
                  </a:lnTo>
                  <a:lnTo>
                    <a:pt x="1482537" y="640108"/>
                  </a:lnTo>
                  <a:lnTo>
                    <a:pt x="1945831" y="640108"/>
                  </a:lnTo>
                  <a:lnTo>
                    <a:pt x="1945831" y="561205"/>
                  </a:lnTo>
                  <a:lnTo>
                    <a:pt x="2223806" y="561205"/>
                  </a:lnTo>
                  <a:lnTo>
                    <a:pt x="2223806" y="481648"/>
                  </a:lnTo>
                  <a:lnTo>
                    <a:pt x="3057734" y="481648"/>
                  </a:lnTo>
                  <a:lnTo>
                    <a:pt x="3057734" y="322604"/>
                  </a:lnTo>
                  <a:lnTo>
                    <a:pt x="3335710" y="322604"/>
                  </a:lnTo>
                  <a:lnTo>
                    <a:pt x="3335710" y="242778"/>
                  </a:lnTo>
                  <a:lnTo>
                    <a:pt x="6300786" y="242778"/>
                  </a:lnTo>
                  <a:lnTo>
                    <a:pt x="6300786" y="163515"/>
                  </a:lnTo>
                  <a:lnTo>
                    <a:pt x="6578762" y="163515"/>
                  </a:lnTo>
                  <a:lnTo>
                    <a:pt x="6578762" y="82363"/>
                  </a:lnTo>
                  <a:lnTo>
                    <a:pt x="6949396" y="8236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45979"/>
            </a:xfrm>
            <a:custGeom>
              <a:avLst/>
              <a:pathLst>
                <a:path w="6949396" h="2545979">
                  <a:moveTo>
                    <a:pt x="0" y="2545979"/>
                  </a:moveTo>
                  <a:lnTo>
                    <a:pt x="185317" y="2545979"/>
                  </a:lnTo>
                  <a:lnTo>
                    <a:pt x="185317" y="1878944"/>
                  </a:lnTo>
                  <a:lnTo>
                    <a:pt x="277975" y="1878944"/>
                  </a:lnTo>
                  <a:lnTo>
                    <a:pt x="277975" y="1707332"/>
                  </a:lnTo>
                  <a:lnTo>
                    <a:pt x="370634" y="1707332"/>
                  </a:lnTo>
                  <a:lnTo>
                    <a:pt x="370634" y="1534068"/>
                  </a:lnTo>
                  <a:lnTo>
                    <a:pt x="1482537" y="1534068"/>
                  </a:lnTo>
                  <a:lnTo>
                    <a:pt x="1482537" y="1360810"/>
                  </a:lnTo>
                  <a:lnTo>
                    <a:pt x="1945831" y="1360810"/>
                  </a:lnTo>
                  <a:lnTo>
                    <a:pt x="1945831" y="1186545"/>
                  </a:lnTo>
                  <a:lnTo>
                    <a:pt x="2223806" y="1186545"/>
                  </a:lnTo>
                  <a:lnTo>
                    <a:pt x="2223806" y="1012724"/>
                  </a:lnTo>
                  <a:lnTo>
                    <a:pt x="3057734" y="1012724"/>
                  </a:lnTo>
                  <a:lnTo>
                    <a:pt x="3057734" y="670855"/>
                  </a:lnTo>
                  <a:lnTo>
                    <a:pt x="3335710" y="670855"/>
                  </a:lnTo>
                  <a:lnTo>
                    <a:pt x="3335710" y="502063"/>
                  </a:lnTo>
                  <a:lnTo>
                    <a:pt x="6300786" y="502063"/>
                  </a:lnTo>
                  <a:lnTo>
                    <a:pt x="6300786" y="336290"/>
                  </a:lnTo>
                  <a:lnTo>
                    <a:pt x="6578762" y="336290"/>
                  </a:lnTo>
                  <a:lnTo>
                    <a:pt x="6578762" y="168437"/>
                  </a:lnTo>
                  <a:lnTo>
                    <a:pt x="6949396" y="16843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4017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3998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43979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73960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2774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3058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9837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369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2.40 (95% CI 0.82-7.01), p = 0.108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2026-05-22T10:32:49Z</dcterms:modified>
  <cp:category/>
</cp:coreProperties>
</file>