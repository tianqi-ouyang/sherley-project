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679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610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4536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893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5322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3750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618740"/>
              <a:ext cx="6804615" cy="1755486"/>
            </a:xfrm>
            <a:custGeom>
              <a:avLst/>
              <a:pathLst>
                <a:path w="6804615" h="1755486">
                  <a:moveTo>
                    <a:pt x="0" y="1755486"/>
                  </a:moveTo>
                  <a:lnTo>
                    <a:pt x="181456" y="1755486"/>
                  </a:lnTo>
                  <a:lnTo>
                    <a:pt x="181456" y="1338423"/>
                  </a:lnTo>
                  <a:lnTo>
                    <a:pt x="272184" y="1338423"/>
                  </a:lnTo>
                  <a:lnTo>
                    <a:pt x="272184" y="1211417"/>
                  </a:lnTo>
                  <a:lnTo>
                    <a:pt x="362912" y="1211417"/>
                  </a:lnTo>
                  <a:lnTo>
                    <a:pt x="362912" y="1085394"/>
                  </a:lnTo>
                  <a:lnTo>
                    <a:pt x="1451651" y="1085394"/>
                  </a:lnTo>
                  <a:lnTo>
                    <a:pt x="1451651" y="962817"/>
                  </a:lnTo>
                  <a:lnTo>
                    <a:pt x="1905292" y="962817"/>
                  </a:lnTo>
                  <a:lnTo>
                    <a:pt x="1905292" y="839285"/>
                  </a:lnTo>
                  <a:lnTo>
                    <a:pt x="2177476" y="839285"/>
                  </a:lnTo>
                  <a:lnTo>
                    <a:pt x="2177476" y="716823"/>
                  </a:lnTo>
                  <a:lnTo>
                    <a:pt x="2994030" y="716823"/>
                  </a:lnTo>
                  <a:lnTo>
                    <a:pt x="2994030" y="467396"/>
                  </a:lnTo>
                  <a:lnTo>
                    <a:pt x="3266215" y="467396"/>
                  </a:lnTo>
                  <a:lnTo>
                    <a:pt x="3266215" y="346261"/>
                  </a:lnTo>
                  <a:lnTo>
                    <a:pt x="6169517" y="346261"/>
                  </a:lnTo>
                  <a:lnTo>
                    <a:pt x="6169517" y="228372"/>
                  </a:lnTo>
                  <a:lnTo>
                    <a:pt x="6441702" y="228372"/>
                  </a:lnTo>
                  <a:lnTo>
                    <a:pt x="6441702" y="113455"/>
                  </a:lnTo>
                  <a:lnTo>
                    <a:pt x="6804615" y="11345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2293853"/>
            </a:xfrm>
            <a:custGeom>
              <a:avLst/>
              <a:pathLst>
                <a:path w="6804615" h="2293853">
                  <a:moveTo>
                    <a:pt x="0" y="2293853"/>
                  </a:moveTo>
                  <a:lnTo>
                    <a:pt x="181456" y="2293853"/>
                  </a:lnTo>
                  <a:lnTo>
                    <a:pt x="181456" y="1720746"/>
                  </a:lnTo>
                  <a:lnTo>
                    <a:pt x="272184" y="1720746"/>
                  </a:lnTo>
                  <a:lnTo>
                    <a:pt x="272184" y="1550981"/>
                  </a:lnTo>
                  <a:lnTo>
                    <a:pt x="362912" y="1550981"/>
                  </a:lnTo>
                  <a:lnTo>
                    <a:pt x="362912" y="1384280"/>
                  </a:lnTo>
                  <a:lnTo>
                    <a:pt x="1451651" y="1384280"/>
                  </a:lnTo>
                  <a:lnTo>
                    <a:pt x="1451651" y="1223625"/>
                  </a:lnTo>
                  <a:lnTo>
                    <a:pt x="1905292" y="1223625"/>
                  </a:lnTo>
                  <a:lnTo>
                    <a:pt x="1905292" y="1063047"/>
                  </a:lnTo>
                  <a:lnTo>
                    <a:pt x="2177476" y="1063047"/>
                  </a:lnTo>
                  <a:lnTo>
                    <a:pt x="2177476" y="905054"/>
                  </a:lnTo>
                  <a:lnTo>
                    <a:pt x="2994030" y="905054"/>
                  </a:lnTo>
                  <a:lnTo>
                    <a:pt x="2994030" y="586542"/>
                  </a:lnTo>
                  <a:lnTo>
                    <a:pt x="3266215" y="586542"/>
                  </a:lnTo>
                  <a:lnTo>
                    <a:pt x="3266215" y="433304"/>
                  </a:lnTo>
                  <a:lnTo>
                    <a:pt x="6169517" y="433304"/>
                  </a:lnTo>
                  <a:lnTo>
                    <a:pt x="6169517" y="285017"/>
                  </a:lnTo>
                  <a:lnTo>
                    <a:pt x="6441702" y="285017"/>
                  </a:lnTo>
                  <a:lnTo>
                    <a:pt x="6441702" y="141235"/>
                  </a:lnTo>
                  <a:lnTo>
                    <a:pt x="6804615" y="14123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796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80224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8652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0.50-4.13), p = 0.508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2026-07-14T09:11:32Z</dcterms:modified>
  <cp:category/>
</cp:coreProperties>
</file>