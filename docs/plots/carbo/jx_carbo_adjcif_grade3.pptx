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423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6630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8902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21414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130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61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1934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725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90434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2282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55218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87611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9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927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593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9910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437045"/>
              <a:ext cx="6949396" cy="1075840"/>
            </a:xfrm>
            <a:custGeom>
              <a:avLst/>
              <a:pathLst>
                <a:path w="6949396" h="1075840">
                  <a:moveTo>
                    <a:pt x="0" y="1075840"/>
                  </a:moveTo>
                  <a:lnTo>
                    <a:pt x="185317" y="1075840"/>
                  </a:lnTo>
                  <a:lnTo>
                    <a:pt x="185317" y="807934"/>
                  </a:lnTo>
                  <a:lnTo>
                    <a:pt x="277975" y="807934"/>
                  </a:lnTo>
                  <a:lnTo>
                    <a:pt x="277975" y="737288"/>
                  </a:lnTo>
                  <a:lnTo>
                    <a:pt x="370634" y="737288"/>
                  </a:lnTo>
                  <a:lnTo>
                    <a:pt x="370634" y="665382"/>
                  </a:lnTo>
                  <a:lnTo>
                    <a:pt x="1482537" y="665382"/>
                  </a:lnTo>
                  <a:lnTo>
                    <a:pt x="1482537" y="593234"/>
                  </a:lnTo>
                  <a:lnTo>
                    <a:pt x="1945831" y="593234"/>
                  </a:lnTo>
                  <a:lnTo>
                    <a:pt x="1945831" y="520231"/>
                  </a:lnTo>
                  <a:lnTo>
                    <a:pt x="2223806" y="520231"/>
                  </a:lnTo>
                  <a:lnTo>
                    <a:pt x="2223806" y="446857"/>
                  </a:lnTo>
                  <a:lnTo>
                    <a:pt x="3057734" y="446857"/>
                  </a:lnTo>
                  <a:lnTo>
                    <a:pt x="3057734" y="299863"/>
                  </a:lnTo>
                  <a:lnTo>
                    <a:pt x="3335710" y="299863"/>
                  </a:lnTo>
                  <a:lnTo>
                    <a:pt x="3335710" y="225558"/>
                  </a:lnTo>
                  <a:lnTo>
                    <a:pt x="6300786" y="225558"/>
                  </a:lnTo>
                  <a:lnTo>
                    <a:pt x="6300786" y="151640"/>
                  </a:lnTo>
                  <a:lnTo>
                    <a:pt x="6578762" y="151640"/>
                  </a:lnTo>
                  <a:lnTo>
                    <a:pt x="6578762" y="76313"/>
                  </a:lnTo>
                  <a:lnTo>
                    <a:pt x="6949396" y="7631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44134"/>
            </a:xfrm>
            <a:custGeom>
              <a:avLst/>
              <a:pathLst>
                <a:path w="6949396" h="2544134">
                  <a:moveTo>
                    <a:pt x="0" y="2544134"/>
                  </a:moveTo>
                  <a:lnTo>
                    <a:pt x="185317" y="2544134"/>
                  </a:lnTo>
                  <a:lnTo>
                    <a:pt x="185317" y="1870264"/>
                  </a:lnTo>
                  <a:lnTo>
                    <a:pt x="277975" y="1870264"/>
                  </a:lnTo>
                  <a:lnTo>
                    <a:pt x="277975" y="1697190"/>
                  </a:lnTo>
                  <a:lnTo>
                    <a:pt x="370634" y="1697190"/>
                  </a:lnTo>
                  <a:lnTo>
                    <a:pt x="370634" y="1522973"/>
                  </a:lnTo>
                  <a:lnTo>
                    <a:pt x="1482537" y="1522973"/>
                  </a:lnTo>
                  <a:lnTo>
                    <a:pt x="1482537" y="1350116"/>
                  </a:lnTo>
                  <a:lnTo>
                    <a:pt x="1945831" y="1350116"/>
                  </a:lnTo>
                  <a:lnTo>
                    <a:pt x="1945831" y="1177170"/>
                  </a:lnTo>
                  <a:lnTo>
                    <a:pt x="2223806" y="1177170"/>
                  </a:lnTo>
                  <a:lnTo>
                    <a:pt x="2223806" y="1005315"/>
                  </a:lnTo>
                  <a:lnTo>
                    <a:pt x="3057734" y="1005315"/>
                  </a:lnTo>
                  <a:lnTo>
                    <a:pt x="3057734" y="666871"/>
                  </a:lnTo>
                  <a:lnTo>
                    <a:pt x="3335710" y="666871"/>
                  </a:lnTo>
                  <a:lnTo>
                    <a:pt x="3335710" y="498710"/>
                  </a:lnTo>
                  <a:lnTo>
                    <a:pt x="6300786" y="498710"/>
                  </a:lnTo>
                  <a:lnTo>
                    <a:pt x="6300786" y="333345"/>
                  </a:lnTo>
                  <a:lnTo>
                    <a:pt x="6578762" y="333345"/>
                  </a:lnTo>
                  <a:lnTo>
                    <a:pt x="6578762" y="166772"/>
                  </a:lnTo>
                  <a:lnTo>
                    <a:pt x="6949396" y="16677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6429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8821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51213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83606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2774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3058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9837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3692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2.60 (95% CI 0.87-7.72), p = 0.086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2026-05-22T09:54:39Z</dcterms:modified>
  <cp:category/>
</cp:coreProperties>
</file>