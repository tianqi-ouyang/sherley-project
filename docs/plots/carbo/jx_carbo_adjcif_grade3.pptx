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7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230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181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706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657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510515"/>
              <a:ext cx="6949396" cy="1947405"/>
            </a:xfrm>
            <a:custGeom>
              <a:avLst/>
              <a:pathLst>
                <a:path w="6949396" h="1947405">
                  <a:moveTo>
                    <a:pt x="0" y="1947405"/>
                  </a:moveTo>
                  <a:lnTo>
                    <a:pt x="185317" y="1947405"/>
                  </a:lnTo>
                  <a:lnTo>
                    <a:pt x="185317" y="1484746"/>
                  </a:lnTo>
                  <a:lnTo>
                    <a:pt x="277975" y="1484746"/>
                  </a:lnTo>
                  <a:lnTo>
                    <a:pt x="277975" y="1343855"/>
                  </a:lnTo>
                  <a:lnTo>
                    <a:pt x="370634" y="1343855"/>
                  </a:lnTo>
                  <a:lnTo>
                    <a:pt x="370634" y="1204054"/>
                  </a:lnTo>
                  <a:lnTo>
                    <a:pt x="1482537" y="1204054"/>
                  </a:lnTo>
                  <a:lnTo>
                    <a:pt x="1482537" y="1068076"/>
                  </a:lnTo>
                  <a:lnTo>
                    <a:pt x="1945831" y="1068076"/>
                  </a:lnTo>
                  <a:lnTo>
                    <a:pt x="1945831" y="931039"/>
                  </a:lnTo>
                  <a:lnTo>
                    <a:pt x="2223806" y="931039"/>
                  </a:lnTo>
                  <a:lnTo>
                    <a:pt x="2223806" y="795190"/>
                  </a:lnTo>
                  <a:lnTo>
                    <a:pt x="3057734" y="795190"/>
                  </a:lnTo>
                  <a:lnTo>
                    <a:pt x="3057734" y="518494"/>
                  </a:lnTo>
                  <a:lnTo>
                    <a:pt x="3335710" y="518494"/>
                  </a:lnTo>
                  <a:lnTo>
                    <a:pt x="3335710" y="384116"/>
                  </a:lnTo>
                  <a:lnTo>
                    <a:pt x="6300786" y="384116"/>
                  </a:lnTo>
                  <a:lnTo>
                    <a:pt x="6300786" y="253339"/>
                  </a:lnTo>
                  <a:lnTo>
                    <a:pt x="6578762" y="253339"/>
                  </a:lnTo>
                  <a:lnTo>
                    <a:pt x="6578762" y="125858"/>
                  </a:lnTo>
                  <a:lnTo>
                    <a:pt x="6949396" y="1258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44628"/>
            </a:xfrm>
            <a:custGeom>
              <a:avLst/>
              <a:pathLst>
                <a:path w="6949396" h="2544628">
                  <a:moveTo>
                    <a:pt x="0" y="2544628"/>
                  </a:moveTo>
                  <a:lnTo>
                    <a:pt x="185317" y="2544628"/>
                  </a:lnTo>
                  <a:lnTo>
                    <a:pt x="185317" y="1908866"/>
                  </a:lnTo>
                  <a:lnTo>
                    <a:pt x="277975" y="1908866"/>
                  </a:lnTo>
                  <a:lnTo>
                    <a:pt x="277975" y="1720542"/>
                  </a:lnTo>
                  <a:lnTo>
                    <a:pt x="370634" y="1720542"/>
                  </a:lnTo>
                  <a:lnTo>
                    <a:pt x="370634" y="1535617"/>
                  </a:lnTo>
                  <a:lnTo>
                    <a:pt x="1482537" y="1535617"/>
                  </a:lnTo>
                  <a:lnTo>
                    <a:pt x="1482537" y="1357397"/>
                  </a:lnTo>
                  <a:lnTo>
                    <a:pt x="1945831" y="1357397"/>
                  </a:lnTo>
                  <a:lnTo>
                    <a:pt x="1945831" y="1179264"/>
                  </a:lnTo>
                  <a:lnTo>
                    <a:pt x="2223806" y="1179264"/>
                  </a:lnTo>
                  <a:lnTo>
                    <a:pt x="2223806" y="1003999"/>
                  </a:lnTo>
                  <a:lnTo>
                    <a:pt x="3057734" y="1003999"/>
                  </a:lnTo>
                  <a:lnTo>
                    <a:pt x="3057734" y="650666"/>
                  </a:lnTo>
                  <a:lnTo>
                    <a:pt x="3335710" y="650666"/>
                  </a:lnTo>
                  <a:lnTo>
                    <a:pt x="3335710" y="480675"/>
                  </a:lnTo>
                  <a:lnTo>
                    <a:pt x="6300786" y="480675"/>
                  </a:lnTo>
                  <a:lnTo>
                    <a:pt x="6300786" y="316176"/>
                  </a:lnTo>
                  <a:lnTo>
                    <a:pt x="6578762" y="316176"/>
                  </a:lnTo>
                  <a:lnTo>
                    <a:pt x="6578762" y="156675"/>
                  </a:lnTo>
                  <a:lnTo>
                    <a:pt x="6949396" y="15667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54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3058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256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2026-05-26T13:56:46Z</dcterms:modified>
  <cp:category/>
</cp:coreProperties>
</file>