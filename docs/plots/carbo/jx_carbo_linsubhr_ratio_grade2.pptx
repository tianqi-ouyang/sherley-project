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555375"/>
            </a:xfrm>
            <a:custGeom>
              <a:avLst/>
              <a:pathLst>
                <a:path w="7370972" h="3555375">
                  <a:moveTo>
                    <a:pt x="775789" y="0"/>
                  </a:moveTo>
                  <a:lnTo>
                    <a:pt x="849712" y="145608"/>
                  </a:lnTo>
                  <a:lnTo>
                    <a:pt x="927346" y="292137"/>
                  </a:lnTo>
                  <a:lnTo>
                    <a:pt x="1004981" y="432543"/>
                  </a:lnTo>
                  <a:lnTo>
                    <a:pt x="1082615" y="567082"/>
                  </a:lnTo>
                  <a:lnTo>
                    <a:pt x="1160249" y="696001"/>
                  </a:lnTo>
                  <a:lnTo>
                    <a:pt x="1237883" y="819533"/>
                  </a:lnTo>
                  <a:lnTo>
                    <a:pt x="1315517" y="937904"/>
                  </a:lnTo>
                  <a:lnTo>
                    <a:pt x="1393151" y="1051329"/>
                  </a:lnTo>
                  <a:lnTo>
                    <a:pt x="1470785" y="1160015"/>
                  </a:lnTo>
                  <a:lnTo>
                    <a:pt x="1548419" y="1264160"/>
                  </a:lnTo>
                  <a:lnTo>
                    <a:pt x="1626053" y="1363954"/>
                  </a:lnTo>
                  <a:lnTo>
                    <a:pt x="1703687" y="1459578"/>
                  </a:lnTo>
                  <a:lnTo>
                    <a:pt x="1781321" y="1551207"/>
                  </a:lnTo>
                  <a:lnTo>
                    <a:pt x="1858955" y="1639008"/>
                  </a:lnTo>
                  <a:lnTo>
                    <a:pt x="1936589" y="1723140"/>
                  </a:lnTo>
                  <a:lnTo>
                    <a:pt x="2014223" y="1803757"/>
                  </a:lnTo>
                  <a:lnTo>
                    <a:pt x="2091857" y="1881006"/>
                  </a:lnTo>
                  <a:lnTo>
                    <a:pt x="2169491" y="1955027"/>
                  </a:lnTo>
                  <a:lnTo>
                    <a:pt x="2247125" y="2025955"/>
                  </a:lnTo>
                  <a:lnTo>
                    <a:pt x="2324759" y="2093920"/>
                  </a:lnTo>
                  <a:lnTo>
                    <a:pt x="2402393" y="2159046"/>
                  </a:lnTo>
                  <a:lnTo>
                    <a:pt x="2480027" y="2221450"/>
                  </a:lnTo>
                  <a:lnTo>
                    <a:pt x="2557661" y="2281247"/>
                  </a:lnTo>
                  <a:lnTo>
                    <a:pt x="2635295" y="2338546"/>
                  </a:lnTo>
                  <a:lnTo>
                    <a:pt x="2712930" y="2393450"/>
                  </a:lnTo>
                  <a:lnTo>
                    <a:pt x="2790564" y="2446061"/>
                  </a:lnTo>
                  <a:lnTo>
                    <a:pt x="2868198" y="2496473"/>
                  </a:lnTo>
                  <a:lnTo>
                    <a:pt x="2945832" y="2544780"/>
                  </a:lnTo>
                  <a:lnTo>
                    <a:pt x="3023466" y="2591068"/>
                  </a:lnTo>
                  <a:lnTo>
                    <a:pt x="3101100" y="2635422"/>
                  </a:lnTo>
                  <a:lnTo>
                    <a:pt x="3178734" y="2677922"/>
                  </a:lnTo>
                  <a:lnTo>
                    <a:pt x="3256368" y="2718647"/>
                  </a:lnTo>
                  <a:lnTo>
                    <a:pt x="3334002" y="2757671"/>
                  </a:lnTo>
                  <a:lnTo>
                    <a:pt x="3411636" y="2785274"/>
                  </a:lnTo>
                  <a:lnTo>
                    <a:pt x="3489270" y="2792269"/>
                  </a:lnTo>
                  <a:lnTo>
                    <a:pt x="3566904" y="2799208"/>
                  </a:lnTo>
                  <a:lnTo>
                    <a:pt x="3644538" y="2806091"/>
                  </a:lnTo>
                  <a:lnTo>
                    <a:pt x="3722172" y="2812918"/>
                  </a:lnTo>
                  <a:lnTo>
                    <a:pt x="3799806" y="2819690"/>
                  </a:lnTo>
                  <a:lnTo>
                    <a:pt x="3877440" y="2826407"/>
                  </a:lnTo>
                  <a:lnTo>
                    <a:pt x="3955074" y="2833071"/>
                  </a:lnTo>
                  <a:lnTo>
                    <a:pt x="4032708" y="2839680"/>
                  </a:lnTo>
                  <a:lnTo>
                    <a:pt x="4110342" y="2846236"/>
                  </a:lnTo>
                  <a:lnTo>
                    <a:pt x="4187976" y="2852740"/>
                  </a:lnTo>
                  <a:lnTo>
                    <a:pt x="4265610" y="2859191"/>
                  </a:lnTo>
                  <a:lnTo>
                    <a:pt x="4343244" y="2865590"/>
                  </a:lnTo>
                  <a:lnTo>
                    <a:pt x="4420879" y="2871937"/>
                  </a:lnTo>
                  <a:lnTo>
                    <a:pt x="4498513" y="2878233"/>
                  </a:lnTo>
                  <a:lnTo>
                    <a:pt x="4576147" y="2884478"/>
                  </a:lnTo>
                  <a:lnTo>
                    <a:pt x="4653781" y="2890673"/>
                  </a:lnTo>
                  <a:lnTo>
                    <a:pt x="4731415" y="2896818"/>
                  </a:lnTo>
                  <a:lnTo>
                    <a:pt x="4809049" y="2902914"/>
                  </a:lnTo>
                  <a:lnTo>
                    <a:pt x="4886683" y="2908960"/>
                  </a:lnTo>
                  <a:lnTo>
                    <a:pt x="4964317" y="2914957"/>
                  </a:lnTo>
                  <a:lnTo>
                    <a:pt x="5041951" y="2920907"/>
                  </a:lnTo>
                  <a:lnTo>
                    <a:pt x="5119585" y="2926808"/>
                  </a:lnTo>
                  <a:lnTo>
                    <a:pt x="5197219" y="2932661"/>
                  </a:lnTo>
                  <a:lnTo>
                    <a:pt x="5274853" y="2938468"/>
                  </a:lnTo>
                  <a:lnTo>
                    <a:pt x="5352487" y="2944227"/>
                  </a:lnTo>
                  <a:lnTo>
                    <a:pt x="5430121" y="2949940"/>
                  </a:lnTo>
                  <a:lnTo>
                    <a:pt x="5507755" y="2955607"/>
                  </a:lnTo>
                  <a:lnTo>
                    <a:pt x="5585389" y="2961229"/>
                  </a:lnTo>
                  <a:lnTo>
                    <a:pt x="5663023" y="2966805"/>
                  </a:lnTo>
                  <a:lnTo>
                    <a:pt x="5740657" y="2972336"/>
                  </a:lnTo>
                  <a:lnTo>
                    <a:pt x="5818291" y="2977822"/>
                  </a:lnTo>
                  <a:lnTo>
                    <a:pt x="5895925" y="2983264"/>
                  </a:lnTo>
                  <a:lnTo>
                    <a:pt x="5973559" y="2988663"/>
                  </a:lnTo>
                  <a:lnTo>
                    <a:pt x="6051193" y="2994017"/>
                  </a:lnTo>
                  <a:lnTo>
                    <a:pt x="6128827" y="2999329"/>
                  </a:lnTo>
                  <a:lnTo>
                    <a:pt x="6206462" y="3004598"/>
                  </a:lnTo>
                  <a:lnTo>
                    <a:pt x="6284096" y="3009824"/>
                  </a:lnTo>
                  <a:lnTo>
                    <a:pt x="6361730" y="3015008"/>
                  </a:lnTo>
                  <a:lnTo>
                    <a:pt x="6439364" y="3020150"/>
                  </a:lnTo>
                  <a:lnTo>
                    <a:pt x="6516998" y="3025251"/>
                  </a:lnTo>
                  <a:lnTo>
                    <a:pt x="6594632" y="3030311"/>
                  </a:lnTo>
                  <a:lnTo>
                    <a:pt x="6672266" y="3035330"/>
                  </a:lnTo>
                  <a:lnTo>
                    <a:pt x="6749900" y="3040308"/>
                  </a:lnTo>
                  <a:lnTo>
                    <a:pt x="6827534" y="3045246"/>
                  </a:lnTo>
                  <a:lnTo>
                    <a:pt x="6905168" y="3050145"/>
                  </a:lnTo>
                  <a:lnTo>
                    <a:pt x="6982802" y="3055004"/>
                  </a:lnTo>
                  <a:lnTo>
                    <a:pt x="7060436" y="3059823"/>
                  </a:lnTo>
                  <a:lnTo>
                    <a:pt x="7138070" y="3064604"/>
                  </a:lnTo>
                  <a:lnTo>
                    <a:pt x="7215704" y="3069346"/>
                  </a:lnTo>
                  <a:lnTo>
                    <a:pt x="7293338" y="3074051"/>
                  </a:lnTo>
                  <a:lnTo>
                    <a:pt x="7370972" y="3078717"/>
                  </a:lnTo>
                  <a:lnTo>
                    <a:pt x="7370972" y="3555375"/>
                  </a:lnTo>
                  <a:lnTo>
                    <a:pt x="7293338" y="3551133"/>
                  </a:lnTo>
                  <a:lnTo>
                    <a:pt x="7215704" y="3546707"/>
                  </a:lnTo>
                  <a:lnTo>
                    <a:pt x="7138070" y="3542088"/>
                  </a:lnTo>
                  <a:lnTo>
                    <a:pt x="7060436" y="3537268"/>
                  </a:lnTo>
                  <a:lnTo>
                    <a:pt x="6982802" y="3532237"/>
                  </a:lnTo>
                  <a:lnTo>
                    <a:pt x="6905168" y="3526987"/>
                  </a:lnTo>
                  <a:lnTo>
                    <a:pt x="6827534" y="3521508"/>
                  </a:lnTo>
                  <a:lnTo>
                    <a:pt x="6749900" y="3515790"/>
                  </a:lnTo>
                  <a:lnTo>
                    <a:pt x="6672266" y="3509823"/>
                  </a:lnTo>
                  <a:lnTo>
                    <a:pt x="6594632" y="3503595"/>
                  </a:lnTo>
                  <a:lnTo>
                    <a:pt x="6516998" y="3497096"/>
                  </a:lnTo>
                  <a:lnTo>
                    <a:pt x="6439364" y="3490314"/>
                  </a:lnTo>
                  <a:lnTo>
                    <a:pt x="6361730" y="3483236"/>
                  </a:lnTo>
                  <a:lnTo>
                    <a:pt x="6284096" y="3475849"/>
                  </a:lnTo>
                  <a:lnTo>
                    <a:pt x="6206462" y="3468141"/>
                  </a:lnTo>
                  <a:lnTo>
                    <a:pt x="6128827" y="3460096"/>
                  </a:lnTo>
                  <a:lnTo>
                    <a:pt x="6051193" y="3451700"/>
                  </a:lnTo>
                  <a:lnTo>
                    <a:pt x="5973559" y="3442938"/>
                  </a:lnTo>
                  <a:lnTo>
                    <a:pt x="5895925" y="3433795"/>
                  </a:lnTo>
                  <a:lnTo>
                    <a:pt x="5818291" y="3424252"/>
                  </a:lnTo>
                  <a:lnTo>
                    <a:pt x="5740657" y="3414294"/>
                  </a:lnTo>
                  <a:lnTo>
                    <a:pt x="5663023" y="3403901"/>
                  </a:lnTo>
                  <a:lnTo>
                    <a:pt x="5585389" y="3393055"/>
                  </a:lnTo>
                  <a:lnTo>
                    <a:pt x="5507755" y="3381736"/>
                  </a:lnTo>
                  <a:lnTo>
                    <a:pt x="5430121" y="3369924"/>
                  </a:lnTo>
                  <a:lnTo>
                    <a:pt x="5352487" y="3357596"/>
                  </a:lnTo>
                  <a:lnTo>
                    <a:pt x="5274853" y="3344731"/>
                  </a:lnTo>
                  <a:lnTo>
                    <a:pt x="5197219" y="3331305"/>
                  </a:lnTo>
                  <a:lnTo>
                    <a:pt x="5119585" y="3317294"/>
                  </a:lnTo>
                  <a:lnTo>
                    <a:pt x="5041951" y="3302672"/>
                  </a:lnTo>
                  <a:lnTo>
                    <a:pt x="4964317" y="3287412"/>
                  </a:lnTo>
                  <a:lnTo>
                    <a:pt x="4886683" y="3271487"/>
                  </a:lnTo>
                  <a:lnTo>
                    <a:pt x="4809049" y="3254867"/>
                  </a:lnTo>
                  <a:lnTo>
                    <a:pt x="4731415" y="3237523"/>
                  </a:lnTo>
                  <a:lnTo>
                    <a:pt x="4653781" y="3219423"/>
                  </a:lnTo>
                  <a:lnTo>
                    <a:pt x="4576147" y="3200533"/>
                  </a:lnTo>
                  <a:lnTo>
                    <a:pt x="4498513" y="3180820"/>
                  </a:lnTo>
                  <a:lnTo>
                    <a:pt x="4420879" y="3160247"/>
                  </a:lnTo>
                  <a:lnTo>
                    <a:pt x="4343244" y="3138777"/>
                  </a:lnTo>
                  <a:lnTo>
                    <a:pt x="4265610" y="3116370"/>
                  </a:lnTo>
                  <a:lnTo>
                    <a:pt x="4187976" y="3092987"/>
                  </a:lnTo>
                  <a:lnTo>
                    <a:pt x="4110342" y="3068585"/>
                  </a:lnTo>
                  <a:lnTo>
                    <a:pt x="4032708" y="3043118"/>
                  </a:lnTo>
                  <a:lnTo>
                    <a:pt x="3955074" y="3016541"/>
                  </a:lnTo>
                  <a:lnTo>
                    <a:pt x="3877440" y="2988805"/>
                  </a:lnTo>
                  <a:lnTo>
                    <a:pt x="3799806" y="2959859"/>
                  </a:lnTo>
                  <a:lnTo>
                    <a:pt x="3722172" y="2929652"/>
                  </a:lnTo>
                  <a:lnTo>
                    <a:pt x="3644538" y="2898127"/>
                  </a:lnTo>
                  <a:lnTo>
                    <a:pt x="3566904" y="2865228"/>
                  </a:lnTo>
                  <a:lnTo>
                    <a:pt x="3489270" y="2830895"/>
                  </a:lnTo>
                  <a:lnTo>
                    <a:pt x="3411636" y="2795064"/>
                  </a:lnTo>
                  <a:lnTo>
                    <a:pt x="3334002" y="2778223"/>
                  </a:lnTo>
                  <a:lnTo>
                    <a:pt x="3256368" y="2771113"/>
                  </a:lnTo>
                  <a:lnTo>
                    <a:pt x="3178734" y="2763946"/>
                  </a:lnTo>
                  <a:lnTo>
                    <a:pt x="3101100" y="2756721"/>
                  </a:lnTo>
                  <a:lnTo>
                    <a:pt x="3023466" y="2749437"/>
                  </a:lnTo>
                  <a:lnTo>
                    <a:pt x="2945832" y="2742094"/>
                  </a:lnTo>
                  <a:lnTo>
                    <a:pt x="2868198" y="2734691"/>
                  </a:lnTo>
                  <a:lnTo>
                    <a:pt x="2790564" y="2727228"/>
                  </a:lnTo>
                  <a:lnTo>
                    <a:pt x="2712930" y="2719704"/>
                  </a:lnTo>
                  <a:lnTo>
                    <a:pt x="2635295" y="2712119"/>
                  </a:lnTo>
                  <a:lnTo>
                    <a:pt x="2557661" y="2704472"/>
                  </a:lnTo>
                  <a:lnTo>
                    <a:pt x="2480027" y="2696764"/>
                  </a:lnTo>
                  <a:lnTo>
                    <a:pt x="2402393" y="2688992"/>
                  </a:lnTo>
                  <a:lnTo>
                    <a:pt x="2324759" y="2681158"/>
                  </a:lnTo>
                  <a:lnTo>
                    <a:pt x="2247125" y="2673259"/>
                  </a:lnTo>
                  <a:lnTo>
                    <a:pt x="2169491" y="2665297"/>
                  </a:lnTo>
                  <a:lnTo>
                    <a:pt x="2091857" y="2657269"/>
                  </a:lnTo>
                  <a:lnTo>
                    <a:pt x="2014223" y="2649177"/>
                  </a:lnTo>
                  <a:lnTo>
                    <a:pt x="1936589" y="2641018"/>
                  </a:lnTo>
                  <a:lnTo>
                    <a:pt x="1858955" y="2632794"/>
                  </a:lnTo>
                  <a:lnTo>
                    <a:pt x="1781321" y="2624502"/>
                  </a:lnTo>
                  <a:lnTo>
                    <a:pt x="1703687" y="2616143"/>
                  </a:lnTo>
                  <a:lnTo>
                    <a:pt x="1626053" y="2607716"/>
                  </a:lnTo>
                  <a:lnTo>
                    <a:pt x="1548419" y="2599221"/>
                  </a:lnTo>
                  <a:lnTo>
                    <a:pt x="1470785" y="2590656"/>
                  </a:lnTo>
                  <a:lnTo>
                    <a:pt x="1393151" y="2582022"/>
                  </a:lnTo>
                  <a:lnTo>
                    <a:pt x="1315517" y="2573318"/>
                  </a:lnTo>
                  <a:lnTo>
                    <a:pt x="1237883" y="2564543"/>
                  </a:lnTo>
                  <a:lnTo>
                    <a:pt x="1160249" y="2555696"/>
                  </a:lnTo>
                  <a:lnTo>
                    <a:pt x="1082615" y="2546778"/>
                  </a:lnTo>
                  <a:lnTo>
                    <a:pt x="1004981" y="2537787"/>
                  </a:lnTo>
                  <a:lnTo>
                    <a:pt x="927346" y="2528723"/>
                  </a:lnTo>
                  <a:lnTo>
                    <a:pt x="849712" y="2519585"/>
                  </a:lnTo>
                  <a:lnTo>
                    <a:pt x="772078" y="2510373"/>
                  </a:lnTo>
                  <a:lnTo>
                    <a:pt x="694444" y="2501087"/>
                  </a:lnTo>
                  <a:lnTo>
                    <a:pt x="616810" y="2491724"/>
                  </a:lnTo>
                  <a:lnTo>
                    <a:pt x="539176" y="2482286"/>
                  </a:lnTo>
                  <a:lnTo>
                    <a:pt x="461542" y="2472770"/>
                  </a:lnTo>
                  <a:lnTo>
                    <a:pt x="383908" y="2463178"/>
                  </a:lnTo>
                  <a:lnTo>
                    <a:pt x="306274" y="2453507"/>
                  </a:lnTo>
                  <a:lnTo>
                    <a:pt x="228640" y="2443758"/>
                  </a:lnTo>
                  <a:lnTo>
                    <a:pt x="151006" y="2433930"/>
                  </a:lnTo>
                  <a:lnTo>
                    <a:pt x="73372" y="2424021"/>
                  </a:lnTo>
                  <a:lnTo>
                    <a:pt x="0" y="24145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93307" y="1896563"/>
              <a:ext cx="6595183" cy="3078717"/>
            </a:xfrm>
            <a:custGeom>
              <a:avLst/>
              <a:pathLst>
                <a:path w="6595183" h="3078717">
                  <a:moveTo>
                    <a:pt x="0" y="0"/>
                  </a:moveTo>
                  <a:lnTo>
                    <a:pt x="73923" y="145608"/>
                  </a:lnTo>
                  <a:lnTo>
                    <a:pt x="151557" y="292137"/>
                  </a:lnTo>
                  <a:lnTo>
                    <a:pt x="229191" y="432543"/>
                  </a:lnTo>
                  <a:lnTo>
                    <a:pt x="306825" y="567082"/>
                  </a:lnTo>
                  <a:lnTo>
                    <a:pt x="384459" y="696001"/>
                  </a:lnTo>
                  <a:lnTo>
                    <a:pt x="462093" y="819533"/>
                  </a:lnTo>
                  <a:lnTo>
                    <a:pt x="539727" y="937904"/>
                  </a:lnTo>
                  <a:lnTo>
                    <a:pt x="617361" y="1051329"/>
                  </a:lnTo>
                  <a:lnTo>
                    <a:pt x="694996" y="1160015"/>
                  </a:lnTo>
                  <a:lnTo>
                    <a:pt x="772630" y="1264160"/>
                  </a:lnTo>
                  <a:lnTo>
                    <a:pt x="850264" y="1363954"/>
                  </a:lnTo>
                  <a:lnTo>
                    <a:pt x="927898" y="1459578"/>
                  </a:lnTo>
                  <a:lnTo>
                    <a:pt x="1005532" y="1551207"/>
                  </a:lnTo>
                  <a:lnTo>
                    <a:pt x="1083166" y="1639008"/>
                  </a:lnTo>
                  <a:lnTo>
                    <a:pt x="1160800" y="1723140"/>
                  </a:lnTo>
                  <a:lnTo>
                    <a:pt x="1238434" y="1803757"/>
                  </a:lnTo>
                  <a:lnTo>
                    <a:pt x="1316068" y="1881006"/>
                  </a:lnTo>
                  <a:lnTo>
                    <a:pt x="1393702" y="1955027"/>
                  </a:lnTo>
                  <a:lnTo>
                    <a:pt x="1471336" y="2025955"/>
                  </a:lnTo>
                  <a:lnTo>
                    <a:pt x="1548970" y="2093920"/>
                  </a:lnTo>
                  <a:lnTo>
                    <a:pt x="1626604" y="2159046"/>
                  </a:lnTo>
                  <a:lnTo>
                    <a:pt x="1704238" y="2221450"/>
                  </a:lnTo>
                  <a:lnTo>
                    <a:pt x="1781872" y="2281247"/>
                  </a:lnTo>
                  <a:lnTo>
                    <a:pt x="1859506" y="2338546"/>
                  </a:lnTo>
                  <a:lnTo>
                    <a:pt x="1937140" y="2393450"/>
                  </a:lnTo>
                  <a:lnTo>
                    <a:pt x="2014774" y="2446061"/>
                  </a:lnTo>
                  <a:lnTo>
                    <a:pt x="2092408" y="2496473"/>
                  </a:lnTo>
                  <a:lnTo>
                    <a:pt x="2170042" y="2544780"/>
                  </a:lnTo>
                  <a:lnTo>
                    <a:pt x="2247676" y="2591068"/>
                  </a:lnTo>
                  <a:lnTo>
                    <a:pt x="2325310" y="2635422"/>
                  </a:lnTo>
                  <a:lnTo>
                    <a:pt x="2402945" y="2677922"/>
                  </a:lnTo>
                  <a:lnTo>
                    <a:pt x="2480579" y="2718647"/>
                  </a:lnTo>
                  <a:lnTo>
                    <a:pt x="2558213" y="2757671"/>
                  </a:lnTo>
                  <a:lnTo>
                    <a:pt x="2635847" y="2785274"/>
                  </a:lnTo>
                  <a:lnTo>
                    <a:pt x="2713481" y="2792269"/>
                  </a:lnTo>
                  <a:lnTo>
                    <a:pt x="2791115" y="2799208"/>
                  </a:lnTo>
                  <a:lnTo>
                    <a:pt x="2868749" y="2806091"/>
                  </a:lnTo>
                  <a:lnTo>
                    <a:pt x="2946383" y="2812918"/>
                  </a:lnTo>
                  <a:lnTo>
                    <a:pt x="3024017" y="2819690"/>
                  </a:lnTo>
                  <a:lnTo>
                    <a:pt x="3101651" y="2826407"/>
                  </a:lnTo>
                  <a:lnTo>
                    <a:pt x="3179285" y="2833071"/>
                  </a:lnTo>
                  <a:lnTo>
                    <a:pt x="3256919" y="2839680"/>
                  </a:lnTo>
                  <a:lnTo>
                    <a:pt x="3334553" y="2846236"/>
                  </a:lnTo>
                  <a:lnTo>
                    <a:pt x="3412187" y="2852740"/>
                  </a:lnTo>
                  <a:lnTo>
                    <a:pt x="3489821" y="2859191"/>
                  </a:lnTo>
                  <a:lnTo>
                    <a:pt x="3567455" y="2865590"/>
                  </a:lnTo>
                  <a:lnTo>
                    <a:pt x="3645089" y="2871937"/>
                  </a:lnTo>
                  <a:lnTo>
                    <a:pt x="3722723" y="2878233"/>
                  </a:lnTo>
                  <a:lnTo>
                    <a:pt x="3800357" y="2884478"/>
                  </a:lnTo>
                  <a:lnTo>
                    <a:pt x="3877991" y="2890673"/>
                  </a:lnTo>
                  <a:lnTo>
                    <a:pt x="3955625" y="2896818"/>
                  </a:lnTo>
                  <a:lnTo>
                    <a:pt x="4033259" y="2902914"/>
                  </a:lnTo>
                  <a:lnTo>
                    <a:pt x="4110893" y="2908960"/>
                  </a:lnTo>
                  <a:lnTo>
                    <a:pt x="4188528" y="2914957"/>
                  </a:lnTo>
                  <a:lnTo>
                    <a:pt x="4266162" y="2920907"/>
                  </a:lnTo>
                  <a:lnTo>
                    <a:pt x="4343796" y="2926808"/>
                  </a:lnTo>
                  <a:lnTo>
                    <a:pt x="4421430" y="2932661"/>
                  </a:lnTo>
                  <a:lnTo>
                    <a:pt x="4499064" y="2938468"/>
                  </a:lnTo>
                  <a:lnTo>
                    <a:pt x="4576698" y="2944227"/>
                  </a:lnTo>
                  <a:lnTo>
                    <a:pt x="4654332" y="2949940"/>
                  </a:lnTo>
                  <a:lnTo>
                    <a:pt x="4731966" y="2955607"/>
                  </a:lnTo>
                  <a:lnTo>
                    <a:pt x="4809600" y="2961229"/>
                  </a:lnTo>
                  <a:lnTo>
                    <a:pt x="4887234" y="2966805"/>
                  </a:lnTo>
                  <a:lnTo>
                    <a:pt x="4964868" y="2972336"/>
                  </a:lnTo>
                  <a:lnTo>
                    <a:pt x="5042502" y="2977822"/>
                  </a:lnTo>
                  <a:lnTo>
                    <a:pt x="5120136" y="2983264"/>
                  </a:lnTo>
                  <a:lnTo>
                    <a:pt x="5197770" y="2988663"/>
                  </a:lnTo>
                  <a:lnTo>
                    <a:pt x="5275404" y="2994017"/>
                  </a:lnTo>
                  <a:lnTo>
                    <a:pt x="5353038" y="2999329"/>
                  </a:lnTo>
                  <a:lnTo>
                    <a:pt x="5430672" y="3004598"/>
                  </a:lnTo>
                  <a:lnTo>
                    <a:pt x="5508306" y="3009824"/>
                  </a:lnTo>
                  <a:lnTo>
                    <a:pt x="5585940" y="3015008"/>
                  </a:lnTo>
                  <a:lnTo>
                    <a:pt x="5663574" y="3020150"/>
                  </a:lnTo>
                  <a:lnTo>
                    <a:pt x="5741208" y="3025251"/>
                  </a:lnTo>
                  <a:lnTo>
                    <a:pt x="5818842" y="3030311"/>
                  </a:lnTo>
                  <a:lnTo>
                    <a:pt x="5896477" y="3035330"/>
                  </a:lnTo>
                  <a:lnTo>
                    <a:pt x="5974111" y="3040308"/>
                  </a:lnTo>
                  <a:lnTo>
                    <a:pt x="6051745" y="3045246"/>
                  </a:lnTo>
                  <a:lnTo>
                    <a:pt x="6129379" y="3050145"/>
                  </a:lnTo>
                  <a:lnTo>
                    <a:pt x="6207013" y="3055004"/>
                  </a:lnTo>
                  <a:lnTo>
                    <a:pt x="6284647" y="3059823"/>
                  </a:lnTo>
                  <a:lnTo>
                    <a:pt x="6362281" y="3064604"/>
                  </a:lnTo>
                  <a:lnTo>
                    <a:pt x="6439915" y="3069346"/>
                  </a:lnTo>
                  <a:lnTo>
                    <a:pt x="6517549" y="3074051"/>
                  </a:lnTo>
                  <a:lnTo>
                    <a:pt x="6595183" y="30787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11144"/>
              <a:ext cx="7370972" cy="1140793"/>
            </a:xfrm>
            <a:custGeom>
              <a:avLst/>
              <a:pathLst>
                <a:path w="7370972" h="1140793">
                  <a:moveTo>
                    <a:pt x="7370972" y="1140793"/>
                  </a:moveTo>
                  <a:lnTo>
                    <a:pt x="7293338" y="1136552"/>
                  </a:lnTo>
                  <a:lnTo>
                    <a:pt x="7215704" y="1132126"/>
                  </a:lnTo>
                  <a:lnTo>
                    <a:pt x="7138070" y="1127507"/>
                  </a:lnTo>
                  <a:lnTo>
                    <a:pt x="7060436" y="1122686"/>
                  </a:lnTo>
                  <a:lnTo>
                    <a:pt x="6982802" y="1117656"/>
                  </a:lnTo>
                  <a:lnTo>
                    <a:pt x="6905168" y="1112406"/>
                  </a:lnTo>
                  <a:lnTo>
                    <a:pt x="6827534" y="1106927"/>
                  </a:lnTo>
                  <a:lnTo>
                    <a:pt x="6749900" y="1101209"/>
                  </a:lnTo>
                  <a:lnTo>
                    <a:pt x="6672266" y="1095242"/>
                  </a:lnTo>
                  <a:lnTo>
                    <a:pt x="6594632" y="1089014"/>
                  </a:lnTo>
                  <a:lnTo>
                    <a:pt x="6516998" y="1082515"/>
                  </a:lnTo>
                  <a:lnTo>
                    <a:pt x="6439364" y="1075733"/>
                  </a:lnTo>
                  <a:lnTo>
                    <a:pt x="6361730" y="1068655"/>
                  </a:lnTo>
                  <a:lnTo>
                    <a:pt x="6284096" y="1061268"/>
                  </a:lnTo>
                  <a:lnTo>
                    <a:pt x="6206462" y="1053559"/>
                  </a:lnTo>
                  <a:lnTo>
                    <a:pt x="6128827" y="1045515"/>
                  </a:lnTo>
                  <a:lnTo>
                    <a:pt x="6051193" y="1037119"/>
                  </a:lnTo>
                  <a:lnTo>
                    <a:pt x="5973559" y="1028357"/>
                  </a:lnTo>
                  <a:lnTo>
                    <a:pt x="5895925" y="1019213"/>
                  </a:lnTo>
                  <a:lnTo>
                    <a:pt x="5818291" y="1009671"/>
                  </a:lnTo>
                  <a:lnTo>
                    <a:pt x="5740657" y="999712"/>
                  </a:lnTo>
                  <a:lnTo>
                    <a:pt x="5663023" y="989320"/>
                  </a:lnTo>
                  <a:lnTo>
                    <a:pt x="5585389" y="978474"/>
                  </a:lnTo>
                  <a:lnTo>
                    <a:pt x="5507755" y="967155"/>
                  </a:lnTo>
                  <a:lnTo>
                    <a:pt x="5430121" y="955343"/>
                  </a:lnTo>
                  <a:lnTo>
                    <a:pt x="5352487" y="943015"/>
                  </a:lnTo>
                  <a:lnTo>
                    <a:pt x="5274853" y="930150"/>
                  </a:lnTo>
                  <a:lnTo>
                    <a:pt x="5197219" y="916724"/>
                  </a:lnTo>
                  <a:lnTo>
                    <a:pt x="5119585" y="902713"/>
                  </a:lnTo>
                  <a:lnTo>
                    <a:pt x="5041951" y="888091"/>
                  </a:lnTo>
                  <a:lnTo>
                    <a:pt x="4964317" y="872831"/>
                  </a:lnTo>
                  <a:lnTo>
                    <a:pt x="4886683" y="856906"/>
                  </a:lnTo>
                  <a:lnTo>
                    <a:pt x="4809049" y="840286"/>
                  </a:lnTo>
                  <a:lnTo>
                    <a:pt x="4731415" y="822942"/>
                  </a:lnTo>
                  <a:lnTo>
                    <a:pt x="4653781" y="804841"/>
                  </a:lnTo>
                  <a:lnTo>
                    <a:pt x="4576147" y="785952"/>
                  </a:lnTo>
                  <a:lnTo>
                    <a:pt x="4498513" y="766238"/>
                  </a:lnTo>
                  <a:lnTo>
                    <a:pt x="4420879" y="745665"/>
                  </a:lnTo>
                  <a:lnTo>
                    <a:pt x="4343244" y="724195"/>
                  </a:lnTo>
                  <a:lnTo>
                    <a:pt x="4265610" y="701789"/>
                  </a:lnTo>
                  <a:lnTo>
                    <a:pt x="4187976" y="678406"/>
                  </a:lnTo>
                  <a:lnTo>
                    <a:pt x="4110342" y="654003"/>
                  </a:lnTo>
                  <a:lnTo>
                    <a:pt x="4032708" y="628537"/>
                  </a:lnTo>
                  <a:lnTo>
                    <a:pt x="3955074" y="601960"/>
                  </a:lnTo>
                  <a:lnTo>
                    <a:pt x="3877440" y="574224"/>
                  </a:lnTo>
                  <a:lnTo>
                    <a:pt x="3799806" y="545278"/>
                  </a:lnTo>
                  <a:lnTo>
                    <a:pt x="3722172" y="515071"/>
                  </a:lnTo>
                  <a:lnTo>
                    <a:pt x="3644538" y="483546"/>
                  </a:lnTo>
                  <a:lnTo>
                    <a:pt x="3566904" y="450647"/>
                  </a:lnTo>
                  <a:lnTo>
                    <a:pt x="3489270" y="416313"/>
                  </a:lnTo>
                  <a:lnTo>
                    <a:pt x="3411636" y="380483"/>
                  </a:lnTo>
                  <a:lnTo>
                    <a:pt x="3334002" y="363641"/>
                  </a:lnTo>
                  <a:lnTo>
                    <a:pt x="3256368" y="356532"/>
                  </a:lnTo>
                  <a:lnTo>
                    <a:pt x="3178734" y="349365"/>
                  </a:lnTo>
                  <a:lnTo>
                    <a:pt x="3101100" y="342140"/>
                  </a:lnTo>
                  <a:lnTo>
                    <a:pt x="3023466" y="334856"/>
                  </a:lnTo>
                  <a:lnTo>
                    <a:pt x="2945832" y="327513"/>
                  </a:lnTo>
                  <a:lnTo>
                    <a:pt x="2868198" y="320110"/>
                  </a:lnTo>
                  <a:lnTo>
                    <a:pt x="2790564" y="312647"/>
                  </a:lnTo>
                  <a:lnTo>
                    <a:pt x="2712930" y="305123"/>
                  </a:lnTo>
                  <a:lnTo>
                    <a:pt x="2635295" y="297538"/>
                  </a:lnTo>
                  <a:lnTo>
                    <a:pt x="2557661" y="289891"/>
                  </a:lnTo>
                  <a:lnTo>
                    <a:pt x="2480027" y="282182"/>
                  </a:lnTo>
                  <a:lnTo>
                    <a:pt x="2402393" y="274411"/>
                  </a:lnTo>
                  <a:lnTo>
                    <a:pt x="2324759" y="266576"/>
                  </a:lnTo>
                  <a:lnTo>
                    <a:pt x="2247125" y="258678"/>
                  </a:lnTo>
                  <a:lnTo>
                    <a:pt x="2169491" y="250715"/>
                  </a:lnTo>
                  <a:lnTo>
                    <a:pt x="2091857" y="242688"/>
                  </a:lnTo>
                  <a:lnTo>
                    <a:pt x="2014223" y="234596"/>
                  </a:lnTo>
                  <a:lnTo>
                    <a:pt x="1936589" y="226437"/>
                  </a:lnTo>
                  <a:lnTo>
                    <a:pt x="1858955" y="218213"/>
                  </a:lnTo>
                  <a:lnTo>
                    <a:pt x="1781321" y="209921"/>
                  </a:lnTo>
                  <a:lnTo>
                    <a:pt x="1703687" y="201562"/>
                  </a:lnTo>
                  <a:lnTo>
                    <a:pt x="1626053" y="193135"/>
                  </a:lnTo>
                  <a:lnTo>
                    <a:pt x="1548419" y="184640"/>
                  </a:lnTo>
                  <a:lnTo>
                    <a:pt x="1470785" y="176075"/>
                  </a:lnTo>
                  <a:lnTo>
                    <a:pt x="1393151" y="167441"/>
                  </a:lnTo>
                  <a:lnTo>
                    <a:pt x="1315517" y="158737"/>
                  </a:lnTo>
                  <a:lnTo>
                    <a:pt x="1237883" y="149961"/>
                  </a:lnTo>
                  <a:lnTo>
                    <a:pt x="1160249" y="141115"/>
                  </a:lnTo>
                  <a:lnTo>
                    <a:pt x="1082615" y="132197"/>
                  </a:lnTo>
                  <a:lnTo>
                    <a:pt x="1004981" y="123206"/>
                  </a:lnTo>
                  <a:lnTo>
                    <a:pt x="927346" y="114142"/>
                  </a:lnTo>
                  <a:lnTo>
                    <a:pt x="849712" y="105004"/>
                  </a:lnTo>
                  <a:lnTo>
                    <a:pt x="772078" y="95792"/>
                  </a:lnTo>
                  <a:lnTo>
                    <a:pt x="694444" y="86505"/>
                  </a:lnTo>
                  <a:lnTo>
                    <a:pt x="616810" y="77143"/>
                  </a:lnTo>
                  <a:lnTo>
                    <a:pt x="539176" y="67704"/>
                  </a:lnTo>
                  <a:lnTo>
                    <a:pt x="461542" y="58189"/>
                  </a:lnTo>
                  <a:lnTo>
                    <a:pt x="383908" y="48597"/>
                  </a:lnTo>
                  <a:lnTo>
                    <a:pt x="306274" y="38926"/>
                  </a:lnTo>
                  <a:lnTo>
                    <a:pt x="228640" y="29177"/>
                  </a:lnTo>
                  <a:lnTo>
                    <a:pt x="151006" y="19348"/>
                  </a:lnTo>
                  <a:lnTo>
                    <a:pt x="73372" y="94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917220"/>
              <a:ext cx="7370972" cy="2395713"/>
            </a:xfrm>
            <a:custGeom>
              <a:avLst/>
              <a:pathLst>
                <a:path w="7370972" h="2395713">
                  <a:moveTo>
                    <a:pt x="0" y="0"/>
                  </a:moveTo>
                  <a:lnTo>
                    <a:pt x="73372" y="62444"/>
                  </a:lnTo>
                  <a:lnTo>
                    <a:pt x="151006" y="126859"/>
                  </a:lnTo>
                  <a:lnTo>
                    <a:pt x="228640" y="189659"/>
                  </a:lnTo>
                  <a:lnTo>
                    <a:pt x="306274" y="250885"/>
                  </a:lnTo>
                  <a:lnTo>
                    <a:pt x="383908" y="310576"/>
                  </a:lnTo>
                  <a:lnTo>
                    <a:pt x="461542" y="368771"/>
                  </a:lnTo>
                  <a:lnTo>
                    <a:pt x="539176" y="425507"/>
                  </a:lnTo>
                  <a:lnTo>
                    <a:pt x="616810" y="480820"/>
                  </a:lnTo>
                  <a:lnTo>
                    <a:pt x="694444" y="534747"/>
                  </a:lnTo>
                  <a:lnTo>
                    <a:pt x="772078" y="587322"/>
                  </a:lnTo>
                  <a:lnTo>
                    <a:pt x="849712" y="638579"/>
                  </a:lnTo>
                  <a:lnTo>
                    <a:pt x="927346" y="688551"/>
                  </a:lnTo>
                  <a:lnTo>
                    <a:pt x="1004981" y="737270"/>
                  </a:lnTo>
                  <a:lnTo>
                    <a:pt x="1082615" y="784768"/>
                  </a:lnTo>
                  <a:lnTo>
                    <a:pt x="1160249" y="831076"/>
                  </a:lnTo>
                  <a:lnTo>
                    <a:pt x="1237883" y="876222"/>
                  </a:lnTo>
                  <a:lnTo>
                    <a:pt x="1315517" y="920237"/>
                  </a:lnTo>
                  <a:lnTo>
                    <a:pt x="1393151" y="963148"/>
                  </a:lnTo>
                  <a:lnTo>
                    <a:pt x="1470785" y="1004984"/>
                  </a:lnTo>
                  <a:lnTo>
                    <a:pt x="1548419" y="1045770"/>
                  </a:lnTo>
                  <a:lnTo>
                    <a:pt x="1626053" y="1085535"/>
                  </a:lnTo>
                  <a:lnTo>
                    <a:pt x="1703687" y="1124302"/>
                  </a:lnTo>
                  <a:lnTo>
                    <a:pt x="1781321" y="1162098"/>
                  </a:lnTo>
                  <a:lnTo>
                    <a:pt x="1858955" y="1198946"/>
                  </a:lnTo>
                  <a:lnTo>
                    <a:pt x="1936589" y="1234870"/>
                  </a:lnTo>
                  <a:lnTo>
                    <a:pt x="2014223" y="1269894"/>
                  </a:lnTo>
                  <a:lnTo>
                    <a:pt x="2091857" y="1304040"/>
                  </a:lnTo>
                  <a:lnTo>
                    <a:pt x="2169491" y="1337330"/>
                  </a:lnTo>
                  <a:lnTo>
                    <a:pt x="2247125" y="1369785"/>
                  </a:lnTo>
                  <a:lnTo>
                    <a:pt x="2324759" y="1401427"/>
                  </a:lnTo>
                  <a:lnTo>
                    <a:pt x="2402393" y="1432275"/>
                  </a:lnTo>
                  <a:lnTo>
                    <a:pt x="2480027" y="1462351"/>
                  </a:lnTo>
                  <a:lnTo>
                    <a:pt x="2557661" y="1491672"/>
                  </a:lnTo>
                  <a:lnTo>
                    <a:pt x="2635295" y="1520258"/>
                  </a:lnTo>
                  <a:lnTo>
                    <a:pt x="2712930" y="1548127"/>
                  </a:lnTo>
                  <a:lnTo>
                    <a:pt x="2790564" y="1575298"/>
                  </a:lnTo>
                  <a:lnTo>
                    <a:pt x="2868198" y="1601788"/>
                  </a:lnTo>
                  <a:lnTo>
                    <a:pt x="2945832" y="1627614"/>
                  </a:lnTo>
                  <a:lnTo>
                    <a:pt x="3023466" y="1652792"/>
                  </a:lnTo>
                  <a:lnTo>
                    <a:pt x="3101100" y="1677339"/>
                  </a:lnTo>
                  <a:lnTo>
                    <a:pt x="3178734" y="1701271"/>
                  </a:lnTo>
                  <a:lnTo>
                    <a:pt x="3256368" y="1724603"/>
                  </a:lnTo>
                  <a:lnTo>
                    <a:pt x="3334002" y="1747350"/>
                  </a:lnTo>
                  <a:lnTo>
                    <a:pt x="3411636" y="1769526"/>
                  </a:lnTo>
                  <a:lnTo>
                    <a:pt x="3489270" y="1791147"/>
                  </a:lnTo>
                  <a:lnTo>
                    <a:pt x="3566904" y="1812226"/>
                  </a:lnTo>
                  <a:lnTo>
                    <a:pt x="3644538" y="1832776"/>
                  </a:lnTo>
                  <a:lnTo>
                    <a:pt x="3722172" y="1852811"/>
                  </a:lnTo>
                  <a:lnTo>
                    <a:pt x="3799806" y="1872344"/>
                  </a:lnTo>
                  <a:lnTo>
                    <a:pt x="3877440" y="1891387"/>
                  </a:lnTo>
                  <a:lnTo>
                    <a:pt x="3955074" y="1909953"/>
                  </a:lnTo>
                  <a:lnTo>
                    <a:pt x="4032708" y="1928054"/>
                  </a:lnTo>
                  <a:lnTo>
                    <a:pt x="4110342" y="1945700"/>
                  </a:lnTo>
                  <a:lnTo>
                    <a:pt x="4187976" y="1962904"/>
                  </a:lnTo>
                  <a:lnTo>
                    <a:pt x="4265610" y="1979677"/>
                  </a:lnTo>
                  <a:lnTo>
                    <a:pt x="4343244" y="1996030"/>
                  </a:lnTo>
                  <a:lnTo>
                    <a:pt x="4420879" y="2011973"/>
                  </a:lnTo>
                  <a:lnTo>
                    <a:pt x="4498513" y="2027516"/>
                  </a:lnTo>
                  <a:lnTo>
                    <a:pt x="4576147" y="2042669"/>
                  </a:lnTo>
                  <a:lnTo>
                    <a:pt x="4653781" y="2057442"/>
                  </a:lnTo>
                  <a:lnTo>
                    <a:pt x="4731415" y="2071845"/>
                  </a:lnTo>
                  <a:lnTo>
                    <a:pt x="4809049" y="2085887"/>
                  </a:lnTo>
                  <a:lnTo>
                    <a:pt x="4886683" y="2099577"/>
                  </a:lnTo>
                  <a:lnTo>
                    <a:pt x="4964317" y="2112924"/>
                  </a:lnTo>
                  <a:lnTo>
                    <a:pt x="5041951" y="2125936"/>
                  </a:lnTo>
                  <a:lnTo>
                    <a:pt x="5119585" y="2138622"/>
                  </a:lnTo>
                  <a:lnTo>
                    <a:pt x="5197219" y="2150990"/>
                  </a:lnTo>
                  <a:lnTo>
                    <a:pt x="5274853" y="2163048"/>
                  </a:lnTo>
                  <a:lnTo>
                    <a:pt x="5352487" y="2174804"/>
                  </a:lnTo>
                  <a:lnTo>
                    <a:pt x="5430121" y="2186265"/>
                  </a:lnTo>
                  <a:lnTo>
                    <a:pt x="5507755" y="2197438"/>
                  </a:lnTo>
                  <a:lnTo>
                    <a:pt x="5585389" y="2208332"/>
                  </a:lnTo>
                  <a:lnTo>
                    <a:pt x="5663023" y="2218952"/>
                  </a:lnTo>
                  <a:lnTo>
                    <a:pt x="5740657" y="2229307"/>
                  </a:lnTo>
                  <a:lnTo>
                    <a:pt x="5818291" y="2239401"/>
                  </a:lnTo>
                  <a:lnTo>
                    <a:pt x="5895925" y="2249243"/>
                  </a:lnTo>
                  <a:lnTo>
                    <a:pt x="5973559" y="2258838"/>
                  </a:lnTo>
                  <a:lnTo>
                    <a:pt x="6051193" y="2268192"/>
                  </a:lnTo>
                  <a:lnTo>
                    <a:pt x="6128827" y="2277312"/>
                  </a:lnTo>
                  <a:lnTo>
                    <a:pt x="6206462" y="2286203"/>
                  </a:lnTo>
                  <a:lnTo>
                    <a:pt x="6284096" y="2294871"/>
                  </a:lnTo>
                  <a:lnTo>
                    <a:pt x="6361730" y="2303322"/>
                  </a:lnTo>
                  <a:lnTo>
                    <a:pt x="6439364" y="2311562"/>
                  </a:lnTo>
                  <a:lnTo>
                    <a:pt x="6516998" y="2319594"/>
                  </a:lnTo>
                  <a:lnTo>
                    <a:pt x="6594632" y="2327426"/>
                  </a:lnTo>
                  <a:lnTo>
                    <a:pt x="6672266" y="2335060"/>
                  </a:lnTo>
                  <a:lnTo>
                    <a:pt x="6749900" y="2342504"/>
                  </a:lnTo>
                  <a:lnTo>
                    <a:pt x="6827534" y="2349761"/>
                  </a:lnTo>
                  <a:lnTo>
                    <a:pt x="6905168" y="2356836"/>
                  </a:lnTo>
                  <a:lnTo>
                    <a:pt x="6982802" y="2363734"/>
                  </a:lnTo>
                  <a:lnTo>
                    <a:pt x="7060436" y="2370458"/>
                  </a:lnTo>
                  <a:lnTo>
                    <a:pt x="7138070" y="2377015"/>
                  </a:lnTo>
                  <a:lnTo>
                    <a:pt x="7215704" y="2383406"/>
                  </a:lnTo>
                  <a:lnTo>
                    <a:pt x="7293338" y="2389638"/>
                  </a:lnTo>
                  <a:lnTo>
                    <a:pt x="7370972" y="23957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2026-05-22T10:32:38Z</dcterms:modified>
  <cp:category/>
</cp:coreProperties>
</file>