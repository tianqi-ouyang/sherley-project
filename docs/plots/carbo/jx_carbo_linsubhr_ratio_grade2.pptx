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998086"/>
              <a:ext cx="7370972" cy="3385032"/>
            </a:xfrm>
            <a:custGeom>
              <a:avLst/>
              <a:pathLst>
                <a:path w="7370972" h="3385032">
                  <a:moveTo>
                    <a:pt x="0" y="0"/>
                  </a:moveTo>
                  <a:lnTo>
                    <a:pt x="73372" y="106713"/>
                  </a:lnTo>
                  <a:lnTo>
                    <a:pt x="151006" y="216040"/>
                  </a:lnTo>
                  <a:lnTo>
                    <a:pt x="228640" y="321897"/>
                  </a:lnTo>
                  <a:lnTo>
                    <a:pt x="306274" y="424394"/>
                  </a:lnTo>
                  <a:lnTo>
                    <a:pt x="383908" y="523638"/>
                  </a:lnTo>
                  <a:lnTo>
                    <a:pt x="461542" y="619732"/>
                  </a:lnTo>
                  <a:lnTo>
                    <a:pt x="539176" y="712776"/>
                  </a:lnTo>
                  <a:lnTo>
                    <a:pt x="616810" y="802866"/>
                  </a:lnTo>
                  <a:lnTo>
                    <a:pt x="694444" y="890097"/>
                  </a:lnTo>
                  <a:lnTo>
                    <a:pt x="772078" y="974560"/>
                  </a:lnTo>
                  <a:lnTo>
                    <a:pt x="849712" y="1056341"/>
                  </a:lnTo>
                  <a:lnTo>
                    <a:pt x="927346" y="1135527"/>
                  </a:lnTo>
                  <a:lnTo>
                    <a:pt x="1004981" y="1212199"/>
                  </a:lnTo>
                  <a:lnTo>
                    <a:pt x="1082615" y="1286437"/>
                  </a:lnTo>
                  <a:lnTo>
                    <a:pt x="1160249" y="1358320"/>
                  </a:lnTo>
                  <a:lnTo>
                    <a:pt x="1237883" y="1427920"/>
                  </a:lnTo>
                  <a:lnTo>
                    <a:pt x="1315517" y="1495312"/>
                  </a:lnTo>
                  <a:lnTo>
                    <a:pt x="1393151" y="1560564"/>
                  </a:lnTo>
                  <a:lnTo>
                    <a:pt x="1470785" y="1623745"/>
                  </a:lnTo>
                  <a:lnTo>
                    <a:pt x="1548419" y="1684921"/>
                  </a:lnTo>
                  <a:lnTo>
                    <a:pt x="1626053" y="1744155"/>
                  </a:lnTo>
                  <a:lnTo>
                    <a:pt x="1703687" y="1801509"/>
                  </a:lnTo>
                  <a:lnTo>
                    <a:pt x="1781321" y="1857043"/>
                  </a:lnTo>
                  <a:lnTo>
                    <a:pt x="1858955" y="1910814"/>
                  </a:lnTo>
                  <a:lnTo>
                    <a:pt x="1936589" y="1962878"/>
                  </a:lnTo>
                  <a:lnTo>
                    <a:pt x="2014223" y="2013290"/>
                  </a:lnTo>
                  <a:lnTo>
                    <a:pt x="2091857" y="2062101"/>
                  </a:lnTo>
                  <a:lnTo>
                    <a:pt x="2169491" y="2109364"/>
                  </a:lnTo>
                  <a:lnTo>
                    <a:pt x="2247125" y="2155126"/>
                  </a:lnTo>
                  <a:lnTo>
                    <a:pt x="2324759" y="2199435"/>
                  </a:lnTo>
                  <a:lnTo>
                    <a:pt x="2402393" y="2242338"/>
                  </a:lnTo>
                  <a:lnTo>
                    <a:pt x="2480027" y="2283880"/>
                  </a:lnTo>
                  <a:lnTo>
                    <a:pt x="2557661" y="2324103"/>
                  </a:lnTo>
                  <a:lnTo>
                    <a:pt x="2635295" y="2363049"/>
                  </a:lnTo>
                  <a:lnTo>
                    <a:pt x="2712930" y="2400759"/>
                  </a:lnTo>
                  <a:lnTo>
                    <a:pt x="2790564" y="2437272"/>
                  </a:lnTo>
                  <a:lnTo>
                    <a:pt x="2868198" y="2472626"/>
                  </a:lnTo>
                  <a:lnTo>
                    <a:pt x="2945832" y="2506858"/>
                  </a:lnTo>
                  <a:lnTo>
                    <a:pt x="3023466" y="2540004"/>
                  </a:lnTo>
                  <a:lnTo>
                    <a:pt x="3101100" y="2572097"/>
                  </a:lnTo>
                  <a:lnTo>
                    <a:pt x="3178734" y="2603172"/>
                  </a:lnTo>
                  <a:lnTo>
                    <a:pt x="3256368" y="2633260"/>
                  </a:lnTo>
                  <a:lnTo>
                    <a:pt x="3334002" y="2662393"/>
                  </a:lnTo>
                  <a:lnTo>
                    <a:pt x="3411636" y="2679984"/>
                  </a:lnTo>
                  <a:lnTo>
                    <a:pt x="3489270" y="2675521"/>
                  </a:lnTo>
                  <a:lnTo>
                    <a:pt x="3566904" y="2671036"/>
                  </a:lnTo>
                  <a:lnTo>
                    <a:pt x="3644538" y="2666528"/>
                  </a:lnTo>
                  <a:lnTo>
                    <a:pt x="3722172" y="2661997"/>
                  </a:lnTo>
                  <a:lnTo>
                    <a:pt x="3799806" y="2657442"/>
                  </a:lnTo>
                  <a:lnTo>
                    <a:pt x="3877440" y="2652864"/>
                  </a:lnTo>
                  <a:lnTo>
                    <a:pt x="3955074" y="2648263"/>
                  </a:lnTo>
                  <a:lnTo>
                    <a:pt x="4032708" y="2643638"/>
                  </a:lnTo>
                  <a:lnTo>
                    <a:pt x="4110342" y="2638989"/>
                  </a:lnTo>
                  <a:lnTo>
                    <a:pt x="4187976" y="2634317"/>
                  </a:lnTo>
                  <a:lnTo>
                    <a:pt x="4265610" y="2629620"/>
                  </a:lnTo>
                  <a:lnTo>
                    <a:pt x="4343244" y="2624900"/>
                  </a:lnTo>
                  <a:lnTo>
                    <a:pt x="4420879" y="2620155"/>
                  </a:lnTo>
                  <a:lnTo>
                    <a:pt x="4498513" y="2615387"/>
                  </a:lnTo>
                  <a:lnTo>
                    <a:pt x="4576147" y="2610593"/>
                  </a:lnTo>
                  <a:lnTo>
                    <a:pt x="4653781" y="2605775"/>
                  </a:lnTo>
                  <a:lnTo>
                    <a:pt x="4731415" y="2600933"/>
                  </a:lnTo>
                  <a:lnTo>
                    <a:pt x="4809049" y="2596066"/>
                  </a:lnTo>
                  <a:lnTo>
                    <a:pt x="4886683" y="2591173"/>
                  </a:lnTo>
                  <a:lnTo>
                    <a:pt x="4964317" y="2586256"/>
                  </a:lnTo>
                  <a:lnTo>
                    <a:pt x="5041951" y="2581313"/>
                  </a:lnTo>
                  <a:lnTo>
                    <a:pt x="5119585" y="2576345"/>
                  </a:lnTo>
                  <a:lnTo>
                    <a:pt x="5197219" y="2571352"/>
                  </a:lnTo>
                  <a:lnTo>
                    <a:pt x="5274853" y="2566333"/>
                  </a:lnTo>
                  <a:lnTo>
                    <a:pt x="5352487" y="2561289"/>
                  </a:lnTo>
                  <a:lnTo>
                    <a:pt x="5430121" y="2556218"/>
                  </a:lnTo>
                  <a:lnTo>
                    <a:pt x="5507755" y="2551122"/>
                  </a:lnTo>
                  <a:lnTo>
                    <a:pt x="5585389" y="2545999"/>
                  </a:lnTo>
                  <a:lnTo>
                    <a:pt x="5663023" y="2540851"/>
                  </a:lnTo>
                  <a:lnTo>
                    <a:pt x="5740657" y="2535675"/>
                  </a:lnTo>
                  <a:lnTo>
                    <a:pt x="5818291" y="2530474"/>
                  </a:lnTo>
                  <a:lnTo>
                    <a:pt x="5895925" y="2525246"/>
                  </a:lnTo>
                  <a:lnTo>
                    <a:pt x="5973559" y="2519990"/>
                  </a:lnTo>
                  <a:lnTo>
                    <a:pt x="6051193" y="2514709"/>
                  </a:lnTo>
                  <a:lnTo>
                    <a:pt x="6128827" y="2509399"/>
                  </a:lnTo>
                  <a:lnTo>
                    <a:pt x="6206462" y="2504063"/>
                  </a:lnTo>
                  <a:lnTo>
                    <a:pt x="6284096" y="2498700"/>
                  </a:lnTo>
                  <a:lnTo>
                    <a:pt x="6361730" y="2493309"/>
                  </a:lnTo>
                  <a:lnTo>
                    <a:pt x="6439364" y="2487890"/>
                  </a:lnTo>
                  <a:lnTo>
                    <a:pt x="6516998" y="2482444"/>
                  </a:lnTo>
                  <a:lnTo>
                    <a:pt x="6594632" y="2476969"/>
                  </a:lnTo>
                  <a:lnTo>
                    <a:pt x="6672266" y="2471467"/>
                  </a:lnTo>
                  <a:lnTo>
                    <a:pt x="6749900" y="2465936"/>
                  </a:lnTo>
                  <a:lnTo>
                    <a:pt x="6827534" y="2460377"/>
                  </a:lnTo>
                  <a:lnTo>
                    <a:pt x="6905168" y="2454790"/>
                  </a:lnTo>
                  <a:lnTo>
                    <a:pt x="6982802" y="2449174"/>
                  </a:lnTo>
                  <a:lnTo>
                    <a:pt x="7060436" y="2443529"/>
                  </a:lnTo>
                  <a:lnTo>
                    <a:pt x="7138070" y="2437856"/>
                  </a:lnTo>
                  <a:lnTo>
                    <a:pt x="7215704" y="2432153"/>
                  </a:lnTo>
                  <a:lnTo>
                    <a:pt x="7293338" y="2426421"/>
                  </a:lnTo>
                  <a:lnTo>
                    <a:pt x="7370972" y="2420660"/>
                  </a:lnTo>
                  <a:lnTo>
                    <a:pt x="7370972" y="3385032"/>
                  </a:lnTo>
                  <a:lnTo>
                    <a:pt x="7293338" y="3379587"/>
                  </a:lnTo>
                  <a:lnTo>
                    <a:pt x="7215704" y="3373964"/>
                  </a:lnTo>
                  <a:lnTo>
                    <a:pt x="7138070" y="3368157"/>
                  </a:lnTo>
                  <a:lnTo>
                    <a:pt x="7060436" y="3362159"/>
                  </a:lnTo>
                  <a:lnTo>
                    <a:pt x="6982802" y="3355965"/>
                  </a:lnTo>
                  <a:lnTo>
                    <a:pt x="6905168" y="3349568"/>
                  </a:lnTo>
                  <a:lnTo>
                    <a:pt x="6827534" y="3342960"/>
                  </a:lnTo>
                  <a:lnTo>
                    <a:pt x="6749900" y="3336137"/>
                  </a:lnTo>
                  <a:lnTo>
                    <a:pt x="6672266" y="3329089"/>
                  </a:lnTo>
                  <a:lnTo>
                    <a:pt x="6594632" y="3321811"/>
                  </a:lnTo>
                  <a:lnTo>
                    <a:pt x="6516998" y="3314294"/>
                  </a:lnTo>
                  <a:lnTo>
                    <a:pt x="6439364" y="3306530"/>
                  </a:lnTo>
                  <a:lnTo>
                    <a:pt x="6361730" y="3298513"/>
                  </a:lnTo>
                  <a:lnTo>
                    <a:pt x="6284096" y="3290232"/>
                  </a:lnTo>
                  <a:lnTo>
                    <a:pt x="6206462" y="3281680"/>
                  </a:lnTo>
                  <a:lnTo>
                    <a:pt x="6128827" y="3272847"/>
                  </a:lnTo>
                  <a:lnTo>
                    <a:pt x="6051193" y="3263725"/>
                  </a:lnTo>
                  <a:lnTo>
                    <a:pt x="5973559" y="3254304"/>
                  </a:lnTo>
                  <a:lnTo>
                    <a:pt x="5895925" y="3244574"/>
                  </a:lnTo>
                  <a:lnTo>
                    <a:pt x="5818291" y="3234525"/>
                  </a:lnTo>
                  <a:lnTo>
                    <a:pt x="5740657" y="3224147"/>
                  </a:lnTo>
                  <a:lnTo>
                    <a:pt x="5663023" y="3213428"/>
                  </a:lnTo>
                  <a:lnTo>
                    <a:pt x="5585389" y="3202358"/>
                  </a:lnTo>
                  <a:lnTo>
                    <a:pt x="5507755" y="3190926"/>
                  </a:lnTo>
                  <a:lnTo>
                    <a:pt x="5430121" y="3179118"/>
                  </a:lnTo>
                  <a:lnTo>
                    <a:pt x="5352487" y="3166923"/>
                  </a:lnTo>
                  <a:lnTo>
                    <a:pt x="5274853" y="3154329"/>
                  </a:lnTo>
                  <a:lnTo>
                    <a:pt x="5197219" y="3141322"/>
                  </a:lnTo>
                  <a:lnTo>
                    <a:pt x="5119585" y="3127888"/>
                  </a:lnTo>
                  <a:lnTo>
                    <a:pt x="5041951" y="3114014"/>
                  </a:lnTo>
                  <a:lnTo>
                    <a:pt x="4964317" y="3099685"/>
                  </a:lnTo>
                  <a:lnTo>
                    <a:pt x="4886683" y="3084887"/>
                  </a:lnTo>
                  <a:lnTo>
                    <a:pt x="4809049" y="3069603"/>
                  </a:lnTo>
                  <a:lnTo>
                    <a:pt x="4731415" y="3053819"/>
                  </a:lnTo>
                  <a:lnTo>
                    <a:pt x="4653781" y="3037517"/>
                  </a:lnTo>
                  <a:lnTo>
                    <a:pt x="4576147" y="3020680"/>
                  </a:lnTo>
                  <a:lnTo>
                    <a:pt x="4498513" y="3003292"/>
                  </a:lnTo>
                  <a:lnTo>
                    <a:pt x="4420879" y="2985333"/>
                  </a:lnTo>
                  <a:lnTo>
                    <a:pt x="4343244" y="2966786"/>
                  </a:lnTo>
                  <a:lnTo>
                    <a:pt x="4265610" y="2947631"/>
                  </a:lnTo>
                  <a:lnTo>
                    <a:pt x="4187976" y="2927848"/>
                  </a:lnTo>
                  <a:lnTo>
                    <a:pt x="4110342" y="2907417"/>
                  </a:lnTo>
                  <a:lnTo>
                    <a:pt x="4032708" y="2886316"/>
                  </a:lnTo>
                  <a:lnTo>
                    <a:pt x="3955074" y="2864523"/>
                  </a:lnTo>
                  <a:lnTo>
                    <a:pt x="3877440" y="2842015"/>
                  </a:lnTo>
                  <a:lnTo>
                    <a:pt x="3799806" y="2818770"/>
                  </a:lnTo>
                  <a:lnTo>
                    <a:pt x="3722172" y="2794763"/>
                  </a:lnTo>
                  <a:lnTo>
                    <a:pt x="3644538" y="2769969"/>
                  </a:lnTo>
                  <a:lnTo>
                    <a:pt x="3566904" y="2744362"/>
                  </a:lnTo>
                  <a:lnTo>
                    <a:pt x="3489270" y="2717915"/>
                  </a:lnTo>
                  <a:lnTo>
                    <a:pt x="3411636" y="2690602"/>
                  </a:lnTo>
                  <a:lnTo>
                    <a:pt x="3334002" y="2684423"/>
                  </a:lnTo>
                  <a:lnTo>
                    <a:pt x="3256368" y="2688841"/>
                  </a:lnTo>
                  <a:lnTo>
                    <a:pt x="3178734" y="2693235"/>
                  </a:lnTo>
                  <a:lnTo>
                    <a:pt x="3101100" y="2697607"/>
                  </a:lnTo>
                  <a:lnTo>
                    <a:pt x="3023466" y="2701957"/>
                  </a:lnTo>
                  <a:lnTo>
                    <a:pt x="2945832" y="2706285"/>
                  </a:lnTo>
                  <a:lnTo>
                    <a:pt x="2868198" y="2710590"/>
                  </a:lnTo>
                  <a:lnTo>
                    <a:pt x="2790564" y="2714874"/>
                  </a:lnTo>
                  <a:lnTo>
                    <a:pt x="2712930" y="2719136"/>
                  </a:lnTo>
                  <a:lnTo>
                    <a:pt x="2635295" y="2723376"/>
                  </a:lnTo>
                  <a:lnTo>
                    <a:pt x="2557661" y="2727595"/>
                  </a:lnTo>
                  <a:lnTo>
                    <a:pt x="2480027" y="2731792"/>
                  </a:lnTo>
                  <a:lnTo>
                    <a:pt x="2402393" y="2735967"/>
                  </a:lnTo>
                  <a:lnTo>
                    <a:pt x="2324759" y="2740122"/>
                  </a:lnTo>
                  <a:lnTo>
                    <a:pt x="2247125" y="2744255"/>
                  </a:lnTo>
                  <a:lnTo>
                    <a:pt x="2169491" y="2748367"/>
                  </a:lnTo>
                  <a:lnTo>
                    <a:pt x="2091857" y="2752458"/>
                  </a:lnTo>
                  <a:lnTo>
                    <a:pt x="2014223" y="2756528"/>
                  </a:lnTo>
                  <a:lnTo>
                    <a:pt x="1936589" y="2760578"/>
                  </a:lnTo>
                  <a:lnTo>
                    <a:pt x="1858955" y="2764607"/>
                  </a:lnTo>
                  <a:lnTo>
                    <a:pt x="1781321" y="2768615"/>
                  </a:lnTo>
                  <a:lnTo>
                    <a:pt x="1703687" y="2772603"/>
                  </a:lnTo>
                  <a:lnTo>
                    <a:pt x="1626053" y="2776571"/>
                  </a:lnTo>
                  <a:lnTo>
                    <a:pt x="1548419" y="2780518"/>
                  </a:lnTo>
                  <a:lnTo>
                    <a:pt x="1470785" y="2784446"/>
                  </a:lnTo>
                  <a:lnTo>
                    <a:pt x="1393151" y="2788353"/>
                  </a:lnTo>
                  <a:lnTo>
                    <a:pt x="1315517" y="2792240"/>
                  </a:lnTo>
                  <a:lnTo>
                    <a:pt x="1237883" y="2796108"/>
                  </a:lnTo>
                  <a:lnTo>
                    <a:pt x="1160249" y="2799956"/>
                  </a:lnTo>
                  <a:lnTo>
                    <a:pt x="1082615" y="2803784"/>
                  </a:lnTo>
                  <a:lnTo>
                    <a:pt x="1004981" y="2807593"/>
                  </a:lnTo>
                  <a:lnTo>
                    <a:pt x="927346" y="2811382"/>
                  </a:lnTo>
                  <a:lnTo>
                    <a:pt x="849712" y="2815152"/>
                  </a:lnTo>
                  <a:lnTo>
                    <a:pt x="772078" y="2818903"/>
                  </a:lnTo>
                  <a:lnTo>
                    <a:pt x="694444" y="2822635"/>
                  </a:lnTo>
                  <a:lnTo>
                    <a:pt x="616810" y="2826347"/>
                  </a:lnTo>
                  <a:lnTo>
                    <a:pt x="539176" y="2830041"/>
                  </a:lnTo>
                  <a:lnTo>
                    <a:pt x="461542" y="2833716"/>
                  </a:lnTo>
                  <a:lnTo>
                    <a:pt x="383908" y="2837372"/>
                  </a:lnTo>
                  <a:lnTo>
                    <a:pt x="306274" y="2841010"/>
                  </a:lnTo>
                  <a:lnTo>
                    <a:pt x="228640" y="2844629"/>
                  </a:lnTo>
                  <a:lnTo>
                    <a:pt x="151006" y="2848229"/>
                  </a:lnTo>
                  <a:lnTo>
                    <a:pt x="73372" y="2851811"/>
                  </a:lnTo>
                  <a:lnTo>
                    <a:pt x="0" y="2855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1998086"/>
              <a:ext cx="7370972" cy="2679984"/>
            </a:xfrm>
            <a:custGeom>
              <a:avLst/>
              <a:pathLst>
                <a:path w="7370972" h="2679984">
                  <a:moveTo>
                    <a:pt x="0" y="0"/>
                  </a:moveTo>
                  <a:lnTo>
                    <a:pt x="73372" y="106713"/>
                  </a:lnTo>
                  <a:lnTo>
                    <a:pt x="151006" y="216040"/>
                  </a:lnTo>
                  <a:lnTo>
                    <a:pt x="228640" y="321897"/>
                  </a:lnTo>
                  <a:lnTo>
                    <a:pt x="306274" y="424394"/>
                  </a:lnTo>
                  <a:lnTo>
                    <a:pt x="383908" y="523638"/>
                  </a:lnTo>
                  <a:lnTo>
                    <a:pt x="461542" y="619732"/>
                  </a:lnTo>
                  <a:lnTo>
                    <a:pt x="539176" y="712776"/>
                  </a:lnTo>
                  <a:lnTo>
                    <a:pt x="616810" y="802866"/>
                  </a:lnTo>
                  <a:lnTo>
                    <a:pt x="694444" y="890097"/>
                  </a:lnTo>
                  <a:lnTo>
                    <a:pt x="772078" y="974560"/>
                  </a:lnTo>
                  <a:lnTo>
                    <a:pt x="849712" y="1056341"/>
                  </a:lnTo>
                  <a:lnTo>
                    <a:pt x="927346" y="1135527"/>
                  </a:lnTo>
                  <a:lnTo>
                    <a:pt x="1004981" y="1212199"/>
                  </a:lnTo>
                  <a:lnTo>
                    <a:pt x="1082615" y="1286437"/>
                  </a:lnTo>
                  <a:lnTo>
                    <a:pt x="1160249" y="1358320"/>
                  </a:lnTo>
                  <a:lnTo>
                    <a:pt x="1237883" y="1427920"/>
                  </a:lnTo>
                  <a:lnTo>
                    <a:pt x="1315517" y="1495312"/>
                  </a:lnTo>
                  <a:lnTo>
                    <a:pt x="1393151" y="1560564"/>
                  </a:lnTo>
                  <a:lnTo>
                    <a:pt x="1470785" y="1623745"/>
                  </a:lnTo>
                  <a:lnTo>
                    <a:pt x="1548419" y="1684921"/>
                  </a:lnTo>
                  <a:lnTo>
                    <a:pt x="1626053" y="1744155"/>
                  </a:lnTo>
                  <a:lnTo>
                    <a:pt x="1703687" y="1801509"/>
                  </a:lnTo>
                  <a:lnTo>
                    <a:pt x="1781321" y="1857043"/>
                  </a:lnTo>
                  <a:lnTo>
                    <a:pt x="1858955" y="1910814"/>
                  </a:lnTo>
                  <a:lnTo>
                    <a:pt x="1936589" y="1962878"/>
                  </a:lnTo>
                  <a:lnTo>
                    <a:pt x="2014223" y="2013290"/>
                  </a:lnTo>
                  <a:lnTo>
                    <a:pt x="2091857" y="2062101"/>
                  </a:lnTo>
                  <a:lnTo>
                    <a:pt x="2169491" y="2109364"/>
                  </a:lnTo>
                  <a:lnTo>
                    <a:pt x="2247125" y="2155126"/>
                  </a:lnTo>
                  <a:lnTo>
                    <a:pt x="2324759" y="2199435"/>
                  </a:lnTo>
                  <a:lnTo>
                    <a:pt x="2402393" y="2242338"/>
                  </a:lnTo>
                  <a:lnTo>
                    <a:pt x="2480027" y="2283880"/>
                  </a:lnTo>
                  <a:lnTo>
                    <a:pt x="2557661" y="2324103"/>
                  </a:lnTo>
                  <a:lnTo>
                    <a:pt x="2635295" y="2363049"/>
                  </a:lnTo>
                  <a:lnTo>
                    <a:pt x="2712930" y="2400759"/>
                  </a:lnTo>
                  <a:lnTo>
                    <a:pt x="2790564" y="2437272"/>
                  </a:lnTo>
                  <a:lnTo>
                    <a:pt x="2868198" y="2472626"/>
                  </a:lnTo>
                  <a:lnTo>
                    <a:pt x="2945832" y="2506858"/>
                  </a:lnTo>
                  <a:lnTo>
                    <a:pt x="3023466" y="2540004"/>
                  </a:lnTo>
                  <a:lnTo>
                    <a:pt x="3101100" y="2572097"/>
                  </a:lnTo>
                  <a:lnTo>
                    <a:pt x="3178734" y="2603172"/>
                  </a:lnTo>
                  <a:lnTo>
                    <a:pt x="3256368" y="2633260"/>
                  </a:lnTo>
                  <a:lnTo>
                    <a:pt x="3334002" y="2662393"/>
                  </a:lnTo>
                  <a:lnTo>
                    <a:pt x="3411636" y="2679984"/>
                  </a:lnTo>
                  <a:lnTo>
                    <a:pt x="3489270" y="2675521"/>
                  </a:lnTo>
                  <a:lnTo>
                    <a:pt x="3566904" y="2671036"/>
                  </a:lnTo>
                  <a:lnTo>
                    <a:pt x="3644538" y="2666528"/>
                  </a:lnTo>
                  <a:lnTo>
                    <a:pt x="3722172" y="2661997"/>
                  </a:lnTo>
                  <a:lnTo>
                    <a:pt x="3799806" y="2657442"/>
                  </a:lnTo>
                  <a:lnTo>
                    <a:pt x="3877440" y="2652864"/>
                  </a:lnTo>
                  <a:lnTo>
                    <a:pt x="3955074" y="2648263"/>
                  </a:lnTo>
                  <a:lnTo>
                    <a:pt x="4032708" y="2643638"/>
                  </a:lnTo>
                  <a:lnTo>
                    <a:pt x="4110342" y="2638989"/>
                  </a:lnTo>
                  <a:lnTo>
                    <a:pt x="4187976" y="2634317"/>
                  </a:lnTo>
                  <a:lnTo>
                    <a:pt x="4265610" y="2629620"/>
                  </a:lnTo>
                  <a:lnTo>
                    <a:pt x="4343244" y="2624900"/>
                  </a:lnTo>
                  <a:lnTo>
                    <a:pt x="4420879" y="2620155"/>
                  </a:lnTo>
                  <a:lnTo>
                    <a:pt x="4498513" y="2615387"/>
                  </a:lnTo>
                  <a:lnTo>
                    <a:pt x="4576147" y="2610593"/>
                  </a:lnTo>
                  <a:lnTo>
                    <a:pt x="4653781" y="2605775"/>
                  </a:lnTo>
                  <a:lnTo>
                    <a:pt x="4731415" y="2600933"/>
                  </a:lnTo>
                  <a:lnTo>
                    <a:pt x="4809049" y="2596066"/>
                  </a:lnTo>
                  <a:lnTo>
                    <a:pt x="4886683" y="2591173"/>
                  </a:lnTo>
                  <a:lnTo>
                    <a:pt x="4964317" y="2586256"/>
                  </a:lnTo>
                  <a:lnTo>
                    <a:pt x="5041951" y="2581313"/>
                  </a:lnTo>
                  <a:lnTo>
                    <a:pt x="5119585" y="2576345"/>
                  </a:lnTo>
                  <a:lnTo>
                    <a:pt x="5197219" y="2571352"/>
                  </a:lnTo>
                  <a:lnTo>
                    <a:pt x="5274853" y="2566333"/>
                  </a:lnTo>
                  <a:lnTo>
                    <a:pt x="5352487" y="2561289"/>
                  </a:lnTo>
                  <a:lnTo>
                    <a:pt x="5430121" y="2556218"/>
                  </a:lnTo>
                  <a:lnTo>
                    <a:pt x="5507755" y="2551122"/>
                  </a:lnTo>
                  <a:lnTo>
                    <a:pt x="5585389" y="2545999"/>
                  </a:lnTo>
                  <a:lnTo>
                    <a:pt x="5663023" y="2540851"/>
                  </a:lnTo>
                  <a:lnTo>
                    <a:pt x="5740657" y="2535675"/>
                  </a:lnTo>
                  <a:lnTo>
                    <a:pt x="5818291" y="2530474"/>
                  </a:lnTo>
                  <a:lnTo>
                    <a:pt x="5895925" y="2525246"/>
                  </a:lnTo>
                  <a:lnTo>
                    <a:pt x="5973559" y="2519990"/>
                  </a:lnTo>
                  <a:lnTo>
                    <a:pt x="6051193" y="2514709"/>
                  </a:lnTo>
                  <a:lnTo>
                    <a:pt x="6128827" y="2509399"/>
                  </a:lnTo>
                  <a:lnTo>
                    <a:pt x="6206462" y="2504063"/>
                  </a:lnTo>
                  <a:lnTo>
                    <a:pt x="6284096" y="2498700"/>
                  </a:lnTo>
                  <a:lnTo>
                    <a:pt x="6361730" y="2493309"/>
                  </a:lnTo>
                  <a:lnTo>
                    <a:pt x="6439364" y="2487890"/>
                  </a:lnTo>
                  <a:lnTo>
                    <a:pt x="6516998" y="2482444"/>
                  </a:lnTo>
                  <a:lnTo>
                    <a:pt x="6594632" y="2476969"/>
                  </a:lnTo>
                  <a:lnTo>
                    <a:pt x="6672266" y="2471467"/>
                  </a:lnTo>
                  <a:lnTo>
                    <a:pt x="6749900" y="2465936"/>
                  </a:lnTo>
                  <a:lnTo>
                    <a:pt x="6827534" y="2460377"/>
                  </a:lnTo>
                  <a:lnTo>
                    <a:pt x="6905168" y="2454790"/>
                  </a:lnTo>
                  <a:lnTo>
                    <a:pt x="6982802" y="2449174"/>
                  </a:lnTo>
                  <a:lnTo>
                    <a:pt x="7060436" y="2443529"/>
                  </a:lnTo>
                  <a:lnTo>
                    <a:pt x="7138070" y="2437856"/>
                  </a:lnTo>
                  <a:lnTo>
                    <a:pt x="7215704" y="2432153"/>
                  </a:lnTo>
                  <a:lnTo>
                    <a:pt x="7293338" y="2426421"/>
                  </a:lnTo>
                  <a:lnTo>
                    <a:pt x="7370972" y="2420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2510"/>
              <a:ext cx="7370972" cy="700608"/>
            </a:xfrm>
            <a:custGeom>
              <a:avLst/>
              <a:pathLst>
                <a:path w="7370972" h="700608">
                  <a:moveTo>
                    <a:pt x="7370972" y="700608"/>
                  </a:moveTo>
                  <a:lnTo>
                    <a:pt x="7293338" y="695163"/>
                  </a:lnTo>
                  <a:lnTo>
                    <a:pt x="7215704" y="689540"/>
                  </a:lnTo>
                  <a:lnTo>
                    <a:pt x="7138070" y="683733"/>
                  </a:lnTo>
                  <a:lnTo>
                    <a:pt x="7060436" y="677735"/>
                  </a:lnTo>
                  <a:lnTo>
                    <a:pt x="6982802" y="671541"/>
                  </a:lnTo>
                  <a:lnTo>
                    <a:pt x="6905168" y="665144"/>
                  </a:lnTo>
                  <a:lnTo>
                    <a:pt x="6827534" y="658536"/>
                  </a:lnTo>
                  <a:lnTo>
                    <a:pt x="6749900" y="651713"/>
                  </a:lnTo>
                  <a:lnTo>
                    <a:pt x="6672266" y="644665"/>
                  </a:lnTo>
                  <a:lnTo>
                    <a:pt x="6594632" y="637387"/>
                  </a:lnTo>
                  <a:lnTo>
                    <a:pt x="6516998" y="629870"/>
                  </a:lnTo>
                  <a:lnTo>
                    <a:pt x="6439364" y="622107"/>
                  </a:lnTo>
                  <a:lnTo>
                    <a:pt x="6361730" y="614089"/>
                  </a:lnTo>
                  <a:lnTo>
                    <a:pt x="6284096" y="605808"/>
                  </a:lnTo>
                  <a:lnTo>
                    <a:pt x="6206462" y="597256"/>
                  </a:lnTo>
                  <a:lnTo>
                    <a:pt x="6128827" y="588423"/>
                  </a:lnTo>
                  <a:lnTo>
                    <a:pt x="6051193" y="579301"/>
                  </a:lnTo>
                  <a:lnTo>
                    <a:pt x="5973559" y="569880"/>
                  </a:lnTo>
                  <a:lnTo>
                    <a:pt x="5895925" y="560150"/>
                  </a:lnTo>
                  <a:lnTo>
                    <a:pt x="5818291" y="550101"/>
                  </a:lnTo>
                  <a:lnTo>
                    <a:pt x="5740657" y="539723"/>
                  </a:lnTo>
                  <a:lnTo>
                    <a:pt x="5663023" y="529004"/>
                  </a:lnTo>
                  <a:lnTo>
                    <a:pt x="5585389" y="517934"/>
                  </a:lnTo>
                  <a:lnTo>
                    <a:pt x="5507755" y="506502"/>
                  </a:lnTo>
                  <a:lnTo>
                    <a:pt x="5430121" y="494694"/>
                  </a:lnTo>
                  <a:lnTo>
                    <a:pt x="5352487" y="482499"/>
                  </a:lnTo>
                  <a:lnTo>
                    <a:pt x="5274853" y="469905"/>
                  </a:lnTo>
                  <a:lnTo>
                    <a:pt x="5197219" y="456898"/>
                  </a:lnTo>
                  <a:lnTo>
                    <a:pt x="5119585" y="443464"/>
                  </a:lnTo>
                  <a:lnTo>
                    <a:pt x="5041951" y="429590"/>
                  </a:lnTo>
                  <a:lnTo>
                    <a:pt x="4964317" y="415261"/>
                  </a:lnTo>
                  <a:lnTo>
                    <a:pt x="4886683" y="400463"/>
                  </a:lnTo>
                  <a:lnTo>
                    <a:pt x="4809049" y="385179"/>
                  </a:lnTo>
                  <a:lnTo>
                    <a:pt x="4731415" y="369395"/>
                  </a:lnTo>
                  <a:lnTo>
                    <a:pt x="4653781" y="353093"/>
                  </a:lnTo>
                  <a:lnTo>
                    <a:pt x="4576147" y="336256"/>
                  </a:lnTo>
                  <a:lnTo>
                    <a:pt x="4498513" y="318868"/>
                  </a:lnTo>
                  <a:lnTo>
                    <a:pt x="4420879" y="300909"/>
                  </a:lnTo>
                  <a:lnTo>
                    <a:pt x="4343244" y="282362"/>
                  </a:lnTo>
                  <a:lnTo>
                    <a:pt x="4265610" y="263207"/>
                  </a:lnTo>
                  <a:lnTo>
                    <a:pt x="4187976" y="243424"/>
                  </a:lnTo>
                  <a:lnTo>
                    <a:pt x="4110342" y="222993"/>
                  </a:lnTo>
                  <a:lnTo>
                    <a:pt x="4032708" y="201892"/>
                  </a:lnTo>
                  <a:lnTo>
                    <a:pt x="3955074" y="180099"/>
                  </a:lnTo>
                  <a:lnTo>
                    <a:pt x="3877440" y="157591"/>
                  </a:lnTo>
                  <a:lnTo>
                    <a:pt x="3799806" y="134346"/>
                  </a:lnTo>
                  <a:lnTo>
                    <a:pt x="3722172" y="110339"/>
                  </a:lnTo>
                  <a:lnTo>
                    <a:pt x="3644538" y="85545"/>
                  </a:lnTo>
                  <a:lnTo>
                    <a:pt x="3566904" y="59938"/>
                  </a:lnTo>
                  <a:lnTo>
                    <a:pt x="3489270" y="33491"/>
                  </a:lnTo>
                  <a:lnTo>
                    <a:pt x="3411636" y="6178"/>
                  </a:lnTo>
                  <a:lnTo>
                    <a:pt x="3334002" y="0"/>
                  </a:lnTo>
                  <a:lnTo>
                    <a:pt x="3256368" y="4417"/>
                  </a:lnTo>
                  <a:lnTo>
                    <a:pt x="3178734" y="8811"/>
                  </a:lnTo>
                  <a:lnTo>
                    <a:pt x="3101100" y="13183"/>
                  </a:lnTo>
                  <a:lnTo>
                    <a:pt x="3023466" y="17533"/>
                  </a:lnTo>
                  <a:lnTo>
                    <a:pt x="2945832" y="21861"/>
                  </a:lnTo>
                  <a:lnTo>
                    <a:pt x="2868198" y="26166"/>
                  </a:lnTo>
                  <a:lnTo>
                    <a:pt x="2790564" y="30450"/>
                  </a:lnTo>
                  <a:lnTo>
                    <a:pt x="2712930" y="34712"/>
                  </a:lnTo>
                  <a:lnTo>
                    <a:pt x="2635295" y="38952"/>
                  </a:lnTo>
                  <a:lnTo>
                    <a:pt x="2557661" y="43171"/>
                  </a:lnTo>
                  <a:lnTo>
                    <a:pt x="2480027" y="47368"/>
                  </a:lnTo>
                  <a:lnTo>
                    <a:pt x="2402393" y="51543"/>
                  </a:lnTo>
                  <a:lnTo>
                    <a:pt x="2324759" y="55698"/>
                  </a:lnTo>
                  <a:lnTo>
                    <a:pt x="2247125" y="59831"/>
                  </a:lnTo>
                  <a:lnTo>
                    <a:pt x="2169491" y="63943"/>
                  </a:lnTo>
                  <a:lnTo>
                    <a:pt x="2091857" y="68034"/>
                  </a:lnTo>
                  <a:lnTo>
                    <a:pt x="2014223" y="72104"/>
                  </a:lnTo>
                  <a:lnTo>
                    <a:pt x="1936589" y="76154"/>
                  </a:lnTo>
                  <a:lnTo>
                    <a:pt x="1858955" y="80183"/>
                  </a:lnTo>
                  <a:lnTo>
                    <a:pt x="1781321" y="84191"/>
                  </a:lnTo>
                  <a:lnTo>
                    <a:pt x="1703687" y="88179"/>
                  </a:lnTo>
                  <a:lnTo>
                    <a:pt x="1626053" y="92147"/>
                  </a:lnTo>
                  <a:lnTo>
                    <a:pt x="1548419" y="96094"/>
                  </a:lnTo>
                  <a:lnTo>
                    <a:pt x="1470785" y="100022"/>
                  </a:lnTo>
                  <a:lnTo>
                    <a:pt x="1393151" y="103929"/>
                  </a:lnTo>
                  <a:lnTo>
                    <a:pt x="1315517" y="107816"/>
                  </a:lnTo>
                  <a:lnTo>
                    <a:pt x="1237883" y="111684"/>
                  </a:lnTo>
                  <a:lnTo>
                    <a:pt x="1160249" y="115532"/>
                  </a:lnTo>
                  <a:lnTo>
                    <a:pt x="1082615" y="119360"/>
                  </a:lnTo>
                  <a:lnTo>
                    <a:pt x="1004981" y="123169"/>
                  </a:lnTo>
                  <a:lnTo>
                    <a:pt x="927346" y="126958"/>
                  </a:lnTo>
                  <a:lnTo>
                    <a:pt x="849712" y="130728"/>
                  </a:lnTo>
                  <a:lnTo>
                    <a:pt x="772078" y="134479"/>
                  </a:lnTo>
                  <a:lnTo>
                    <a:pt x="694444" y="138211"/>
                  </a:lnTo>
                  <a:lnTo>
                    <a:pt x="616810" y="141923"/>
                  </a:lnTo>
                  <a:lnTo>
                    <a:pt x="539176" y="145617"/>
                  </a:lnTo>
                  <a:lnTo>
                    <a:pt x="461542" y="149292"/>
                  </a:lnTo>
                  <a:lnTo>
                    <a:pt x="383908" y="152948"/>
                  </a:lnTo>
                  <a:lnTo>
                    <a:pt x="306274" y="156586"/>
                  </a:lnTo>
                  <a:lnTo>
                    <a:pt x="228640" y="160205"/>
                  </a:lnTo>
                  <a:lnTo>
                    <a:pt x="151006" y="163805"/>
                  </a:lnTo>
                  <a:lnTo>
                    <a:pt x="73372" y="167387"/>
                  </a:lnTo>
                  <a:lnTo>
                    <a:pt x="0" y="170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77162"/>
              <a:ext cx="7370972" cy="1138736"/>
            </a:xfrm>
            <a:custGeom>
              <a:avLst/>
              <a:pathLst>
                <a:path w="7370972" h="1138736">
                  <a:moveTo>
                    <a:pt x="0" y="0"/>
                  </a:moveTo>
                  <a:lnTo>
                    <a:pt x="73372" y="20044"/>
                  </a:lnTo>
                  <a:lnTo>
                    <a:pt x="151006" y="40967"/>
                  </a:lnTo>
                  <a:lnTo>
                    <a:pt x="228640" y="61607"/>
                  </a:lnTo>
                  <a:lnTo>
                    <a:pt x="306274" y="81970"/>
                  </a:lnTo>
                  <a:lnTo>
                    <a:pt x="383908" y="102058"/>
                  </a:lnTo>
                  <a:lnTo>
                    <a:pt x="461542" y="121875"/>
                  </a:lnTo>
                  <a:lnTo>
                    <a:pt x="539176" y="141425"/>
                  </a:lnTo>
                  <a:lnTo>
                    <a:pt x="616810" y="160711"/>
                  </a:lnTo>
                  <a:lnTo>
                    <a:pt x="694444" y="179738"/>
                  </a:lnTo>
                  <a:lnTo>
                    <a:pt x="772078" y="198508"/>
                  </a:lnTo>
                  <a:lnTo>
                    <a:pt x="849712" y="217025"/>
                  </a:lnTo>
                  <a:lnTo>
                    <a:pt x="927346" y="235292"/>
                  </a:lnTo>
                  <a:lnTo>
                    <a:pt x="1004981" y="253313"/>
                  </a:lnTo>
                  <a:lnTo>
                    <a:pt x="1082615" y="271091"/>
                  </a:lnTo>
                  <a:lnTo>
                    <a:pt x="1160249" y="288629"/>
                  </a:lnTo>
                  <a:lnTo>
                    <a:pt x="1237883" y="305931"/>
                  </a:lnTo>
                  <a:lnTo>
                    <a:pt x="1315517" y="323000"/>
                  </a:lnTo>
                  <a:lnTo>
                    <a:pt x="1393151" y="339838"/>
                  </a:lnTo>
                  <a:lnTo>
                    <a:pt x="1470785" y="356450"/>
                  </a:lnTo>
                  <a:lnTo>
                    <a:pt x="1548419" y="372838"/>
                  </a:lnTo>
                  <a:lnTo>
                    <a:pt x="1626053" y="389004"/>
                  </a:lnTo>
                  <a:lnTo>
                    <a:pt x="1703687" y="404953"/>
                  </a:lnTo>
                  <a:lnTo>
                    <a:pt x="1781321" y="420687"/>
                  </a:lnTo>
                  <a:lnTo>
                    <a:pt x="1858955" y="436209"/>
                  </a:lnTo>
                  <a:lnTo>
                    <a:pt x="1936589" y="451521"/>
                  </a:lnTo>
                  <a:lnTo>
                    <a:pt x="2014223" y="466627"/>
                  </a:lnTo>
                  <a:lnTo>
                    <a:pt x="2091857" y="481529"/>
                  </a:lnTo>
                  <a:lnTo>
                    <a:pt x="2169491" y="496231"/>
                  </a:lnTo>
                  <a:lnTo>
                    <a:pt x="2247125" y="510734"/>
                  </a:lnTo>
                  <a:lnTo>
                    <a:pt x="2324759" y="525042"/>
                  </a:lnTo>
                  <a:lnTo>
                    <a:pt x="2402393" y="539156"/>
                  </a:lnTo>
                  <a:lnTo>
                    <a:pt x="2480027" y="553081"/>
                  </a:lnTo>
                  <a:lnTo>
                    <a:pt x="2557661" y="566818"/>
                  </a:lnTo>
                  <a:lnTo>
                    <a:pt x="2635295" y="580369"/>
                  </a:lnTo>
                  <a:lnTo>
                    <a:pt x="2712930" y="593738"/>
                  </a:lnTo>
                  <a:lnTo>
                    <a:pt x="2790564" y="606927"/>
                  </a:lnTo>
                  <a:lnTo>
                    <a:pt x="2868198" y="619938"/>
                  </a:lnTo>
                  <a:lnTo>
                    <a:pt x="2945832" y="632773"/>
                  </a:lnTo>
                  <a:lnTo>
                    <a:pt x="3023466" y="645436"/>
                  </a:lnTo>
                  <a:lnTo>
                    <a:pt x="3101100" y="657928"/>
                  </a:lnTo>
                  <a:lnTo>
                    <a:pt x="3178734" y="670251"/>
                  </a:lnTo>
                  <a:lnTo>
                    <a:pt x="3256368" y="682408"/>
                  </a:lnTo>
                  <a:lnTo>
                    <a:pt x="3334002" y="694402"/>
                  </a:lnTo>
                  <a:lnTo>
                    <a:pt x="3411636" y="706233"/>
                  </a:lnTo>
                  <a:lnTo>
                    <a:pt x="3489270" y="717905"/>
                  </a:lnTo>
                  <a:lnTo>
                    <a:pt x="3566904" y="729420"/>
                  </a:lnTo>
                  <a:lnTo>
                    <a:pt x="3644538" y="740780"/>
                  </a:lnTo>
                  <a:lnTo>
                    <a:pt x="3722172" y="751986"/>
                  </a:lnTo>
                  <a:lnTo>
                    <a:pt x="3799806" y="763042"/>
                  </a:lnTo>
                  <a:lnTo>
                    <a:pt x="3877440" y="773948"/>
                  </a:lnTo>
                  <a:lnTo>
                    <a:pt x="3955074" y="784707"/>
                  </a:lnTo>
                  <a:lnTo>
                    <a:pt x="4032708" y="795321"/>
                  </a:lnTo>
                  <a:lnTo>
                    <a:pt x="4110342" y="805792"/>
                  </a:lnTo>
                  <a:lnTo>
                    <a:pt x="4187976" y="816122"/>
                  </a:lnTo>
                  <a:lnTo>
                    <a:pt x="4265610" y="826313"/>
                  </a:lnTo>
                  <a:lnTo>
                    <a:pt x="4343244" y="836366"/>
                  </a:lnTo>
                  <a:lnTo>
                    <a:pt x="4420879" y="846284"/>
                  </a:lnTo>
                  <a:lnTo>
                    <a:pt x="4498513" y="856068"/>
                  </a:lnTo>
                  <a:lnTo>
                    <a:pt x="4576147" y="865721"/>
                  </a:lnTo>
                  <a:lnTo>
                    <a:pt x="4653781" y="875243"/>
                  </a:lnTo>
                  <a:lnTo>
                    <a:pt x="4731415" y="884636"/>
                  </a:lnTo>
                  <a:lnTo>
                    <a:pt x="4809049" y="893903"/>
                  </a:lnTo>
                  <a:lnTo>
                    <a:pt x="4886683" y="903046"/>
                  </a:lnTo>
                  <a:lnTo>
                    <a:pt x="4964317" y="912064"/>
                  </a:lnTo>
                  <a:lnTo>
                    <a:pt x="5041951" y="920962"/>
                  </a:lnTo>
                  <a:lnTo>
                    <a:pt x="5119585" y="929739"/>
                  </a:lnTo>
                  <a:lnTo>
                    <a:pt x="5197219" y="938398"/>
                  </a:lnTo>
                  <a:lnTo>
                    <a:pt x="5274853" y="946940"/>
                  </a:lnTo>
                  <a:lnTo>
                    <a:pt x="5352487" y="955368"/>
                  </a:lnTo>
                  <a:lnTo>
                    <a:pt x="5430121" y="963681"/>
                  </a:lnTo>
                  <a:lnTo>
                    <a:pt x="5507755" y="971883"/>
                  </a:lnTo>
                  <a:lnTo>
                    <a:pt x="5585389" y="979973"/>
                  </a:lnTo>
                  <a:lnTo>
                    <a:pt x="5663023" y="987955"/>
                  </a:lnTo>
                  <a:lnTo>
                    <a:pt x="5740657" y="995829"/>
                  </a:lnTo>
                  <a:lnTo>
                    <a:pt x="5818291" y="1003597"/>
                  </a:lnTo>
                  <a:lnTo>
                    <a:pt x="5895925" y="1011261"/>
                  </a:lnTo>
                  <a:lnTo>
                    <a:pt x="5973559" y="1018821"/>
                  </a:lnTo>
                  <a:lnTo>
                    <a:pt x="6051193" y="1026279"/>
                  </a:lnTo>
                  <a:lnTo>
                    <a:pt x="6128827" y="1033636"/>
                  </a:lnTo>
                  <a:lnTo>
                    <a:pt x="6206462" y="1040895"/>
                  </a:lnTo>
                  <a:lnTo>
                    <a:pt x="6284096" y="1048055"/>
                  </a:lnTo>
                  <a:lnTo>
                    <a:pt x="6361730" y="1055119"/>
                  </a:lnTo>
                  <a:lnTo>
                    <a:pt x="6439364" y="1062088"/>
                  </a:lnTo>
                  <a:lnTo>
                    <a:pt x="6516998" y="1068963"/>
                  </a:lnTo>
                  <a:lnTo>
                    <a:pt x="6594632" y="1075745"/>
                  </a:lnTo>
                  <a:lnTo>
                    <a:pt x="6672266" y="1082436"/>
                  </a:lnTo>
                  <a:lnTo>
                    <a:pt x="6749900" y="1089036"/>
                  </a:lnTo>
                  <a:lnTo>
                    <a:pt x="6827534" y="1095548"/>
                  </a:lnTo>
                  <a:lnTo>
                    <a:pt x="6905168" y="1101971"/>
                  </a:lnTo>
                  <a:lnTo>
                    <a:pt x="6982802" y="1108309"/>
                  </a:lnTo>
                  <a:lnTo>
                    <a:pt x="7060436" y="1114560"/>
                  </a:lnTo>
                  <a:lnTo>
                    <a:pt x="7138070" y="1120728"/>
                  </a:lnTo>
                  <a:lnTo>
                    <a:pt x="7215704" y="1126812"/>
                  </a:lnTo>
                  <a:lnTo>
                    <a:pt x="7293338" y="1132814"/>
                  </a:lnTo>
                  <a:lnTo>
                    <a:pt x="7370972" y="1138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2026-05-26T13:56:35Z</dcterms:modified>
  <cp:category/>
</cp:coreProperties>
</file>