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59791"/>
            </a:xfrm>
            <a:custGeom>
              <a:avLst/>
              <a:pathLst>
                <a:path w="7370972" h="3559791">
                  <a:moveTo>
                    <a:pt x="830252" y="0"/>
                  </a:moveTo>
                  <a:lnTo>
                    <a:pt x="849712" y="40337"/>
                  </a:lnTo>
                  <a:lnTo>
                    <a:pt x="927346" y="194395"/>
                  </a:lnTo>
                  <a:lnTo>
                    <a:pt x="1004981" y="341884"/>
                  </a:lnTo>
                  <a:lnTo>
                    <a:pt x="1082615" y="483082"/>
                  </a:lnTo>
                  <a:lnTo>
                    <a:pt x="1160249" y="618258"/>
                  </a:lnTo>
                  <a:lnTo>
                    <a:pt x="1237883" y="747669"/>
                  </a:lnTo>
                  <a:lnTo>
                    <a:pt x="1315517" y="871561"/>
                  </a:lnTo>
                  <a:lnTo>
                    <a:pt x="1393151" y="990169"/>
                  </a:lnTo>
                  <a:lnTo>
                    <a:pt x="1470785" y="1103719"/>
                  </a:lnTo>
                  <a:lnTo>
                    <a:pt x="1548419" y="1212426"/>
                  </a:lnTo>
                  <a:lnTo>
                    <a:pt x="1626053" y="1316497"/>
                  </a:lnTo>
                  <a:lnTo>
                    <a:pt x="1703687" y="1416130"/>
                  </a:lnTo>
                  <a:lnTo>
                    <a:pt x="1781321" y="1511513"/>
                  </a:lnTo>
                  <a:lnTo>
                    <a:pt x="1858955" y="1602829"/>
                  </a:lnTo>
                  <a:lnTo>
                    <a:pt x="1936589" y="1690250"/>
                  </a:lnTo>
                  <a:lnTo>
                    <a:pt x="2014223" y="1773942"/>
                  </a:lnTo>
                  <a:lnTo>
                    <a:pt x="2091857" y="1854066"/>
                  </a:lnTo>
                  <a:lnTo>
                    <a:pt x="2169491" y="1930772"/>
                  </a:lnTo>
                  <a:lnTo>
                    <a:pt x="2247125" y="2004207"/>
                  </a:lnTo>
                  <a:lnTo>
                    <a:pt x="2324759" y="2074510"/>
                  </a:lnTo>
                  <a:lnTo>
                    <a:pt x="2402393" y="2141814"/>
                  </a:lnTo>
                  <a:lnTo>
                    <a:pt x="2480027" y="2206248"/>
                  </a:lnTo>
                  <a:lnTo>
                    <a:pt x="2557661" y="2267935"/>
                  </a:lnTo>
                  <a:lnTo>
                    <a:pt x="2635295" y="2326990"/>
                  </a:lnTo>
                  <a:lnTo>
                    <a:pt x="2712930" y="2383527"/>
                  </a:lnTo>
                  <a:lnTo>
                    <a:pt x="2790564" y="2437652"/>
                  </a:lnTo>
                  <a:lnTo>
                    <a:pt x="2868198" y="2489470"/>
                  </a:lnTo>
                  <a:lnTo>
                    <a:pt x="2945832" y="2539077"/>
                  </a:lnTo>
                  <a:lnTo>
                    <a:pt x="3023466" y="2586569"/>
                  </a:lnTo>
                  <a:lnTo>
                    <a:pt x="3101100" y="2632035"/>
                  </a:lnTo>
                  <a:lnTo>
                    <a:pt x="3178734" y="2675562"/>
                  </a:lnTo>
                  <a:lnTo>
                    <a:pt x="3256368" y="2717233"/>
                  </a:lnTo>
                  <a:lnTo>
                    <a:pt x="3334002" y="2757126"/>
                  </a:lnTo>
                  <a:lnTo>
                    <a:pt x="3411636" y="2786239"/>
                  </a:lnTo>
                  <a:lnTo>
                    <a:pt x="3489270" y="2796133"/>
                  </a:lnTo>
                  <a:lnTo>
                    <a:pt x="3566904" y="2805915"/>
                  </a:lnTo>
                  <a:lnTo>
                    <a:pt x="3644538" y="2815585"/>
                  </a:lnTo>
                  <a:lnTo>
                    <a:pt x="3722172" y="2825144"/>
                  </a:lnTo>
                  <a:lnTo>
                    <a:pt x="3799806" y="2834594"/>
                  </a:lnTo>
                  <a:lnTo>
                    <a:pt x="3877440" y="2843936"/>
                  </a:lnTo>
                  <a:lnTo>
                    <a:pt x="3955074" y="2853172"/>
                  </a:lnTo>
                  <a:lnTo>
                    <a:pt x="4032708" y="2862302"/>
                  </a:lnTo>
                  <a:lnTo>
                    <a:pt x="4110342" y="2871328"/>
                  </a:lnTo>
                  <a:lnTo>
                    <a:pt x="4187976" y="2880251"/>
                  </a:lnTo>
                  <a:lnTo>
                    <a:pt x="4265610" y="2889072"/>
                  </a:lnTo>
                  <a:lnTo>
                    <a:pt x="4343244" y="2897792"/>
                  </a:lnTo>
                  <a:lnTo>
                    <a:pt x="4420879" y="2906412"/>
                  </a:lnTo>
                  <a:lnTo>
                    <a:pt x="4498513" y="2914935"/>
                  </a:lnTo>
                  <a:lnTo>
                    <a:pt x="4576147" y="2923359"/>
                  </a:lnTo>
                  <a:lnTo>
                    <a:pt x="4653781" y="2931688"/>
                  </a:lnTo>
                  <a:lnTo>
                    <a:pt x="4731415" y="2939921"/>
                  </a:lnTo>
                  <a:lnTo>
                    <a:pt x="4809049" y="2948061"/>
                  </a:lnTo>
                  <a:lnTo>
                    <a:pt x="4886683" y="2956107"/>
                  </a:lnTo>
                  <a:lnTo>
                    <a:pt x="4964317" y="2964062"/>
                  </a:lnTo>
                  <a:lnTo>
                    <a:pt x="5041951" y="2971926"/>
                  </a:lnTo>
                  <a:lnTo>
                    <a:pt x="5119585" y="2979700"/>
                  </a:lnTo>
                  <a:lnTo>
                    <a:pt x="5197219" y="2987385"/>
                  </a:lnTo>
                  <a:lnTo>
                    <a:pt x="5274853" y="2994982"/>
                  </a:lnTo>
                  <a:lnTo>
                    <a:pt x="5352487" y="3002493"/>
                  </a:lnTo>
                  <a:lnTo>
                    <a:pt x="5430121" y="3009918"/>
                  </a:lnTo>
                  <a:lnTo>
                    <a:pt x="5507755" y="3017258"/>
                  </a:lnTo>
                  <a:lnTo>
                    <a:pt x="5585389" y="3024514"/>
                  </a:lnTo>
                  <a:lnTo>
                    <a:pt x="5663023" y="3031687"/>
                  </a:lnTo>
                  <a:lnTo>
                    <a:pt x="5740657" y="3038779"/>
                  </a:lnTo>
                  <a:lnTo>
                    <a:pt x="5818291" y="3045789"/>
                  </a:lnTo>
                  <a:lnTo>
                    <a:pt x="5895925" y="3052720"/>
                  </a:lnTo>
                  <a:lnTo>
                    <a:pt x="5973559" y="3059571"/>
                  </a:lnTo>
                  <a:lnTo>
                    <a:pt x="6051193" y="3066344"/>
                  </a:lnTo>
                  <a:lnTo>
                    <a:pt x="6128827" y="3073040"/>
                  </a:lnTo>
                  <a:lnTo>
                    <a:pt x="6206462" y="3079659"/>
                  </a:lnTo>
                  <a:lnTo>
                    <a:pt x="6284096" y="3086203"/>
                  </a:lnTo>
                  <a:lnTo>
                    <a:pt x="6361730" y="3092671"/>
                  </a:lnTo>
                  <a:lnTo>
                    <a:pt x="6439364" y="3099066"/>
                  </a:lnTo>
                  <a:lnTo>
                    <a:pt x="6516998" y="3105388"/>
                  </a:lnTo>
                  <a:lnTo>
                    <a:pt x="6594632" y="3111638"/>
                  </a:lnTo>
                  <a:lnTo>
                    <a:pt x="6672266" y="3117817"/>
                  </a:lnTo>
                  <a:lnTo>
                    <a:pt x="6749900" y="3123924"/>
                  </a:lnTo>
                  <a:lnTo>
                    <a:pt x="6827534" y="3129962"/>
                  </a:lnTo>
                  <a:lnTo>
                    <a:pt x="6905168" y="3135932"/>
                  </a:lnTo>
                  <a:lnTo>
                    <a:pt x="6982802" y="3141833"/>
                  </a:lnTo>
                  <a:lnTo>
                    <a:pt x="7060436" y="3147666"/>
                  </a:lnTo>
                  <a:lnTo>
                    <a:pt x="7138070" y="3153433"/>
                  </a:lnTo>
                  <a:lnTo>
                    <a:pt x="7215704" y="3159134"/>
                  </a:lnTo>
                  <a:lnTo>
                    <a:pt x="7293338" y="3164770"/>
                  </a:lnTo>
                  <a:lnTo>
                    <a:pt x="7370972" y="3170342"/>
                  </a:lnTo>
                  <a:lnTo>
                    <a:pt x="7370972" y="3559791"/>
                  </a:lnTo>
                  <a:lnTo>
                    <a:pt x="7293338" y="3555654"/>
                  </a:lnTo>
                  <a:lnTo>
                    <a:pt x="7215704" y="3551334"/>
                  </a:lnTo>
                  <a:lnTo>
                    <a:pt x="7138070" y="3546821"/>
                  </a:lnTo>
                  <a:lnTo>
                    <a:pt x="7060436" y="3542106"/>
                  </a:lnTo>
                  <a:lnTo>
                    <a:pt x="6982802" y="3537182"/>
                  </a:lnTo>
                  <a:lnTo>
                    <a:pt x="6905168" y="3532039"/>
                  </a:lnTo>
                  <a:lnTo>
                    <a:pt x="6827534" y="3526666"/>
                  </a:lnTo>
                  <a:lnTo>
                    <a:pt x="6749900" y="3521054"/>
                  </a:lnTo>
                  <a:lnTo>
                    <a:pt x="6672266" y="3515192"/>
                  </a:lnTo>
                  <a:lnTo>
                    <a:pt x="6594632" y="3509068"/>
                  </a:lnTo>
                  <a:lnTo>
                    <a:pt x="6516998" y="3502672"/>
                  </a:lnTo>
                  <a:lnTo>
                    <a:pt x="6439364" y="3495992"/>
                  </a:lnTo>
                  <a:lnTo>
                    <a:pt x="6361730" y="3489013"/>
                  </a:lnTo>
                  <a:lnTo>
                    <a:pt x="6284096" y="3481724"/>
                  </a:lnTo>
                  <a:lnTo>
                    <a:pt x="6206462" y="3474109"/>
                  </a:lnTo>
                  <a:lnTo>
                    <a:pt x="6128827" y="3466156"/>
                  </a:lnTo>
                  <a:lnTo>
                    <a:pt x="6051193" y="3457848"/>
                  </a:lnTo>
                  <a:lnTo>
                    <a:pt x="5973559" y="3449171"/>
                  </a:lnTo>
                  <a:lnTo>
                    <a:pt x="5895925" y="3440106"/>
                  </a:lnTo>
                  <a:lnTo>
                    <a:pt x="5818291" y="3430638"/>
                  </a:lnTo>
                  <a:lnTo>
                    <a:pt x="5740657" y="3420748"/>
                  </a:lnTo>
                  <a:lnTo>
                    <a:pt x="5663023" y="3410418"/>
                  </a:lnTo>
                  <a:lnTo>
                    <a:pt x="5585389" y="3399627"/>
                  </a:lnTo>
                  <a:lnTo>
                    <a:pt x="5507755" y="3388356"/>
                  </a:lnTo>
                  <a:lnTo>
                    <a:pt x="5430121" y="3376582"/>
                  </a:lnTo>
                  <a:lnTo>
                    <a:pt x="5352487" y="3364284"/>
                  </a:lnTo>
                  <a:lnTo>
                    <a:pt x="5274853" y="3351438"/>
                  </a:lnTo>
                  <a:lnTo>
                    <a:pt x="5197219" y="3338020"/>
                  </a:lnTo>
                  <a:lnTo>
                    <a:pt x="5119585" y="3324004"/>
                  </a:lnTo>
                  <a:lnTo>
                    <a:pt x="5041951" y="3309364"/>
                  </a:lnTo>
                  <a:lnTo>
                    <a:pt x="4964317" y="3294072"/>
                  </a:lnTo>
                  <a:lnTo>
                    <a:pt x="4886683" y="3278098"/>
                  </a:lnTo>
                  <a:lnTo>
                    <a:pt x="4809049" y="3261413"/>
                  </a:lnTo>
                  <a:lnTo>
                    <a:pt x="4731415" y="3243984"/>
                  </a:lnTo>
                  <a:lnTo>
                    <a:pt x="4653781" y="3225779"/>
                  </a:lnTo>
                  <a:lnTo>
                    <a:pt x="4576147" y="3206763"/>
                  </a:lnTo>
                  <a:lnTo>
                    <a:pt x="4498513" y="3186900"/>
                  </a:lnTo>
                  <a:lnTo>
                    <a:pt x="4420879" y="3166152"/>
                  </a:lnTo>
                  <a:lnTo>
                    <a:pt x="4343244" y="3144479"/>
                  </a:lnTo>
                  <a:lnTo>
                    <a:pt x="4265610" y="3121842"/>
                  </a:lnTo>
                  <a:lnTo>
                    <a:pt x="4187976" y="3098195"/>
                  </a:lnTo>
                  <a:lnTo>
                    <a:pt x="4110342" y="3073496"/>
                  </a:lnTo>
                  <a:lnTo>
                    <a:pt x="4032708" y="3047696"/>
                  </a:lnTo>
                  <a:lnTo>
                    <a:pt x="3955074" y="3020747"/>
                  </a:lnTo>
                  <a:lnTo>
                    <a:pt x="3877440" y="2992597"/>
                  </a:lnTo>
                  <a:lnTo>
                    <a:pt x="3799806" y="2963193"/>
                  </a:lnTo>
                  <a:lnTo>
                    <a:pt x="3722172" y="2932479"/>
                  </a:lnTo>
                  <a:lnTo>
                    <a:pt x="3644538" y="2900397"/>
                  </a:lnTo>
                  <a:lnTo>
                    <a:pt x="3566904" y="2866886"/>
                  </a:lnTo>
                  <a:lnTo>
                    <a:pt x="3489270" y="2831882"/>
                  </a:lnTo>
                  <a:lnTo>
                    <a:pt x="3411636" y="2795319"/>
                  </a:lnTo>
                  <a:lnTo>
                    <a:pt x="3334002" y="2776230"/>
                  </a:lnTo>
                  <a:lnTo>
                    <a:pt x="3256368" y="2766105"/>
                  </a:lnTo>
                  <a:lnTo>
                    <a:pt x="3178734" y="2755864"/>
                  </a:lnTo>
                  <a:lnTo>
                    <a:pt x="3101100" y="2745504"/>
                  </a:lnTo>
                  <a:lnTo>
                    <a:pt x="3023466" y="2735025"/>
                  </a:lnTo>
                  <a:lnTo>
                    <a:pt x="2945832" y="2724424"/>
                  </a:lnTo>
                  <a:lnTo>
                    <a:pt x="2868198" y="2713701"/>
                  </a:lnTo>
                  <a:lnTo>
                    <a:pt x="2790564" y="2702855"/>
                  </a:lnTo>
                  <a:lnTo>
                    <a:pt x="2712930" y="2691883"/>
                  </a:lnTo>
                  <a:lnTo>
                    <a:pt x="2635295" y="2680784"/>
                  </a:lnTo>
                  <a:lnTo>
                    <a:pt x="2557661" y="2669557"/>
                  </a:lnTo>
                  <a:lnTo>
                    <a:pt x="2480027" y="2658200"/>
                  </a:lnTo>
                  <a:lnTo>
                    <a:pt x="2402393" y="2646712"/>
                  </a:lnTo>
                  <a:lnTo>
                    <a:pt x="2324759" y="2635091"/>
                  </a:lnTo>
                  <a:lnTo>
                    <a:pt x="2247125" y="2623336"/>
                  </a:lnTo>
                  <a:lnTo>
                    <a:pt x="2169491" y="2611446"/>
                  </a:lnTo>
                  <a:lnTo>
                    <a:pt x="2091857" y="2599418"/>
                  </a:lnTo>
                  <a:lnTo>
                    <a:pt x="2014223" y="2587250"/>
                  </a:lnTo>
                  <a:lnTo>
                    <a:pt x="1936589" y="2574943"/>
                  </a:lnTo>
                  <a:lnTo>
                    <a:pt x="1858955" y="2562493"/>
                  </a:lnTo>
                  <a:lnTo>
                    <a:pt x="1781321" y="2549900"/>
                  </a:lnTo>
                  <a:lnTo>
                    <a:pt x="1703687" y="2537161"/>
                  </a:lnTo>
                  <a:lnTo>
                    <a:pt x="1626053" y="2524274"/>
                  </a:lnTo>
                  <a:lnTo>
                    <a:pt x="1548419" y="2511239"/>
                  </a:lnTo>
                  <a:lnTo>
                    <a:pt x="1470785" y="2498054"/>
                  </a:lnTo>
                  <a:lnTo>
                    <a:pt x="1393151" y="2484716"/>
                  </a:lnTo>
                  <a:lnTo>
                    <a:pt x="1315517" y="2471223"/>
                  </a:lnTo>
                  <a:lnTo>
                    <a:pt x="1237883" y="2457576"/>
                  </a:lnTo>
                  <a:lnTo>
                    <a:pt x="1160249" y="2443770"/>
                  </a:lnTo>
                  <a:lnTo>
                    <a:pt x="1082615" y="2429805"/>
                  </a:lnTo>
                  <a:lnTo>
                    <a:pt x="1004981" y="2415678"/>
                  </a:lnTo>
                  <a:lnTo>
                    <a:pt x="927346" y="2401389"/>
                  </a:lnTo>
                  <a:lnTo>
                    <a:pt x="849712" y="2386934"/>
                  </a:lnTo>
                  <a:lnTo>
                    <a:pt x="772078" y="2372312"/>
                  </a:lnTo>
                  <a:lnTo>
                    <a:pt x="694444" y="2357522"/>
                  </a:lnTo>
                  <a:lnTo>
                    <a:pt x="616810" y="2342560"/>
                  </a:lnTo>
                  <a:lnTo>
                    <a:pt x="539176" y="2327426"/>
                  </a:lnTo>
                  <a:lnTo>
                    <a:pt x="461542" y="2312117"/>
                  </a:lnTo>
                  <a:lnTo>
                    <a:pt x="383908" y="2296631"/>
                  </a:lnTo>
                  <a:lnTo>
                    <a:pt x="306274" y="2280966"/>
                  </a:lnTo>
                  <a:lnTo>
                    <a:pt x="228640" y="2265120"/>
                  </a:lnTo>
                  <a:lnTo>
                    <a:pt x="151006" y="2249092"/>
                  </a:lnTo>
                  <a:lnTo>
                    <a:pt x="73372" y="2232878"/>
                  </a:lnTo>
                  <a:lnTo>
                    <a:pt x="0" y="22173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47770" y="1896563"/>
              <a:ext cx="6540719" cy="3170342"/>
            </a:xfrm>
            <a:custGeom>
              <a:avLst/>
              <a:pathLst>
                <a:path w="6540719" h="3170342">
                  <a:moveTo>
                    <a:pt x="0" y="0"/>
                  </a:moveTo>
                  <a:lnTo>
                    <a:pt x="19460" y="40337"/>
                  </a:lnTo>
                  <a:lnTo>
                    <a:pt x="97094" y="194395"/>
                  </a:lnTo>
                  <a:lnTo>
                    <a:pt x="174728" y="341884"/>
                  </a:lnTo>
                  <a:lnTo>
                    <a:pt x="252362" y="483082"/>
                  </a:lnTo>
                  <a:lnTo>
                    <a:pt x="329996" y="618258"/>
                  </a:lnTo>
                  <a:lnTo>
                    <a:pt x="407630" y="747669"/>
                  </a:lnTo>
                  <a:lnTo>
                    <a:pt x="485264" y="871561"/>
                  </a:lnTo>
                  <a:lnTo>
                    <a:pt x="562898" y="990169"/>
                  </a:lnTo>
                  <a:lnTo>
                    <a:pt x="640532" y="1103719"/>
                  </a:lnTo>
                  <a:lnTo>
                    <a:pt x="718166" y="1212426"/>
                  </a:lnTo>
                  <a:lnTo>
                    <a:pt x="795800" y="1316497"/>
                  </a:lnTo>
                  <a:lnTo>
                    <a:pt x="873434" y="1416130"/>
                  </a:lnTo>
                  <a:lnTo>
                    <a:pt x="951068" y="1511513"/>
                  </a:lnTo>
                  <a:lnTo>
                    <a:pt x="1028702" y="1602829"/>
                  </a:lnTo>
                  <a:lnTo>
                    <a:pt x="1106336" y="1690250"/>
                  </a:lnTo>
                  <a:lnTo>
                    <a:pt x="1183970" y="1773942"/>
                  </a:lnTo>
                  <a:lnTo>
                    <a:pt x="1261604" y="1854066"/>
                  </a:lnTo>
                  <a:lnTo>
                    <a:pt x="1339238" y="1930772"/>
                  </a:lnTo>
                  <a:lnTo>
                    <a:pt x="1416872" y="2004207"/>
                  </a:lnTo>
                  <a:lnTo>
                    <a:pt x="1494506" y="2074510"/>
                  </a:lnTo>
                  <a:lnTo>
                    <a:pt x="1572140" y="2141814"/>
                  </a:lnTo>
                  <a:lnTo>
                    <a:pt x="1649775" y="2206248"/>
                  </a:lnTo>
                  <a:lnTo>
                    <a:pt x="1727409" y="2267935"/>
                  </a:lnTo>
                  <a:lnTo>
                    <a:pt x="1805043" y="2326990"/>
                  </a:lnTo>
                  <a:lnTo>
                    <a:pt x="1882677" y="2383527"/>
                  </a:lnTo>
                  <a:lnTo>
                    <a:pt x="1960311" y="2437652"/>
                  </a:lnTo>
                  <a:lnTo>
                    <a:pt x="2037945" y="2489470"/>
                  </a:lnTo>
                  <a:lnTo>
                    <a:pt x="2115579" y="2539077"/>
                  </a:lnTo>
                  <a:lnTo>
                    <a:pt x="2193213" y="2586569"/>
                  </a:lnTo>
                  <a:lnTo>
                    <a:pt x="2270847" y="2632035"/>
                  </a:lnTo>
                  <a:lnTo>
                    <a:pt x="2348481" y="2675562"/>
                  </a:lnTo>
                  <a:lnTo>
                    <a:pt x="2426115" y="2717233"/>
                  </a:lnTo>
                  <a:lnTo>
                    <a:pt x="2503749" y="2757126"/>
                  </a:lnTo>
                  <a:lnTo>
                    <a:pt x="2581383" y="2786239"/>
                  </a:lnTo>
                  <a:lnTo>
                    <a:pt x="2659017" y="2796133"/>
                  </a:lnTo>
                  <a:lnTo>
                    <a:pt x="2736651" y="2805915"/>
                  </a:lnTo>
                  <a:lnTo>
                    <a:pt x="2814285" y="2815585"/>
                  </a:lnTo>
                  <a:lnTo>
                    <a:pt x="2891919" y="2825144"/>
                  </a:lnTo>
                  <a:lnTo>
                    <a:pt x="2969553" y="2834594"/>
                  </a:lnTo>
                  <a:lnTo>
                    <a:pt x="3047187" y="2843936"/>
                  </a:lnTo>
                  <a:lnTo>
                    <a:pt x="3124821" y="2853172"/>
                  </a:lnTo>
                  <a:lnTo>
                    <a:pt x="3202455" y="2862302"/>
                  </a:lnTo>
                  <a:lnTo>
                    <a:pt x="3280089" y="2871328"/>
                  </a:lnTo>
                  <a:lnTo>
                    <a:pt x="3357724" y="2880251"/>
                  </a:lnTo>
                  <a:lnTo>
                    <a:pt x="3435358" y="2889072"/>
                  </a:lnTo>
                  <a:lnTo>
                    <a:pt x="3512992" y="2897792"/>
                  </a:lnTo>
                  <a:lnTo>
                    <a:pt x="3590626" y="2906412"/>
                  </a:lnTo>
                  <a:lnTo>
                    <a:pt x="3668260" y="2914935"/>
                  </a:lnTo>
                  <a:lnTo>
                    <a:pt x="3745894" y="2923359"/>
                  </a:lnTo>
                  <a:lnTo>
                    <a:pt x="3823528" y="2931688"/>
                  </a:lnTo>
                  <a:lnTo>
                    <a:pt x="3901162" y="2939921"/>
                  </a:lnTo>
                  <a:lnTo>
                    <a:pt x="3978796" y="2948061"/>
                  </a:lnTo>
                  <a:lnTo>
                    <a:pt x="4056430" y="2956107"/>
                  </a:lnTo>
                  <a:lnTo>
                    <a:pt x="4134064" y="2964062"/>
                  </a:lnTo>
                  <a:lnTo>
                    <a:pt x="4211698" y="2971926"/>
                  </a:lnTo>
                  <a:lnTo>
                    <a:pt x="4289332" y="2979700"/>
                  </a:lnTo>
                  <a:lnTo>
                    <a:pt x="4366966" y="2987385"/>
                  </a:lnTo>
                  <a:lnTo>
                    <a:pt x="4444600" y="2994982"/>
                  </a:lnTo>
                  <a:lnTo>
                    <a:pt x="4522234" y="3002493"/>
                  </a:lnTo>
                  <a:lnTo>
                    <a:pt x="4599868" y="3009918"/>
                  </a:lnTo>
                  <a:lnTo>
                    <a:pt x="4677502" y="3017258"/>
                  </a:lnTo>
                  <a:lnTo>
                    <a:pt x="4755136" y="3024514"/>
                  </a:lnTo>
                  <a:lnTo>
                    <a:pt x="4832770" y="3031687"/>
                  </a:lnTo>
                  <a:lnTo>
                    <a:pt x="4910404" y="3038779"/>
                  </a:lnTo>
                  <a:lnTo>
                    <a:pt x="4988038" y="3045789"/>
                  </a:lnTo>
                  <a:lnTo>
                    <a:pt x="5065672" y="3052720"/>
                  </a:lnTo>
                  <a:lnTo>
                    <a:pt x="5143307" y="3059571"/>
                  </a:lnTo>
                  <a:lnTo>
                    <a:pt x="5220941" y="3066344"/>
                  </a:lnTo>
                  <a:lnTo>
                    <a:pt x="5298575" y="3073040"/>
                  </a:lnTo>
                  <a:lnTo>
                    <a:pt x="5376209" y="3079659"/>
                  </a:lnTo>
                  <a:lnTo>
                    <a:pt x="5453843" y="3086203"/>
                  </a:lnTo>
                  <a:lnTo>
                    <a:pt x="5531477" y="3092671"/>
                  </a:lnTo>
                  <a:lnTo>
                    <a:pt x="5609111" y="3099066"/>
                  </a:lnTo>
                  <a:lnTo>
                    <a:pt x="5686745" y="3105388"/>
                  </a:lnTo>
                  <a:lnTo>
                    <a:pt x="5764379" y="3111638"/>
                  </a:lnTo>
                  <a:lnTo>
                    <a:pt x="5842013" y="3117817"/>
                  </a:lnTo>
                  <a:lnTo>
                    <a:pt x="5919647" y="3123924"/>
                  </a:lnTo>
                  <a:lnTo>
                    <a:pt x="5997281" y="3129962"/>
                  </a:lnTo>
                  <a:lnTo>
                    <a:pt x="6074915" y="3135932"/>
                  </a:lnTo>
                  <a:lnTo>
                    <a:pt x="6152549" y="3141833"/>
                  </a:lnTo>
                  <a:lnTo>
                    <a:pt x="6230183" y="3147666"/>
                  </a:lnTo>
                  <a:lnTo>
                    <a:pt x="6307817" y="3153433"/>
                  </a:lnTo>
                  <a:lnTo>
                    <a:pt x="6385451" y="3159134"/>
                  </a:lnTo>
                  <a:lnTo>
                    <a:pt x="6463085" y="3164770"/>
                  </a:lnTo>
                  <a:lnTo>
                    <a:pt x="6540719" y="31703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13940"/>
              <a:ext cx="7370972" cy="1342414"/>
            </a:xfrm>
            <a:custGeom>
              <a:avLst/>
              <a:pathLst>
                <a:path w="7370972" h="1342414">
                  <a:moveTo>
                    <a:pt x="7370972" y="1342414"/>
                  </a:moveTo>
                  <a:lnTo>
                    <a:pt x="7293338" y="1338277"/>
                  </a:lnTo>
                  <a:lnTo>
                    <a:pt x="7215704" y="1333957"/>
                  </a:lnTo>
                  <a:lnTo>
                    <a:pt x="7138070" y="1329444"/>
                  </a:lnTo>
                  <a:lnTo>
                    <a:pt x="7060436" y="1324729"/>
                  </a:lnTo>
                  <a:lnTo>
                    <a:pt x="6982802" y="1319805"/>
                  </a:lnTo>
                  <a:lnTo>
                    <a:pt x="6905168" y="1314661"/>
                  </a:lnTo>
                  <a:lnTo>
                    <a:pt x="6827534" y="1309289"/>
                  </a:lnTo>
                  <a:lnTo>
                    <a:pt x="6749900" y="1303677"/>
                  </a:lnTo>
                  <a:lnTo>
                    <a:pt x="6672266" y="1297815"/>
                  </a:lnTo>
                  <a:lnTo>
                    <a:pt x="6594632" y="1291691"/>
                  </a:lnTo>
                  <a:lnTo>
                    <a:pt x="6516998" y="1285295"/>
                  </a:lnTo>
                  <a:lnTo>
                    <a:pt x="6439364" y="1278615"/>
                  </a:lnTo>
                  <a:lnTo>
                    <a:pt x="6361730" y="1271636"/>
                  </a:lnTo>
                  <a:lnTo>
                    <a:pt x="6284096" y="1264347"/>
                  </a:lnTo>
                  <a:lnTo>
                    <a:pt x="6206462" y="1256732"/>
                  </a:lnTo>
                  <a:lnTo>
                    <a:pt x="6128827" y="1248779"/>
                  </a:lnTo>
                  <a:lnTo>
                    <a:pt x="6051193" y="1240471"/>
                  </a:lnTo>
                  <a:lnTo>
                    <a:pt x="5973559" y="1231794"/>
                  </a:lnTo>
                  <a:lnTo>
                    <a:pt x="5895925" y="1222729"/>
                  </a:lnTo>
                  <a:lnTo>
                    <a:pt x="5818291" y="1213261"/>
                  </a:lnTo>
                  <a:lnTo>
                    <a:pt x="5740657" y="1203371"/>
                  </a:lnTo>
                  <a:lnTo>
                    <a:pt x="5663023" y="1193041"/>
                  </a:lnTo>
                  <a:lnTo>
                    <a:pt x="5585389" y="1182250"/>
                  </a:lnTo>
                  <a:lnTo>
                    <a:pt x="5507755" y="1170979"/>
                  </a:lnTo>
                  <a:lnTo>
                    <a:pt x="5430121" y="1159205"/>
                  </a:lnTo>
                  <a:lnTo>
                    <a:pt x="5352487" y="1146907"/>
                  </a:lnTo>
                  <a:lnTo>
                    <a:pt x="5274853" y="1134061"/>
                  </a:lnTo>
                  <a:lnTo>
                    <a:pt x="5197219" y="1120643"/>
                  </a:lnTo>
                  <a:lnTo>
                    <a:pt x="5119585" y="1106627"/>
                  </a:lnTo>
                  <a:lnTo>
                    <a:pt x="5041951" y="1091987"/>
                  </a:lnTo>
                  <a:lnTo>
                    <a:pt x="4964317" y="1076695"/>
                  </a:lnTo>
                  <a:lnTo>
                    <a:pt x="4886683" y="1060721"/>
                  </a:lnTo>
                  <a:lnTo>
                    <a:pt x="4809049" y="1044036"/>
                  </a:lnTo>
                  <a:lnTo>
                    <a:pt x="4731415" y="1026607"/>
                  </a:lnTo>
                  <a:lnTo>
                    <a:pt x="4653781" y="1008402"/>
                  </a:lnTo>
                  <a:lnTo>
                    <a:pt x="4576147" y="989386"/>
                  </a:lnTo>
                  <a:lnTo>
                    <a:pt x="4498513" y="969523"/>
                  </a:lnTo>
                  <a:lnTo>
                    <a:pt x="4420879" y="948775"/>
                  </a:lnTo>
                  <a:lnTo>
                    <a:pt x="4343244" y="927102"/>
                  </a:lnTo>
                  <a:lnTo>
                    <a:pt x="4265610" y="904465"/>
                  </a:lnTo>
                  <a:lnTo>
                    <a:pt x="4187976" y="880818"/>
                  </a:lnTo>
                  <a:lnTo>
                    <a:pt x="4110342" y="856119"/>
                  </a:lnTo>
                  <a:lnTo>
                    <a:pt x="4032708" y="830319"/>
                  </a:lnTo>
                  <a:lnTo>
                    <a:pt x="3955074" y="803370"/>
                  </a:lnTo>
                  <a:lnTo>
                    <a:pt x="3877440" y="775220"/>
                  </a:lnTo>
                  <a:lnTo>
                    <a:pt x="3799806" y="745816"/>
                  </a:lnTo>
                  <a:lnTo>
                    <a:pt x="3722172" y="715102"/>
                  </a:lnTo>
                  <a:lnTo>
                    <a:pt x="3644538" y="683020"/>
                  </a:lnTo>
                  <a:lnTo>
                    <a:pt x="3566904" y="649509"/>
                  </a:lnTo>
                  <a:lnTo>
                    <a:pt x="3489270" y="614505"/>
                  </a:lnTo>
                  <a:lnTo>
                    <a:pt x="3411636" y="577942"/>
                  </a:lnTo>
                  <a:lnTo>
                    <a:pt x="3334002" y="558853"/>
                  </a:lnTo>
                  <a:lnTo>
                    <a:pt x="3256368" y="548728"/>
                  </a:lnTo>
                  <a:lnTo>
                    <a:pt x="3178734" y="538487"/>
                  </a:lnTo>
                  <a:lnTo>
                    <a:pt x="3101100" y="528127"/>
                  </a:lnTo>
                  <a:lnTo>
                    <a:pt x="3023466" y="517648"/>
                  </a:lnTo>
                  <a:lnTo>
                    <a:pt x="2945832" y="507047"/>
                  </a:lnTo>
                  <a:lnTo>
                    <a:pt x="2868198" y="496324"/>
                  </a:lnTo>
                  <a:lnTo>
                    <a:pt x="2790564" y="485478"/>
                  </a:lnTo>
                  <a:lnTo>
                    <a:pt x="2712930" y="474505"/>
                  </a:lnTo>
                  <a:lnTo>
                    <a:pt x="2635295" y="463407"/>
                  </a:lnTo>
                  <a:lnTo>
                    <a:pt x="2557661" y="452180"/>
                  </a:lnTo>
                  <a:lnTo>
                    <a:pt x="2480027" y="440823"/>
                  </a:lnTo>
                  <a:lnTo>
                    <a:pt x="2402393" y="429335"/>
                  </a:lnTo>
                  <a:lnTo>
                    <a:pt x="2324759" y="417714"/>
                  </a:lnTo>
                  <a:lnTo>
                    <a:pt x="2247125" y="405959"/>
                  </a:lnTo>
                  <a:lnTo>
                    <a:pt x="2169491" y="394069"/>
                  </a:lnTo>
                  <a:lnTo>
                    <a:pt x="2091857" y="382040"/>
                  </a:lnTo>
                  <a:lnTo>
                    <a:pt x="2014223" y="369873"/>
                  </a:lnTo>
                  <a:lnTo>
                    <a:pt x="1936589" y="357566"/>
                  </a:lnTo>
                  <a:lnTo>
                    <a:pt x="1858955" y="345116"/>
                  </a:lnTo>
                  <a:lnTo>
                    <a:pt x="1781321" y="332523"/>
                  </a:lnTo>
                  <a:lnTo>
                    <a:pt x="1703687" y="319783"/>
                  </a:lnTo>
                  <a:lnTo>
                    <a:pt x="1626053" y="306897"/>
                  </a:lnTo>
                  <a:lnTo>
                    <a:pt x="1548419" y="293862"/>
                  </a:lnTo>
                  <a:lnTo>
                    <a:pt x="1470785" y="280676"/>
                  </a:lnTo>
                  <a:lnTo>
                    <a:pt x="1393151" y="267339"/>
                  </a:lnTo>
                  <a:lnTo>
                    <a:pt x="1315517" y="253846"/>
                  </a:lnTo>
                  <a:lnTo>
                    <a:pt x="1237883" y="240198"/>
                  </a:lnTo>
                  <a:lnTo>
                    <a:pt x="1160249" y="226393"/>
                  </a:lnTo>
                  <a:lnTo>
                    <a:pt x="1082615" y="212428"/>
                  </a:lnTo>
                  <a:lnTo>
                    <a:pt x="1004981" y="198301"/>
                  </a:lnTo>
                  <a:lnTo>
                    <a:pt x="927346" y="184012"/>
                  </a:lnTo>
                  <a:lnTo>
                    <a:pt x="849712" y="169557"/>
                  </a:lnTo>
                  <a:lnTo>
                    <a:pt x="772078" y="154935"/>
                  </a:lnTo>
                  <a:lnTo>
                    <a:pt x="694444" y="140145"/>
                  </a:lnTo>
                  <a:lnTo>
                    <a:pt x="616810" y="125183"/>
                  </a:lnTo>
                  <a:lnTo>
                    <a:pt x="539176" y="110049"/>
                  </a:lnTo>
                  <a:lnTo>
                    <a:pt x="461542" y="94740"/>
                  </a:lnTo>
                  <a:lnTo>
                    <a:pt x="383908" y="79254"/>
                  </a:lnTo>
                  <a:lnTo>
                    <a:pt x="306274" y="63589"/>
                  </a:lnTo>
                  <a:lnTo>
                    <a:pt x="228640" y="47743"/>
                  </a:lnTo>
                  <a:lnTo>
                    <a:pt x="151006" y="31715"/>
                  </a:lnTo>
                  <a:lnTo>
                    <a:pt x="73372" y="155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658837"/>
              <a:ext cx="7370972" cy="2678749"/>
            </a:xfrm>
            <a:custGeom>
              <a:avLst/>
              <a:pathLst>
                <a:path w="7370972" h="2678749">
                  <a:moveTo>
                    <a:pt x="0" y="0"/>
                  </a:moveTo>
                  <a:lnTo>
                    <a:pt x="73372" y="74302"/>
                  </a:lnTo>
                  <a:lnTo>
                    <a:pt x="151006" y="150785"/>
                  </a:lnTo>
                  <a:lnTo>
                    <a:pt x="228640" y="225191"/>
                  </a:lnTo>
                  <a:lnTo>
                    <a:pt x="306274" y="297576"/>
                  </a:lnTo>
                  <a:lnTo>
                    <a:pt x="383908" y="367995"/>
                  </a:lnTo>
                  <a:lnTo>
                    <a:pt x="461542" y="436502"/>
                  </a:lnTo>
                  <a:lnTo>
                    <a:pt x="539176" y="503147"/>
                  </a:lnTo>
                  <a:lnTo>
                    <a:pt x="616810" y="567983"/>
                  </a:lnTo>
                  <a:lnTo>
                    <a:pt x="694444" y="631058"/>
                  </a:lnTo>
                  <a:lnTo>
                    <a:pt x="772078" y="692420"/>
                  </a:lnTo>
                  <a:lnTo>
                    <a:pt x="849712" y="752115"/>
                  </a:lnTo>
                  <a:lnTo>
                    <a:pt x="927346" y="810189"/>
                  </a:lnTo>
                  <a:lnTo>
                    <a:pt x="1004981" y="866686"/>
                  </a:lnTo>
                  <a:lnTo>
                    <a:pt x="1082615" y="921648"/>
                  </a:lnTo>
                  <a:lnTo>
                    <a:pt x="1160249" y="975118"/>
                  </a:lnTo>
                  <a:lnTo>
                    <a:pt x="1237883" y="1027135"/>
                  </a:lnTo>
                  <a:lnTo>
                    <a:pt x="1315517" y="1077740"/>
                  </a:lnTo>
                  <a:lnTo>
                    <a:pt x="1393151" y="1126970"/>
                  </a:lnTo>
                  <a:lnTo>
                    <a:pt x="1470785" y="1174863"/>
                  </a:lnTo>
                  <a:lnTo>
                    <a:pt x="1548419" y="1221455"/>
                  </a:lnTo>
                  <a:lnTo>
                    <a:pt x="1626053" y="1266782"/>
                  </a:lnTo>
                  <a:lnTo>
                    <a:pt x="1703687" y="1310878"/>
                  </a:lnTo>
                  <a:lnTo>
                    <a:pt x="1781321" y="1353776"/>
                  </a:lnTo>
                  <a:lnTo>
                    <a:pt x="1858955" y="1395509"/>
                  </a:lnTo>
                  <a:lnTo>
                    <a:pt x="1936589" y="1436109"/>
                  </a:lnTo>
                  <a:lnTo>
                    <a:pt x="2014223" y="1475606"/>
                  </a:lnTo>
                  <a:lnTo>
                    <a:pt x="2091857" y="1514030"/>
                  </a:lnTo>
                  <a:lnTo>
                    <a:pt x="2169491" y="1551411"/>
                  </a:lnTo>
                  <a:lnTo>
                    <a:pt x="2247125" y="1587776"/>
                  </a:lnTo>
                  <a:lnTo>
                    <a:pt x="2324759" y="1623154"/>
                  </a:lnTo>
                  <a:lnTo>
                    <a:pt x="2402393" y="1657571"/>
                  </a:lnTo>
                  <a:lnTo>
                    <a:pt x="2480027" y="1691053"/>
                  </a:lnTo>
                  <a:lnTo>
                    <a:pt x="2557661" y="1723626"/>
                  </a:lnTo>
                  <a:lnTo>
                    <a:pt x="2635295" y="1755314"/>
                  </a:lnTo>
                  <a:lnTo>
                    <a:pt x="2712930" y="1786142"/>
                  </a:lnTo>
                  <a:lnTo>
                    <a:pt x="2790564" y="1816132"/>
                  </a:lnTo>
                  <a:lnTo>
                    <a:pt x="2868198" y="1845308"/>
                  </a:lnTo>
                  <a:lnTo>
                    <a:pt x="2945832" y="1873691"/>
                  </a:lnTo>
                  <a:lnTo>
                    <a:pt x="3023466" y="1901304"/>
                  </a:lnTo>
                  <a:lnTo>
                    <a:pt x="3101100" y="1928166"/>
                  </a:lnTo>
                  <a:lnTo>
                    <a:pt x="3178734" y="1954299"/>
                  </a:lnTo>
                  <a:lnTo>
                    <a:pt x="3256368" y="1979723"/>
                  </a:lnTo>
                  <a:lnTo>
                    <a:pt x="3334002" y="2004455"/>
                  </a:lnTo>
                  <a:lnTo>
                    <a:pt x="3411636" y="2028516"/>
                  </a:lnTo>
                  <a:lnTo>
                    <a:pt x="3489270" y="2051924"/>
                  </a:lnTo>
                  <a:lnTo>
                    <a:pt x="3566904" y="2074696"/>
                  </a:lnTo>
                  <a:lnTo>
                    <a:pt x="3644538" y="2096849"/>
                  </a:lnTo>
                  <a:lnTo>
                    <a:pt x="3722172" y="2118401"/>
                  </a:lnTo>
                  <a:lnTo>
                    <a:pt x="3799806" y="2139367"/>
                  </a:lnTo>
                  <a:lnTo>
                    <a:pt x="3877440" y="2159764"/>
                  </a:lnTo>
                  <a:lnTo>
                    <a:pt x="3955074" y="2179607"/>
                  </a:lnTo>
                  <a:lnTo>
                    <a:pt x="4032708" y="2198911"/>
                  </a:lnTo>
                  <a:lnTo>
                    <a:pt x="4110342" y="2217690"/>
                  </a:lnTo>
                  <a:lnTo>
                    <a:pt x="4187976" y="2235960"/>
                  </a:lnTo>
                  <a:lnTo>
                    <a:pt x="4265610" y="2253733"/>
                  </a:lnTo>
                  <a:lnTo>
                    <a:pt x="4343244" y="2271024"/>
                  </a:lnTo>
                  <a:lnTo>
                    <a:pt x="4420879" y="2287845"/>
                  </a:lnTo>
                  <a:lnTo>
                    <a:pt x="4498513" y="2304209"/>
                  </a:lnTo>
                  <a:lnTo>
                    <a:pt x="4576147" y="2320129"/>
                  </a:lnTo>
                  <a:lnTo>
                    <a:pt x="4653781" y="2335617"/>
                  </a:lnTo>
                  <a:lnTo>
                    <a:pt x="4731415" y="2350684"/>
                  </a:lnTo>
                  <a:lnTo>
                    <a:pt x="4809049" y="2365341"/>
                  </a:lnTo>
                  <a:lnTo>
                    <a:pt x="4886683" y="2379601"/>
                  </a:lnTo>
                  <a:lnTo>
                    <a:pt x="4964317" y="2393473"/>
                  </a:lnTo>
                  <a:lnTo>
                    <a:pt x="5041951" y="2406968"/>
                  </a:lnTo>
                  <a:lnTo>
                    <a:pt x="5119585" y="2420097"/>
                  </a:lnTo>
                  <a:lnTo>
                    <a:pt x="5197219" y="2432870"/>
                  </a:lnTo>
                  <a:lnTo>
                    <a:pt x="5274853" y="2445295"/>
                  </a:lnTo>
                  <a:lnTo>
                    <a:pt x="5352487" y="2457383"/>
                  </a:lnTo>
                  <a:lnTo>
                    <a:pt x="5430121" y="2469143"/>
                  </a:lnTo>
                  <a:lnTo>
                    <a:pt x="5507755" y="2480583"/>
                  </a:lnTo>
                  <a:lnTo>
                    <a:pt x="5585389" y="2491713"/>
                  </a:lnTo>
                  <a:lnTo>
                    <a:pt x="5663023" y="2502540"/>
                  </a:lnTo>
                  <a:lnTo>
                    <a:pt x="5740657" y="2513073"/>
                  </a:lnTo>
                  <a:lnTo>
                    <a:pt x="5818291" y="2523320"/>
                  </a:lnTo>
                  <a:lnTo>
                    <a:pt x="5895925" y="2533289"/>
                  </a:lnTo>
                  <a:lnTo>
                    <a:pt x="5973559" y="2542987"/>
                  </a:lnTo>
                  <a:lnTo>
                    <a:pt x="6051193" y="2552422"/>
                  </a:lnTo>
                  <a:lnTo>
                    <a:pt x="6128827" y="2561601"/>
                  </a:lnTo>
                  <a:lnTo>
                    <a:pt x="6206462" y="2570530"/>
                  </a:lnTo>
                  <a:lnTo>
                    <a:pt x="6284096" y="2579216"/>
                  </a:lnTo>
                  <a:lnTo>
                    <a:pt x="6361730" y="2587667"/>
                  </a:lnTo>
                  <a:lnTo>
                    <a:pt x="6439364" y="2595888"/>
                  </a:lnTo>
                  <a:lnTo>
                    <a:pt x="6516998" y="2603886"/>
                  </a:lnTo>
                  <a:lnTo>
                    <a:pt x="6594632" y="2611667"/>
                  </a:lnTo>
                  <a:lnTo>
                    <a:pt x="6672266" y="2619237"/>
                  </a:lnTo>
                  <a:lnTo>
                    <a:pt x="6749900" y="2626600"/>
                  </a:lnTo>
                  <a:lnTo>
                    <a:pt x="6827534" y="2633764"/>
                  </a:lnTo>
                  <a:lnTo>
                    <a:pt x="6905168" y="2640734"/>
                  </a:lnTo>
                  <a:lnTo>
                    <a:pt x="6982802" y="2647513"/>
                  </a:lnTo>
                  <a:lnTo>
                    <a:pt x="7060436" y="2654109"/>
                  </a:lnTo>
                  <a:lnTo>
                    <a:pt x="7138070" y="2660526"/>
                  </a:lnTo>
                  <a:lnTo>
                    <a:pt x="7215704" y="2666768"/>
                  </a:lnTo>
                  <a:lnTo>
                    <a:pt x="7293338" y="2672841"/>
                  </a:lnTo>
                  <a:lnTo>
                    <a:pt x="7370972" y="26787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2026-05-22T09:54:28Z</dcterms:modified>
  <cp:category/>
</cp:coreProperties>
</file>