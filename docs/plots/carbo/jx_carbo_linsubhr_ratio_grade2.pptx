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57280"/>
            </a:xfrm>
            <a:custGeom>
              <a:avLst/>
              <a:pathLst>
                <a:path w="7370972" h="3557280">
                  <a:moveTo>
                    <a:pt x="799463" y="0"/>
                  </a:moveTo>
                  <a:lnTo>
                    <a:pt x="849712" y="101157"/>
                  </a:lnTo>
                  <a:lnTo>
                    <a:pt x="927346" y="250854"/>
                  </a:lnTo>
                  <a:lnTo>
                    <a:pt x="1004981" y="394242"/>
                  </a:lnTo>
                  <a:lnTo>
                    <a:pt x="1082615" y="531585"/>
                  </a:lnTo>
                  <a:lnTo>
                    <a:pt x="1160249" y="663139"/>
                  </a:lnTo>
                  <a:lnTo>
                    <a:pt x="1237883" y="789149"/>
                  </a:lnTo>
                  <a:lnTo>
                    <a:pt x="1315517" y="909847"/>
                  </a:lnTo>
                  <a:lnTo>
                    <a:pt x="1393151" y="1025457"/>
                  </a:lnTo>
                  <a:lnTo>
                    <a:pt x="1470785" y="1136194"/>
                  </a:lnTo>
                  <a:lnTo>
                    <a:pt x="1548419" y="1242264"/>
                  </a:lnTo>
                  <a:lnTo>
                    <a:pt x="1626053" y="1343863"/>
                  </a:lnTo>
                  <a:lnTo>
                    <a:pt x="1703687" y="1441179"/>
                  </a:lnTo>
                  <a:lnTo>
                    <a:pt x="1781321" y="1534394"/>
                  </a:lnTo>
                  <a:lnTo>
                    <a:pt x="1858955" y="1623679"/>
                  </a:lnTo>
                  <a:lnTo>
                    <a:pt x="1936589" y="1709201"/>
                  </a:lnTo>
                  <a:lnTo>
                    <a:pt x="2014223" y="1791118"/>
                  </a:lnTo>
                  <a:lnTo>
                    <a:pt x="2091857" y="1869583"/>
                  </a:lnTo>
                  <a:lnTo>
                    <a:pt x="2169491" y="1944740"/>
                  </a:lnTo>
                  <a:lnTo>
                    <a:pt x="2247125" y="2016729"/>
                  </a:lnTo>
                  <a:lnTo>
                    <a:pt x="2324759" y="2085683"/>
                  </a:lnTo>
                  <a:lnTo>
                    <a:pt x="2402393" y="2151732"/>
                  </a:lnTo>
                  <a:lnTo>
                    <a:pt x="2480027" y="2214996"/>
                  </a:lnTo>
                  <a:lnTo>
                    <a:pt x="2557661" y="2275594"/>
                  </a:lnTo>
                  <a:lnTo>
                    <a:pt x="2635295" y="2333637"/>
                  </a:lnTo>
                  <a:lnTo>
                    <a:pt x="2712930" y="2389234"/>
                  </a:lnTo>
                  <a:lnTo>
                    <a:pt x="2790564" y="2442487"/>
                  </a:lnTo>
                  <a:lnTo>
                    <a:pt x="2868198" y="2493496"/>
                  </a:lnTo>
                  <a:lnTo>
                    <a:pt x="2945832" y="2542355"/>
                  </a:lnTo>
                  <a:lnTo>
                    <a:pt x="3023466" y="2589154"/>
                  </a:lnTo>
                  <a:lnTo>
                    <a:pt x="3101100" y="2633981"/>
                  </a:lnTo>
                  <a:lnTo>
                    <a:pt x="3178734" y="2676918"/>
                  </a:lnTo>
                  <a:lnTo>
                    <a:pt x="3256368" y="2718045"/>
                  </a:lnTo>
                  <a:lnTo>
                    <a:pt x="3334002" y="2757439"/>
                  </a:lnTo>
                  <a:lnTo>
                    <a:pt x="3411636" y="2785602"/>
                  </a:lnTo>
                  <a:lnTo>
                    <a:pt x="3489270" y="2793582"/>
                  </a:lnTo>
                  <a:lnTo>
                    <a:pt x="3566904" y="2801489"/>
                  </a:lnTo>
                  <a:lnTo>
                    <a:pt x="3644538" y="2809323"/>
                  </a:lnTo>
                  <a:lnTo>
                    <a:pt x="3722172" y="2817085"/>
                  </a:lnTo>
                  <a:lnTo>
                    <a:pt x="3799806" y="2824775"/>
                  </a:lnTo>
                  <a:lnTo>
                    <a:pt x="3877440" y="2832395"/>
                  </a:lnTo>
                  <a:lnTo>
                    <a:pt x="3955074" y="2839944"/>
                  </a:lnTo>
                  <a:lnTo>
                    <a:pt x="4032708" y="2847424"/>
                  </a:lnTo>
                  <a:lnTo>
                    <a:pt x="4110342" y="2854836"/>
                  </a:lnTo>
                  <a:lnTo>
                    <a:pt x="4187976" y="2862179"/>
                  </a:lnTo>
                  <a:lnTo>
                    <a:pt x="4265610" y="2869454"/>
                  </a:lnTo>
                  <a:lnTo>
                    <a:pt x="4343244" y="2876662"/>
                  </a:lnTo>
                  <a:lnTo>
                    <a:pt x="4420879" y="2883805"/>
                  </a:lnTo>
                  <a:lnTo>
                    <a:pt x="4498513" y="2890881"/>
                  </a:lnTo>
                  <a:lnTo>
                    <a:pt x="4576147" y="2897892"/>
                  </a:lnTo>
                  <a:lnTo>
                    <a:pt x="4653781" y="2904839"/>
                  </a:lnTo>
                  <a:lnTo>
                    <a:pt x="4731415" y="2911722"/>
                  </a:lnTo>
                  <a:lnTo>
                    <a:pt x="4809049" y="2918541"/>
                  </a:lnTo>
                  <a:lnTo>
                    <a:pt x="4886683" y="2925298"/>
                  </a:lnTo>
                  <a:lnTo>
                    <a:pt x="4964317" y="2931992"/>
                  </a:lnTo>
                  <a:lnTo>
                    <a:pt x="5041951" y="2938625"/>
                  </a:lnTo>
                  <a:lnTo>
                    <a:pt x="5119585" y="2945197"/>
                  </a:lnTo>
                  <a:lnTo>
                    <a:pt x="5197219" y="2951708"/>
                  </a:lnTo>
                  <a:lnTo>
                    <a:pt x="5274853" y="2958160"/>
                  </a:lnTo>
                  <a:lnTo>
                    <a:pt x="5352487" y="2964552"/>
                  </a:lnTo>
                  <a:lnTo>
                    <a:pt x="5430121" y="2970885"/>
                  </a:lnTo>
                  <a:lnTo>
                    <a:pt x="5507755" y="2977160"/>
                  </a:lnTo>
                  <a:lnTo>
                    <a:pt x="5585389" y="2983377"/>
                  </a:lnTo>
                  <a:lnTo>
                    <a:pt x="5663023" y="2989537"/>
                  </a:lnTo>
                  <a:lnTo>
                    <a:pt x="5740657" y="2995640"/>
                  </a:lnTo>
                  <a:lnTo>
                    <a:pt x="5818291" y="3001687"/>
                  </a:lnTo>
                  <a:lnTo>
                    <a:pt x="5895925" y="3007678"/>
                  </a:lnTo>
                  <a:lnTo>
                    <a:pt x="5973559" y="3013615"/>
                  </a:lnTo>
                  <a:lnTo>
                    <a:pt x="6051193" y="3019496"/>
                  </a:lnTo>
                  <a:lnTo>
                    <a:pt x="6128827" y="3025324"/>
                  </a:lnTo>
                  <a:lnTo>
                    <a:pt x="6206462" y="3031098"/>
                  </a:lnTo>
                  <a:lnTo>
                    <a:pt x="6284096" y="3036818"/>
                  </a:lnTo>
                  <a:lnTo>
                    <a:pt x="6361730" y="3042486"/>
                  </a:lnTo>
                  <a:lnTo>
                    <a:pt x="6439364" y="3048102"/>
                  </a:lnTo>
                  <a:lnTo>
                    <a:pt x="6516998" y="3053666"/>
                  </a:lnTo>
                  <a:lnTo>
                    <a:pt x="6594632" y="3059179"/>
                  </a:lnTo>
                  <a:lnTo>
                    <a:pt x="6672266" y="3064642"/>
                  </a:lnTo>
                  <a:lnTo>
                    <a:pt x="6749900" y="3070054"/>
                  </a:lnTo>
                  <a:lnTo>
                    <a:pt x="6827534" y="3075416"/>
                  </a:lnTo>
                  <a:lnTo>
                    <a:pt x="6905168" y="3080728"/>
                  </a:lnTo>
                  <a:lnTo>
                    <a:pt x="6982802" y="3085992"/>
                  </a:lnTo>
                  <a:lnTo>
                    <a:pt x="7060436" y="3091208"/>
                  </a:lnTo>
                  <a:lnTo>
                    <a:pt x="7138070" y="3096375"/>
                  </a:lnTo>
                  <a:lnTo>
                    <a:pt x="7215704" y="3101495"/>
                  </a:lnTo>
                  <a:lnTo>
                    <a:pt x="7293338" y="3106568"/>
                  </a:lnTo>
                  <a:lnTo>
                    <a:pt x="7370972" y="3111594"/>
                  </a:lnTo>
                  <a:lnTo>
                    <a:pt x="7370972" y="3557280"/>
                  </a:lnTo>
                  <a:lnTo>
                    <a:pt x="7293338" y="3553084"/>
                  </a:lnTo>
                  <a:lnTo>
                    <a:pt x="7215704" y="3548703"/>
                  </a:lnTo>
                  <a:lnTo>
                    <a:pt x="7138070" y="3544129"/>
                  </a:lnTo>
                  <a:lnTo>
                    <a:pt x="7060436" y="3539354"/>
                  </a:lnTo>
                  <a:lnTo>
                    <a:pt x="6982802" y="3534368"/>
                  </a:lnTo>
                  <a:lnTo>
                    <a:pt x="6905168" y="3529164"/>
                  </a:lnTo>
                  <a:lnTo>
                    <a:pt x="6827534" y="3523730"/>
                  </a:lnTo>
                  <a:lnTo>
                    <a:pt x="6749900" y="3518057"/>
                  </a:lnTo>
                  <a:lnTo>
                    <a:pt x="6672266" y="3512134"/>
                  </a:lnTo>
                  <a:lnTo>
                    <a:pt x="6594632" y="3505951"/>
                  </a:lnTo>
                  <a:lnTo>
                    <a:pt x="6516998" y="3499496"/>
                  </a:lnTo>
                  <a:lnTo>
                    <a:pt x="6439364" y="3492757"/>
                  </a:lnTo>
                  <a:lnTo>
                    <a:pt x="6361730" y="3485721"/>
                  </a:lnTo>
                  <a:lnTo>
                    <a:pt x="6284096" y="3478375"/>
                  </a:lnTo>
                  <a:lnTo>
                    <a:pt x="6206462" y="3470707"/>
                  </a:lnTo>
                  <a:lnTo>
                    <a:pt x="6128827" y="3462700"/>
                  </a:lnTo>
                  <a:lnTo>
                    <a:pt x="6051193" y="3454342"/>
                  </a:lnTo>
                  <a:lnTo>
                    <a:pt x="5973559" y="3445615"/>
                  </a:lnTo>
                  <a:lnTo>
                    <a:pt x="5895925" y="3436505"/>
                  </a:lnTo>
                  <a:lnTo>
                    <a:pt x="5818291" y="3426994"/>
                  </a:lnTo>
                  <a:lnTo>
                    <a:pt x="5740657" y="3417064"/>
                  </a:lnTo>
                  <a:lnTo>
                    <a:pt x="5663023" y="3406697"/>
                  </a:lnTo>
                  <a:lnTo>
                    <a:pt x="5585389" y="3395874"/>
                  </a:lnTo>
                  <a:lnTo>
                    <a:pt x="5507755" y="3384575"/>
                  </a:lnTo>
                  <a:lnTo>
                    <a:pt x="5430121" y="3372779"/>
                  </a:lnTo>
                  <a:lnTo>
                    <a:pt x="5352487" y="3360463"/>
                  </a:lnTo>
                  <a:lnTo>
                    <a:pt x="5274853" y="3347606"/>
                  </a:lnTo>
                  <a:lnTo>
                    <a:pt x="5197219" y="3334182"/>
                  </a:lnTo>
                  <a:lnTo>
                    <a:pt x="5119585" y="3320168"/>
                  </a:lnTo>
                  <a:lnTo>
                    <a:pt x="5041951" y="3305538"/>
                  </a:lnTo>
                  <a:lnTo>
                    <a:pt x="4964317" y="3290263"/>
                  </a:lnTo>
                  <a:lnTo>
                    <a:pt x="4886683" y="3274316"/>
                  </a:lnTo>
                  <a:lnTo>
                    <a:pt x="4809049" y="3257668"/>
                  </a:lnTo>
                  <a:lnTo>
                    <a:pt x="4731415" y="3240287"/>
                  </a:lnTo>
                  <a:lnTo>
                    <a:pt x="4653781" y="3222141"/>
                  </a:lnTo>
                  <a:lnTo>
                    <a:pt x="4576147" y="3203197"/>
                  </a:lnTo>
                  <a:lnTo>
                    <a:pt x="4498513" y="3183419"/>
                  </a:lnTo>
                  <a:lnTo>
                    <a:pt x="4420879" y="3162770"/>
                  </a:lnTo>
                  <a:lnTo>
                    <a:pt x="4343244" y="3141213"/>
                  </a:lnTo>
                  <a:lnTo>
                    <a:pt x="4265610" y="3118707"/>
                  </a:lnTo>
                  <a:lnTo>
                    <a:pt x="4187976" y="3095211"/>
                  </a:lnTo>
                  <a:lnTo>
                    <a:pt x="4110342" y="3070681"/>
                  </a:lnTo>
                  <a:lnTo>
                    <a:pt x="4032708" y="3045072"/>
                  </a:lnTo>
                  <a:lnTo>
                    <a:pt x="3955074" y="3018335"/>
                  </a:lnTo>
                  <a:lnTo>
                    <a:pt x="3877440" y="2990422"/>
                  </a:lnTo>
                  <a:lnTo>
                    <a:pt x="3799806" y="2961281"/>
                  </a:lnTo>
                  <a:lnTo>
                    <a:pt x="3722172" y="2930857"/>
                  </a:lnTo>
                  <a:lnTo>
                    <a:pt x="3644538" y="2899095"/>
                  </a:lnTo>
                  <a:lnTo>
                    <a:pt x="3566904" y="2865935"/>
                  </a:lnTo>
                  <a:lnTo>
                    <a:pt x="3489270" y="2831315"/>
                  </a:lnTo>
                  <a:lnTo>
                    <a:pt x="3411636" y="2795172"/>
                  </a:lnTo>
                  <a:lnTo>
                    <a:pt x="3334002" y="2777547"/>
                  </a:lnTo>
                  <a:lnTo>
                    <a:pt x="3256368" y="2769418"/>
                  </a:lnTo>
                  <a:lnTo>
                    <a:pt x="3178734" y="2761213"/>
                  </a:lnTo>
                  <a:lnTo>
                    <a:pt x="3101100" y="2752932"/>
                  </a:lnTo>
                  <a:lnTo>
                    <a:pt x="3023466" y="2744575"/>
                  </a:lnTo>
                  <a:lnTo>
                    <a:pt x="2945832" y="2736139"/>
                  </a:lnTo>
                  <a:lnTo>
                    <a:pt x="2868198" y="2727625"/>
                  </a:lnTo>
                  <a:lnTo>
                    <a:pt x="2790564" y="2719032"/>
                  </a:lnTo>
                  <a:lnTo>
                    <a:pt x="2712930" y="2710360"/>
                  </a:lnTo>
                  <a:lnTo>
                    <a:pt x="2635295" y="2701606"/>
                  </a:lnTo>
                  <a:lnTo>
                    <a:pt x="2557661" y="2692772"/>
                  </a:lnTo>
                  <a:lnTo>
                    <a:pt x="2480027" y="2683855"/>
                  </a:lnTo>
                  <a:lnTo>
                    <a:pt x="2402393" y="2674855"/>
                  </a:lnTo>
                  <a:lnTo>
                    <a:pt x="2324759" y="2665772"/>
                  </a:lnTo>
                  <a:lnTo>
                    <a:pt x="2247125" y="2656605"/>
                  </a:lnTo>
                  <a:lnTo>
                    <a:pt x="2169491" y="2647352"/>
                  </a:lnTo>
                  <a:lnTo>
                    <a:pt x="2091857" y="2638013"/>
                  </a:lnTo>
                  <a:lnTo>
                    <a:pt x="2014223" y="2628588"/>
                  </a:lnTo>
                  <a:lnTo>
                    <a:pt x="1936589" y="2619075"/>
                  </a:lnTo>
                  <a:lnTo>
                    <a:pt x="1858955" y="2609474"/>
                  </a:lnTo>
                  <a:lnTo>
                    <a:pt x="1781321" y="2599783"/>
                  </a:lnTo>
                  <a:lnTo>
                    <a:pt x="1703687" y="2590003"/>
                  </a:lnTo>
                  <a:lnTo>
                    <a:pt x="1626053" y="2580131"/>
                  </a:lnTo>
                  <a:lnTo>
                    <a:pt x="1548419" y="2570168"/>
                  </a:lnTo>
                  <a:lnTo>
                    <a:pt x="1470785" y="2560113"/>
                  </a:lnTo>
                  <a:lnTo>
                    <a:pt x="1393151" y="2549964"/>
                  </a:lnTo>
                  <a:lnTo>
                    <a:pt x="1315517" y="2539720"/>
                  </a:lnTo>
                  <a:lnTo>
                    <a:pt x="1237883" y="2529382"/>
                  </a:lnTo>
                  <a:lnTo>
                    <a:pt x="1160249" y="2518947"/>
                  </a:lnTo>
                  <a:lnTo>
                    <a:pt x="1082615" y="2508416"/>
                  </a:lnTo>
                  <a:lnTo>
                    <a:pt x="1004981" y="2497787"/>
                  </a:lnTo>
                  <a:lnTo>
                    <a:pt x="927346" y="2487059"/>
                  </a:lnTo>
                  <a:lnTo>
                    <a:pt x="849712" y="2476231"/>
                  </a:lnTo>
                  <a:lnTo>
                    <a:pt x="772078" y="2465303"/>
                  </a:lnTo>
                  <a:lnTo>
                    <a:pt x="694444" y="2454273"/>
                  </a:lnTo>
                  <a:lnTo>
                    <a:pt x="616810" y="2443141"/>
                  </a:lnTo>
                  <a:lnTo>
                    <a:pt x="539176" y="2431905"/>
                  </a:lnTo>
                  <a:lnTo>
                    <a:pt x="461542" y="2420565"/>
                  </a:lnTo>
                  <a:lnTo>
                    <a:pt x="383908" y="2409119"/>
                  </a:lnTo>
                  <a:lnTo>
                    <a:pt x="306274" y="2397568"/>
                  </a:lnTo>
                  <a:lnTo>
                    <a:pt x="228640" y="2385909"/>
                  </a:lnTo>
                  <a:lnTo>
                    <a:pt x="151006" y="2374142"/>
                  </a:lnTo>
                  <a:lnTo>
                    <a:pt x="73372" y="2362265"/>
                  </a:lnTo>
                  <a:lnTo>
                    <a:pt x="0" y="23509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980" y="1896563"/>
              <a:ext cx="6571509" cy="3111594"/>
            </a:xfrm>
            <a:custGeom>
              <a:avLst/>
              <a:pathLst>
                <a:path w="6571509" h="3111594">
                  <a:moveTo>
                    <a:pt x="0" y="0"/>
                  </a:moveTo>
                  <a:lnTo>
                    <a:pt x="50249" y="101157"/>
                  </a:lnTo>
                  <a:lnTo>
                    <a:pt x="127883" y="250854"/>
                  </a:lnTo>
                  <a:lnTo>
                    <a:pt x="205517" y="394242"/>
                  </a:lnTo>
                  <a:lnTo>
                    <a:pt x="283152" y="531585"/>
                  </a:lnTo>
                  <a:lnTo>
                    <a:pt x="360786" y="663139"/>
                  </a:lnTo>
                  <a:lnTo>
                    <a:pt x="438420" y="789149"/>
                  </a:lnTo>
                  <a:lnTo>
                    <a:pt x="516054" y="909847"/>
                  </a:lnTo>
                  <a:lnTo>
                    <a:pt x="593688" y="1025457"/>
                  </a:lnTo>
                  <a:lnTo>
                    <a:pt x="671322" y="1136194"/>
                  </a:lnTo>
                  <a:lnTo>
                    <a:pt x="748956" y="1242264"/>
                  </a:lnTo>
                  <a:lnTo>
                    <a:pt x="826590" y="1343863"/>
                  </a:lnTo>
                  <a:lnTo>
                    <a:pt x="904224" y="1441179"/>
                  </a:lnTo>
                  <a:lnTo>
                    <a:pt x="981858" y="1534394"/>
                  </a:lnTo>
                  <a:lnTo>
                    <a:pt x="1059492" y="1623679"/>
                  </a:lnTo>
                  <a:lnTo>
                    <a:pt x="1137126" y="1709201"/>
                  </a:lnTo>
                  <a:lnTo>
                    <a:pt x="1214760" y="1791118"/>
                  </a:lnTo>
                  <a:lnTo>
                    <a:pt x="1292394" y="1869583"/>
                  </a:lnTo>
                  <a:lnTo>
                    <a:pt x="1370028" y="1944740"/>
                  </a:lnTo>
                  <a:lnTo>
                    <a:pt x="1447662" y="2016729"/>
                  </a:lnTo>
                  <a:lnTo>
                    <a:pt x="1525296" y="2085683"/>
                  </a:lnTo>
                  <a:lnTo>
                    <a:pt x="1602930" y="2151732"/>
                  </a:lnTo>
                  <a:lnTo>
                    <a:pt x="1680564" y="2214996"/>
                  </a:lnTo>
                  <a:lnTo>
                    <a:pt x="1758198" y="2275594"/>
                  </a:lnTo>
                  <a:lnTo>
                    <a:pt x="1835832" y="2333637"/>
                  </a:lnTo>
                  <a:lnTo>
                    <a:pt x="1913466" y="2389234"/>
                  </a:lnTo>
                  <a:lnTo>
                    <a:pt x="1991101" y="2442487"/>
                  </a:lnTo>
                  <a:lnTo>
                    <a:pt x="2068735" y="2493496"/>
                  </a:lnTo>
                  <a:lnTo>
                    <a:pt x="2146369" y="2542355"/>
                  </a:lnTo>
                  <a:lnTo>
                    <a:pt x="2224003" y="2589154"/>
                  </a:lnTo>
                  <a:lnTo>
                    <a:pt x="2301637" y="2633981"/>
                  </a:lnTo>
                  <a:lnTo>
                    <a:pt x="2379271" y="2676918"/>
                  </a:lnTo>
                  <a:lnTo>
                    <a:pt x="2456905" y="2718045"/>
                  </a:lnTo>
                  <a:lnTo>
                    <a:pt x="2534539" y="2757439"/>
                  </a:lnTo>
                  <a:lnTo>
                    <a:pt x="2612173" y="2785602"/>
                  </a:lnTo>
                  <a:lnTo>
                    <a:pt x="2689807" y="2793582"/>
                  </a:lnTo>
                  <a:lnTo>
                    <a:pt x="2767441" y="2801489"/>
                  </a:lnTo>
                  <a:lnTo>
                    <a:pt x="2845075" y="2809323"/>
                  </a:lnTo>
                  <a:lnTo>
                    <a:pt x="2922709" y="2817085"/>
                  </a:lnTo>
                  <a:lnTo>
                    <a:pt x="3000343" y="2824775"/>
                  </a:lnTo>
                  <a:lnTo>
                    <a:pt x="3077977" y="2832395"/>
                  </a:lnTo>
                  <a:lnTo>
                    <a:pt x="3155611" y="2839944"/>
                  </a:lnTo>
                  <a:lnTo>
                    <a:pt x="3233245" y="2847424"/>
                  </a:lnTo>
                  <a:lnTo>
                    <a:pt x="3310879" y="2854836"/>
                  </a:lnTo>
                  <a:lnTo>
                    <a:pt x="3388513" y="2862179"/>
                  </a:lnTo>
                  <a:lnTo>
                    <a:pt x="3466147" y="2869454"/>
                  </a:lnTo>
                  <a:lnTo>
                    <a:pt x="3543781" y="2876662"/>
                  </a:lnTo>
                  <a:lnTo>
                    <a:pt x="3621415" y="2883805"/>
                  </a:lnTo>
                  <a:lnTo>
                    <a:pt x="3699049" y="2890881"/>
                  </a:lnTo>
                  <a:lnTo>
                    <a:pt x="3776684" y="2897892"/>
                  </a:lnTo>
                  <a:lnTo>
                    <a:pt x="3854318" y="2904839"/>
                  </a:lnTo>
                  <a:lnTo>
                    <a:pt x="3931952" y="2911722"/>
                  </a:lnTo>
                  <a:lnTo>
                    <a:pt x="4009586" y="2918541"/>
                  </a:lnTo>
                  <a:lnTo>
                    <a:pt x="4087220" y="2925298"/>
                  </a:lnTo>
                  <a:lnTo>
                    <a:pt x="4164854" y="2931992"/>
                  </a:lnTo>
                  <a:lnTo>
                    <a:pt x="4242488" y="2938625"/>
                  </a:lnTo>
                  <a:lnTo>
                    <a:pt x="4320122" y="2945197"/>
                  </a:lnTo>
                  <a:lnTo>
                    <a:pt x="4397756" y="2951708"/>
                  </a:lnTo>
                  <a:lnTo>
                    <a:pt x="4475390" y="2958160"/>
                  </a:lnTo>
                  <a:lnTo>
                    <a:pt x="4553024" y="2964552"/>
                  </a:lnTo>
                  <a:lnTo>
                    <a:pt x="4630658" y="2970885"/>
                  </a:lnTo>
                  <a:lnTo>
                    <a:pt x="4708292" y="2977160"/>
                  </a:lnTo>
                  <a:lnTo>
                    <a:pt x="4785926" y="2983377"/>
                  </a:lnTo>
                  <a:lnTo>
                    <a:pt x="4863560" y="2989537"/>
                  </a:lnTo>
                  <a:lnTo>
                    <a:pt x="4941194" y="2995640"/>
                  </a:lnTo>
                  <a:lnTo>
                    <a:pt x="5018828" y="3001687"/>
                  </a:lnTo>
                  <a:lnTo>
                    <a:pt x="5096462" y="3007678"/>
                  </a:lnTo>
                  <a:lnTo>
                    <a:pt x="5174096" y="3013615"/>
                  </a:lnTo>
                  <a:lnTo>
                    <a:pt x="5251730" y="3019496"/>
                  </a:lnTo>
                  <a:lnTo>
                    <a:pt x="5329364" y="3025324"/>
                  </a:lnTo>
                  <a:lnTo>
                    <a:pt x="5406998" y="3031098"/>
                  </a:lnTo>
                  <a:lnTo>
                    <a:pt x="5484633" y="3036818"/>
                  </a:lnTo>
                  <a:lnTo>
                    <a:pt x="5562267" y="3042486"/>
                  </a:lnTo>
                  <a:lnTo>
                    <a:pt x="5639901" y="3048102"/>
                  </a:lnTo>
                  <a:lnTo>
                    <a:pt x="5717535" y="3053666"/>
                  </a:lnTo>
                  <a:lnTo>
                    <a:pt x="5795169" y="3059179"/>
                  </a:lnTo>
                  <a:lnTo>
                    <a:pt x="5872803" y="3064642"/>
                  </a:lnTo>
                  <a:lnTo>
                    <a:pt x="5950437" y="3070054"/>
                  </a:lnTo>
                  <a:lnTo>
                    <a:pt x="6028071" y="3075416"/>
                  </a:lnTo>
                  <a:lnTo>
                    <a:pt x="6105705" y="3080728"/>
                  </a:lnTo>
                  <a:lnTo>
                    <a:pt x="6183339" y="3085992"/>
                  </a:lnTo>
                  <a:lnTo>
                    <a:pt x="6260973" y="3091208"/>
                  </a:lnTo>
                  <a:lnTo>
                    <a:pt x="6338607" y="3096375"/>
                  </a:lnTo>
                  <a:lnTo>
                    <a:pt x="6416241" y="3101495"/>
                  </a:lnTo>
                  <a:lnTo>
                    <a:pt x="6493875" y="3106568"/>
                  </a:lnTo>
                  <a:lnTo>
                    <a:pt x="6571509" y="3111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47499"/>
              <a:ext cx="7370972" cy="1206344"/>
            </a:xfrm>
            <a:custGeom>
              <a:avLst/>
              <a:pathLst>
                <a:path w="7370972" h="1206344">
                  <a:moveTo>
                    <a:pt x="7370972" y="1206344"/>
                  </a:moveTo>
                  <a:lnTo>
                    <a:pt x="7293338" y="1202148"/>
                  </a:lnTo>
                  <a:lnTo>
                    <a:pt x="7215704" y="1197766"/>
                  </a:lnTo>
                  <a:lnTo>
                    <a:pt x="7138070" y="1193192"/>
                  </a:lnTo>
                  <a:lnTo>
                    <a:pt x="7060436" y="1188417"/>
                  </a:lnTo>
                  <a:lnTo>
                    <a:pt x="6982802" y="1183432"/>
                  </a:lnTo>
                  <a:lnTo>
                    <a:pt x="6905168" y="1178227"/>
                  </a:lnTo>
                  <a:lnTo>
                    <a:pt x="6827534" y="1172793"/>
                  </a:lnTo>
                  <a:lnTo>
                    <a:pt x="6749900" y="1167120"/>
                  </a:lnTo>
                  <a:lnTo>
                    <a:pt x="6672266" y="1161198"/>
                  </a:lnTo>
                  <a:lnTo>
                    <a:pt x="6594632" y="1155015"/>
                  </a:lnTo>
                  <a:lnTo>
                    <a:pt x="6516998" y="1148560"/>
                  </a:lnTo>
                  <a:lnTo>
                    <a:pt x="6439364" y="1141820"/>
                  </a:lnTo>
                  <a:lnTo>
                    <a:pt x="6361730" y="1134784"/>
                  </a:lnTo>
                  <a:lnTo>
                    <a:pt x="6284096" y="1127439"/>
                  </a:lnTo>
                  <a:lnTo>
                    <a:pt x="6206462" y="1119770"/>
                  </a:lnTo>
                  <a:lnTo>
                    <a:pt x="6128827" y="1111764"/>
                  </a:lnTo>
                  <a:lnTo>
                    <a:pt x="6051193" y="1103405"/>
                  </a:lnTo>
                  <a:lnTo>
                    <a:pt x="5973559" y="1094679"/>
                  </a:lnTo>
                  <a:lnTo>
                    <a:pt x="5895925" y="1085569"/>
                  </a:lnTo>
                  <a:lnTo>
                    <a:pt x="5818291" y="1076057"/>
                  </a:lnTo>
                  <a:lnTo>
                    <a:pt x="5740657" y="1066128"/>
                  </a:lnTo>
                  <a:lnTo>
                    <a:pt x="5663023" y="1055761"/>
                  </a:lnTo>
                  <a:lnTo>
                    <a:pt x="5585389" y="1044938"/>
                  </a:lnTo>
                  <a:lnTo>
                    <a:pt x="5507755" y="1033639"/>
                  </a:lnTo>
                  <a:lnTo>
                    <a:pt x="5430121" y="1021842"/>
                  </a:lnTo>
                  <a:lnTo>
                    <a:pt x="5352487" y="1009527"/>
                  </a:lnTo>
                  <a:lnTo>
                    <a:pt x="5274853" y="996669"/>
                  </a:lnTo>
                  <a:lnTo>
                    <a:pt x="5197219" y="983246"/>
                  </a:lnTo>
                  <a:lnTo>
                    <a:pt x="5119585" y="969232"/>
                  </a:lnTo>
                  <a:lnTo>
                    <a:pt x="5041951" y="954601"/>
                  </a:lnTo>
                  <a:lnTo>
                    <a:pt x="4964317" y="939327"/>
                  </a:lnTo>
                  <a:lnTo>
                    <a:pt x="4886683" y="923380"/>
                  </a:lnTo>
                  <a:lnTo>
                    <a:pt x="4809049" y="906732"/>
                  </a:lnTo>
                  <a:lnTo>
                    <a:pt x="4731415" y="889351"/>
                  </a:lnTo>
                  <a:lnTo>
                    <a:pt x="4653781" y="871205"/>
                  </a:lnTo>
                  <a:lnTo>
                    <a:pt x="4576147" y="852260"/>
                  </a:lnTo>
                  <a:lnTo>
                    <a:pt x="4498513" y="832482"/>
                  </a:lnTo>
                  <a:lnTo>
                    <a:pt x="4420879" y="811834"/>
                  </a:lnTo>
                  <a:lnTo>
                    <a:pt x="4343244" y="790277"/>
                  </a:lnTo>
                  <a:lnTo>
                    <a:pt x="4265610" y="767771"/>
                  </a:lnTo>
                  <a:lnTo>
                    <a:pt x="4187976" y="744275"/>
                  </a:lnTo>
                  <a:lnTo>
                    <a:pt x="4110342" y="719745"/>
                  </a:lnTo>
                  <a:lnTo>
                    <a:pt x="4032708" y="694135"/>
                  </a:lnTo>
                  <a:lnTo>
                    <a:pt x="3955074" y="667399"/>
                  </a:lnTo>
                  <a:lnTo>
                    <a:pt x="3877440" y="639486"/>
                  </a:lnTo>
                  <a:lnTo>
                    <a:pt x="3799806" y="610345"/>
                  </a:lnTo>
                  <a:lnTo>
                    <a:pt x="3722172" y="579921"/>
                  </a:lnTo>
                  <a:lnTo>
                    <a:pt x="3644538" y="548158"/>
                  </a:lnTo>
                  <a:lnTo>
                    <a:pt x="3566904" y="514998"/>
                  </a:lnTo>
                  <a:lnTo>
                    <a:pt x="3489270" y="480379"/>
                  </a:lnTo>
                  <a:lnTo>
                    <a:pt x="3411636" y="444236"/>
                  </a:lnTo>
                  <a:lnTo>
                    <a:pt x="3334002" y="426611"/>
                  </a:lnTo>
                  <a:lnTo>
                    <a:pt x="3256368" y="418482"/>
                  </a:lnTo>
                  <a:lnTo>
                    <a:pt x="3178734" y="410277"/>
                  </a:lnTo>
                  <a:lnTo>
                    <a:pt x="3101100" y="401996"/>
                  </a:lnTo>
                  <a:lnTo>
                    <a:pt x="3023466" y="393638"/>
                  </a:lnTo>
                  <a:lnTo>
                    <a:pt x="2945832" y="385203"/>
                  </a:lnTo>
                  <a:lnTo>
                    <a:pt x="2868198" y="376689"/>
                  </a:lnTo>
                  <a:lnTo>
                    <a:pt x="2790564" y="368096"/>
                  </a:lnTo>
                  <a:lnTo>
                    <a:pt x="2712930" y="359423"/>
                  </a:lnTo>
                  <a:lnTo>
                    <a:pt x="2635295" y="350670"/>
                  </a:lnTo>
                  <a:lnTo>
                    <a:pt x="2557661" y="341835"/>
                  </a:lnTo>
                  <a:lnTo>
                    <a:pt x="2480027" y="332918"/>
                  </a:lnTo>
                  <a:lnTo>
                    <a:pt x="2402393" y="323919"/>
                  </a:lnTo>
                  <a:lnTo>
                    <a:pt x="2324759" y="314836"/>
                  </a:lnTo>
                  <a:lnTo>
                    <a:pt x="2247125" y="305668"/>
                  </a:lnTo>
                  <a:lnTo>
                    <a:pt x="2169491" y="296416"/>
                  </a:lnTo>
                  <a:lnTo>
                    <a:pt x="2091857" y="287077"/>
                  </a:lnTo>
                  <a:lnTo>
                    <a:pt x="2014223" y="277652"/>
                  </a:lnTo>
                  <a:lnTo>
                    <a:pt x="1936589" y="268139"/>
                  </a:lnTo>
                  <a:lnTo>
                    <a:pt x="1858955" y="258537"/>
                  </a:lnTo>
                  <a:lnTo>
                    <a:pt x="1781321" y="248847"/>
                  </a:lnTo>
                  <a:lnTo>
                    <a:pt x="1703687" y="239066"/>
                  </a:lnTo>
                  <a:lnTo>
                    <a:pt x="1626053" y="229195"/>
                  </a:lnTo>
                  <a:lnTo>
                    <a:pt x="1548419" y="219232"/>
                  </a:lnTo>
                  <a:lnTo>
                    <a:pt x="1470785" y="209176"/>
                  </a:lnTo>
                  <a:lnTo>
                    <a:pt x="1393151" y="199027"/>
                  </a:lnTo>
                  <a:lnTo>
                    <a:pt x="1315517" y="188784"/>
                  </a:lnTo>
                  <a:lnTo>
                    <a:pt x="1237883" y="178445"/>
                  </a:lnTo>
                  <a:lnTo>
                    <a:pt x="1160249" y="168011"/>
                  </a:lnTo>
                  <a:lnTo>
                    <a:pt x="1082615" y="157479"/>
                  </a:lnTo>
                  <a:lnTo>
                    <a:pt x="1004981" y="146850"/>
                  </a:lnTo>
                  <a:lnTo>
                    <a:pt x="927346" y="136122"/>
                  </a:lnTo>
                  <a:lnTo>
                    <a:pt x="849712" y="125294"/>
                  </a:lnTo>
                  <a:lnTo>
                    <a:pt x="772078" y="114366"/>
                  </a:lnTo>
                  <a:lnTo>
                    <a:pt x="694444" y="103336"/>
                  </a:lnTo>
                  <a:lnTo>
                    <a:pt x="616810" y="92204"/>
                  </a:lnTo>
                  <a:lnTo>
                    <a:pt x="539176" y="80968"/>
                  </a:lnTo>
                  <a:lnTo>
                    <a:pt x="461542" y="69628"/>
                  </a:lnTo>
                  <a:lnTo>
                    <a:pt x="383908" y="58183"/>
                  </a:lnTo>
                  <a:lnTo>
                    <a:pt x="306274" y="46631"/>
                  </a:lnTo>
                  <a:lnTo>
                    <a:pt x="228640" y="34972"/>
                  </a:lnTo>
                  <a:lnTo>
                    <a:pt x="151006" y="23205"/>
                  </a:lnTo>
                  <a:lnTo>
                    <a:pt x="73372" y="11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27629"/>
              <a:ext cx="7370972" cy="2494429"/>
            </a:xfrm>
            <a:custGeom>
              <a:avLst/>
              <a:pathLst>
                <a:path w="7370972" h="2494429">
                  <a:moveTo>
                    <a:pt x="0" y="0"/>
                  </a:moveTo>
                  <a:lnTo>
                    <a:pt x="73372" y="66499"/>
                  </a:lnTo>
                  <a:lnTo>
                    <a:pt x="151006" y="135044"/>
                  </a:lnTo>
                  <a:lnTo>
                    <a:pt x="228640" y="201819"/>
                  </a:lnTo>
                  <a:lnTo>
                    <a:pt x="306274" y="266870"/>
                  </a:lnTo>
                  <a:lnTo>
                    <a:pt x="383908" y="330242"/>
                  </a:lnTo>
                  <a:lnTo>
                    <a:pt x="461542" y="391978"/>
                  </a:lnTo>
                  <a:lnTo>
                    <a:pt x="539176" y="452120"/>
                  </a:lnTo>
                  <a:lnTo>
                    <a:pt x="616810" y="510710"/>
                  </a:lnTo>
                  <a:lnTo>
                    <a:pt x="694444" y="567787"/>
                  </a:lnTo>
                  <a:lnTo>
                    <a:pt x="772078" y="623390"/>
                  </a:lnTo>
                  <a:lnTo>
                    <a:pt x="849712" y="677558"/>
                  </a:lnTo>
                  <a:lnTo>
                    <a:pt x="927346" y="730328"/>
                  </a:lnTo>
                  <a:lnTo>
                    <a:pt x="1004981" y="781735"/>
                  </a:lnTo>
                  <a:lnTo>
                    <a:pt x="1082615" y="831815"/>
                  </a:lnTo>
                  <a:lnTo>
                    <a:pt x="1160249" y="880602"/>
                  </a:lnTo>
                  <a:lnTo>
                    <a:pt x="1237883" y="928130"/>
                  </a:lnTo>
                  <a:lnTo>
                    <a:pt x="1315517" y="974430"/>
                  </a:lnTo>
                  <a:lnTo>
                    <a:pt x="1393151" y="1019536"/>
                  </a:lnTo>
                  <a:lnTo>
                    <a:pt x="1470785" y="1063476"/>
                  </a:lnTo>
                  <a:lnTo>
                    <a:pt x="1548419" y="1106283"/>
                  </a:lnTo>
                  <a:lnTo>
                    <a:pt x="1626053" y="1147984"/>
                  </a:lnTo>
                  <a:lnTo>
                    <a:pt x="1703687" y="1188609"/>
                  </a:lnTo>
                  <a:lnTo>
                    <a:pt x="1781321" y="1228185"/>
                  </a:lnTo>
                  <a:lnTo>
                    <a:pt x="1858955" y="1266739"/>
                  </a:lnTo>
                  <a:lnTo>
                    <a:pt x="1936589" y="1304298"/>
                  </a:lnTo>
                  <a:lnTo>
                    <a:pt x="2014223" y="1340887"/>
                  </a:lnTo>
                  <a:lnTo>
                    <a:pt x="2091857" y="1376532"/>
                  </a:lnTo>
                  <a:lnTo>
                    <a:pt x="2169491" y="1411256"/>
                  </a:lnTo>
                  <a:lnTo>
                    <a:pt x="2247125" y="1445084"/>
                  </a:lnTo>
                  <a:lnTo>
                    <a:pt x="2324759" y="1478039"/>
                  </a:lnTo>
                  <a:lnTo>
                    <a:pt x="2402393" y="1510143"/>
                  </a:lnTo>
                  <a:lnTo>
                    <a:pt x="2480027" y="1541418"/>
                  </a:lnTo>
                  <a:lnTo>
                    <a:pt x="2557661" y="1571885"/>
                  </a:lnTo>
                  <a:lnTo>
                    <a:pt x="2635295" y="1601566"/>
                  </a:lnTo>
                  <a:lnTo>
                    <a:pt x="2712930" y="1630481"/>
                  </a:lnTo>
                  <a:lnTo>
                    <a:pt x="2790564" y="1658649"/>
                  </a:lnTo>
                  <a:lnTo>
                    <a:pt x="2868198" y="1686091"/>
                  </a:lnTo>
                  <a:lnTo>
                    <a:pt x="2945832" y="1712823"/>
                  </a:lnTo>
                  <a:lnTo>
                    <a:pt x="3023466" y="1738866"/>
                  </a:lnTo>
                  <a:lnTo>
                    <a:pt x="3101100" y="1764236"/>
                  </a:lnTo>
                  <a:lnTo>
                    <a:pt x="3178734" y="1788951"/>
                  </a:lnTo>
                  <a:lnTo>
                    <a:pt x="3256368" y="1813028"/>
                  </a:lnTo>
                  <a:lnTo>
                    <a:pt x="3334002" y="1836484"/>
                  </a:lnTo>
                  <a:lnTo>
                    <a:pt x="3411636" y="1859334"/>
                  </a:lnTo>
                  <a:lnTo>
                    <a:pt x="3489270" y="1881594"/>
                  </a:lnTo>
                  <a:lnTo>
                    <a:pt x="3566904" y="1903280"/>
                  </a:lnTo>
                  <a:lnTo>
                    <a:pt x="3644538" y="1924405"/>
                  </a:lnTo>
                  <a:lnTo>
                    <a:pt x="3722172" y="1944985"/>
                  </a:lnTo>
                  <a:lnTo>
                    <a:pt x="3799806" y="1965034"/>
                  </a:lnTo>
                  <a:lnTo>
                    <a:pt x="3877440" y="1984566"/>
                  </a:lnTo>
                  <a:lnTo>
                    <a:pt x="3955074" y="2003593"/>
                  </a:lnTo>
                  <a:lnTo>
                    <a:pt x="4032708" y="2022129"/>
                  </a:lnTo>
                  <a:lnTo>
                    <a:pt x="4110342" y="2040186"/>
                  </a:lnTo>
                  <a:lnTo>
                    <a:pt x="4187976" y="2057777"/>
                  </a:lnTo>
                  <a:lnTo>
                    <a:pt x="4265610" y="2074914"/>
                  </a:lnTo>
                  <a:lnTo>
                    <a:pt x="4343244" y="2091609"/>
                  </a:lnTo>
                  <a:lnTo>
                    <a:pt x="4420879" y="2107872"/>
                  </a:lnTo>
                  <a:lnTo>
                    <a:pt x="4498513" y="2123716"/>
                  </a:lnTo>
                  <a:lnTo>
                    <a:pt x="4576147" y="2139151"/>
                  </a:lnTo>
                  <a:lnTo>
                    <a:pt x="4653781" y="2154187"/>
                  </a:lnTo>
                  <a:lnTo>
                    <a:pt x="4731415" y="2168835"/>
                  </a:lnTo>
                  <a:lnTo>
                    <a:pt x="4809049" y="2183105"/>
                  </a:lnTo>
                  <a:lnTo>
                    <a:pt x="4886683" y="2197006"/>
                  </a:lnTo>
                  <a:lnTo>
                    <a:pt x="4964317" y="2210549"/>
                  </a:lnTo>
                  <a:lnTo>
                    <a:pt x="5041951" y="2223742"/>
                  </a:lnTo>
                  <a:lnTo>
                    <a:pt x="5119585" y="2236594"/>
                  </a:lnTo>
                  <a:lnTo>
                    <a:pt x="5197219" y="2249115"/>
                  </a:lnTo>
                  <a:lnTo>
                    <a:pt x="5274853" y="2261312"/>
                  </a:lnTo>
                  <a:lnTo>
                    <a:pt x="5352487" y="2273195"/>
                  </a:lnTo>
                  <a:lnTo>
                    <a:pt x="5430121" y="2284770"/>
                  </a:lnTo>
                  <a:lnTo>
                    <a:pt x="5507755" y="2296047"/>
                  </a:lnTo>
                  <a:lnTo>
                    <a:pt x="5585389" y="2307033"/>
                  </a:lnTo>
                  <a:lnTo>
                    <a:pt x="5663023" y="2317735"/>
                  </a:lnTo>
                  <a:lnTo>
                    <a:pt x="5740657" y="2328161"/>
                  </a:lnTo>
                  <a:lnTo>
                    <a:pt x="5818291" y="2338317"/>
                  </a:lnTo>
                  <a:lnTo>
                    <a:pt x="5895925" y="2348212"/>
                  </a:lnTo>
                  <a:lnTo>
                    <a:pt x="5973559" y="2357851"/>
                  </a:lnTo>
                  <a:lnTo>
                    <a:pt x="6051193" y="2367241"/>
                  </a:lnTo>
                  <a:lnTo>
                    <a:pt x="6128827" y="2376389"/>
                  </a:lnTo>
                  <a:lnTo>
                    <a:pt x="6206462" y="2385300"/>
                  </a:lnTo>
                  <a:lnTo>
                    <a:pt x="6284096" y="2393982"/>
                  </a:lnTo>
                  <a:lnTo>
                    <a:pt x="6361730" y="2402439"/>
                  </a:lnTo>
                  <a:lnTo>
                    <a:pt x="6439364" y="2410678"/>
                  </a:lnTo>
                  <a:lnTo>
                    <a:pt x="6516998" y="2418705"/>
                  </a:lnTo>
                  <a:lnTo>
                    <a:pt x="6594632" y="2426524"/>
                  </a:lnTo>
                  <a:lnTo>
                    <a:pt x="6672266" y="2434141"/>
                  </a:lnTo>
                  <a:lnTo>
                    <a:pt x="6749900" y="2441562"/>
                  </a:lnTo>
                  <a:lnTo>
                    <a:pt x="6827534" y="2448791"/>
                  </a:lnTo>
                  <a:lnTo>
                    <a:pt x="6905168" y="2455833"/>
                  </a:lnTo>
                  <a:lnTo>
                    <a:pt x="6982802" y="2462694"/>
                  </a:lnTo>
                  <a:lnTo>
                    <a:pt x="7060436" y="2469377"/>
                  </a:lnTo>
                  <a:lnTo>
                    <a:pt x="7138070" y="2475888"/>
                  </a:lnTo>
                  <a:lnTo>
                    <a:pt x="7215704" y="2482231"/>
                  </a:lnTo>
                  <a:lnTo>
                    <a:pt x="7293338" y="2488410"/>
                  </a:lnTo>
                  <a:lnTo>
                    <a:pt x="7370972" y="24944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2026-05-26T11:33:09Z</dcterms:modified>
  <cp:category/>
</cp:coreProperties>
</file>