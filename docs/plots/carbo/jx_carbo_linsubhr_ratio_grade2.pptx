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170331"/>
              <a:ext cx="7370972" cy="3228509"/>
            </a:xfrm>
            <a:custGeom>
              <a:avLst/>
              <a:pathLst>
                <a:path w="7370972" h="3228509">
                  <a:moveTo>
                    <a:pt x="0" y="0"/>
                  </a:moveTo>
                  <a:lnTo>
                    <a:pt x="73372" y="101778"/>
                  </a:lnTo>
                  <a:lnTo>
                    <a:pt x="151006" y="206050"/>
                  </a:lnTo>
                  <a:lnTo>
                    <a:pt x="228640" y="307013"/>
                  </a:lnTo>
                  <a:lnTo>
                    <a:pt x="306274" y="404770"/>
                  </a:lnTo>
                  <a:lnTo>
                    <a:pt x="383908" y="499425"/>
                  </a:lnTo>
                  <a:lnTo>
                    <a:pt x="461542" y="591076"/>
                  </a:lnTo>
                  <a:lnTo>
                    <a:pt x="539176" y="679817"/>
                  </a:lnTo>
                  <a:lnTo>
                    <a:pt x="616810" y="765742"/>
                  </a:lnTo>
                  <a:lnTo>
                    <a:pt x="694444" y="848940"/>
                  </a:lnTo>
                  <a:lnTo>
                    <a:pt x="772078" y="929496"/>
                  </a:lnTo>
                  <a:lnTo>
                    <a:pt x="849712" y="1007496"/>
                  </a:lnTo>
                  <a:lnTo>
                    <a:pt x="927346" y="1083020"/>
                  </a:lnTo>
                  <a:lnTo>
                    <a:pt x="1004981" y="1156147"/>
                  </a:lnTo>
                  <a:lnTo>
                    <a:pt x="1082615" y="1226953"/>
                  </a:lnTo>
                  <a:lnTo>
                    <a:pt x="1160249" y="1295511"/>
                  </a:lnTo>
                  <a:lnTo>
                    <a:pt x="1237883" y="1361894"/>
                  </a:lnTo>
                  <a:lnTo>
                    <a:pt x="1315517" y="1426169"/>
                  </a:lnTo>
                  <a:lnTo>
                    <a:pt x="1393151" y="1488404"/>
                  </a:lnTo>
                  <a:lnTo>
                    <a:pt x="1470785" y="1548664"/>
                  </a:lnTo>
                  <a:lnTo>
                    <a:pt x="1548419" y="1607011"/>
                  </a:lnTo>
                  <a:lnTo>
                    <a:pt x="1626053" y="1663506"/>
                  </a:lnTo>
                  <a:lnTo>
                    <a:pt x="1703687" y="1718208"/>
                  </a:lnTo>
                  <a:lnTo>
                    <a:pt x="1781321" y="1771174"/>
                  </a:lnTo>
                  <a:lnTo>
                    <a:pt x="1858955" y="1822459"/>
                  </a:lnTo>
                  <a:lnTo>
                    <a:pt x="1936589" y="1872115"/>
                  </a:lnTo>
                  <a:lnTo>
                    <a:pt x="2014223" y="1920196"/>
                  </a:lnTo>
                  <a:lnTo>
                    <a:pt x="2091857" y="1966750"/>
                  </a:lnTo>
                  <a:lnTo>
                    <a:pt x="2169491" y="2011827"/>
                  </a:lnTo>
                  <a:lnTo>
                    <a:pt x="2247125" y="2055473"/>
                  </a:lnTo>
                  <a:lnTo>
                    <a:pt x="2324759" y="2097734"/>
                  </a:lnTo>
                  <a:lnTo>
                    <a:pt x="2402393" y="2138654"/>
                  </a:lnTo>
                  <a:lnTo>
                    <a:pt x="2480027" y="2178274"/>
                  </a:lnTo>
                  <a:lnTo>
                    <a:pt x="2557661" y="2216637"/>
                  </a:lnTo>
                  <a:lnTo>
                    <a:pt x="2635295" y="2253782"/>
                  </a:lnTo>
                  <a:lnTo>
                    <a:pt x="2712930" y="2289749"/>
                  </a:lnTo>
                  <a:lnTo>
                    <a:pt x="2790564" y="2324573"/>
                  </a:lnTo>
                  <a:lnTo>
                    <a:pt x="2868198" y="2358293"/>
                  </a:lnTo>
                  <a:lnTo>
                    <a:pt x="2945832" y="2390942"/>
                  </a:lnTo>
                  <a:lnTo>
                    <a:pt x="3023466" y="2422555"/>
                  </a:lnTo>
                  <a:lnTo>
                    <a:pt x="3101100" y="2453164"/>
                  </a:lnTo>
                  <a:lnTo>
                    <a:pt x="3178734" y="2482802"/>
                  </a:lnTo>
                  <a:lnTo>
                    <a:pt x="3256368" y="2511499"/>
                  </a:lnTo>
                  <a:lnTo>
                    <a:pt x="3334002" y="2539285"/>
                  </a:lnTo>
                  <a:lnTo>
                    <a:pt x="3411636" y="2556062"/>
                  </a:lnTo>
                  <a:lnTo>
                    <a:pt x="3489270" y="2551806"/>
                  </a:lnTo>
                  <a:lnTo>
                    <a:pt x="3566904" y="2547528"/>
                  </a:lnTo>
                  <a:lnTo>
                    <a:pt x="3644538" y="2543229"/>
                  </a:lnTo>
                  <a:lnTo>
                    <a:pt x="3722172" y="2538907"/>
                  </a:lnTo>
                  <a:lnTo>
                    <a:pt x="3799806" y="2534563"/>
                  </a:lnTo>
                  <a:lnTo>
                    <a:pt x="3877440" y="2530197"/>
                  </a:lnTo>
                  <a:lnTo>
                    <a:pt x="3955074" y="2525808"/>
                  </a:lnTo>
                  <a:lnTo>
                    <a:pt x="4032708" y="2521397"/>
                  </a:lnTo>
                  <a:lnTo>
                    <a:pt x="4110342" y="2516963"/>
                  </a:lnTo>
                  <a:lnTo>
                    <a:pt x="4187976" y="2512507"/>
                  </a:lnTo>
                  <a:lnTo>
                    <a:pt x="4265610" y="2508028"/>
                  </a:lnTo>
                  <a:lnTo>
                    <a:pt x="4343244" y="2503526"/>
                  </a:lnTo>
                  <a:lnTo>
                    <a:pt x="4420879" y="2499000"/>
                  </a:lnTo>
                  <a:lnTo>
                    <a:pt x="4498513" y="2494452"/>
                  </a:lnTo>
                  <a:lnTo>
                    <a:pt x="4576147" y="2489880"/>
                  </a:lnTo>
                  <a:lnTo>
                    <a:pt x="4653781" y="2485285"/>
                  </a:lnTo>
                  <a:lnTo>
                    <a:pt x="4731415" y="2480667"/>
                  </a:lnTo>
                  <a:lnTo>
                    <a:pt x="4809049" y="2476024"/>
                  </a:lnTo>
                  <a:lnTo>
                    <a:pt x="4886683" y="2471358"/>
                  </a:lnTo>
                  <a:lnTo>
                    <a:pt x="4964317" y="2466668"/>
                  </a:lnTo>
                  <a:lnTo>
                    <a:pt x="5041951" y="2461954"/>
                  </a:lnTo>
                  <a:lnTo>
                    <a:pt x="5119585" y="2457216"/>
                  </a:lnTo>
                  <a:lnTo>
                    <a:pt x="5197219" y="2452454"/>
                  </a:lnTo>
                  <a:lnTo>
                    <a:pt x="5274853" y="2447667"/>
                  </a:lnTo>
                  <a:lnTo>
                    <a:pt x="5352487" y="2442856"/>
                  </a:lnTo>
                  <a:lnTo>
                    <a:pt x="5430121" y="2438020"/>
                  </a:lnTo>
                  <a:lnTo>
                    <a:pt x="5507755" y="2433159"/>
                  </a:lnTo>
                  <a:lnTo>
                    <a:pt x="5585389" y="2428273"/>
                  </a:lnTo>
                  <a:lnTo>
                    <a:pt x="5663023" y="2423363"/>
                  </a:lnTo>
                  <a:lnTo>
                    <a:pt x="5740657" y="2418427"/>
                  </a:lnTo>
                  <a:lnTo>
                    <a:pt x="5818291" y="2413466"/>
                  </a:lnTo>
                  <a:lnTo>
                    <a:pt x="5895925" y="2408479"/>
                  </a:lnTo>
                  <a:lnTo>
                    <a:pt x="5973559" y="2403467"/>
                  </a:lnTo>
                  <a:lnTo>
                    <a:pt x="6051193" y="2398429"/>
                  </a:lnTo>
                  <a:lnTo>
                    <a:pt x="6128827" y="2393366"/>
                  </a:lnTo>
                  <a:lnTo>
                    <a:pt x="6206462" y="2388276"/>
                  </a:lnTo>
                  <a:lnTo>
                    <a:pt x="6284096" y="2383161"/>
                  </a:lnTo>
                  <a:lnTo>
                    <a:pt x="6361730" y="2378019"/>
                  </a:lnTo>
                  <a:lnTo>
                    <a:pt x="6439364" y="2372851"/>
                  </a:lnTo>
                  <a:lnTo>
                    <a:pt x="6516998" y="2367656"/>
                  </a:lnTo>
                  <a:lnTo>
                    <a:pt x="6594632" y="2362435"/>
                  </a:lnTo>
                  <a:lnTo>
                    <a:pt x="6672266" y="2357187"/>
                  </a:lnTo>
                  <a:lnTo>
                    <a:pt x="6749900" y="2351912"/>
                  </a:lnTo>
                  <a:lnTo>
                    <a:pt x="6827534" y="2346610"/>
                  </a:lnTo>
                  <a:lnTo>
                    <a:pt x="6905168" y="2341281"/>
                  </a:lnTo>
                  <a:lnTo>
                    <a:pt x="6982802" y="2335925"/>
                  </a:lnTo>
                  <a:lnTo>
                    <a:pt x="7060436" y="2330541"/>
                  </a:lnTo>
                  <a:lnTo>
                    <a:pt x="7138070" y="2325130"/>
                  </a:lnTo>
                  <a:lnTo>
                    <a:pt x="7215704" y="2319691"/>
                  </a:lnTo>
                  <a:lnTo>
                    <a:pt x="7293338" y="2314224"/>
                  </a:lnTo>
                  <a:lnTo>
                    <a:pt x="7370972" y="2308729"/>
                  </a:lnTo>
                  <a:lnTo>
                    <a:pt x="7370972" y="3228509"/>
                  </a:lnTo>
                  <a:lnTo>
                    <a:pt x="7293338" y="3223316"/>
                  </a:lnTo>
                  <a:lnTo>
                    <a:pt x="7215704" y="3217953"/>
                  </a:lnTo>
                  <a:lnTo>
                    <a:pt x="7138070" y="3212415"/>
                  </a:lnTo>
                  <a:lnTo>
                    <a:pt x="7060436" y="3206694"/>
                  </a:lnTo>
                  <a:lnTo>
                    <a:pt x="6982802" y="3200786"/>
                  </a:lnTo>
                  <a:lnTo>
                    <a:pt x="6905168" y="3194685"/>
                  </a:lnTo>
                  <a:lnTo>
                    <a:pt x="6827534" y="3188383"/>
                  </a:lnTo>
                  <a:lnTo>
                    <a:pt x="6749900" y="3181875"/>
                  </a:lnTo>
                  <a:lnTo>
                    <a:pt x="6672266" y="3175153"/>
                  </a:lnTo>
                  <a:lnTo>
                    <a:pt x="6594632" y="3168212"/>
                  </a:lnTo>
                  <a:lnTo>
                    <a:pt x="6516998" y="3161042"/>
                  </a:lnTo>
                  <a:lnTo>
                    <a:pt x="6439364" y="3153638"/>
                  </a:lnTo>
                  <a:lnTo>
                    <a:pt x="6361730" y="3145991"/>
                  </a:lnTo>
                  <a:lnTo>
                    <a:pt x="6284096" y="3138093"/>
                  </a:lnTo>
                  <a:lnTo>
                    <a:pt x="6206462" y="3129936"/>
                  </a:lnTo>
                  <a:lnTo>
                    <a:pt x="6128827" y="3121512"/>
                  </a:lnTo>
                  <a:lnTo>
                    <a:pt x="6051193" y="3112812"/>
                  </a:lnTo>
                  <a:lnTo>
                    <a:pt x="5973559" y="3103826"/>
                  </a:lnTo>
                  <a:lnTo>
                    <a:pt x="5895925" y="3094546"/>
                  </a:lnTo>
                  <a:lnTo>
                    <a:pt x="5818291" y="3084962"/>
                  </a:lnTo>
                  <a:lnTo>
                    <a:pt x="5740657" y="3075063"/>
                  </a:lnTo>
                  <a:lnTo>
                    <a:pt x="5663023" y="3064840"/>
                  </a:lnTo>
                  <a:lnTo>
                    <a:pt x="5585389" y="3054282"/>
                  </a:lnTo>
                  <a:lnTo>
                    <a:pt x="5507755" y="3043378"/>
                  </a:lnTo>
                  <a:lnTo>
                    <a:pt x="5430121" y="3032117"/>
                  </a:lnTo>
                  <a:lnTo>
                    <a:pt x="5352487" y="3020486"/>
                  </a:lnTo>
                  <a:lnTo>
                    <a:pt x="5274853" y="3008474"/>
                  </a:lnTo>
                  <a:lnTo>
                    <a:pt x="5197219" y="2996068"/>
                  </a:lnTo>
                  <a:lnTo>
                    <a:pt x="5119585" y="2983256"/>
                  </a:lnTo>
                  <a:lnTo>
                    <a:pt x="5041951" y="2970023"/>
                  </a:lnTo>
                  <a:lnTo>
                    <a:pt x="4964317" y="2956357"/>
                  </a:lnTo>
                  <a:lnTo>
                    <a:pt x="4886683" y="2942243"/>
                  </a:lnTo>
                  <a:lnTo>
                    <a:pt x="4809049" y="2927666"/>
                  </a:lnTo>
                  <a:lnTo>
                    <a:pt x="4731415" y="2912611"/>
                  </a:lnTo>
                  <a:lnTo>
                    <a:pt x="4653781" y="2897063"/>
                  </a:lnTo>
                  <a:lnTo>
                    <a:pt x="4576147" y="2881005"/>
                  </a:lnTo>
                  <a:lnTo>
                    <a:pt x="4498513" y="2864421"/>
                  </a:lnTo>
                  <a:lnTo>
                    <a:pt x="4420879" y="2847293"/>
                  </a:lnTo>
                  <a:lnTo>
                    <a:pt x="4343244" y="2829603"/>
                  </a:lnTo>
                  <a:lnTo>
                    <a:pt x="4265610" y="2811334"/>
                  </a:lnTo>
                  <a:lnTo>
                    <a:pt x="4187976" y="2792466"/>
                  </a:lnTo>
                  <a:lnTo>
                    <a:pt x="4110342" y="2772979"/>
                  </a:lnTo>
                  <a:lnTo>
                    <a:pt x="4032708" y="2752853"/>
                  </a:lnTo>
                  <a:lnTo>
                    <a:pt x="3955074" y="2732068"/>
                  </a:lnTo>
                  <a:lnTo>
                    <a:pt x="3877440" y="2710601"/>
                  </a:lnTo>
                  <a:lnTo>
                    <a:pt x="3799806" y="2688431"/>
                  </a:lnTo>
                  <a:lnTo>
                    <a:pt x="3722172" y="2665534"/>
                  </a:lnTo>
                  <a:lnTo>
                    <a:pt x="3644538" y="2641886"/>
                  </a:lnTo>
                  <a:lnTo>
                    <a:pt x="3566904" y="2617463"/>
                  </a:lnTo>
                  <a:lnTo>
                    <a:pt x="3489270" y="2592240"/>
                  </a:lnTo>
                  <a:lnTo>
                    <a:pt x="3411636" y="2566190"/>
                  </a:lnTo>
                  <a:lnTo>
                    <a:pt x="3334002" y="2560297"/>
                  </a:lnTo>
                  <a:lnTo>
                    <a:pt x="3256368" y="2564510"/>
                  </a:lnTo>
                  <a:lnTo>
                    <a:pt x="3178734" y="2568701"/>
                  </a:lnTo>
                  <a:lnTo>
                    <a:pt x="3101100" y="2572871"/>
                  </a:lnTo>
                  <a:lnTo>
                    <a:pt x="3023466" y="2577020"/>
                  </a:lnTo>
                  <a:lnTo>
                    <a:pt x="2945832" y="2581147"/>
                  </a:lnTo>
                  <a:lnTo>
                    <a:pt x="2868198" y="2585254"/>
                  </a:lnTo>
                  <a:lnTo>
                    <a:pt x="2790564" y="2589339"/>
                  </a:lnTo>
                  <a:lnTo>
                    <a:pt x="2712930" y="2593404"/>
                  </a:lnTo>
                  <a:lnTo>
                    <a:pt x="2635295" y="2597448"/>
                  </a:lnTo>
                  <a:lnTo>
                    <a:pt x="2557661" y="2601472"/>
                  </a:lnTo>
                  <a:lnTo>
                    <a:pt x="2480027" y="2605475"/>
                  </a:lnTo>
                  <a:lnTo>
                    <a:pt x="2402393" y="2609457"/>
                  </a:lnTo>
                  <a:lnTo>
                    <a:pt x="2324759" y="2613419"/>
                  </a:lnTo>
                  <a:lnTo>
                    <a:pt x="2247125" y="2617361"/>
                  </a:lnTo>
                  <a:lnTo>
                    <a:pt x="2169491" y="2621283"/>
                  </a:lnTo>
                  <a:lnTo>
                    <a:pt x="2091857" y="2625185"/>
                  </a:lnTo>
                  <a:lnTo>
                    <a:pt x="2014223" y="2629068"/>
                  </a:lnTo>
                  <a:lnTo>
                    <a:pt x="1936589" y="2632930"/>
                  </a:lnTo>
                  <a:lnTo>
                    <a:pt x="1858955" y="2636772"/>
                  </a:lnTo>
                  <a:lnTo>
                    <a:pt x="1781321" y="2640596"/>
                  </a:lnTo>
                  <a:lnTo>
                    <a:pt x="1703687" y="2644399"/>
                  </a:lnTo>
                  <a:lnTo>
                    <a:pt x="1626053" y="2648183"/>
                  </a:lnTo>
                  <a:lnTo>
                    <a:pt x="1548419" y="2651948"/>
                  </a:lnTo>
                  <a:lnTo>
                    <a:pt x="1470785" y="2655694"/>
                  </a:lnTo>
                  <a:lnTo>
                    <a:pt x="1393151" y="2659420"/>
                  </a:lnTo>
                  <a:lnTo>
                    <a:pt x="1315517" y="2663128"/>
                  </a:lnTo>
                  <a:lnTo>
                    <a:pt x="1237883" y="2666817"/>
                  </a:lnTo>
                  <a:lnTo>
                    <a:pt x="1160249" y="2670487"/>
                  </a:lnTo>
                  <a:lnTo>
                    <a:pt x="1082615" y="2674138"/>
                  </a:lnTo>
                  <a:lnTo>
                    <a:pt x="1004981" y="2677771"/>
                  </a:lnTo>
                  <a:lnTo>
                    <a:pt x="927346" y="2681385"/>
                  </a:lnTo>
                  <a:lnTo>
                    <a:pt x="849712" y="2684980"/>
                  </a:lnTo>
                  <a:lnTo>
                    <a:pt x="772078" y="2688558"/>
                  </a:lnTo>
                  <a:lnTo>
                    <a:pt x="694444" y="2692117"/>
                  </a:lnTo>
                  <a:lnTo>
                    <a:pt x="616810" y="2695658"/>
                  </a:lnTo>
                  <a:lnTo>
                    <a:pt x="539176" y="2699181"/>
                  </a:lnTo>
                  <a:lnTo>
                    <a:pt x="461542" y="2702686"/>
                  </a:lnTo>
                  <a:lnTo>
                    <a:pt x="383908" y="2706173"/>
                  </a:lnTo>
                  <a:lnTo>
                    <a:pt x="306274" y="2709642"/>
                  </a:lnTo>
                  <a:lnTo>
                    <a:pt x="228640" y="2713094"/>
                  </a:lnTo>
                  <a:lnTo>
                    <a:pt x="151006" y="2716528"/>
                  </a:lnTo>
                  <a:lnTo>
                    <a:pt x="73372" y="2719945"/>
                  </a:lnTo>
                  <a:lnTo>
                    <a:pt x="0" y="272315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170331"/>
              <a:ext cx="7370972" cy="2556062"/>
            </a:xfrm>
            <a:custGeom>
              <a:avLst/>
              <a:pathLst>
                <a:path w="7370972" h="2556062">
                  <a:moveTo>
                    <a:pt x="0" y="0"/>
                  </a:moveTo>
                  <a:lnTo>
                    <a:pt x="73372" y="101778"/>
                  </a:lnTo>
                  <a:lnTo>
                    <a:pt x="151006" y="206050"/>
                  </a:lnTo>
                  <a:lnTo>
                    <a:pt x="228640" y="307013"/>
                  </a:lnTo>
                  <a:lnTo>
                    <a:pt x="306274" y="404770"/>
                  </a:lnTo>
                  <a:lnTo>
                    <a:pt x="383908" y="499425"/>
                  </a:lnTo>
                  <a:lnTo>
                    <a:pt x="461542" y="591076"/>
                  </a:lnTo>
                  <a:lnTo>
                    <a:pt x="539176" y="679817"/>
                  </a:lnTo>
                  <a:lnTo>
                    <a:pt x="616810" y="765742"/>
                  </a:lnTo>
                  <a:lnTo>
                    <a:pt x="694444" y="848940"/>
                  </a:lnTo>
                  <a:lnTo>
                    <a:pt x="772078" y="929496"/>
                  </a:lnTo>
                  <a:lnTo>
                    <a:pt x="849712" y="1007496"/>
                  </a:lnTo>
                  <a:lnTo>
                    <a:pt x="927346" y="1083020"/>
                  </a:lnTo>
                  <a:lnTo>
                    <a:pt x="1004981" y="1156147"/>
                  </a:lnTo>
                  <a:lnTo>
                    <a:pt x="1082615" y="1226953"/>
                  </a:lnTo>
                  <a:lnTo>
                    <a:pt x="1160249" y="1295511"/>
                  </a:lnTo>
                  <a:lnTo>
                    <a:pt x="1237883" y="1361894"/>
                  </a:lnTo>
                  <a:lnTo>
                    <a:pt x="1315517" y="1426169"/>
                  </a:lnTo>
                  <a:lnTo>
                    <a:pt x="1393151" y="1488404"/>
                  </a:lnTo>
                  <a:lnTo>
                    <a:pt x="1470785" y="1548664"/>
                  </a:lnTo>
                  <a:lnTo>
                    <a:pt x="1548419" y="1607011"/>
                  </a:lnTo>
                  <a:lnTo>
                    <a:pt x="1626053" y="1663506"/>
                  </a:lnTo>
                  <a:lnTo>
                    <a:pt x="1703687" y="1718208"/>
                  </a:lnTo>
                  <a:lnTo>
                    <a:pt x="1781321" y="1771174"/>
                  </a:lnTo>
                  <a:lnTo>
                    <a:pt x="1858955" y="1822459"/>
                  </a:lnTo>
                  <a:lnTo>
                    <a:pt x="1936589" y="1872115"/>
                  </a:lnTo>
                  <a:lnTo>
                    <a:pt x="2014223" y="1920196"/>
                  </a:lnTo>
                  <a:lnTo>
                    <a:pt x="2091857" y="1966750"/>
                  </a:lnTo>
                  <a:lnTo>
                    <a:pt x="2169491" y="2011827"/>
                  </a:lnTo>
                  <a:lnTo>
                    <a:pt x="2247125" y="2055473"/>
                  </a:lnTo>
                  <a:lnTo>
                    <a:pt x="2324759" y="2097734"/>
                  </a:lnTo>
                  <a:lnTo>
                    <a:pt x="2402393" y="2138654"/>
                  </a:lnTo>
                  <a:lnTo>
                    <a:pt x="2480027" y="2178274"/>
                  </a:lnTo>
                  <a:lnTo>
                    <a:pt x="2557661" y="2216637"/>
                  </a:lnTo>
                  <a:lnTo>
                    <a:pt x="2635295" y="2253782"/>
                  </a:lnTo>
                  <a:lnTo>
                    <a:pt x="2712930" y="2289749"/>
                  </a:lnTo>
                  <a:lnTo>
                    <a:pt x="2790564" y="2324573"/>
                  </a:lnTo>
                  <a:lnTo>
                    <a:pt x="2868198" y="2358293"/>
                  </a:lnTo>
                  <a:lnTo>
                    <a:pt x="2945832" y="2390942"/>
                  </a:lnTo>
                  <a:lnTo>
                    <a:pt x="3023466" y="2422555"/>
                  </a:lnTo>
                  <a:lnTo>
                    <a:pt x="3101100" y="2453164"/>
                  </a:lnTo>
                  <a:lnTo>
                    <a:pt x="3178734" y="2482802"/>
                  </a:lnTo>
                  <a:lnTo>
                    <a:pt x="3256368" y="2511499"/>
                  </a:lnTo>
                  <a:lnTo>
                    <a:pt x="3334002" y="2539285"/>
                  </a:lnTo>
                  <a:lnTo>
                    <a:pt x="3411636" y="2556062"/>
                  </a:lnTo>
                  <a:lnTo>
                    <a:pt x="3489270" y="2551806"/>
                  </a:lnTo>
                  <a:lnTo>
                    <a:pt x="3566904" y="2547528"/>
                  </a:lnTo>
                  <a:lnTo>
                    <a:pt x="3644538" y="2543229"/>
                  </a:lnTo>
                  <a:lnTo>
                    <a:pt x="3722172" y="2538907"/>
                  </a:lnTo>
                  <a:lnTo>
                    <a:pt x="3799806" y="2534563"/>
                  </a:lnTo>
                  <a:lnTo>
                    <a:pt x="3877440" y="2530197"/>
                  </a:lnTo>
                  <a:lnTo>
                    <a:pt x="3955074" y="2525808"/>
                  </a:lnTo>
                  <a:lnTo>
                    <a:pt x="4032708" y="2521397"/>
                  </a:lnTo>
                  <a:lnTo>
                    <a:pt x="4110342" y="2516963"/>
                  </a:lnTo>
                  <a:lnTo>
                    <a:pt x="4187976" y="2512507"/>
                  </a:lnTo>
                  <a:lnTo>
                    <a:pt x="4265610" y="2508028"/>
                  </a:lnTo>
                  <a:lnTo>
                    <a:pt x="4343244" y="2503526"/>
                  </a:lnTo>
                  <a:lnTo>
                    <a:pt x="4420879" y="2499000"/>
                  </a:lnTo>
                  <a:lnTo>
                    <a:pt x="4498513" y="2494452"/>
                  </a:lnTo>
                  <a:lnTo>
                    <a:pt x="4576147" y="2489880"/>
                  </a:lnTo>
                  <a:lnTo>
                    <a:pt x="4653781" y="2485285"/>
                  </a:lnTo>
                  <a:lnTo>
                    <a:pt x="4731415" y="2480667"/>
                  </a:lnTo>
                  <a:lnTo>
                    <a:pt x="4809049" y="2476024"/>
                  </a:lnTo>
                  <a:lnTo>
                    <a:pt x="4886683" y="2471358"/>
                  </a:lnTo>
                  <a:lnTo>
                    <a:pt x="4964317" y="2466668"/>
                  </a:lnTo>
                  <a:lnTo>
                    <a:pt x="5041951" y="2461954"/>
                  </a:lnTo>
                  <a:lnTo>
                    <a:pt x="5119585" y="2457216"/>
                  </a:lnTo>
                  <a:lnTo>
                    <a:pt x="5197219" y="2452454"/>
                  </a:lnTo>
                  <a:lnTo>
                    <a:pt x="5274853" y="2447667"/>
                  </a:lnTo>
                  <a:lnTo>
                    <a:pt x="5352487" y="2442856"/>
                  </a:lnTo>
                  <a:lnTo>
                    <a:pt x="5430121" y="2438020"/>
                  </a:lnTo>
                  <a:lnTo>
                    <a:pt x="5507755" y="2433159"/>
                  </a:lnTo>
                  <a:lnTo>
                    <a:pt x="5585389" y="2428273"/>
                  </a:lnTo>
                  <a:lnTo>
                    <a:pt x="5663023" y="2423363"/>
                  </a:lnTo>
                  <a:lnTo>
                    <a:pt x="5740657" y="2418427"/>
                  </a:lnTo>
                  <a:lnTo>
                    <a:pt x="5818291" y="2413466"/>
                  </a:lnTo>
                  <a:lnTo>
                    <a:pt x="5895925" y="2408479"/>
                  </a:lnTo>
                  <a:lnTo>
                    <a:pt x="5973559" y="2403467"/>
                  </a:lnTo>
                  <a:lnTo>
                    <a:pt x="6051193" y="2398429"/>
                  </a:lnTo>
                  <a:lnTo>
                    <a:pt x="6128827" y="2393366"/>
                  </a:lnTo>
                  <a:lnTo>
                    <a:pt x="6206462" y="2388276"/>
                  </a:lnTo>
                  <a:lnTo>
                    <a:pt x="6284096" y="2383161"/>
                  </a:lnTo>
                  <a:lnTo>
                    <a:pt x="6361730" y="2378019"/>
                  </a:lnTo>
                  <a:lnTo>
                    <a:pt x="6439364" y="2372851"/>
                  </a:lnTo>
                  <a:lnTo>
                    <a:pt x="6516998" y="2367656"/>
                  </a:lnTo>
                  <a:lnTo>
                    <a:pt x="6594632" y="2362435"/>
                  </a:lnTo>
                  <a:lnTo>
                    <a:pt x="6672266" y="2357187"/>
                  </a:lnTo>
                  <a:lnTo>
                    <a:pt x="6749900" y="2351912"/>
                  </a:lnTo>
                  <a:lnTo>
                    <a:pt x="6827534" y="2346610"/>
                  </a:lnTo>
                  <a:lnTo>
                    <a:pt x="6905168" y="2341281"/>
                  </a:lnTo>
                  <a:lnTo>
                    <a:pt x="6982802" y="2335925"/>
                  </a:lnTo>
                  <a:lnTo>
                    <a:pt x="7060436" y="2330541"/>
                  </a:lnTo>
                  <a:lnTo>
                    <a:pt x="7138070" y="2325130"/>
                  </a:lnTo>
                  <a:lnTo>
                    <a:pt x="7215704" y="2319691"/>
                  </a:lnTo>
                  <a:lnTo>
                    <a:pt x="7293338" y="2314224"/>
                  </a:lnTo>
                  <a:lnTo>
                    <a:pt x="7370972" y="23087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30628"/>
              <a:ext cx="7370972" cy="668212"/>
            </a:xfrm>
            <a:custGeom>
              <a:avLst/>
              <a:pathLst>
                <a:path w="7370972" h="668212">
                  <a:moveTo>
                    <a:pt x="7370972" y="668212"/>
                  </a:moveTo>
                  <a:lnTo>
                    <a:pt x="7293338" y="663019"/>
                  </a:lnTo>
                  <a:lnTo>
                    <a:pt x="7215704" y="657656"/>
                  </a:lnTo>
                  <a:lnTo>
                    <a:pt x="7138070" y="652117"/>
                  </a:lnTo>
                  <a:lnTo>
                    <a:pt x="7060436" y="646397"/>
                  </a:lnTo>
                  <a:lnTo>
                    <a:pt x="6982802" y="640489"/>
                  </a:lnTo>
                  <a:lnTo>
                    <a:pt x="6905168" y="634388"/>
                  </a:lnTo>
                  <a:lnTo>
                    <a:pt x="6827534" y="628086"/>
                  </a:lnTo>
                  <a:lnTo>
                    <a:pt x="6749900" y="621578"/>
                  </a:lnTo>
                  <a:lnTo>
                    <a:pt x="6672266" y="614856"/>
                  </a:lnTo>
                  <a:lnTo>
                    <a:pt x="6594632" y="607914"/>
                  </a:lnTo>
                  <a:lnTo>
                    <a:pt x="6516998" y="600745"/>
                  </a:lnTo>
                  <a:lnTo>
                    <a:pt x="6439364" y="593341"/>
                  </a:lnTo>
                  <a:lnTo>
                    <a:pt x="6361730" y="585693"/>
                  </a:lnTo>
                  <a:lnTo>
                    <a:pt x="6284096" y="577796"/>
                  </a:lnTo>
                  <a:lnTo>
                    <a:pt x="6206462" y="569639"/>
                  </a:lnTo>
                  <a:lnTo>
                    <a:pt x="6128827" y="561215"/>
                  </a:lnTo>
                  <a:lnTo>
                    <a:pt x="6051193" y="552514"/>
                  </a:lnTo>
                  <a:lnTo>
                    <a:pt x="5973559" y="543529"/>
                  </a:lnTo>
                  <a:lnTo>
                    <a:pt x="5895925" y="534249"/>
                  </a:lnTo>
                  <a:lnTo>
                    <a:pt x="5818291" y="524665"/>
                  </a:lnTo>
                  <a:lnTo>
                    <a:pt x="5740657" y="514766"/>
                  </a:lnTo>
                  <a:lnTo>
                    <a:pt x="5663023" y="504543"/>
                  </a:lnTo>
                  <a:lnTo>
                    <a:pt x="5585389" y="493985"/>
                  </a:lnTo>
                  <a:lnTo>
                    <a:pt x="5507755" y="483081"/>
                  </a:lnTo>
                  <a:lnTo>
                    <a:pt x="5430121" y="471820"/>
                  </a:lnTo>
                  <a:lnTo>
                    <a:pt x="5352487" y="460189"/>
                  </a:lnTo>
                  <a:lnTo>
                    <a:pt x="5274853" y="448177"/>
                  </a:lnTo>
                  <a:lnTo>
                    <a:pt x="5197219" y="435771"/>
                  </a:lnTo>
                  <a:lnTo>
                    <a:pt x="5119585" y="422959"/>
                  </a:lnTo>
                  <a:lnTo>
                    <a:pt x="5041951" y="409726"/>
                  </a:lnTo>
                  <a:lnTo>
                    <a:pt x="4964317" y="396060"/>
                  </a:lnTo>
                  <a:lnTo>
                    <a:pt x="4886683" y="381946"/>
                  </a:lnTo>
                  <a:lnTo>
                    <a:pt x="4809049" y="367369"/>
                  </a:lnTo>
                  <a:lnTo>
                    <a:pt x="4731415" y="352314"/>
                  </a:lnTo>
                  <a:lnTo>
                    <a:pt x="4653781" y="336766"/>
                  </a:lnTo>
                  <a:lnTo>
                    <a:pt x="4576147" y="320708"/>
                  </a:lnTo>
                  <a:lnTo>
                    <a:pt x="4498513" y="304123"/>
                  </a:lnTo>
                  <a:lnTo>
                    <a:pt x="4420879" y="286995"/>
                  </a:lnTo>
                  <a:lnTo>
                    <a:pt x="4343244" y="269306"/>
                  </a:lnTo>
                  <a:lnTo>
                    <a:pt x="4265610" y="251037"/>
                  </a:lnTo>
                  <a:lnTo>
                    <a:pt x="4187976" y="232168"/>
                  </a:lnTo>
                  <a:lnTo>
                    <a:pt x="4110342" y="212682"/>
                  </a:lnTo>
                  <a:lnTo>
                    <a:pt x="4032708" y="192556"/>
                  </a:lnTo>
                  <a:lnTo>
                    <a:pt x="3955074" y="171771"/>
                  </a:lnTo>
                  <a:lnTo>
                    <a:pt x="3877440" y="150304"/>
                  </a:lnTo>
                  <a:lnTo>
                    <a:pt x="3799806" y="128134"/>
                  </a:lnTo>
                  <a:lnTo>
                    <a:pt x="3722172" y="105237"/>
                  </a:lnTo>
                  <a:lnTo>
                    <a:pt x="3644538" y="81589"/>
                  </a:lnTo>
                  <a:lnTo>
                    <a:pt x="3566904" y="57166"/>
                  </a:lnTo>
                  <a:lnTo>
                    <a:pt x="3489270" y="31943"/>
                  </a:lnTo>
                  <a:lnTo>
                    <a:pt x="3411636" y="5892"/>
                  </a:lnTo>
                  <a:lnTo>
                    <a:pt x="3334002" y="0"/>
                  </a:lnTo>
                  <a:lnTo>
                    <a:pt x="3256368" y="4212"/>
                  </a:lnTo>
                  <a:lnTo>
                    <a:pt x="3178734" y="8404"/>
                  </a:lnTo>
                  <a:lnTo>
                    <a:pt x="3101100" y="12574"/>
                  </a:lnTo>
                  <a:lnTo>
                    <a:pt x="3023466" y="16722"/>
                  </a:lnTo>
                  <a:lnTo>
                    <a:pt x="2945832" y="20850"/>
                  </a:lnTo>
                  <a:lnTo>
                    <a:pt x="2868198" y="24956"/>
                  </a:lnTo>
                  <a:lnTo>
                    <a:pt x="2790564" y="29042"/>
                  </a:lnTo>
                  <a:lnTo>
                    <a:pt x="2712930" y="33107"/>
                  </a:lnTo>
                  <a:lnTo>
                    <a:pt x="2635295" y="37151"/>
                  </a:lnTo>
                  <a:lnTo>
                    <a:pt x="2557661" y="41174"/>
                  </a:lnTo>
                  <a:lnTo>
                    <a:pt x="2480027" y="45177"/>
                  </a:lnTo>
                  <a:lnTo>
                    <a:pt x="2402393" y="49160"/>
                  </a:lnTo>
                  <a:lnTo>
                    <a:pt x="2324759" y="53122"/>
                  </a:lnTo>
                  <a:lnTo>
                    <a:pt x="2247125" y="57064"/>
                  </a:lnTo>
                  <a:lnTo>
                    <a:pt x="2169491" y="60986"/>
                  </a:lnTo>
                  <a:lnTo>
                    <a:pt x="2091857" y="64888"/>
                  </a:lnTo>
                  <a:lnTo>
                    <a:pt x="2014223" y="68770"/>
                  </a:lnTo>
                  <a:lnTo>
                    <a:pt x="1936589" y="72633"/>
                  </a:lnTo>
                  <a:lnTo>
                    <a:pt x="1858955" y="76475"/>
                  </a:lnTo>
                  <a:lnTo>
                    <a:pt x="1781321" y="80298"/>
                  </a:lnTo>
                  <a:lnTo>
                    <a:pt x="1703687" y="84102"/>
                  </a:lnTo>
                  <a:lnTo>
                    <a:pt x="1626053" y="87886"/>
                  </a:lnTo>
                  <a:lnTo>
                    <a:pt x="1548419" y="91651"/>
                  </a:lnTo>
                  <a:lnTo>
                    <a:pt x="1470785" y="95397"/>
                  </a:lnTo>
                  <a:lnTo>
                    <a:pt x="1393151" y="99123"/>
                  </a:lnTo>
                  <a:lnTo>
                    <a:pt x="1315517" y="102831"/>
                  </a:lnTo>
                  <a:lnTo>
                    <a:pt x="1237883" y="106520"/>
                  </a:lnTo>
                  <a:lnTo>
                    <a:pt x="1160249" y="110190"/>
                  </a:lnTo>
                  <a:lnTo>
                    <a:pt x="1082615" y="113841"/>
                  </a:lnTo>
                  <a:lnTo>
                    <a:pt x="1004981" y="117473"/>
                  </a:lnTo>
                  <a:lnTo>
                    <a:pt x="927346" y="121088"/>
                  </a:lnTo>
                  <a:lnTo>
                    <a:pt x="849712" y="124683"/>
                  </a:lnTo>
                  <a:lnTo>
                    <a:pt x="772078" y="128261"/>
                  </a:lnTo>
                  <a:lnTo>
                    <a:pt x="694444" y="131820"/>
                  </a:lnTo>
                  <a:lnTo>
                    <a:pt x="616810" y="135361"/>
                  </a:lnTo>
                  <a:lnTo>
                    <a:pt x="539176" y="138884"/>
                  </a:lnTo>
                  <a:lnTo>
                    <a:pt x="461542" y="142389"/>
                  </a:lnTo>
                  <a:lnTo>
                    <a:pt x="383908" y="145876"/>
                  </a:lnTo>
                  <a:lnTo>
                    <a:pt x="306274" y="149345"/>
                  </a:lnTo>
                  <a:lnTo>
                    <a:pt x="228640" y="152797"/>
                  </a:lnTo>
                  <a:lnTo>
                    <a:pt x="151006" y="156231"/>
                  </a:lnTo>
                  <a:lnTo>
                    <a:pt x="73372" y="159648"/>
                  </a:lnTo>
                  <a:lnTo>
                    <a:pt x="0" y="1628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057895"/>
              <a:ext cx="7370972" cy="1086081"/>
            </a:xfrm>
            <a:custGeom>
              <a:avLst/>
              <a:pathLst>
                <a:path w="7370972" h="1086081">
                  <a:moveTo>
                    <a:pt x="0" y="0"/>
                  </a:moveTo>
                  <a:lnTo>
                    <a:pt x="73372" y="19117"/>
                  </a:lnTo>
                  <a:lnTo>
                    <a:pt x="151006" y="39072"/>
                  </a:lnTo>
                  <a:lnTo>
                    <a:pt x="228640" y="58759"/>
                  </a:lnTo>
                  <a:lnTo>
                    <a:pt x="306274" y="78180"/>
                  </a:lnTo>
                  <a:lnTo>
                    <a:pt x="383908" y="97339"/>
                  </a:lnTo>
                  <a:lnTo>
                    <a:pt x="461542" y="116240"/>
                  </a:lnTo>
                  <a:lnTo>
                    <a:pt x="539176" y="134886"/>
                  </a:lnTo>
                  <a:lnTo>
                    <a:pt x="616810" y="153280"/>
                  </a:lnTo>
                  <a:lnTo>
                    <a:pt x="694444" y="171427"/>
                  </a:lnTo>
                  <a:lnTo>
                    <a:pt x="772078" y="189329"/>
                  </a:lnTo>
                  <a:lnTo>
                    <a:pt x="849712" y="206989"/>
                  </a:lnTo>
                  <a:lnTo>
                    <a:pt x="927346" y="224412"/>
                  </a:lnTo>
                  <a:lnTo>
                    <a:pt x="1004981" y="241600"/>
                  </a:lnTo>
                  <a:lnTo>
                    <a:pt x="1082615" y="258556"/>
                  </a:lnTo>
                  <a:lnTo>
                    <a:pt x="1160249" y="275283"/>
                  </a:lnTo>
                  <a:lnTo>
                    <a:pt x="1237883" y="291785"/>
                  </a:lnTo>
                  <a:lnTo>
                    <a:pt x="1315517" y="308064"/>
                  </a:lnTo>
                  <a:lnTo>
                    <a:pt x="1393151" y="324124"/>
                  </a:lnTo>
                  <a:lnTo>
                    <a:pt x="1470785" y="339968"/>
                  </a:lnTo>
                  <a:lnTo>
                    <a:pt x="1548419" y="355598"/>
                  </a:lnTo>
                  <a:lnTo>
                    <a:pt x="1626053" y="371017"/>
                  </a:lnTo>
                  <a:lnTo>
                    <a:pt x="1703687" y="386228"/>
                  </a:lnTo>
                  <a:lnTo>
                    <a:pt x="1781321" y="401234"/>
                  </a:lnTo>
                  <a:lnTo>
                    <a:pt x="1858955" y="416038"/>
                  </a:lnTo>
                  <a:lnTo>
                    <a:pt x="1936589" y="430643"/>
                  </a:lnTo>
                  <a:lnTo>
                    <a:pt x="2014223" y="445050"/>
                  </a:lnTo>
                  <a:lnTo>
                    <a:pt x="2091857" y="459263"/>
                  </a:lnTo>
                  <a:lnTo>
                    <a:pt x="2169491" y="473285"/>
                  </a:lnTo>
                  <a:lnTo>
                    <a:pt x="2247125" y="487118"/>
                  </a:lnTo>
                  <a:lnTo>
                    <a:pt x="2324759" y="500764"/>
                  </a:lnTo>
                  <a:lnTo>
                    <a:pt x="2402393" y="514226"/>
                  </a:lnTo>
                  <a:lnTo>
                    <a:pt x="2480027" y="527507"/>
                  </a:lnTo>
                  <a:lnTo>
                    <a:pt x="2557661" y="540608"/>
                  </a:lnTo>
                  <a:lnTo>
                    <a:pt x="2635295" y="553533"/>
                  </a:lnTo>
                  <a:lnTo>
                    <a:pt x="2712930" y="566284"/>
                  </a:lnTo>
                  <a:lnTo>
                    <a:pt x="2790564" y="578863"/>
                  </a:lnTo>
                  <a:lnTo>
                    <a:pt x="2868198" y="591272"/>
                  </a:lnTo>
                  <a:lnTo>
                    <a:pt x="2945832" y="603514"/>
                  </a:lnTo>
                  <a:lnTo>
                    <a:pt x="3023466" y="615591"/>
                  </a:lnTo>
                  <a:lnTo>
                    <a:pt x="3101100" y="627505"/>
                  </a:lnTo>
                  <a:lnTo>
                    <a:pt x="3178734" y="639259"/>
                  </a:lnTo>
                  <a:lnTo>
                    <a:pt x="3256368" y="650854"/>
                  </a:lnTo>
                  <a:lnTo>
                    <a:pt x="3334002" y="662293"/>
                  </a:lnTo>
                  <a:lnTo>
                    <a:pt x="3411636" y="673577"/>
                  </a:lnTo>
                  <a:lnTo>
                    <a:pt x="3489270" y="684710"/>
                  </a:lnTo>
                  <a:lnTo>
                    <a:pt x="3566904" y="695692"/>
                  </a:lnTo>
                  <a:lnTo>
                    <a:pt x="3644538" y="706526"/>
                  </a:lnTo>
                  <a:lnTo>
                    <a:pt x="3722172" y="717215"/>
                  </a:lnTo>
                  <a:lnTo>
                    <a:pt x="3799806" y="727759"/>
                  </a:lnTo>
                  <a:lnTo>
                    <a:pt x="3877440" y="738161"/>
                  </a:lnTo>
                  <a:lnTo>
                    <a:pt x="3955074" y="748423"/>
                  </a:lnTo>
                  <a:lnTo>
                    <a:pt x="4032708" y="758546"/>
                  </a:lnTo>
                  <a:lnTo>
                    <a:pt x="4110342" y="768533"/>
                  </a:lnTo>
                  <a:lnTo>
                    <a:pt x="4187976" y="778385"/>
                  </a:lnTo>
                  <a:lnTo>
                    <a:pt x="4265610" y="788105"/>
                  </a:lnTo>
                  <a:lnTo>
                    <a:pt x="4343244" y="797693"/>
                  </a:lnTo>
                  <a:lnTo>
                    <a:pt x="4420879" y="807152"/>
                  </a:lnTo>
                  <a:lnTo>
                    <a:pt x="4498513" y="816484"/>
                  </a:lnTo>
                  <a:lnTo>
                    <a:pt x="4576147" y="825690"/>
                  </a:lnTo>
                  <a:lnTo>
                    <a:pt x="4653781" y="834772"/>
                  </a:lnTo>
                  <a:lnTo>
                    <a:pt x="4731415" y="843731"/>
                  </a:lnTo>
                  <a:lnTo>
                    <a:pt x="4809049" y="852570"/>
                  </a:lnTo>
                  <a:lnTo>
                    <a:pt x="4886683" y="861289"/>
                  </a:lnTo>
                  <a:lnTo>
                    <a:pt x="4964317" y="869891"/>
                  </a:lnTo>
                  <a:lnTo>
                    <a:pt x="5041951" y="878377"/>
                  </a:lnTo>
                  <a:lnTo>
                    <a:pt x="5119585" y="886748"/>
                  </a:lnTo>
                  <a:lnTo>
                    <a:pt x="5197219" y="895007"/>
                  </a:lnTo>
                  <a:lnTo>
                    <a:pt x="5274853" y="903154"/>
                  </a:lnTo>
                  <a:lnTo>
                    <a:pt x="5352487" y="911192"/>
                  </a:lnTo>
                  <a:lnTo>
                    <a:pt x="5430121" y="919121"/>
                  </a:lnTo>
                  <a:lnTo>
                    <a:pt x="5507755" y="926943"/>
                  </a:lnTo>
                  <a:lnTo>
                    <a:pt x="5585389" y="934660"/>
                  </a:lnTo>
                  <a:lnTo>
                    <a:pt x="5663023" y="942272"/>
                  </a:lnTo>
                  <a:lnTo>
                    <a:pt x="5740657" y="949783"/>
                  </a:lnTo>
                  <a:lnTo>
                    <a:pt x="5818291" y="957191"/>
                  </a:lnTo>
                  <a:lnTo>
                    <a:pt x="5895925" y="964500"/>
                  </a:lnTo>
                  <a:lnTo>
                    <a:pt x="5973559" y="971711"/>
                  </a:lnTo>
                  <a:lnTo>
                    <a:pt x="6051193" y="978824"/>
                  </a:lnTo>
                  <a:lnTo>
                    <a:pt x="6128827" y="985841"/>
                  </a:lnTo>
                  <a:lnTo>
                    <a:pt x="6206462" y="992764"/>
                  </a:lnTo>
                  <a:lnTo>
                    <a:pt x="6284096" y="999594"/>
                  </a:lnTo>
                  <a:lnTo>
                    <a:pt x="6361730" y="1006331"/>
                  </a:lnTo>
                  <a:lnTo>
                    <a:pt x="6439364" y="1012978"/>
                  </a:lnTo>
                  <a:lnTo>
                    <a:pt x="6516998" y="1019534"/>
                  </a:lnTo>
                  <a:lnTo>
                    <a:pt x="6594632" y="1026003"/>
                  </a:lnTo>
                  <a:lnTo>
                    <a:pt x="6672266" y="1032384"/>
                  </a:lnTo>
                  <a:lnTo>
                    <a:pt x="6749900" y="1038680"/>
                  </a:lnTo>
                  <a:lnTo>
                    <a:pt x="6827534" y="1044890"/>
                  </a:lnTo>
                  <a:lnTo>
                    <a:pt x="6905168" y="1051017"/>
                  </a:lnTo>
                  <a:lnTo>
                    <a:pt x="6982802" y="1057061"/>
                  </a:lnTo>
                  <a:lnTo>
                    <a:pt x="7060436" y="1063023"/>
                  </a:lnTo>
                  <a:lnTo>
                    <a:pt x="7138070" y="1068906"/>
                  </a:lnTo>
                  <a:lnTo>
                    <a:pt x="7215704" y="1074709"/>
                  </a:lnTo>
                  <a:lnTo>
                    <a:pt x="7293338" y="1080433"/>
                  </a:lnTo>
                  <a:lnTo>
                    <a:pt x="7370972" y="108608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41664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0.86 (95% CI 0.69-1.06), p = 0.154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2026-06-02T08:49:27Z</dcterms:modified>
  <cp:category/>
</cp:coreProperties>
</file>