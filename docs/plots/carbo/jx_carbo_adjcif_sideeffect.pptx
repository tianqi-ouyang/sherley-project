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1907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19639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27370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148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78312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65137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5196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5773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73504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81236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8075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8490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7172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58549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4537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4626026"/>
              <a:ext cx="7005923" cy="872223"/>
            </a:xfrm>
            <a:custGeom>
              <a:avLst/>
              <a:pathLst>
                <a:path w="7005923" h="872223">
                  <a:moveTo>
                    <a:pt x="0" y="872223"/>
                  </a:moveTo>
                  <a:lnTo>
                    <a:pt x="280236" y="872223"/>
                  </a:lnTo>
                  <a:lnTo>
                    <a:pt x="280236" y="829618"/>
                  </a:lnTo>
                  <a:lnTo>
                    <a:pt x="373649" y="829618"/>
                  </a:lnTo>
                  <a:lnTo>
                    <a:pt x="373649" y="703022"/>
                  </a:lnTo>
                  <a:lnTo>
                    <a:pt x="560473" y="703022"/>
                  </a:lnTo>
                  <a:lnTo>
                    <a:pt x="560473" y="615195"/>
                  </a:lnTo>
                  <a:lnTo>
                    <a:pt x="840710" y="615195"/>
                  </a:lnTo>
                  <a:lnTo>
                    <a:pt x="840710" y="570917"/>
                  </a:lnTo>
                  <a:lnTo>
                    <a:pt x="934123" y="570917"/>
                  </a:lnTo>
                  <a:lnTo>
                    <a:pt x="934123" y="480465"/>
                  </a:lnTo>
                  <a:lnTo>
                    <a:pt x="1494596" y="480465"/>
                  </a:lnTo>
                  <a:lnTo>
                    <a:pt x="1494596" y="387757"/>
                  </a:lnTo>
                  <a:lnTo>
                    <a:pt x="2335307" y="387757"/>
                  </a:lnTo>
                  <a:lnTo>
                    <a:pt x="2335307" y="340635"/>
                  </a:lnTo>
                  <a:lnTo>
                    <a:pt x="2428720" y="340635"/>
                  </a:lnTo>
                  <a:lnTo>
                    <a:pt x="2428720" y="244185"/>
                  </a:lnTo>
                  <a:lnTo>
                    <a:pt x="2895781" y="244185"/>
                  </a:lnTo>
                  <a:lnTo>
                    <a:pt x="2895781" y="195310"/>
                  </a:lnTo>
                  <a:lnTo>
                    <a:pt x="3176018" y="195310"/>
                  </a:lnTo>
                  <a:lnTo>
                    <a:pt x="3176018" y="146656"/>
                  </a:lnTo>
                  <a:lnTo>
                    <a:pt x="3456255" y="146656"/>
                  </a:lnTo>
                  <a:lnTo>
                    <a:pt x="3456255" y="98054"/>
                  </a:lnTo>
                  <a:lnTo>
                    <a:pt x="4016729" y="98054"/>
                  </a:lnTo>
                  <a:lnTo>
                    <a:pt x="4016729" y="49475"/>
                  </a:lnTo>
                  <a:lnTo>
                    <a:pt x="7005923" y="4947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60991" y="2861938"/>
              <a:ext cx="7005923" cy="2450994"/>
            </a:xfrm>
            <a:custGeom>
              <a:avLst/>
              <a:pathLst>
                <a:path w="7005923" h="2450994">
                  <a:moveTo>
                    <a:pt x="0" y="2450994"/>
                  </a:moveTo>
                  <a:lnTo>
                    <a:pt x="280236" y="2450994"/>
                  </a:lnTo>
                  <a:lnTo>
                    <a:pt x="280236" y="2315053"/>
                  </a:lnTo>
                  <a:lnTo>
                    <a:pt x="373649" y="2315053"/>
                  </a:lnTo>
                  <a:lnTo>
                    <a:pt x="373649" y="1921823"/>
                  </a:lnTo>
                  <a:lnTo>
                    <a:pt x="560473" y="1921823"/>
                  </a:lnTo>
                  <a:lnTo>
                    <a:pt x="560473" y="1658118"/>
                  </a:lnTo>
                  <a:lnTo>
                    <a:pt x="840710" y="1658118"/>
                  </a:lnTo>
                  <a:lnTo>
                    <a:pt x="840710" y="1527906"/>
                  </a:lnTo>
                  <a:lnTo>
                    <a:pt x="934123" y="1527906"/>
                  </a:lnTo>
                  <a:lnTo>
                    <a:pt x="934123" y="1267444"/>
                  </a:lnTo>
                  <a:lnTo>
                    <a:pt x="1494596" y="1267444"/>
                  </a:lnTo>
                  <a:lnTo>
                    <a:pt x="1494596" y="1007993"/>
                  </a:lnTo>
                  <a:lnTo>
                    <a:pt x="2335307" y="1007993"/>
                  </a:lnTo>
                  <a:lnTo>
                    <a:pt x="2335307" y="878956"/>
                  </a:lnTo>
                  <a:lnTo>
                    <a:pt x="2428720" y="878956"/>
                  </a:lnTo>
                  <a:lnTo>
                    <a:pt x="2428720" y="620636"/>
                  </a:lnTo>
                  <a:lnTo>
                    <a:pt x="2895781" y="620636"/>
                  </a:lnTo>
                  <a:lnTo>
                    <a:pt x="2895781" y="492646"/>
                  </a:lnTo>
                  <a:lnTo>
                    <a:pt x="3176018" y="492646"/>
                  </a:lnTo>
                  <a:lnTo>
                    <a:pt x="3176018" y="367136"/>
                  </a:lnTo>
                  <a:lnTo>
                    <a:pt x="3456255" y="367136"/>
                  </a:lnTo>
                  <a:lnTo>
                    <a:pt x="3456255" y="243625"/>
                  </a:lnTo>
                  <a:lnTo>
                    <a:pt x="4016729" y="243625"/>
                  </a:lnTo>
                  <a:lnTo>
                    <a:pt x="4016729" y="122006"/>
                  </a:lnTo>
                  <a:lnTo>
                    <a:pt x="7005923" y="12200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61768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69499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277231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9496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7868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65506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52331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83915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3.30 (95% CI 1.22-8.94), p = 0.019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0695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2026-06-02T08:49:39Z</dcterms:modified>
  <cp:category/>
</cp:coreProperties>
</file>