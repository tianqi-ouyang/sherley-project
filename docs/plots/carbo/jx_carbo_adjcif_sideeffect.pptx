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06877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23702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40526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197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5349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8720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209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465290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38211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298939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029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663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703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406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3778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7973" y="4624317"/>
              <a:ext cx="6876437" cy="786265"/>
            </a:xfrm>
            <a:custGeom>
              <a:avLst/>
              <a:pathLst>
                <a:path w="6876437" h="786265">
                  <a:moveTo>
                    <a:pt x="0" y="786265"/>
                  </a:moveTo>
                  <a:lnTo>
                    <a:pt x="275057" y="786265"/>
                  </a:lnTo>
                  <a:lnTo>
                    <a:pt x="275057" y="747859"/>
                  </a:lnTo>
                  <a:lnTo>
                    <a:pt x="366743" y="747859"/>
                  </a:lnTo>
                  <a:lnTo>
                    <a:pt x="366743" y="633738"/>
                  </a:lnTo>
                  <a:lnTo>
                    <a:pt x="550114" y="633738"/>
                  </a:lnTo>
                  <a:lnTo>
                    <a:pt x="550114" y="554567"/>
                  </a:lnTo>
                  <a:lnTo>
                    <a:pt x="825172" y="554567"/>
                  </a:lnTo>
                  <a:lnTo>
                    <a:pt x="825172" y="514653"/>
                  </a:lnTo>
                  <a:lnTo>
                    <a:pt x="916858" y="514653"/>
                  </a:lnTo>
                  <a:lnTo>
                    <a:pt x="916858" y="433115"/>
                  </a:lnTo>
                  <a:lnTo>
                    <a:pt x="1466973" y="433115"/>
                  </a:lnTo>
                  <a:lnTo>
                    <a:pt x="1466973" y="349543"/>
                  </a:lnTo>
                  <a:lnTo>
                    <a:pt x="2292145" y="349543"/>
                  </a:lnTo>
                  <a:lnTo>
                    <a:pt x="2292145" y="307065"/>
                  </a:lnTo>
                  <a:lnTo>
                    <a:pt x="2383831" y="307065"/>
                  </a:lnTo>
                  <a:lnTo>
                    <a:pt x="2383831" y="220120"/>
                  </a:lnTo>
                  <a:lnTo>
                    <a:pt x="2842260" y="220120"/>
                  </a:lnTo>
                  <a:lnTo>
                    <a:pt x="2842260" y="176062"/>
                  </a:lnTo>
                  <a:lnTo>
                    <a:pt x="3117318" y="176062"/>
                  </a:lnTo>
                  <a:lnTo>
                    <a:pt x="3117318" y="132203"/>
                  </a:lnTo>
                  <a:lnTo>
                    <a:pt x="3392375" y="132203"/>
                  </a:lnTo>
                  <a:lnTo>
                    <a:pt x="3392375" y="88391"/>
                  </a:lnTo>
                  <a:lnTo>
                    <a:pt x="3942490" y="88391"/>
                  </a:lnTo>
                  <a:lnTo>
                    <a:pt x="3942490" y="44599"/>
                  </a:lnTo>
                  <a:lnTo>
                    <a:pt x="6876437" y="4459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7973" y="3034080"/>
              <a:ext cx="6876437" cy="2209446"/>
            </a:xfrm>
            <a:custGeom>
              <a:avLst/>
              <a:pathLst>
                <a:path w="6876437" h="2209446">
                  <a:moveTo>
                    <a:pt x="0" y="2209446"/>
                  </a:moveTo>
                  <a:lnTo>
                    <a:pt x="275057" y="2209446"/>
                  </a:lnTo>
                  <a:lnTo>
                    <a:pt x="275057" y="2086902"/>
                  </a:lnTo>
                  <a:lnTo>
                    <a:pt x="366743" y="2086902"/>
                  </a:lnTo>
                  <a:lnTo>
                    <a:pt x="366743" y="1732426"/>
                  </a:lnTo>
                  <a:lnTo>
                    <a:pt x="550114" y="1732426"/>
                  </a:lnTo>
                  <a:lnTo>
                    <a:pt x="550114" y="1494709"/>
                  </a:lnTo>
                  <a:lnTo>
                    <a:pt x="825172" y="1494709"/>
                  </a:lnTo>
                  <a:lnTo>
                    <a:pt x="825172" y="1377329"/>
                  </a:lnTo>
                  <a:lnTo>
                    <a:pt x="916858" y="1377329"/>
                  </a:lnTo>
                  <a:lnTo>
                    <a:pt x="916858" y="1142536"/>
                  </a:lnTo>
                  <a:lnTo>
                    <a:pt x="1466973" y="1142536"/>
                  </a:lnTo>
                  <a:lnTo>
                    <a:pt x="1466973" y="908655"/>
                  </a:lnTo>
                  <a:lnTo>
                    <a:pt x="2292145" y="908655"/>
                  </a:lnTo>
                  <a:lnTo>
                    <a:pt x="2292145" y="792334"/>
                  </a:lnTo>
                  <a:lnTo>
                    <a:pt x="2383831" y="792334"/>
                  </a:lnTo>
                  <a:lnTo>
                    <a:pt x="2383831" y="559472"/>
                  </a:lnTo>
                  <a:lnTo>
                    <a:pt x="2842260" y="559472"/>
                  </a:lnTo>
                  <a:lnTo>
                    <a:pt x="2842260" y="444095"/>
                  </a:lnTo>
                  <a:lnTo>
                    <a:pt x="3117318" y="444095"/>
                  </a:lnTo>
                  <a:lnTo>
                    <a:pt x="3117318" y="330954"/>
                  </a:lnTo>
                  <a:lnTo>
                    <a:pt x="3392375" y="330954"/>
                  </a:lnTo>
                  <a:lnTo>
                    <a:pt x="3392375" y="219616"/>
                  </a:lnTo>
                  <a:lnTo>
                    <a:pt x="3942490" y="219616"/>
                  </a:lnTo>
                  <a:lnTo>
                    <a:pt x="3942490" y="109982"/>
                  </a:lnTo>
                  <a:lnTo>
                    <a:pt x="6876437" y="109982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0192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77016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93841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06341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5762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913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50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587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4151" y="1688767"/>
              <a:ext cx="308198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2026-09-08T07:54:06Z</dcterms:modified>
  <cp:category/>
</cp:coreProperties>
</file>