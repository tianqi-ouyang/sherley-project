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13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308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486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6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21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39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57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4762148"/>
              <a:ext cx="7005923" cy="746789"/>
            </a:xfrm>
            <a:custGeom>
              <a:avLst/>
              <a:pathLst>
                <a:path w="7005923" h="746789">
                  <a:moveTo>
                    <a:pt x="0" y="746789"/>
                  </a:moveTo>
                  <a:lnTo>
                    <a:pt x="280236" y="746789"/>
                  </a:lnTo>
                  <a:lnTo>
                    <a:pt x="280236" y="709963"/>
                  </a:lnTo>
                  <a:lnTo>
                    <a:pt x="373649" y="709963"/>
                  </a:lnTo>
                  <a:lnTo>
                    <a:pt x="373649" y="600247"/>
                  </a:lnTo>
                  <a:lnTo>
                    <a:pt x="560473" y="600247"/>
                  </a:lnTo>
                  <a:lnTo>
                    <a:pt x="560473" y="525463"/>
                  </a:lnTo>
                  <a:lnTo>
                    <a:pt x="840710" y="525463"/>
                  </a:lnTo>
                  <a:lnTo>
                    <a:pt x="840710" y="487637"/>
                  </a:lnTo>
                  <a:lnTo>
                    <a:pt x="934123" y="487637"/>
                  </a:lnTo>
                  <a:lnTo>
                    <a:pt x="934123" y="410430"/>
                  </a:lnTo>
                  <a:lnTo>
                    <a:pt x="1494596" y="410430"/>
                  </a:lnTo>
                  <a:lnTo>
                    <a:pt x="1494596" y="331700"/>
                  </a:lnTo>
                  <a:lnTo>
                    <a:pt x="2335307" y="331700"/>
                  </a:lnTo>
                  <a:lnTo>
                    <a:pt x="2335307" y="291488"/>
                  </a:lnTo>
                  <a:lnTo>
                    <a:pt x="2428720" y="291488"/>
                  </a:lnTo>
                  <a:lnTo>
                    <a:pt x="2428720" y="209687"/>
                  </a:lnTo>
                  <a:lnTo>
                    <a:pt x="2895781" y="209687"/>
                  </a:lnTo>
                  <a:lnTo>
                    <a:pt x="2895781" y="167846"/>
                  </a:lnTo>
                  <a:lnTo>
                    <a:pt x="3176018" y="167846"/>
                  </a:lnTo>
                  <a:lnTo>
                    <a:pt x="3176018" y="126062"/>
                  </a:lnTo>
                  <a:lnTo>
                    <a:pt x="3456255" y="126062"/>
                  </a:lnTo>
                  <a:lnTo>
                    <a:pt x="3456255" y="84317"/>
                  </a:lnTo>
                  <a:lnTo>
                    <a:pt x="4016729" y="84317"/>
                  </a:lnTo>
                  <a:lnTo>
                    <a:pt x="4016729" y="42529"/>
                  </a:lnTo>
                  <a:lnTo>
                    <a:pt x="7005923" y="425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45346"/>
            </a:xfrm>
            <a:custGeom>
              <a:avLst/>
              <a:pathLst>
                <a:path w="7005923" h="2445346">
                  <a:moveTo>
                    <a:pt x="0" y="2445346"/>
                  </a:moveTo>
                  <a:lnTo>
                    <a:pt x="280236" y="2445346"/>
                  </a:lnTo>
                  <a:lnTo>
                    <a:pt x="280236" y="2307496"/>
                  </a:lnTo>
                  <a:lnTo>
                    <a:pt x="373649" y="2307496"/>
                  </a:lnTo>
                  <a:lnTo>
                    <a:pt x="373649" y="1908069"/>
                  </a:lnTo>
                  <a:lnTo>
                    <a:pt x="560473" y="1908069"/>
                  </a:lnTo>
                  <a:lnTo>
                    <a:pt x="560473" y="1645273"/>
                  </a:lnTo>
                  <a:lnTo>
                    <a:pt x="840710" y="1645273"/>
                  </a:lnTo>
                  <a:lnTo>
                    <a:pt x="840710" y="1515206"/>
                  </a:lnTo>
                  <a:lnTo>
                    <a:pt x="934123" y="1515206"/>
                  </a:lnTo>
                  <a:lnTo>
                    <a:pt x="934123" y="1255563"/>
                  </a:lnTo>
                  <a:lnTo>
                    <a:pt x="1494596" y="1255563"/>
                  </a:lnTo>
                  <a:lnTo>
                    <a:pt x="1494596" y="998710"/>
                  </a:lnTo>
                  <a:lnTo>
                    <a:pt x="2335307" y="998710"/>
                  </a:lnTo>
                  <a:lnTo>
                    <a:pt x="2335307" y="870539"/>
                  </a:lnTo>
                  <a:lnTo>
                    <a:pt x="2428720" y="870539"/>
                  </a:lnTo>
                  <a:lnTo>
                    <a:pt x="2428720" y="615989"/>
                  </a:lnTo>
                  <a:lnTo>
                    <a:pt x="2895781" y="615989"/>
                  </a:lnTo>
                  <a:lnTo>
                    <a:pt x="2895781" y="488930"/>
                  </a:lnTo>
                  <a:lnTo>
                    <a:pt x="3176018" y="488930"/>
                  </a:lnTo>
                  <a:lnTo>
                    <a:pt x="3176018" y="364135"/>
                  </a:lnTo>
                  <a:lnTo>
                    <a:pt x="3456255" y="364135"/>
                  </a:lnTo>
                  <a:lnTo>
                    <a:pt x="3456255" y="241514"/>
                  </a:lnTo>
                  <a:lnTo>
                    <a:pt x="4016729" y="241514"/>
                  </a:lnTo>
                  <a:lnTo>
                    <a:pt x="4016729" y="120798"/>
                  </a:lnTo>
                  <a:lnTo>
                    <a:pt x="7005923" y="1207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021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639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570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1.43-10.51), p = 0.008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2026-05-22T09:54:40Z</dcterms:modified>
  <cp:category/>
</cp:coreProperties>
</file>