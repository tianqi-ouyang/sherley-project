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755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618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161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48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7831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513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19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346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889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4324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807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490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72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854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537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4591162"/>
              <a:ext cx="7005923" cy="903004"/>
            </a:xfrm>
            <a:custGeom>
              <a:avLst/>
              <a:pathLst>
                <a:path w="7005923" h="903004">
                  <a:moveTo>
                    <a:pt x="0" y="903004"/>
                  </a:moveTo>
                  <a:lnTo>
                    <a:pt x="280236" y="903004"/>
                  </a:lnTo>
                  <a:lnTo>
                    <a:pt x="280236" y="858717"/>
                  </a:lnTo>
                  <a:lnTo>
                    <a:pt x="373649" y="858717"/>
                  </a:lnTo>
                  <a:lnTo>
                    <a:pt x="373649" y="726900"/>
                  </a:lnTo>
                  <a:lnTo>
                    <a:pt x="560473" y="726900"/>
                  </a:lnTo>
                  <a:lnTo>
                    <a:pt x="560473" y="637145"/>
                  </a:lnTo>
                  <a:lnTo>
                    <a:pt x="840710" y="637145"/>
                  </a:lnTo>
                  <a:lnTo>
                    <a:pt x="840710" y="591723"/>
                  </a:lnTo>
                  <a:lnTo>
                    <a:pt x="934123" y="591723"/>
                  </a:lnTo>
                  <a:lnTo>
                    <a:pt x="934123" y="498860"/>
                  </a:lnTo>
                  <a:lnTo>
                    <a:pt x="1494596" y="498860"/>
                  </a:lnTo>
                  <a:lnTo>
                    <a:pt x="1494596" y="403451"/>
                  </a:lnTo>
                  <a:lnTo>
                    <a:pt x="2335307" y="403451"/>
                  </a:lnTo>
                  <a:lnTo>
                    <a:pt x="2335307" y="354472"/>
                  </a:lnTo>
                  <a:lnTo>
                    <a:pt x="2428720" y="354472"/>
                  </a:lnTo>
                  <a:lnTo>
                    <a:pt x="2428720" y="254852"/>
                  </a:lnTo>
                  <a:lnTo>
                    <a:pt x="2895781" y="254852"/>
                  </a:lnTo>
                  <a:lnTo>
                    <a:pt x="2895781" y="203839"/>
                  </a:lnTo>
                  <a:lnTo>
                    <a:pt x="3176018" y="203839"/>
                  </a:lnTo>
                  <a:lnTo>
                    <a:pt x="3176018" y="153148"/>
                  </a:lnTo>
                  <a:lnTo>
                    <a:pt x="3456255" y="153148"/>
                  </a:lnTo>
                  <a:lnTo>
                    <a:pt x="3456255" y="102499"/>
                  </a:lnTo>
                  <a:lnTo>
                    <a:pt x="4016729" y="102499"/>
                  </a:lnTo>
                  <a:lnTo>
                    <a:pt x="4016729" y="51744"/>
                  </a:lnTo>
                  <a:lnTo>
                    <a:pt x="7005923" y="5174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447837"/>
            </a:xfrm>
            <a:custGeom>
              <a:avLst/>
              <a:pathLst>
                <a:path w="7005923" h="2447837">
                  <a:moveTo>
                    <a:pt x="0" y="2447837"/>
                  </a:moveTo>
                  <a:lnTo>
                    <a:pt x="280236" y="2447837"/>
                  </a:lnTo>
                  <a:lnTo>
                    <a:pt x="280236" y="2311540"/>
                  </a:lnTo>
                  <a:lnTo>
                    <a:pt x="373649" y="2311540"/>
                  </a:lnTo>
                  <a:lnTo>
                    <a:pt x="373649" y="1916334"/>
                  </a:lnTo>
                  <a:lnTo>
                    <a:pt x="560473" y="1916334"/>
                  </a:lnTo>
                  <a:lnTo>
                    <a:pt x="560473" y="1656037"/>
                  </a:lnTo>
                  <a:lnTo>
                    <a:pt x="840710" y="1656037"/>
                  </a:lnTo>
                  <a:lnTo>
                    <a:pt x="840710" y="1526968"/>
                  </a:lnTo>
                  <a:lnTo>
                    <a:pt x="934123" y="1526968"/>
                  </a:lnTo>
                  <a:lnTo>
                    <a:pt x="934123" y="1268567"/>
                  </a:lnTo>
                  <a:lnTo>
                    <a:pt x="1494596" y="1268567"/>
                  </a:lnTo>
                  <a:lnTo>
                    <a:pt x="1494596" y="1010590"/>
                  </a:lnTo>
                  <a:lnTo>
                    <a:pt x="2335307" y="1010590"/>
                  </a:lnTo>
                  <a:lnTo>
                    <a:pt x="2335307" y="881056"/>
                  </a:lnTo>
                  <a:lnTo>
                    <a:pt x="2428720" y="881056"/>
                  </a:lnTo>
                  <a:lnTo>
                    <a:pt x="2428720" y="623554"/>
                  </a:lnTo>
                  <a:lnTo>
                    <a:pt x="2895781" y="623554"/>
                  </a:lnTo>
                  <a:lnTo>
                    <a:pt x="2895781" y="494738"/>
                  </a:lnTo>
                  <a:lnTo>
                    <a:pt x="3176018" y="494738"/>
                  </a:lnTo>
                  <a:lnTo>
                    <a:pt x="3176018" y="368744"/>
                  </a:lnTo>
                  <a:lnTo>
                    <a:pt x="3456255" y="368744"/>
                  </a:lnTo>
                  <a:lnTo>
                    <a:pt x="3456255" y="244828"/>
                  </a:lnTo>
                  <a:lnTo>
                    <a:pt x="4016729" y="244828"/>
                  </a:lnTo>
                  <a:lnTo>
                    <a:pt x="4016729" y="122610"/>
                  </a:lnTo>
                  <a:lnTo>
                    <a:pt x="7005923" y="122610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59464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64891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70319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496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868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5506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331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915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3.18 (95% CI 1.20-8.40), p = 0.020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2026-05-22T10:32:50Z</dcterms:modified>
  <cp:category/>
</cp:coreProperties>
</file>