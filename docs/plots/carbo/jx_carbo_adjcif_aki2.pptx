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18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846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874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901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832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860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887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68382"/>
              <a:ext cx="6949396" cy="713129"/>
            </a:xfrm>
            <a:custGeom>
              <a:avLst/>
              <a:pathLst>
                <a:path w="6949396" h="713129">
                  <a:moveTo>
                    <a:pt x="0" y="713129"/>
                  </a:moveTo>
                  <a:lnTo>
                    <a:pt x="361007" y="713129"/>
                  </a:lnTo>
                  <a:lnTo>
                    <a:pt x="361007" y="576782"/>
                  </a:lnTo>
                  <a:lnTo>
                    <a:pt x="992770" y="576782"/>
                  </a:lnTo>
                  <a:lnTo>
                    <a:pt x="992770" y="432305"/>
                  </a:lnTo>
                  <a:lnTo>
                    <a:pt x="4963854" y="432305"/>
                  </a:lnTo>
                  <a:lnTo>
                    <a:pt x="4963854" y="288375"/>
                  </a:lnTo>
                  <a:lnTo>
                    <a:pt x="5956625" y="288375"/>
                  </a:lnTo>
                  <a:lnTo>
                    <a:pt x="5956625" y="145165"/>
                  </a:lnTo>
                  <a:lnTo>
                    <a:pt x="6949396" y="14516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1714814"/>
            </a:xfrm>
            <a:custGeom>
              <a:avLst/>
              <a:pathLst>
                <a:path w="6949396" h="1714814">
                  <a:moveTo>
                    <a:pt x="0" y="1714814"/>
                  </a:moveTo>
                  <a:lnTo>
                    <a:pt x="361007" y="1714814"/>
                  </a:lnTo>
                  <a:lnTo>
                    <a:pt x="361007" y="1379212"/>
                  </a:lnTo>
                  <a:lnTo>
                    <a:pt x="992770" y="1379212"/>
                  </a:lnTo>
                  <a:lnTo>
                    <a:pt x="992770" y="1027649"/>
                  </a:lnTo>
                  <a:lnTo>
                    <a:pt x="4963854" y="1027649"/>
                  </a:lnTo>
                  <a:lnTo>
                    <a:pt x="4963854" y="681502"/>
                  </a:lnTo>
                  <a:lnTo>
                    <a:pt x="5956625" y="681502"/>
                  </a:lnTo>
                  <a:lnTo>
                    <a:pt x="5956625" y="341073"/>
                  </a:lnTo>
                  <a:lnTo>
                    <a:pt x="6949396" y="34107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43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459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487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2.56 (95% CI 0.57-11.42), p = 0.219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2026-05-22T09:54:39Z</dcterms:modified>
  <cp:category/>
</cp:coreProperties>
</file>