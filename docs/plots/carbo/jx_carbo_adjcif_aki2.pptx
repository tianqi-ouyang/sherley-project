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2"/>
                  </a:lnTo>
                  <a:lnTo>
                    <a:pt x="984695" y="803132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2026-05-26T13:56:45Z</dcterms:modified>
  <cp:category/>
</cp:coreProperties>
</file>