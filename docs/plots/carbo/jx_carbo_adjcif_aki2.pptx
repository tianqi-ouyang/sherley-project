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2352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40126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67900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295674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11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989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8867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4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76239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04013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31787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6550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4142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6305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118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28799" y="4087384"/>
              <a:ext cx="6732793" cy="893709"/>
            </a:xfrm>
            <a:custGeom>
              <a:avLst/>
              <a:pathLst>
                <a:path w="6732793" h="893709">
                  <a:moveTo>
                    <a:pt x="0" y="893709"/>
                  </a:moveTo>
                  <a:lnTo>
                    <a:pt x="349755" y="893709"/>
                  </a:lnTo>
                  <a:lnTo>
                    <a:pt x="349755" y="723982"/>
                  </a:lnTo>
                  <a:lnTo>
                    <a:pt x="961827" y="723982"/>
                  </a:lnTo>
                  <a:lnTo>
                    <a:pt x="961827" y="542202"/>
                  </a:lnTo>
                  <a:lnTo>
                    <a:pt x="4809138" y="542202"/>
                  </a:lnTo>
                  <a:lnTo>
                    <a:pt x="4809138" y="361556"/>
                  </a:lnTo>
                  <a:lnTo>
                    <a:pt x="5770965" y="361556"/>
                  </a:lnTo>
                  <a:lnTo>
                    <a:pt x="5770965" y="181506"/>
                  </a:lnTo>
                  <a:lnTo>
                    <a:pt x="6732793" y="181506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034080"/>
              <a:ext cx="6732793" cy="1547403"/>
            </a:xfrm>
            <a:custGeom>
              <a:avLst/>
              <a:pathLst>
                <a:path w="6732793" h="1547403">
                  <a:moveTo>
                    <a:pt x="0" y="1547403"/>
                  </a:moveTo>
                  <a:lnTo>
                    <a:pt x="349755" y="1547403"/>
                  </a:lnTo>
                  <a:lnTo>
                    <a:pt x="349755" y="1248203"/>
                  </a:lnTo>
                  <a:lnTo>
                    <a:pt x="961827" y="1248203"/>
                  </a:lnTo>
                  <a:lnTo>
                    <a:pt x="961827" y="930580"/>
                  </a:lnTo>
                  <a:lnTo>
                    <a:pt x="4809138" y="930580"/>
                  </a:lnTo>
                  <a:lnTo>
                    <a:pt x="4809138" y="617779"/>
                  </a:lnTo>
                  <a:lnTo>
                    <a:pt x="5770965" y="617779"/>
                  </a:lnTo>
                  <a:lnTo>
                    <a:pt x="5770965" y="308772"/>
                  </a:lnTo>
                  <a:lnTo>
                    <a:pt x="6732793" y="308772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71141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8915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26689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58650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3352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8405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328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92159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1.82 (95% CI 0.27-12.45), p = 0.543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92159" y="1688767"/>
              <a:ext cx="117372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2026-09-09T10:39:34Z</dcterms:modified>
  <cp:category/>
</cp:coreProperties>
</file>