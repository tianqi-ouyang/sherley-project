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7981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37859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57736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77614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825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386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2896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93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77920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397798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17675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43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337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24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030394"/>
              <a:ext cx="6892870" cy="991414"/>
            </a:xfrm>
            <a:custGeom>
              <a:avLst/>
              <a:pathLst>
                <a:path w="6892870" h="991414">
                  <a:moveTo>
                    <a:pt x="0" y="991414"/>
                  </a:moveTo>
                  <a:lnTo>
                    <a:pt x="358071" y="991414"/>
                  </a:lnTo>
                  <a:lnTo>
                    <a:pt x="358071" y="803132"/>
                  </a:lnTo>
                  <a:lnTo>
                    <a:pt x="984695" y="803132"/>
                  </a:lnTo>
                  <a:lnTo>
                    <a:pt x="984695" y="601478"/>
                  </a:lnTo>
                  <a:lnTo>
                    <a:pt x="4923478" y="601478"/>
                  </a:lnTo>
                  <a:lnTo>
                    <a:pt x="4923478" y="401083"/>
                  </a:lnTo>
                  <a:lnTo>
                    <a:pt x="5908174" y="401083"/>
                  </a:lnTo>
                  <a:lnTo>
                    <a:pt x="5908174" y="201349"/>
                  </a:lnTo>
                  <a:lnTo>
                    <a:pt x="6892870" y="201349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1716572"/>
            </a:xfrm>
            <a:custGeom>
              <a:avLst/>
              <a:pathLst>
                <a:path w="6892870" h="1716572">
                  <a:moveTo>
                    <a:pt x="0" y="1716572"/>
                  </a:moveTo>
                  <a:lnTo>
                    <a:pt x="358071" y="1716572"/>
                  </a:lnTo>
                  <a:lnTo>
                    <a:pt x="358071" y="1384662"/>
                  </a:lnTo>
                  <a:lnTo>
                    <a:pt x="984695" y="1384662"/>
                  </a:lnTo>
                  <a:lnTo>
                    <a:pt x="984695" y="1032315"/>
                  </a:lnTo>
                  <a:lnTo>
                    <a:pt x="4923478" y="1032315"/>
                  </a:lnTo>
                  <a:lnTo>
                    <a:pt x="4923478" y="685317"/>
                  </a:lnTo>
                  <a:lnTo>
                    <a:pt x="5908174" y="685317"/>
                  </a:lnTo>
                  <a:lnTo>
                    <a:pt x="5908174" y="342528"/>
                  </a:lnTo>
                  <a:lnTo>
                    <a:pt x="6892870" y="342528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15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792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670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812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7160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619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5231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2026-06-02T08:49:38Z</dcterms:modified>
  <cp:category/>
</cp:coreProperties>
</file>