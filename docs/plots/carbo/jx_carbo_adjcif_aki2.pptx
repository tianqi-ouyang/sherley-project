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1075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7140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3206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927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825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386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2896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93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4107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10173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623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62305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43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337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24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1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4241138"/>
              <a:ext cx="6892870" cy="859044"/>
            </a:xfrm>
            <a:custGeom>
              <a:avLst/>
              <a:pathLst>
                <a:path w="6892870" h="859044">
                  <a:moveTo>
                    <a:pt x="0" y="859044"/>
                  </a:moveTo>
                  <a:lnTo>
                    <a:pt x="358071" y="859044"/>
                  </a:lnTo>
                  <a:lnTo>
                    <a:pt x="358071" y="694489"/>
                  </a:lnTo>
                  <a:lnTo>
                    <a:pt x="984695" y="694489"/>
                  </a:lnTo>
                  <a:lnTo>
                    <a:pt x="984695" y="520349"/>
                  </a:lnTo>
                  <a:lnTo>
                    <a:pt x="4923478" y="520349"/>
                  </a:lnTo>
                  <a:lnTo>
                    <a:pt x="4923478" y="347028"/>
                  </a:lnTo>
                  <a:lnTo>
                    <a:pt x="5908174" y="347028"/>
                  </a:lnTo>
                  <a:lnTo>
                    <a:pt x="5908174" y="174760"/>
                  </a:lnTo>
                  <a:lnTo>
                    <a:pt x="6892870" y="17476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9697" y="2861938"/>
              <a:ext cx="6892870" cy="1716082"/>
            </a:xfrm>
            <a:custGeom>
              <a:avLst/>
              <a:pathLst>
                <a:path w="6892870" h="1716082">
                  <a:moveTo>
                    <a:pt x="0" y="1716082"/>
                  </a:moveTo>
                  <a:lnTo>
                    <a:pt x="358071" y="1716082"/>
                  </a:lnTo>
                  <a:lnTo>
                    <a:pt x="358071" y="1379804"/>
                  </a:lnTo>
                  <a:lnTo>
                    <a:pt x="984695" y="1379804"/>
                  </a:lnTo>
                  <a:lnTo>
                    <a:pt x="984695" y="1027878"/>
                  </a:lnTo>
                  <a:lnTo>
                    <a:pt x="4923478" y="1027878"/>
                  </a:lnTo>
                  <a:lnTo>
                    <a:pt x="4923478" y="681586"/>
                  </a:lnTo>
                  <a:lnTo>
                    <a:pt x="5908174" y="681586"/>
                  </a:lnTo>
                  <a:lnTo>
                    <a:pt x="5908174" y="341292"/>
                  </a:lnTo>
                  <a:lnTo>
                    <a:pt x="6892870" y="34129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0102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6168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223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8300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812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7160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619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5231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0.45-10.06), p = 0.344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2026-05-22T10:32:48Z</dcterms:modified>
  <cp:category/>
</cp:coreProperties>
</file>