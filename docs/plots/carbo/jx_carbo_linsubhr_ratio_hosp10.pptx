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70972" cy="3463706"/>
            </a:xfrm>
            <a:custGeom>
              <a:avLst/>
              <a:pathLst>
                <a:path w="7370972" h="3463706">
                  <a:moveTo>
                    <a:pt x="1850433" y="0"/>
                  </a:moveTo>
                  <a:lnTo>
                    <a:pt x="1858955" y="28532"/>
                  </a:lnTo>
                  <a:lnTo>
                    <a:pt x="1936589" y="270277"/>
                  </a:lnTo>
                  <a:lnTo>
                    <a:pt x="2014223" y="495108"/>
                  </a:lnTo>
                  <a:lnTo>
                    <a:pt x="2091857" y="704209"/>
                  </a:lnTo>
                  <a:lnTo>
                    <a:pt x="2169491" y="898680"/>
                  </a:lnTo>
                  <a:lnTo>
                    <a:pt x="2247125" y="1079545"/>
                  </a:lnTo>
                  <a:lnTo>
                    <a:pt x="2324759" y="1247756"/>
                  </a:lnTo>
                  <a:lnTo>
                    <a:pt x="2402393" y="1404198"/>
                  </a:lnTo>
                  <a:lnTo>
                    <a:pt x="2480027" y="1549694"/>
                  </a:lnTo>
                  <a:lnTo>
                    <a:pt x="2557661" y="1685011"/>
                  </a:lnTo>
                  <a:lnTo>
                    <a:pt x="2635295" y="1810860"/>
                  </a:lnTo>
                  <a:lnTo>
                    <a:pt x="2712930" y="1927904"/>
                  </a:lnTo>
                  <a:lnTo>
                    <a:pt x="2790564" y="2036759"/>
                  </a:lnTo>
                  <a:lnTo>
                    <a:pt x="2868198" y="2137998"/>
                  </a:lnTo>
                  <a:lnTo>
                    <a:pt x="2945832" y="2232153"/>
                  </a:lnTo>
                  <a:lnTo>
                    <a:pt x="3023466" y="2319721"/>
                  </a:lnTo>
                  <a:lnTo>
                    <a:pt x="3101100" y="2401163"/>
                  </a:lnTo>
                  <a:lnTo>
                    <a:pt x="3178734" y="2476906"/>
                  </a:lnTo>
                  <a:lnTo>
                    <a:pt x="3256368" y="2547350"/>
                  </a:lnTo>
                  <a:lnTo>
                    <a:pt x="3334002" y="2612865"/>
                  </a:lnTo>
                  <a:lnTo>
                    <a:pt x="3411636" y="2650436"/>
                  </a:lnTo>
                  <a:lnTo>
                    <a:pt x="3489270" y="2638605"/>
                  </a:lnTo>
                  <a:lnTo>
                    <a:pt x="3566904" y="2626606"/>
                  </a:lnTo>
                  <a:lnTo>
                    <a:pt x="3644538" y="2614437"/>
                  </a:lnTo>
                  <a:lnTo>
                    <a:pt x="3722172" y="2602095"/>
                  </a:lnTo>
                  <a:lnTo>
                    <a:pt x="3799806" y="2589578"/>
                  </a:lnTo>
                  <a:lnTo>
                    <a:pt x="3877440" y="2576883"/>
                  </a:lnTo>
                  <a:lnTo>
                    <a:pt x="3955074" y="2564008"/>
                  </a:lnTo>
                  <a:lnTo>
                    <a:pt x="4032708" y="2550950"/>
                  </a:lnTo>
                  <a:lnTo>
                    <a:pt x="4110342" y="2537707"/>
                  </a:lnTo>
                  <a:lnTo>
                    <a:pt x="4187976" y="2524275"/>
                  </a:lnTo>
                  <a:lnTo>
                    <a:pt x="4265610" y="2510653"/>
                  </a:lnTo>
                  <a:lnTo>
                    <a:pt x="4343244" y="2496838"/>
                  </a:lnTo>
                  <a:lnTo>
                    <a:pt x="4420879" y="2482826"/>
                  </a:lnTo>
                  <a:lnTo>
                    <a:pt x="4498513" y="2468616"/>
                  </a:lnTo>
                  <a:lnTo>
                    <a:pt x="4576147" y="2454204"/>
                  </a:lnTo>
                  <a:lnTo>
                    <a:pt x="4653781" y="2439587"/>
                  </a:lnTo>
                  <a:lnTo>
                    <a:pt x="4731415" y="2424762"/>
                  </a:lnTo>
                  <a:lnTo>
                    <a:pt x="4809049" y="2409728"/>
                  </a:lnTo>
                  <a:lnTo>
                    <a:pt x="4886683" y="2394479"/>
                  </a:lnTo>
                  <a:lnTo>
                    <a:pt x="4964317" y="2379015"/>
                  </a:lnTo>
                  <a:lnTo>
                    <a:pt x="5041951" y="2363330"/>
                  </a:lnTo>
                  <a:lnTo>
                    <a:pt x="5119585" y="2347423"/>
                  </a:lnTo>
                  <a:lnTo>
                    <a:pt x="5197219" y="2331290"/>
                  </a:lnTo>
                  <a:lnTo>
                    <a:pt x="5274853" y="2314928"/>
                  </a:lnTo>
                  <a:lnTo>
                    <a:pt x="5352487" y="2298334"/>
                  </a:lnTo>
                  <a:lnTo>
                    <a:pt x="5430121" y="2281504"/>
                  </a:lnTo>
                  <a:lnTo>
                    <a:pt x="5507755" y="2264436"/>
                  </a:lnTo>
                  <a:lnTo>
                    <a:pt x="5585389" y="2247125"/>
                  </a:lnTo>
                  <a:lnTo>
                    <a:pt x="5663023" y="2229568"/>
                  </a:lnTo>
                  <a:lnTo>
                    <a:pt x="5740657" y="2211762"/>
                  </a:lnTo>
                  <a:lnTo>
                    <a:pt x="5818291" y="2193703"/>
                  </a:lnTo>
                  <a:lnTo>
                    <a:pt x="5895925" y="2175387"/>
                  </a:lnTo>
                  <a:lnTo>
                    <a:pt x="5973559" y="2156812"/>
                  </a:lnTo>
                  <a:lnTo>
                    <a:pt x="6051193" y="2137973"/>
                  </a:lnTo>
                  <a:lnTo>
                    <a:pt x="6128827" y="2118867"/>
                  </a:lnTo>
                  <a:lnTo>
                    <a:pt x="6206462" y="2099489"/>
                  </a:lnTo>
                  <a:lnTo>
                    <a:pt x="6284096" y="2079836"/>
                  </a:lnTo>
                  <a:lnTo>
                    <a:pt x="6361730" y="2059904"/>
                  </a:lnTo>
                  <a:lnTo>
                    <a:pt x="6439364" y="2039689"/>
                  </a:lnTo>
                  <a:lnTo>
                    <a:pt x="6516998" y="2019187"/>
                  </a:lnTo>
                  <a:lnTo>
                    <a:pt x="6594632" y="1998394"/>
                  </a:lnTo>
                  <a:lnTo>
                    <a:pt x="6672266" y="1977306"/>
                  </a:lnTo>
                  <a:lnTo>
                    <a:pt x="6749900" y="1955918"/>
                  </a:lnTo>
                  <a:lnTo>
                    <a:pt x="6827534" y="1934227"/>
                  </a:lnTo>
                  <a:lnTo>
                    <a:pt x="6905168" y="1912228"/>
                  </a:lnTo>
                  <a:lnTo>
                    <a:pt x="6982802" y="1889917"/>
                  </a:lnTo>
                  <a:lnTo>
                    <a:pt x="7060436" y="1867288"/>
                  </a:lnTo>
                  <a:lnTo>
                    <a:pt x="7138070" y="1844339"/>
                  </a:lnTo>
                  <a:lnTo>
                    <a:pt x="7215704" y="1821063"/>
                  </a:lnTo>
                  <a:lnTo>
                    <a:pt x="7293338" y="1797458"/>
                  </a:lnTo>
                  <a:lnTo>
                    <a:pt x="7370972" y="1773517"/>
                  </a:lnTo>
                  <a:lnTo>
                    <a:pt x="7370972" y="3463706"/>
                  </a:lnTo>
                  <a:lnTo>
                    <a:pt x="7293338" y="3462198"/>
                  </a:lnTo>
                  <a:lnTo>
                    <a:pt x="7215704" y="3460577"/>
                  </a:lnTo>
                  <a:lnTo>
                    <a:pt x="7138070" y="3458834"/>
                  </a:lnTo>
                  <a:lnTo>
                    <a:pt x="7060436" y="3456960"/>
                  </a:lnTo>
                  <a:lnTo>
                    <a:pt x="6982802" y="3454945"/>
                  </a:lnTo>
                  <a:lnTo>
                    <a:pt x="6905168" y="3452778"/>
                  </a:lnTo>
                  <a:lnTo>
                    <a:pt x="6827534" y="3450448"/>
                  </a:lnTo>
                  <a:lnTo>
                    <a:pt x="6749900" y="3447943"/>
                  </a:lnTo>
                  <a:lnTo>
                    <a:pt x="6672266" y="3445250"/>
                  </a:lnTo>
                  <a:lnTo>
                    <a:pt x="6594632" y="3442354"/>
                  </a:lnTo>
                  <a:lnTo>
                    <a:pt x="6516998" y="3439240"/>
                  </a:lnTo>
                  <a:lnTo>
                    <a:pt x="6439364" y="3435892"/>
                  </a:lnTo>
                  <a:lnTo>
                    <a:pt x="6361730" y="3432292"/>
                  </a:lnTo>
                  <a:lnTo>
                    <a:pt x="6284096" y="3428421"/>
                  </a:lnTo>
                  <a:lnTo>
                    <a:pt x="6206462" y="3424259"/>
                  </a:lnTo>
                  <a:lnTo>
                    <a:pt x="6128827" y="3419783"/>
                  </a:lnTo>
                  <a:lnTo>
                    <a:pt x="6051193" y="3414972"/>
                  </a:lnTo>
                  <a:lnTo>
                    <a:pt x="5973559" y="3409798"/>
                  </a:lnTo>
                  <a:lnTo>
                    <a:pt x="5895925" y="3404235"/>
                  </a:lnTo>
                  <a:lnTo>
                    <a:pt x="5818291" y="3398253"/>
                  </a:lnTo>
                  <a:lnTo>
                    <a:pt x="5740657" y="3391822"/>
                  </a:lnTo>
                  <a:lnTo>
                    <a:pt x="5663023" y="3384906"/>
                  </a:lnTo>
                  <a:lnTo>
                    <a:pt x="5585389" y="3377471"/>
                  </a:lnTo>
                  <a:lnTo>
                    <a:pt x="5507755" y="3369476"/>
                  </a:lnTo>
                  <a:lnTo>
                    <a:pt x="5430121" y="3360879"/>
                  </a:lnTo>
                  <a:lnTo>
                    <a:pt x="5352487" y="3351636"/>
                  </a:lnTo>
                  <a:lnTo>
                    <a:pt x="5274853" y="3341698"/>
                  </a:lnTo>
                  <a:lnTo>
                    <a:pt x="5197219" y="3331011"/>
                  </a:lnTo>
                  <a:lnTo>
                    <a:pt x="5119585" y="3319521"/>
                  </a:lnTo>
                  <a:lnTo>
                    <a:pt x="5041951" y="3307167"/>
                  </a:lnTo>
                  <a:lnTo>
                    <a:pt x="4964317" y="3293883"/>
                  </a:lnTo>
                  <a:lnTo>
                    <a:pt x="4886683" y="3279600"/>
                  </a:lnTo>
                  <a:lnTo>
                    <a:pt x="4809049" y="3264242"/>
                  </a:lnTo>
                  <a:lnTo>
                    <a:pt x="4731415" y="3247729"/>
                  </a:lnTo>
                  <a:lnTo>
                    <a:pt x="4653781" y="3229974"/>
                  </a:lnTo>
                  <a:lnTo>
                    <a:pt x="4576147" y="3210883"/>
                  </a:lnTo>
                  <a:lnTo>
                    <a:pt x="4498513" y="3190356"/>
                  </a:lnTo>
                  <a:lnTo>
                    <a:pt x="4420879" y="3168284"/>
                  </a:lnTo>
                  <a:lnTo>
                    <a:pt x="4343244" y="3144553"/>
                  </a:lnTo>
                  <a:lnTo>
                    <a:pt x="4265610" y="3119036"/>
                  </a:lnTo>
                  <a:lnTo>
                    <a:pt x="4187976" y="3091599"/>
                  </a:lnTo>
                  <a:lnTo>
                    <a:pt x="4110342" y="3062098"/>
                  </a:lnTo>
                  <a:lnTo>
                    <a:pt x="4032708" y="3030378"/>
                  </a:lnTo>
                  <a:lnTo>
                    <a:pt x="3955074" y="2996272"/>
                  </a:lnTo>
                  <a:lnTo>
                    <a:pt x="3877440" y="2959600"/>
                  </a:lnTo>
                  <a:lnTo>
                    <a:pt x="3799806" y="2920169"/>
                  </a:lnTo>
                  <a:lnTo>
                    <a:pt x="3722172" y="2877771"/>
                  </a:lnTo>
                  <a:lnTo>
                    <a:pt x="3644538" y="2832185"/>
                  </a:lnTo>
                  <a:lnTo>
                    <a:pt x="3566904" y="2783169"/>
                  </a:lnTo>
                  <a:lnTo>
                    <a:pt x="3489270" y="2730465"/>
                  </a:lnTo>
                  <a:lnTo>
                    <a:pt x="3411636" y="2673797"/>
                  </a:lnTo>
                  <a:lnTo>
                    <a:pt x="3334002" y="2662101"/>
                  </a:lnTo>
                  <a:lnTo>
                    <a:pt x="3256368" y="2673603"/>
                  </a:lnTo>
                  <a:lnTo>
                    <a:pt x="3178734" y="2684944"/>
                  </a:lnTo>
                  <a:lnTo>
                    <a:pt x="3101100" y="2696126"/>
                  </a:lnTo>
                  <a:lnTo>
                    <a:pt x="3023466" y="2707152"/>
                  </a:lnTo>
                  <a:lnTo>
                    <a:pt x="2945832" y="2718023"/>
                  </a:lnTo>
                  <a:lnTo>
                    <a:pt x="2868198" y="2728742"/>
                  </a:lnTo>
                  <a:lnTo>
                    <a:pt x="2790564" y="2739311"/>
                  </a:lnTo>
                  <a:lnTo>
                    <a:pt x="2712930" y="2749732"/>
                  </a:lnTo>
                  <a:lnTo>
                    <a:pt x="2635295" y="2760008"/>
                  </a:lnTo>
                  <a:lnTo>
                    <a:pt x="2557661" y="2770139"/>
                  </a:lnTo>
                  <a:lnTo>
                    <a:pt x="2480027" y="2780129"/>
                  </a:lnTo>
                  <a:lnTo>
                    <a:pt x="2402393" y="2789978"/>
                  </a:lnTo>
                  <a:lnTo>
                    <a:pt x="2324759" y="2799690"/>
                  </a:lnTo>
                  <a:lnTo>
                    <a:pt x="2247125" y="2809266"/>
                  </a:lnTo>
                  <a:lnTo>
                    <a:pt x="2169491" y="2818708"/>
                  </a:lnTo>
                  <a:lnTo>
                    <a:pt x="2091857" y="2828018"/>
                  </a:lnTo>
                  <a:lnTo>
                    <a:pt x="2014223" y="2837197"/>
                  </a:lnTo>
                  <a:lnTo>
                    <a:pt x="1936589" y="2846248"/>
                  </a:lnTo>
                  <a:lnTo>
                    <a:pt x="1858955" y="2855172"/>
                  </a:lnTo>
                  <a:lnTo>
                    <a:pt x="1781321" y="2863971"/>
                  </a:lnTo>
                  <a:lnTo>
                    <a:pt x="1703687" y="2872647"/>
                  </a:lnTo>
                  <a:lnTo>
                    <a:pt x="1626053" y="2881202"/>
                  </a:lnTo>
                  <a:lnTo>
                    <a:pt x="1548419" y="2889637"/>
                  </a:lnTo>
                  <a:lnTo>
                    <a:pt x="1470785" y="2897953"/>
                  </a:lnTo>
                  <a:lnTo>
                    <a:pt x="1393151" y="2906154"/>
                  </a:lnTo>
                  <a:lnTo>
                    <a:pt x="1315517" y="2914239"/>
                  </a:lnTo>
                  <a:lnTo>
                    <a:pt x="1237883" y="2922211"/>
                  </a:lnTo>
                  <a:lnTo>
                    <a:pt x="1160249" y="2930072"/>
                  </a:lnTo>
                  <a:lnTo>
                    <a:pt x="1082615" y="2937823"/>
                  </a:lnTo>
                  <a:lnTo>
                    <a:pt x="1004981" y="2945465"/>
                  </a:lnTo>
                  <a:lnTo>
                    <a:pt x="927346" y="2953000"/>
                  </a:lnTo>
                  <a:lnTo>
                    <a:pt x="849712" y="2960430"/>
                  </a:lnTo>
                  <a:lnTo>
                    <a:pt x="772078" y="2967756"/>
                  </a:lnTo>
                  <a:lnTo>
                    <a:pt x="694444" y="2974979"/>
                  </a:lnTo>
                  <a:lnTo>
                    <a:pt x="616810" y="2982101"/>
                  </a:lnTo>
                  <a:lnTo>
                    <a:pt x="539176" y="2989123"/>
                  </a:lnTo>
                  <a:lnTo>
                    <a:pt x="461542" y="2996048"/>
                  </a:lnTo>
                  <a:lnTo>
                    <a:pt x="383908" y="3002875"/>
                  </a:lnTo>
                  <a:lnTo>
                    <a:pt x="306274" y="3009606"/>
                  </a:lnTo>
                  <a:lnTo>
                    <a:pt x="228640" y="3016244"/>
                  </a:lnTo>
                  <a:lnTo>
                    <a:pt x="151006" y="3022788"/>
                  </a:lnTo>
                  <a:lnTo>
                    <a:pt x="73372" y="3029241"/>
                  </a:lnTo>
                  <a:lnTo>
                    <a:pt x="0" y="303525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67951" y="2073503"/>
              <a:ext cx="5520538" cy="2650436"/>
            </a:xfrm>
            <a:custGeom>
              <a:avLst/>
              <a:pathLst>
                <a:path w="5520538" h="2650436">
                  <a:moveTo>
                    <a:pt x="0" y="0"/>
                  </a:moveTo>
                  <a:lnTo>
                    <a:pt x="8521" y="28532"/>
                  </a:lnTo>
                  <a:lnTo>
                    <a:pt x="86155" y="270277"/>
                  </a:lnTo>
                  <a:lnTo>
                    <a:pt x="163789" y="495108"/>
                  </a:lnTo>
                  <a:lnTo>
                    <a:pt x="241423" y="704209"/>
                  </a:lnTo>
                  <a:lnTo>
                    <a:pt x="319057" y="898680"/>
                  </a:lnTo>
                  <a:lnTo>
                    <a:pt x="396691" y="1079545"/>
                  </a:lnTo>
                  <a:lnTo>
                    <a:pt x="474326" y="1247756"/>
                  </a:lnTo>
                  <a:lnTo>
                    <a:pt x="551960" y="1404198"/>
                  </a:lnTo>
                  <a:lnTo>
                    <a:pt x="629594" y="1549694"/>
                  </a:lnTo>
                  <a:lnTo>
                    <a:pt x="707228" y="1685011"/>
                  </a:lnTo>
                  <a:lnTo>
                    <a:pt x="784862" y="1810860"/>
                  </a:lnTo>
                  <a:lnTo>
                    <a:pt x="862496" y="1927904"/>
                  </a:lnTo>
                  <a:lnTo>
                    <a:pt x="940130" y="2036759"/>
                  </a:lnTo>
                  <a:lnTo>
                    <a:pt x="1017764" y="2137998"/>
                  </a:lnTo>
                  <a:lnTo>
                    <a:pt x="1095398" y="2232153"/>
                  </a:lnTo>
                  <a:lnTo>
                    <a:pt x="1173032" y="2319721"/>
                  </a:lnTo>
                  <a:lnTo>
                    <a:pt x="1250666" y="2401163"/>
                  </a:lnTo>
                  <a:lnTo>
                    <a:pt x="1328300" y="2476906"/>
                  </a:lnTo>
                  <a:lnTo>
                    <a:pt x="1405934" y="2547350"/>
                  </a:lnTo>
                  <a:lnTo>
                    <a:pt x="1483568" y="2612865"/>
                  </a:lnTo>
                  <a:lnTo>
                    <a:pt x="1561202" y="2650436"/>
                  </a:lnTo>
                  <a:lnTo>
                    <a:pt x="1638836" y="2638605"/>
                  </a:lnTo>
                  <a:lnTo>
                    <a:pt x="1716470" y="2626606"/>
                  </a:lnTo>
                  <a:lnTo>
                    <a:pt x="1794104" y="2614437"/>
                  </a:lnTo>
                  <a:lnTo>
                    <a:pt x="1871738" y="2602095"/>
                  </a:lnTo>
                  <a:lnTo>
                    <a:pt x="1949372" y="2589578"/>
                  </a:lnTo>
                  <a:lnTo>
                    <a:pt x="2027006" y="2576883"/>
                  </a:lnTo>
                  <a:lnTo>
                    <a:pt x="2104640" y="2564008"/>
                  </a:lnTo>
                  <a:lnTo>
                    <a:pt x="2182275" y="2550950"/>
                  </a:lnTo>
                  <a:lnTo>
                    <a:pt x="2259909" y="2537707"/>
                  </a:lnTo>
                  <a:lnTo>
                    <a:pt x="2337543" y="2524275"/>
                  </a:lnTo>
                  <a:lnTo>
                    <a:pt x="2415177" y="2510653"/>
                  </a:lnTo>
                  <a:lnTo>
                    <a:pt x="2492811" y="2496838"/>
                  </a:lnTo>
                  <a:lnTo>
                    <a:pt x="2570445" y="2482826"/>
                  </a:lnTo>
                  <a:lnTo>
                    <a:pt x="2648079" y="2468616"/>
                  </a:lnTo>
                  <a:lnTo>
                    <a:pt x="2725713" y="2454204"/>
                  </a:lnTo>
                  <a:lnTo>
                    <a:pt x="2803347" y="2439587"/>
                  </a:lnTo>
                  <a:lnTo>
                    <a:pt x="2880981" y="2424762"/>
                  </a:lnTo>
                  <a:lnTo>
                    <a:pt x="2958615" y="2409728"/>
                  </a:lnTo>
                  <a:lnTo>
                    <a:pt x="3036249" y="2394479"/>
                  </a:lnTo>
                  <a:lnTo>
                    <a:pt x="3113883" y="2379015"/>
                  </a:lnTo>
                  <a:lnTo>
                    <a:pt x="3191517" y="2363330"/>
                  </a:lnTo>
                  <a:lnTo>
                    <a:pt x="3269151" y="2347423"/>
                  </a:lnTo>
                  <a:lnTo>
                    <a:pt x="3346785" y="2331290"/>
                  </a:lnTo>
                  <a:lnTo>
                    <a:pt x="3424419" y="2314928"/>
                  </a:lnTo>
                  <a:lnTo>
                    <a:pt x="3502053" y="2298334"/>
                  </a:lnTo>
                  <a:lnTo>
                    <a:pt x="3579687" y="2281504"/>
                  </a:lnTo>
                  <a:lnTo>
                    <a:pt x="3657321" y="2264436"/>
                  </a:lnTo>
                  <a:lnTo>
                    <a:pt x="3734955" y="2247125"/>
                  </a:lnTo>
                  <a:lnTo>
                    <a:pt x="3812589" y="2229568"/>
                  </a:lnTo>
                  <a:lnTo>
                    <a:pt x="3890224" y="2211762"/>
                  </a:lnTo>
                  <a:lnTo>
                    <a:pt x="3967858" y="2193703"/>
                  </a:lnTo>
                  <a:lnTo>
                    <a:pt x="4045492" y="2175387"/>
                  </a:lnTo>
                  <a:lnTo>
                    <a:pt x="4123126" y="2156812"/>
                  </a:lnTo>
                  <a:lnTo>
                    <a:pt x="4200760" y="2137973"/>
                  </a:lnTo>
                  <a:lnTo>
                    <a:pt x="4278394" y="2118867"/>
                  </a:lnTo>
                  <a:lnTo>
                    <a:pt x="4356028" y="2099489"/>
                  </a:lnTo>
                  <a:lnTo>
                    <a:pt x="4433662" y="2079836"/>
                  </a:lnTo>
                  <a:lnTo>
                    <a:pt x="4511296" y="2059904"/>
                  </a:lnTo>
                  <a:lnTo>
                    <a:pt x="4588930" y="2039689"/>
                  </a:lnTo>
                  <a:lnTo>
                    <a:pt x="4666564" y="2019187"/>
                  </a:lnTo>
                  <a:lnTo>
                    <a:pt x="4744198" y="1998394"/>
                  </a:lnTo>
                  <a:lnTo>
                    <a:pt x="4821832" y="1977306"/>
                  </a:lnTo>
                  <a:lnTo>
                    <a:pt x="4899466" y="1955918"/>
                  </a:lnTo>
                  <a:lnTo>
                    <a:pt x="4977100" y="1934227"/>
                  </a:lnTo>
                  <a:lnTo>
                    <a:pt x="5054734" y="1912228"/>
                  </a:lnTo>
                  <a:lnTo>
                    <a:pt x="5132368" y="1889917"/>
                  </a:lnTo>
                  <a:lnTo>
                    <a:pt x="5210002" y="1867288"/>
                  </a:lnTo>
                  <a:lnTo>
                    <a:pt x="5287636" y="1844339"/>
                  </a:lnTo>
                  <a:lnTo>
                    <a:pt x="5365270" y="1821063"/>
                  </a:lnTo>
                  <a:lnTo>
                    <a:pt x="5442904" y="1797458"/>
                  </a:lnTo>
                  <a:lnTo>
                    <a:pt x="5520538" y="17735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35604"/>
              <a:ext cx="7370972" cy="801604"/>
            </a:xfrm>
            <a:custGeom>
              <a:avLst/>
              <a:pathLst>
                <a:path w="7370972" h="801604">
                  <a:moveTo>
                    <a:pt x="7370972" y="801604"/>
                  </a:moveTo>
                  <a:lnTo>
                    <a:pt x="7293338" y="800096"/>
                  </a:lnTo>
                  <a:lnTo>
                    <a:pt x="7215704" y="798475"/>
                  </a:lnTo>
                  <a:lnTo>
                    <a:pt x="7138070" y="796732"/>
                  </a:lnTo>
                  <a:lnTo>
                    <a:pt x="7060436" y="794858"/>
                  </a:lnTo>
                  <a:lnTo>
                    <a:pt x="6982802" y="792843"/>
                  </a:lnTo>
                  <a:lnTo>
                    <a:pt x="6905168" y="790676"/>
                  </a:lnTo>
                  <a:lnTo>
                    <a:pt x="6827534" y="788347"/>
                  </a:lnTo>
                  <a:lnTo>
                    <a:pt x="6749900" y="785842"/>
                  </a:lnTo>
                  <a:lnTo>
                    <a:pt x="6672266" y="783148"/>
                  </a:lnTo>
                  <a:lnTo>
                    <a:pt x="6594632" y="780252"/>
                  </a:lnTo>
                  <a:lnTo>
                    <a:pt x="6516998" y="777138"/>
                  </a:lnTo>
                  <a:lnTo>
                    <a:pt x="6439364" y="773790"/>
                  </a:lnTo>
                  <a:lnTo>
                    <a:pt x="6361730" y="770190"/>
                  </a:lnTo>
                  <a:lnTo>
                    <a:pt x="6284096" y="766319"/>
                  </a:lnTo>
                  <a:lnTo>
                    <a:pt x="6206462" y="762157"/>
                  </a:lnTo>
                  <a:lnTo>
                    <a:pt x="6128827" y="757682"/>
                  </a:lnTo>
                  <a:lnTo>
                    <a:pt x="6051193" y="752870"/>
                  </a:lnTo>
                  <a:lnTo>
                    <a:pt x="5973559" y="747696"/>
                  </a:lnTo>
                  <a:lnTo>
                    <a:pt x="5895925" y="742133"/>
                  </a:lnTo>
                  <a:lnTo>
                    <a:pt x="5818291" y="736151"/>
                  </a:lnTo>
                  <a:lnTo>
                    <a:pt x="5740657" y="729720"/>
                  </a:lnTo>
                  <a:lnTo>
                    <a:pt x="5663023" y="722805"/>
                  </a:lnTo>
                  <a:lnTo>
                    <a:pt x="5585389" y="715369"/>
                  </a:lnTo>
                  <a:lnTo>
                    <a:pt x="5507755" y="707374"/>
                  </a:lnTo>
                  <a:lnTo>
                    <a:pt x="5430121" y="698778"/>
                  </a:lnTo>
                  <a:lnTo>
                    <a:pt x="5352487" y="689534"/>
                  </a:lnTo>
                  <a:lnTo>
                    <a:pt x="5274853" y="679596"/>
                  </a:lnTo>
                  <a:lnTo>
                    <a:pt x="5197219" y="668910"/>
                  </a:lnTo>
                  <a:lnTo>
                    <a:pt x="5119585" y="657420"/>
                  </a:lnTo>
                  <a:lnTo>
                    <a:pt x="5041951" y="645065"/>
                  </a:lnTo>
                  <a:lnTo>
                    <a:pt x="4964317" y="631781"/>
                  </a:lnTo>
                  <a:lnTo>
                    <a:pt x="4886683" y="617498"/>
                  </a:lnTo>
                  <a:lnTo>
                    <a:pt x="4809049" y="602141"/>
                  </a:lnTo>
                  <a:lnTo>
                    <a:pt x="4731415" y="585628"/>
                  </a:lnTo>
                  <a:lnTo>
                    <a:pt x="4653781" y="567872"/>
                  </a:lnTo>
                  <a:lnTo>
                    <a:pt x="4576147" y="548781"/>
                  </a:lnTo>
                  <a:lnTo>
                    <a:pt x="4498513" y="528254"/>
                  </a:lnTo>
                  <a:lnTo>
                    <a:pt x="4420879" y="506183"/>
                  </a:lnTo>
                  <a:lnTo>
                    <a:pt x="4343244" y="482451"/>
                  </a:lnTo>
                  <a:lnTo>
                    <a:pt x="4265610" y="456934"/>
                  </a:lnTo>
                  <a:lnTo>
                    <a:pt x="4187976" y="429497"/>
                  </a:lnTo>
                  <a:lnTo>
                    <a:pt x="4110342" y="399996"/>
                  </a:lnTo>
                  <a:lnTo>
                    <a:pt x="4032708" y="368276"/>
                  </a:lnTo>
                  <a:lnTo>
                    <a:pt x="3955074" y="334170"/>
                  </a:lnTo>
                  <a:lnTo>
                    <a:pt x="3877440" y="297498"/>
                  </a:lnTo>
                  <a:lnTo>
                    <a:pt x="3799806" y="258067"/>
                  </a:lnTo>
                  <a:lnTo>
                    <a:pt x="3722172" y="215670"/>
                  </a:lnTo>
                  <a:lnTo>
                    <a:pt x="3644538" y="170083"/>
                  </a:lnTo>
                  <a:lnTo>
                    <a:pt x="3566904" y="121067"/>
                  </a:lnTo>
                  <a:lnTo>
                    <a:pt x="3489270" y="68363"/>
                  </a:lnTo>
                  <a:lnTo>
                    <a:pt x="3411636" y="11695"/>
                  </a:lnTo>
                  <a:lnTo>
                    <a:pt x="3334002" y="0"/>
                  </a:lnTo>
                  <a:lnTo>
                    <a:pt x="3256368" y="11501"/>
                  </a:lnTo>
                  <a:lnTo>
                    <a:pt x="3178734" y="22842"/>
                  </a:lnTo>
                  <a:lnTo>
                    <a:pt x="3101100" y="34025"/>
                  </a:lnTo>
                  <a:lnTo>
                    <a:pt x="3023466" y="45050"/>
                  </a:lnTo>
                  <a:lnTo>
                    <a:pt x="2945832" y="55921"/>
                  </a:lnTo>
                  <a:lnTo>
                    <a:pt x="2868198" y="66641"/>
                  </a:lnTo>
                  <a:lnTo>
                    <a:pt x="2790564" y="77210"/>
                  </a:lnTo>
                  <a:lnTo>
                    <a:pt x="2712930" y="87631"/>
                  </a:lnTo>
                  <a:lnTo>
                    <a:pt x="2635295" y="97906"/>
                  </a:lnTo>
                  <a:lnTo>
                    <a:pt x="2557661" y="108037"/>
                  </a:lnTo>
                  <a:lnTo>
                    <a:pt x="2480027" y="118027"/>
                  </a:lnTo>
                  <a:lnTo>
                    <a:pt x="2402393" y="127877"/>
                  </a:lnTo>
                  <a:lnTo>
                    <a:pt x="2324759" y="137588"/>
                  </a:lnTo>
                  <a:lnTo>
                    <a:pt x="2247125" y="147164"/>
                  </a:lnTo>
                  <a:lnTo>
                    <a:pt x="2169491" y="156606"/>
                  </a:lnTo>
                  <a:lnTo>
                    <a:pt x="2091857" y="165916"/>
                  </a:lnTo>
                  <a:lnTo>
                    <a:pt x="2014223" y="175095"/>
                  </a:lnTo>
                  <a:lnTo>
                    <a:pt x="1936589" y="184146"/>
                  </a:lnTo>
                  <a:lnTo>
                    <a:pt x="1858955" y="193070"/>
                  </a:lnTo>
                  <a:lnTo>
                    <a:pt x="1781321" y="201869"/>
                  </a:lnTo>
                  <a:lnTo>
                    <a:pt x="1703687" y="210545"/>
                  </a:lnTo>
                  <a:lnTo>
                    <a:pt x="1626053" y="219100"/>
                  </a:lnTo>
                  <a:lnTo>
                    <a:pt x="1548419" y="227535"/>
                  </a:lnTo>
                  <a:lnTo>
                    <a:pt x="1470785" y="235852"/>
                  </a:lnTo>
                  <a:lnTo>
                    <a:pt x="1393151" y="244052"/>
                  </a:lnTo>
                  <a:lnTo>
                    <a:pt x="1315517" y="252137"/>
                  </a:lnTo>
                  <a:lnTo>
                    <a:pt x="1237883" y="260110"/>
                  </a:lnTo>
                  <a:lnTo>
                    <a:pt x="1160249" y="267971"/>
                  </a:lnTo>
                  <a:lnTo>
                    <a:pt x="1082615" y="275721"/>
                  </a:lnTo>
                  <a:lnTo>
                    <a:pt x="1004981" y="283363"/>
                  </a:lnTo>
                  <a:lnTo>
                    <a:pt x="927346" y="290899"/>
                  </a:lnTo>
                  <a:lnTo>
                    <a:pt x="849712" y="298328"/>
                  </a:lnTo>
                  <a:lnTo>
                    <a:pt x="772078" y="305654"/>
                  </a:lnTo>
                  <a:lnTo>
                    <a:pt x="694444" y="312877"/>
                  </a:lnTo>
                  <a:lnTo>
                    <a:pt x="616810" y="319999"/>
                  </a:lnTo>
                  <a:lnTo>
                    <a:pt x="539176" y="327022"/>
                  </a:lnTo>
                  <a:lnTo>
                    <a:pt x="461542" y="333946"/>
                  </a:lnTo>
                  <a:lnTo>
                    <a:pt x="383908" y="340773"/>
                  </a:lnTo>
                  <a:lnTo>
                    <a:pt x="306274" y="347505"/>
                  </a:lnTo>
                  <a:lnTo>
                    <a:pt x="228640" y="354142"/>
                  </a:lnTo>
                  <a:lnTo>
                    <a:pt x="151006" y="360686"/>
                  </a:lnTo>
                  <a:lnTo>
                    <a:pt x="73372" y="367139"/>
                  </a:lnTo>
                  <a:lnTo>
                    <a:pt x="0" y="3731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590581"/>
              <a:ext cx="7370972" cy="2781535"/>
            </a:xfrm>
            <a:custGeom>
              <a:avLst/>
              <a:pathLst>
                <a:path w="7370972" h="2781535">
                  <a:moveTo>
                    <a:pt x="0" y="0"/>
                  </a:moveTo>
                  <a:lnTo>
                    <a:pt x="73372" y="80864"/>
                  </a:lnTo>
                  <a:lnTo>
                    <a:pt x="151006" y="163961"/>
                  </a:lnTo>
                  <a:lnTo>
                    <a:pt x="228640" y="244666"/>
                  </a:lnTo>
                  <a:lnTo>
                    <a:pt x="306274" y="323046"/>
                  </a:lnTo>
                  <a:lnTo>
                    <a:pt x="383908" y="399170"/>
                  </a:lnTo>
                  <a:lnTo>
                    <a:pt x="461542" y="473101"/>
                  </a:lnTo>
                  <a:lnTo>
                    <a:pt x="539176" y="544904"/>
                  </a:lnTo>
                  <a:lnTo>
                    <a:pt x="616810" y="614639"/>
                  </a:lnTo>
                  <a:lnTo>
                    <a:pt x="694444" y="682366"/>
                  </a:lnTo>
                  <a:lnTo>
                    <a:pt x="772078" y="748143"/>
                  </a:lnTo>
                  <a:lnTo>
                    <a:pt x="849712" y="812026"/>
                  </a:lnTo>
                  <a:lnTo>
                    <a:pt x="927346" y="874069"/>
                  </a:lnTo>
                  <a:lnTo>
                    <a:pt x="1004981" y="934326"/>
                  </a:lnTo>
                  <a:lnTo>
                    <a:pt x="1082615" y="992848"/>
                  </a:lnTo>
                  <a:lnTo>
                    <a:pt x="1160249" y="1049684"/>
                  </a:lnTo>
                  <a:lnTo>
                    <a:pt x="1237883" y="1104884"/>
                  </a:lnTo>
                  <a:lnTo>
                    <a:pt x="1315517" y="1158495"/>
                  </a:lnTo>
                  <a:lnTo>
                    <a:pt x="1393151" y="1210561"/>
                  </a:lnTo>
                  <a:lnTo>
                    <a:pt x="1470785" y="1261129"/>
                  </a:lnTo>
                  <a:lnTo>
                    <a:pt x="1548419" y="1310240"/>
                  </a:lnTo>
                  <a:lnTo>
                    <a:pt x="1626053" y="1357937"/>
                  </a:lnTo>
                  <a:lnTo>
                    <a:pt x="1703687" y="1404261"/>
                  </a:lnTo>
                  <a:lnTo>
                    <a:pt x="1781321" y="1449251"/>
                  </a:lnTo>
                  <a:lnTo>
                    <a:pt x="1858955" y="1492945"/>
                  </a:lnTo>
                  <a:lnTo>
                    <a:pt x="1936589" y="1535381"/>
                  </a:lnTo>
                  <a:lnTo>
                    <a:pt x="2014223" y="1576595"/>
                  </a:lnTo>
                  <a:lnTo>
                    <a:pt x="2091857" y="1616623"/>
                  </a:lnTo>
                  <a:lnTo>
                    <a:pt x="2169491" y="1655498"/>
                  </a:lnTo>
                  <a:lnTo>
                    <a:pt x="2247125" y="1693253"/>
                  </a:lnTo>
                  <a:lnTo>
                    <a:pt x="2324759" y="1729921"/>
                  </a:lnTo>
                  <a:lnTo>
                    <a:pt x="2402393" y="1765534"/>
                  </a:lnTo>
                  <a:lnTo>
                    <a:pt x="2480027" y="1800120"/>
                  </a:lnTo>
                  <a:lnTo>
                    <a:pt x="2557661" y="1833711"/>
                  </a:lnTo>
                  <a:lnTo>
                    <a:pt x="2635295" y="1866335"/>
                  </a:lnTo>
                  <a:lnTo>
                    <a:pt x="2712930" y="1898019"/>
                  </a:lnTo>
                  <a:lnTo>
                    <a:pt x="2790564" y="1928791"/>
                  </a:lnTo>
                  <a:lnTo>
                    <a:pt x="2868198" y="1958677"/>
                  </a:lnTo>
                  <a:lnTo>
                    <a:pt x="2945832" y="1987703"/>
                  </a:lnTo>
                  <a:lnTo>
                    <a:pt x="3023466" y="2015892"/>
                  </a:lnTo>
                  <a:lnTo>
                    <a:pt x="3101100" y="2043270"/>
                  </a:lnTo>
                  <a:lnTo>
                    <a:pt x="3178734" y="2069859"/>
                  </a:lnTo>
                  <a:lnTo>
                    <a:pt x="3256368" y="2095683"/>
                  </a:lnTo>
                  <a:lnTo>
                    <a:pt x="3334002" y="2120763"/>
                  </a:lnTo>
                  <a:lnTo>
                    <a:pt x="3411636" y="2145121"/>
                  </a:lnTo>
                  <a:lnTo>
                    <a:pt x="3489270" y="2168778"/>
                  </a:lnTo>
                  <a:lnTo>
                    <a:pt x="3566904" y="2191753"/>
                  </a:lnTo>
                  <a:lnTo>
                    <a:pt x="3644538" y="2214067"/>
                  </a:lnTo>
                  <a:lnTo>
                    <a:pt x="3722172" y="2235738"/>
                  </a:lnTo>
                  <a:lnTo>
                    <a:pt x="3799806" y="2256786"/>
                  </a:lnTo>
                  <a:lnTo>
                    <a:pt x="3877440" y="2277227"/>
                  </a:lnTo>
                  <a:lnTo>
                    <a:pt x="3955074" y="2297079"/>
                  </a:lnTo>
                  <a:lnTo>
                    <a:pt x="4032708" y="2316360"/>
                  </a:lnTo>
                  <a:lnTo>
                    <a:pt x="4110342" y="2335086"/>
                  </a:lnTo>
                  <a:lnTo>
                    <a:pt x="4187976" y="2353273"/>
                  </a:lnTo>
                  <a:lnTo>
                    <a:pt x="4265610" y="2370935"/>
                  </a:lnTo>
                  <a:lnTo>
                    <a:pt x="4343244" y="2388090"/>
                  </a:lnTo>
                  <a:lnTo>
                    <a:pt x="4420879" y="2404750"/>
                  </a:lnTo>
                  <a:lnTo>
                    <a:pt x="4498513" y="2420930"/>
                  </a:lnTo>
                  <a:lnTo>
                    <a:pt x="4576147" y="2436645"/>
                  </a:lnTo>
                  <a:lnTo>
                    <a:pt x="4653781" y="2451907"/>
                  </a:lnTo>
                  <a:lnTo>
                    <a:pt x="4731415" y="2466730"/>
                  </a:lnTo>
                  <a:lnTo>
                    <a:pt x="4809049" y="2481126"/>
                  </a:lnTo>
                  <a:lnTo>
                    <a:pt x="4886683" y="2495107"/>
                  </a:lnTo>
                  <a:lnTo>
                    <a:pt x="4964317" y="2508686"/>
                  </a:lnTo>
                  <a:lnTo>
                    <a:pt x="5041951" y="2521873"/>
                  </a:lnTo>
                  <a:lnTo>
                    <a:pt x="5119585" y="2534681"/>
                  </a:lnTo>
                  <a:lnTo>
                    <a:pt x="5197219" y="2547120"/>
                  </a:lnTo>
                  <a:lnTo>
                    <a:pt x="5274853" y="2559201"/>
                  </a:lnTo>
                  <a:lnTo>
                    <a:pt x="5352487" y="2570934"/>
                  </a:lnTo>
                  <a:lnTo>
                    <a:pt x="5430121" y="2582330"/>
                  </a:lnTo>
                  <a:lnTo>
                    <a:pt x="5507755" y="2593397"/>
                  </a:lnTo>
                  <a:lnTo>
                    <a:pt x="5585389" y="2604145"/>
                  </a:lnTo>
                  <a:lnTo>
                    <a:pt x="5663023" y="2614584"/>
                  </a:lnTo>
                  <a:lnTo>
                    <a:pt x="5740657" y="2624722"/>
                  </a:lnTo>
                  <a:lnTo>
                    <a:pt x="5818291" y="2634569"/>
                  </a:lnTo>
                  <a:lnTo>
                    <a:pt x="5895925" y="2644132"/>
                  </a:lnTo>
                  <a:lnTo>
                    <a:pt x="5973559" y="2653419"/>
                  </a:lnTo>
                  <a:lnTo>
                    <a:pt x="6051193" y="2662439"/>
                  </a:lnTo>
                  <a:lnTo>
                    <a:pt x="6128827" y="2671200"/>
                  </a:lnTo>
                  <a:lnTo>
                    <a:pt x="6206462" y="2679708"/>
                  </a:lnTo>
                  <a:lnTo>
                    <a:pt x="6284096" y="2687971"/>
                  </a:lnTo>
                  <a:lnTo>
                    <a:pt x="6361730" y="2695996"/>
                  </a:lnTo>
                  <a:lnTo>
                    <a:pt x="6439364" y="2703790"/>
                  </a:lnTo>
                  <a:lnTo>
                    <a:pt x="6516998" y="2711360"/>
                  </a:lnTo>
                  <a:lnTo>
                    <a:pt x="6594632" y="2718711"/>
                  </a:lnTo>
                  <a:lnTo>
                    <a:pt x="6672266" y="2725851"/>
                  </a:lnTo>
                  <a:lnTo>
                    <a:pt x="6749900" y="2732786"/>
                  </a:lnTo>
                  <a:lnTo>
                    <a:pt x="6827534" y="2739520"/>
                  </a:lnTo>
                  <a:lnTo>
                    <a:pt x="6905168" y="2746061"/>
                  </a:lnTo>
                  <a:lnTo>
                    <a:pt x="6982802" y="2752413"/>
                  </a:lnTo>
                  <a:lnTo>
                    <a:pt x="7060436" y="2758583"/>
                  </a:lnTo>
                  <a:lnTo>
                    <a:pt x="7138070" y="2764575"/>
                  </a:lnTo>
                  <a:lnTo>
                    <a:pt x="7215704" y="2770394"/>
                  </a:lnTo>
                  <a:lnTo>
                    <a:pt x="7293338" y="2776046"/>
                  </a:lnTo>
                  <a:lnTo>
                    <a:pt x="7370972" y="27815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41664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0.72 (95% CI 0.44-1.17), p = 0.186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61664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2026-06-02T08:49:36Z</dcterms:modified>
  <cp:category/>
</cp:coreProperties>
</file>