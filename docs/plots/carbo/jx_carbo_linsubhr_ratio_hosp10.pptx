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370972" cy="3631631"/>
            </a:xfrm>
            <a:custGeom>
              <a:avLst/>
              <a:pathLst>
                <a:path w="7370972" h="3631631">
                  <a:moveTo>
                    <a:pt x="1850433" y="0"/>
                  </a:moveTo>
                  <a:lnTo>
                    <a:pt x="1858955" y="29915"/>
                  </a:lnTo>
                  <a:lnTo>
                    <a:pt x="1936589" y="283380"/>
                  </a:lnTo>
                  <a:lnTo>
                    <a:pt x="2014223" y="519112"/>
                  </a:lnTo>
                  <a:lnTo>
                    <a:pt x="2091857" y="738350"/>
                  </a:lnTo>
                  <a:lnTo>
                    <a:pt x="2169491" y="942250"/>
                  </a:lnTo>
                  <a:lnTo>
                    <a:pt x="2247125" y="1131883"/>
                  </a:lnTo>
                  <a:lnTo>
                    <a:pt x="2324759" y="1308249"/>
                  </a:lnTo>
                  <a:lnTo>
                    <a:pt x="2402393" y="1472275"/>
                  </a:lnTo>
                  <a:lnTo>
                    <a:pt x="2480027" y="1624825"/>
                  </a:lnTo>
                  <a:lnTo>
                    <a:pt x="2557661" y="1766702"/>
                  </a:lnTo>
                  <a:lnTo>
                    <a:pt x="2635295" y="1898653"/>
                  </a:lnTo>
                  <a:lnTo>
                    <a:pt x="2712930" y="2021371"/>
                  </a:lnTo>
                  <a:lnTo>
                    <a:pt x="2790564" y="2135504"/>
                  </a:lnTo>
                  <a:lnTo>
                    <a:pt x="2868198" y="2241651"/>
                  </a:lnTo>
                  <a:lnTo>
                    <a:pt x="2945832" y="2340371"/>
                  </a:lnTo>
                  <a:lnTo>
                    <a:pt x="3023466" y="2432185"/>
                  </a:lnTo>
                  <a:lnTo>
                    <a:pt x="3101100" y="2517574"/>
                  </a:lnTo>
                  <a:lnTo>
                    <a:pt x="3178734" y="2596990"/>
                  </a:lnTo>
                  <a:lnTo>
                    <a:pt x="3256368" y="2670849"/>
                  </a:lnTo>
                  <a:lnTo>
                    <a:pt x="3334002" y="2739541"/>
                  </a:lnTo>
                  <a:lnTo>
                    <a:pt x="3411636" y="2778933"/>
                  </a:lnTo>
                  <a:lnTo>
                    <a:pt x="3489270" y="2766528"/>
                  </a:lnTo>
                  <a:lnTo>
                    <a:pt x="3566904" y="2753948"/>
                  </a:lnTo>
                  <a:lnTo>
                    <a:pt x="3644538" y="2741189"/>
                  </a:lnTo>
                  <a:lnTo>
                    <a:pt x="3722172" y="2728248"/>
                  </a:lnTo>
                  <a:lnTo>
                    <a:pt x="3799806" y="2715124"/>
                  </a:lnTo>
                  <a:lnTo>
                    <a:pt x="3877440" y="2701814"/>
                  </a:lnTo>
                  <a:lnTo>
                    <a:pt x="3955074" y="2688315"/>
                  </a:lnTo>
                  <a:lnTo>
                    <a:pt x="4032708" y="2674624"/>
                  </a:lnTo>
                  <a:lnTo>
                    <a:pt x="4110342" y="2660738"/>
                  </a:lnTo>
                  <a:lnTo>
                    <a:pt x="4187976" y="2646656"/>
                  </a:lnTo>
                  <a:lnTo>
                    <a:pt x="4265610" y="2632373"/>
                  </a:lnTo>
                  <a:lnTo>
                    <a:pt x="4343244" y="2617888"/>
                  </a:lnTo>
                  <a:lnTo>
                    <a:pt x="4420879" y="2603197"/>
                  </a:lnTo>
                  <a:lnTo>
                    <a:pt x="4498513" y="2588298"/>
                  </a:lnTo>
                  <a:lnTo>
                    <a:pt x="4576147" y="2573187"/>
                  </a:lnTo>
                  <a:lnTo>
                    <a:pt x="4653781" y="2557861"/>
                  </a:lnTo>
                  <a:lnTo>
                    <a:pt x="4731415" y="2542318"/>
                  </a:lnTo>
                  <a:lnTo>
                    <a:pt x="4809049" y="2526555"/>
                  </a:lnTo>
                  <a:lnTo>
                    <a:pt x="4886683" y="2510567"/>
                  </a:lnTo>
                  <a:lnTo>
                    <a:pt x="4964317" y="2494352"/>
                  </a:lnTo>
                  <a:lnTo>
                    <a:pt x="5041951" y="2477908"/>
                  </a:lnTo>
                  <a:lnTo>
                    <a:pt x="5119585" y="2461230"/>
                  </a:lnTo>
                  <a:lnTo>
                    <a:pt x="5197219" y="2444315"/>
                  </a:lnTo>
                  <a:lnTo>
                    <a:pt x="5274853" y="2427159"/>
                  </a:lnTo>
                  <a:lnTo>
                    <a:pt x="5352487" y="2409761"/>
                  </a:lnTo>
                  <a:lnTo>
                    <a:pt x="5430121" y="2392115"/>
                  </a:lnTo>
                  <a:lnTo>
                    <a:pt x="5507755" y="2374219"/>
                  </a:lnTo>
                  <a:lnTo>
                    <a:pt x="5585389" y="2356068"/>
                  </a:lnTo>
                  <a:lnTo>
                    <a:pt x="5663023" y="2337660"/>
                  </a:lnTo>
                  <a:lnTo>
                    <a:pt x="5740657" y="2318991"/>
                  </a:lnTo>
                  <a:lnTo>
                    <a:pt x="5818291" y="2300057"/>
                  </a:lnTo>
                  <a:lnTo>
                    <a:pt x="5895925" y="2280853"/>
                  </a:lnTo>
                  <a:lnTo>
                    <a:pt x="5973559" y="2261377"/>
                  </a:lnTo>
                  <a:lnTo>
                    <a:pt x="6051193" y="2241625"/>
                  </a:lnTo>
                  <a:lnTo>
                    <a:pt x="6128827" y="2221592"/>
                  </a:lnTo>
                  <a:lnTo>
                    <a:pt x="6206462" y="2201275"/>
                  </a:lnTo>
                  <a:lnTo>
                    <a:pt x="6284096" y="2180669"/>
                  </a:lnTo>
                  <a:lnTo>
                    <a:pt x="6361730" y="2159771"/>
                  </a:lnTo>
                  <a:lnTo>
                    <a:pt x="6439364" y="2138576"/>
                  </a:lnTo>
                  <a:lnTo>
                    <a:pt x="6516998" y="2117080"/>
                  </a:lnTo>
                  <a:lnTo>
                    <a:pt x="6594632" y="2095279"/>
                  </a:lnTo>
                  <a:lnTo>
                    <a:pt x="6672266" y="2073169"/>
                  </a:lnTo>
                  <a:lnTo>
                    <a:pt x="6749900" y="2050744"/>
                  </a:lnTo>
                  <a:lnTo>
                    <a:pt x="6827534" y="2028001"/>
                  </a:lnTo>
                  <a:lnTo>
                    <a:pt x="6905168" y="2004936"/>
                  </a:lnTo>
                  <a:lnTo>
                    <a:pt x="6982802" y="1981542"/>
                  </a:lnTo>
                  <a:lnTo>
                    <a:pt x="7060436" y="1957817"/>
                  </a:lnTo>
                  <a:lnTo>
                    <a:pt x="7138070" y="1933755"/>
                  </a:lnTo>
                  <a:lnTo>
                    <a:pt x="7215704" y="1909351"/>
                  </a:lnTo>
                  <a:lnTo>
                    <a:pt x="7293338" y="1884601"/>
                  </a:lnTo>
                  <a:lnTo>
                    <a:pt x="7370972" y="1859499"/>
                  </a:lnTo>
                  <a:lnTo>
                    <a:pt x="7370972" y="3631631"/>
                  </a:lnTo>
                  <a:lnTo>
                    <a:pt x="7293338" y="3630050"/>
                  </a:lnTo>
                  <a:lnTo>
                    <a:pt x="7215704" y="3628351"/>
                  </a:lnTo>
                  <a:lnTo>
                    <a:pt x="7138070" y="3626523"/>
                  </a:lnTo>
                  <a:lnTo>
                    <a:pt x="7060436" y="3624558"/>
                  </a:lnTo>
                  <a:lnTo>
                    <a:pt x="6982802" y="3622445"/>
                  </a:lnTo>
                  <a:lnTo>
                    <a:pt x="6905168" y="3620173"/>
                  </a:lnTo>
                  <a:lnTo>
                    <a:pt x="6827534" y="3617731"/>
                  </a:lnTo>
                  <a:lnTo>
                    <a:pt x="6749900" y="3615104"/>
                  </a:lnTo>
                  <a:lnTo>
                    <a:pt x="6672266" y="3612280"/>
                  </a:lnTo>
                  <a:lnTo>
                    <a:pt x="6594632" y="3609244"/>
                  </a:lnTo>
                  <a:lnTo>
                    <a:pt x="6516998" y="3605979"/>
                  </a:lnTo>
                  <a:lnTo>
                    <a:pt x="6439364" y="3602468"/>
                  </a:lnTo>
                  <a:lnTo>
                    <a:pt x="6361730" y="3598694"/>
                  </a:lnTo>
                  <a:lnTo>
                    <a:pt x="6284096" y="3594635"/>
                  </a:lnTo>
                  <a:lnTo>
                    <a:pt x="6206462" y="3590272"/>
                  </a:lnTo>
                  <a:lnTo>
                    <a:pt x="6128827" y="3585579"/>
                  </a:lnTo>
                  <a:lnTo>
                    <a:pt x="6051193" y="3580534"/>
                  </a:lnTo>
                  <a:lnTo>
                    <a:pt x="5973559" y="3575110"/>
                  </a:lnTo>
                  <a:lnTo>
                    <a:pt x="5895925" y="3569277"/>
                  </a:lnTo>
                  <a:lnTo>
                    <a:pt x="5818291" y="3563005"/>
                  </a:lnTo>
                  <a:lnTo>
                    <a:pt x="5740657" y="3556262"/>
                  </a:lnTo>
                  <a:lnTo>
                    <a:pt x="5663023" y="3549011"/>
                  </a:lnTo>
                  <a:lnTo>
                    <a:pt x="5585389" y="3541215"/>
                  </a:lnTo>
                  <a:lnTo>
                    <a:pt x="5507755" y="3532833"/>
                  </a:lnTo>
                  <a:lnTo>
                    <a:pt x="5430121" y="3523819"/>
                  </a:lnTo>
                  <a:lnTo>
                    <a:pt x="5352487" y="3514128"/>
                  </a:lnTo>
                  <a:lnTo>
                    <a:pt x="5274853" y="3503708"/>
                  </a:lnTo>
                  <a:lnTo>
                    <a:pt x="5197219" y="3492503"/>
                  </a:lnTo>
                  <a:lnTo>
                    <a:pt x="5119585" y="3480456"/>
                  </a:lnTo>
                  <a:lnTo>
                    <a:pt x="5041951" y="3467503"/>
                  </a:lnTo>
                  <a:lnTo>
                    <a:pt x="4964317" y="3453575"/>
                  </a:lnTo>
                  <a:lnTo>
                    <a:pt x="4886683" y="3438599"/>
                  </a:lnTo>
                  <a:lnTo>
                    <a:pt x="4809049" y="3422497"/>
                  </a:lnTo>
                  <a:lnTo>
                    <a:pt x="4731415" y="3405184"/>
                  </a:lnTo>
                  <a:lnTo>
                    <a:pt x="4653781" y="3386568"/>
                  </a:lnTo>
                  <a:lnTo>
                    <a:pt x="4576147" y="3366551"/>
                  </a:lnTo>
                  <a:lnTo>
                    <a:pt x="4498513" y="3345029"/>
                  </a:lnTo>
                  <a:lnTo>
                    <a:pt x="4420879" y="3321887"/>
                  </a:lnTo>
                  <a:lnTo>
                    <a:pt x="4343244" y="3297005"/>
                  </a:lnTo>
                  <a:lnTo>
                    <a:pt x="4265610" y="3270251"/>
                  </a:lnTo>
                  <a:lnTo>
                    <a:pt x="4187976" y="3241484"/>
                  </a:lnTo>
                  <a:lnTo>
                    <a:pt x="4110342" y="3210553"/>
                  </a:lnTo>
                  <a:lnTo>
                    <a:pt x="4032708" y="3177295"/>
                  </a:lnTo>
                  <a:lnTo>
                    <a:pt x="3955074" y="3141535"/>
                  </a:lnTo>
                  <a:lnTo>
                    <a:pt x="3877440" y="3103085"/>
                  </a:lnTo>
                  <a:lnTo>
                    <a:pt x="3799806" y="3061743"/>
                  </a:lnTo>
                  <a:lnTo>
                    <a:pt x="3722172" y="3017290"/>
                  </a:lnTo>
                  <a:lnTo>
                    <a:pt x="3644538" y="2969493"/>
                  </a:lnTo>
                  <a:lnTo>
                    <a:pt x="3566904" y="2918101"/>
                  </a:lnTo>
                  <a:lnTo>
                    <a:pt x="3489270" y="2862842"/>
                  </a:lnTo>
                  <a:lnTo>
                    <a:pt x="3411636" y="2803426"/>
                  </a:lnTo>
                  <a:lnTo>
                    <a:pt x="3334002" y="2791164"/>
                  </a:lnTo>
                  <a:lnTo>
                    <a:pt x="3256368" y="2803223"/>
                  </a:lnTo>
                  <a:lnTo>
                    <a:pt x="3178734" y="2815114"/>
                  </a:lnTo>
                  <a:lnTo>
                    <a:pt x="3101100" y="2826838"/>
                  </a:lnTo>
                  <a:lnTo>
                    <a:pt x="3023466" y="2838398"/>
                  </a:lnTo>
                  <a:lnTo>
                    <a:pt x="2945832" y="2849797"/>
                  </a:lnTo>
                  <a:lnTo>
                    <a:pt x="2868198" y="2861036"/>
                  </a:lnTo>
                  <a:lnTo>
                    <a:pt x="2790564" y="2872117"/>
                  </a:lnTo>
                  <a:lnTo>
                    <a:pt x="2712930" y="2883043"/>
                  </a:lnTo>
                  <a:lnTo>
                    <a:pt x="2635295" y="2893817"/>
                  </a:lnTo>
                  <a:lnTo>
                    <a:pt x="2557661" y="2904439"/>
                  </a:lnTo>
                  <a:lnTo>
                    <a:pt x="2480027" y="2914913"/>
                  </a:lnTo>
                  <a:lnTo>
                    <a:pt x="2402393" y="2925240"/>
                  </a:lnTo>
                  <a:lnTo>
                    <a:pt x="2324759" y="2935423"/>
                  </a:lnTo>
                  <a:lnTo>
                    <a:pt x="2247125" y="2945463"/>
                  </a:lnTo>
                  <a:lnTo>
                    <a:pt x="2169491" y="2955363"/>
                  </a:lnTo>
                  <a:lnTo>
                    <a:pt x="2091857" y="2965124"/>
                  </a:lnTo>
                  <a:lnTo>
                    <a:pt x="2014223" y="2974748"/>
                  </a:lnTo>
                  <a:lnTo>
                    <a:pt x="1936589" y="2984238"/>
                  </a:lnTo>
                  <a:lnTo>
                    <a:pt x="1858955" y="2993595"/>
                  </a:lnTo>
                  <a:lnTo>
                    <a:pt x="1781321" y="3002820"/>
                  </a:lnTo>
                  <a:lnTo>
                    <a:pt x="1703687" y="3011917"/>
                  </a:lnTo>
                  <a:lnTo>
                    <a:pt x="1626053" y="3020886"/>
                  </a:lnTo>
                  <a:lnTo>
                    <a:pt x="1548419" y="3029730"/>
                  </a:lnTo>
                  <a:lnTo>
                    <a:pt x="1470785" y="3038450"/>
                  </a:lnTo>
                  <a:lnTo>
                    <a:pt x="1393151" y="3047048"/>
                  </a:lnTo>
                  <a:lnTo>
                    <a:pt x="1315517" y="3055526"/>
                  </a:lnTo>
                  <a:lnTo>
                    <a:pt x="1237883" y="3063884"/>
                  </a:lnTo>
                  <a:lnTo>
                    <a:pt x="1160249" y="3072126"/>
                  </a:lnTo>
                  <a:lnTo>
                    <a:pt x="1082615" y="3080253"/>
                  </a:lnTo>
                  <a:lnTo>
                    <a:pt x="1004981" y="3088265"/>
                  </a:lnTo>
                  <a:lnTo>
                    <a:pt x="927346" y="3096166"/>
                  </a:lnTo>
                  <a:lnTo>
                    <a:pt x="849712" y="3103956"/>
                  </a:lnTo>
                  <a:lnTo>
                    <a:pt x="772078" y="3111637"/>
                  </a:lnTo>
                  <a:lnTo>
                    <a:pt x="694444" y="3119210"/>
                  </a:lnTo>
                  <a:lnTo>
                    <a:pt x="616810" y="3126678"/>
                  </a:lnTo>
                  <a:lnTo>
                    <a:pt x="539176" y="3134040"/>
                  </a:lnTo>
                  <a:lnTo>
                    <a:pt x="461542" y="3141300"/>
                  </a:lnTo>
                  <a:lnTo>
                    <a:pt x="383908" y="3148458"/>
                  </a:lnTo>
                  <a:lnTo>
                    <a:pt x="306274" y="3155516"/>
                  </a:lnTo>
                  <a:lnTo>
                    <a:pt x="228640" y="3162475"/>
                  </a:lnTo>
                  <a:lnTo>
                    <a:pt x="151006" y="3169337"/>
                  </a:lnTo>
                  <a:lnTo>
                    <a:pt x="73372" y="3176103"/>
                  </a:lnTo>
                  <a:lnTo>
                    <a:pt x="0" y="318240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667951" y="1896563"/>
              <a:ext cx="5520538" cy="2778933"/>
            </a:xfrm>
            <a:custGeom>
              <a:avLst/>
              <a:pathLst>
                <a:path w="5520538" h="2778933">
                  <a:moveTo>
                    <a:pt x="0" y="0"/>
                  </a:moveTo>
                  <a:lnTo>
                    <a:pt x="8521" y="29915"/>
                  </a:lnTo>
                  <a:lnTo>
                    <a:pt x="86155" y="283380"/>
                  </a:lnTo>
                  <a:lnTo>
                    <a:pt x="163789" y="519112"/>
                  </a:lnTo>
                  <a:lnTo>
                    <a:pt x="241423" y="738350"/>
                  </a:lnTo>
                  <a:lnTo>
                    <a:pt x="319057" y="942250"/>
                  </a:lnTo>
                  <a:lnTo>
                    <a:pt x="396691" y="1131883"/>
                  </a:lnTo>
                  <a:lnTo>
                    <a:pt x="474326" y="1308249"/>
                  </a:lnTo>
                  <a:lnTo>
                    <a:pt x="551960" y="1472275"/>
                  </a:lnTo>
                  <a:lnTo>
                    <a:pt x="629594" y="1624825"/>
                  </a:lnTo>
                  <a:lnTo>
                    <a:pt x="707228" y="1766702"/>
                  </a:lnTo>
                  <a:lnTo>
                    <a:pt x="784862" y="1898653"/>
                  </a:lnTo>
                  <a:lnTo>
                    <a:pt x="862496" y="2021371"/>
                  </a:lnTo>
                  <a:lnTo>
                    <a:pt x="940130" y="2135504"/>
                  </a:lnTo>
                  <a:lnTo>
                    <a:pt x="1017764" y="2241651"/>
                  </a:lnTo>
                  <a:lnTo>
                    <a:pt x="1095398" y="2340371"/>
                  </a:lnTo>
                  <a:lnTo>
                    <a:pt x="1173032" y="2432185"/>
                  </a:lnTo>
                  <a:lnTo>
                    <a:pt x="1250666" y="2517574"/>
                  </a:lnTo>
                  <a:lnTo>
                    <a:pt x="1328300" y="2596990"/>
                  </a:lnTo>
                  <a:lnTo>
                    <a:pt x="1405934" y="2670849"/>
                  </a:lnTo>
                  <a:lnTo>
                    <a:pt x="1483568" y="2739541"/>
                  </a:lnTo>
                  <a:lnTo>
                    <a:pt x="1561202" y="2778933"/>
                  </a:lnTo>
                  <a:lnTo>
                    <a:pt x="1638836" y="2766528"/>
                  </a:lnTo>
                  <a:lnTo>
                    <a:pt x="1716470" y="2753948"/>
                  </a:lnTo>
                  <a:lnTo>
                    <a:pt x="1794104" y="2741189"/>
                  </a:lnTo>
                  <a:lnTo>
                    <a:pt x="1871738" y="2728248"/>
                  </a:lnTo>
                  <a:lnTo>
                    <a:pt x="1949372" y="2715124"/>
                  </a:lnTo>
                  <a:lnTo>
                    <a:pt x="2027006" y="2701814"/>
                  </a:lnTo>
                  <a:lnTo>
                    <a:pt x="2104640" y="2688315"/>
                  </a:lnTo>
                  <a:lnTo>
                    <a:pt x="2182275" y="2674624"/>
                  </a:lnTo>
                  <a:lnTo>
                    <a:pt x="2259909" y="2660738"/>
                  </a:lnTo>
                  <a:lnTo>
                    <a:pt x="2337543" y="2646656"/>
                  </a:lnTo>
                  <a:lnTo>
                    <a:pt x="2415177" y="2632373"/>
                  </a:lnTo>
                  <a:lnTo>
                    <a:pt x="2492811" y="2617888"/>
                  </a:lnTo>
                  <a:lnTo>
                    <a:pt x="2570445" y="2603197"/>
                  </a:lnTo>
                  <a:lnTo>
                    <a:pt x="2648079" y="2588298"/>
                  </a:lnTo>
                  <a:lnTo>
                    <a:pt x="2725713" y="2573187"/>
                  </a:lnTo>
                  <a:lnTo>
                    <a:pt x="2803347" y="2557861"/>
                  </a:lnTo>
                  <a:lnTo>
                    <a:pt x="2880981" y="2542318"/>
                  </a:lnTo>
                  <a:lnTo>
                    <a:pt x="2958615" y="2526555"/>
                  </a:lnTo>
                  <a:lnTo>
                    <a:pt x="3036249" y="2510567"/>
                  </a:lnTo>
                  <a:lnTo>
                    <a:pt x="3113883" y="2494352"/>
                  </a:lnTo>
                  <a:lnTo>
                    <a:pt x="3191517" y="2477908"/>
                  </a:lnTo>
                  <a:lnTo>
                    <a:pt x="3269151" y="2461230"/>
                  </a:lnTo>
                  <a:lnTo>
                    <a:pt x="3346785" y="2444315"/>
                  </a:lnTo>
                  <a:lnTo>
                    <a:pt x="3424419" y="2427159"/>
                  </a:lnTo>
                  <a:lnTo>
                    <a:pt x="3502053" y="2409761"/>
                  </a:lnTo>
                  <a:lnTo>
                    <a:pt x="3579687" y="2392115"/>
                  </a:lnTo>
                  <a:lnTo>
                    <a:pt x="3657321" y="2374219"/>
                  </a:lnTo>
                  <a:lnTo>
                    <a:pt x="3734955" y="2356068"/>
                  </a:lnTo>
                  <a:lnTo>
                    <a:pt x="3812589" y="2337660"/>
                  </a:lnTo>
                  <a:lnTo>
                    <a:pt x="3890224" y="2318991"/>
                  </a:lnTo>
                  <a:lnTo>
                    <a:pt x="3967858" y="2300057"/>
                  </a:lnTo>
                  <a:lnTo>
                    <a:pt x="4045492" y="2280853"/>
                  </a:lnTo>
                  <a:lnTo>
                    <a:pt x="4123126" y="2261377"/>
                  </a:lnTo>
                  <a:lnTo>
                    <a:pt x="4200760" y="2241625"/>
                  </a:lnTo>
                  <a:lnTo>
                    <a:pt x="4278394" y="2221592"/>
                  </a:lnTo>
                  <a:lnTo>
                    <a:pt x="4356028" y="2201275"/>
                  </a:lnTo>
                  <a:lnTo>
                    <a:pt x="4433662" y="2180669"/>
                  </a:lnTo>
                  <a:lnTo>
                    <a:pt x="4511296" y="2159771"/>
                  </a:lnTo>
                  <a:lnTo>
                    <a:pt x="4588930" y="2138576"/>
                  </a:lnTo>
                  <a:lnTo>
                    <a:pt x="4666564" y="2117080"/>
                  </a:lnTo>
                  <a:lnTo>
                    <a:pt x="4744198" y="2095279"/>
                  </a:lnTo>
                  <a:lnTo>
                    <a:pt x="4821832" y="2073169"/>
                  </a:lnTo>
                  <a:lnTo>
                    <a:pt x="4899466" y="2050744"/>
                  </a:lnTo>
                  <a:lnTo>
                    <a:pt x="4977100" y="2028001"/>
                  </a:lnTo>
                  <a:lnTo>
                    <a:pt x="5054734" y="2004936"/>
                  </a:lnTo>
                  <a:lnTo>
                    <a:pt x="5132368" y="1981542"/>
                  </a:lnTo>
                  <a:lnTo>
                    <a:pt x="5210002" y="1957817"/>
                  </a:lnTo>
                  <a:lnTo>
                    <a:pt x="5287636" y="1933755"/>
                  </a:lnTo>
                  <a:lnTo>
                    <a:pt x="5365270" y="1909351"/>
                  </a:lnTo>
                  <a:lnTo>
                    <a:pt x="5442904" y="1884601"/>
                  </a:lnTo>
                  <a:lnTo>
                    <a:pt x="5520538" y="18594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687727"/>
              <a:ext cx="7370972" cy="840467"/>
            </a:xfrm>
            <a:custGeom>
              <a:avLst/>
              <a:pathLst>
                <a:path w="7370972" h="840467">
                  <a:moveTo>
                    <a:pt x="7370972" y="840467"/>
                  </a:moveTo>
                  <a:lnTo>
                    <a:pt x="7293338" y="838886"/>
                  </a:lnTo>
                  <a:lnTo>
                    <a:pt x="7215704" y="837186"/>
                  </a:lnTo>
                  <a:lnTo>
                    <a:pt x="7138070" y="835359"/>
                  </a:lnTo>
                  <a:lnTo>
                    <a:pt x="7060436" y="833394"/>
                  </a:lnTo>
                  <a:lnTo>
                    <a:pt x="6982802" y="831281"/>
                  </a:lnTo>
                  <a:lnTo>
                    <a:pt x="6905168" y="829009"/>
                  </a:lnTo>
                  <a:lnTo>
                    <a:pt x="6827534" y="826567"/>
                  </a:lnTo>
                  <a:lnTo>
                    <a:pt x="6749900" y="823940"/>
                  </a:lnTo>
                  <a:lnTo>
                    <a:pt x="6672266" y="821116"/>
                  </a:lnTo>
                  <a:lnTo>
                    <a:pt x="6594632" y="818080"/>
                  </a:lnTo>
                  <a:lnTo>
                    <a:pt x="6516998" y="814815"/>
                  </a:lnTo>
                  <a:lnTo>
                    <a:pt x="6439364" y="811304"/>
                  </a:lnTo>
                  <a:lnTo>
                    <a:pt x="6361730" y="807530"/>
                  </a:lnTo>
                  <a:lnTo>
                    <a:pt x="6284096" y="803471"/>
                  </a:lnTo>
                  <a:lnTo>
                    <a:pt x="6206462" y="799107"/>
                  </a:lnTo>
                  <a:lnTo>
                    <a:pt x="6128827" y="794415"/>
                  </a:lnTo>
                  <a:lnTo>
                    <a:pt x="6051193" y="789370"/>
                  </a:lnTo>
                  <a:lnTo>
                    <a:pt x="5973559" y="783945"/>
                  </a:lnTo>
                  <a:lnTo>
                    <a:pt x="5895925" y="778113"/>
                  </a:lnTo>
                  <a:lnTo>
                    <a:pt x="5818291" y="771841"/>
                  </a:lnTo>
                  <a:lnTo>
                    <a:pt x="5740657" y="765098"/>
                  </a:lnTo>
                  <a:lnTo>
                    <a:pt x="5663023" y="757847"/>
                  </a:lnTo>
                  <a:lnTo>
                    <a:pt x="5585389" y="750051"/>
                  </a:lnTo>
                  <a:lnTo>
                    <a:pt x="5507755" y="741668"/>
                  </a:lnTo>
                  <a:lnTo>
                    <a:pt x="5430121" y="732655"/>
                  </a:lnTo>
                  <a:lnTo>
                    <a:pt x="5352487" y="722964"/>
                  </a:lnTo>
                  <a:lnTo>
                    <a:pt x="5274853" y="712544"/>
                  </a:lnTo>
                  <a:lnTo>
                    <a:pt x="5197219" y="701339"/>
                  </a:lnTo>
                  <a:lnTo>
                    <a:pt x="5119585" y="689292"/>
                  </a:lnTo>
                  <a:lnTo>
                    <a:pt x="5041951" y="676339"/>
                  </a:lnTo>
                  <a:lnTo>
                    <a:pt x="4964317" y="662411"/>
                  </a:lnTo>
                  <a:lnTo>
                    <a:pt x="4886683" y="647435"/>
                  </a:lnTo>
                  <a:lnTo>
                    <a:pt x="4809049" y="631333"/>
                  </a:lnTo>
                  <a:lnTo>
                    <a:pt x="4731415" y="614020"/>
                  </a:lnTo>
                  <a:lnTo>
                    <a:pt x="4653781" y="595404"/>
                  </a:lnTo>
                  <a:lnTo>
                    <a:pt x="4576147" y="575387"/>
                  </a:lnTo>
                  <a:lnTo>
                    <a:pt x="4498513" y="553865"/>
                  </a:lnTo>
                  <a:lnTo>
                    <a:pt x="4420879" y="530723"/>
                  </a:lnTo>
                  <a:lnTo>
                    <a:pt x="4343244" y="505841"/>
                  </a:lnTo>
                  <a:lnTo>
                    <a:pt x="4265610" y="479087"/>
                  </a:lnTo>
                  <a:lnTo>
                    <a:pt x="4187976" y="450320"/>
                  </a:lnTo>
                  <a:lnTo>
                    <a:pt x="4110342" y="419389"/>
                  </a:lnTo>
                  <a:lnTo>
                    <a:pt x="4032708" y="386131"/>
                  </a:lnTo>
                  <a:lnTo>
                    <a:pt x="3955074" y="350371"/>
                  </a:lnTo>
                  <a:lnTo>
                    <a:pt x="3877440" y="311921"/>
                  </a:lnTo>
                  <a:lnTo>
                    <a:pt x="3799806" y="270578"/>
                  </a:lnTo>
                  <a:lnTo>
                    <a:pt x="3722172" y="226126"/>
                  </a:lnTo>
                  <a:lnTo>
                    <a:pt x="3644538" y="178329"/>
                  </a:lnTo>
                  <a:lnTo>
                    <a:pt x="3566904" y="126936"/>
                  </a:lnTo>
                  <a:lnTo>
                    <a:pt x="3489270" y="71678"/>
                  </a:lnTo>
                  <a:lnTo>
                    <a:pt x="3411636" y="12262"/>
                  </a:lnTo>
                  <a:lnTo>
                    <a:pt x="3334002" y="0"/>
                  </a:lnTo>
                  <a:lnTo>
                    <a:pt x="3256368" y="12059"/>
                  </a:lnTo>
                  <a:lnTo>
                    <a:pt x="3178734" y="23950"/>
                  </a:lnTo>
                  <a:lnTo>
                    <a:pt x="3101100" y="35674"/>
                  </a:lnTo>
                  <a:lnTo>
                    <a:pt x="3023466" y="47234"/>
                  </a:lnTo>
                  <a:lnTo>
                    <a:pt x="2945832" y="58633"/>
                  </a:lnTo>
                  <a:lnTo>
                    <a:pt x="2868198" y="69871"/>
                  </a:lnTo>
                  <a:lnTo>
                    <a:pt x="2790564" y="80953"/>
                  </a:lnTo>
                  <a:lnTo>
                    <a:pt x="2712930" y="91879"/>
                  </a:lnTo>
                  <a:lnTo>
                    <a:pt x="2635295" y="102653"/>
                  </a:lnTo>
                  <a:lnTo>
                    <a:pt x="2557661" y="113275"/>
                  </a:lnTo>
                  <a:lnTo>
                    <a:pt x="2480027" y="123749"/>
                  </a:lnTo>
                  <a:lnTo>
                    <a:pt x="2402393" y="134076"/>
                  </a:lnTo>
                  <a:lnTo>
                    <a:pt x="2324759" y="144259"/>
                  </a:lnTo>
                  <a:lnTo>
                    <a:pt x="2247125" y="154299"/>
                  </a:lnTo>
                  <a:lnTo>
                    <a:pt x="2169491" y="164199"/>
                  </a:lnTo>
                  <a:lnTo>
                    <a:pt x="2091857" y="173960"/>
                  </a:lnTo>
                  <a:lnTo>
                    <a:pt x="2014223" y="183584"/>
                  </a:lnTo>
                  <a:lnTo>
                    <a:pt x="1936589" y="193074"/>
                  </a:lnTo>
                  <a:lnTo>
                    <a:pt x="1858955" y="202431"/>
                  </a:lnTo>
                  <a:lnTo>
                    <a:pt x="1781321" y="211656"/>
                  </a:lnTo>
                  <a:lnTo>
                    <a:pt x="1703687" y="220753"/>
                  </a:lnTo>
                  <a:lnTo>
                    <a:pt x="1626053" y="229722"/>
                  </a:lnTo>
                  <a:lnTo>
                    <a:pt x="1548419" y="238566"/>
                  </a:lnTo>
                  <a:lnTo>
                    <a:pt x="1470785" y="247286"/>
                  </a:lnTo>
                  <a:lnTo>
                    <a:pt x="1393151" y="255884"/>
                  </a:lnTo>
                  <a:lnTo>
                    <a:pt x="1315517" y="264361"/>
                  </a:lnTo>
                  <a:lnTo>
                    <a:pt x="1237883" y="272720"/>
                  </a:lnTo>
                  <a:lnTo>
                    <a:pt x="1160249" y="280962"/>
                  </a:lnTo>
                  <a:lnTo>
                    <a:pt x="1082615" y="289089"/>
                  </a:lnTo>
                  <a:lnTo>
                    <a:pt x="1004981" y="297101"/>
                  </a:lnTo>
                  <a:lnTo>
                    <a:pt x="927346" y="305002"/>
                  </a:lnTo>
                  <a:lnTo>
                    <a:pt x="849712" y="312792"/>
                  </a:lnTo>
                  <a:lnTo>
                    <a:pt x="772078" y="320473"/>
                  </a:lnTo>
                  <a:lnTo>
                    <a:pt x="694444" y="328046"/>
                  </a:lnTo>
                  <a:lnTo>
                    <a:pt x="616810" y="335513"/>
                  </a:lnTo>
                  <a:lnTo>
                    <a:pt x="539176" y="342876"/>
                  </a:lnTo>
                  <a:lnTo>
                    <a:pt x="461542" y="350136"/>
                  </a:lnTo>
                  <a:lnTo>
                    <a:pt x="383908" y="357294"/>
                  </a:lnTo>
                  <a:lnTo>
                    <a:pt x="306274" y="364352"/>
                  </a:lnTo>
                  <a:lnTo>
                    <a:pt x="228640" y="371311"/>
                  </a:lnTo>
                  <a:lnTo>
                    <a:pt x="151006" y="378173"/>
                  </a:lnTo>
                  <a:lnTo>
                    <a:pt x="73372" y="384939"/>
                  </a:lnTo>
                  <a:lnTo>
                    <a:pt x="0" y="39124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438710"/>
              <a:ext cx="7370972" cy="2916388"/>
            </a:xfrm>
            <a:custGeom>
              <a:avLst/>
              <a:pathLst>
                <a:path w="7370972" h="2916388">
                  <a:moveTo>
                    <a:pt x="0" y="0"/>
                  </a:moveTo>
                  <a:lnTo>
                    <a:pt x="73372" y="84784"/>
                  </a:lnTo>
                  <a:lnTo>
                    <a:pt x="151006" y="171910"/>
                  </a:lnTo>
                  <a:lnTo>
                    <a:pt x="228640" y="256527"/>
                  </a:lnTo>
                  <a:lnTo>
                    <a:pt x="306274" y="338708"/>
                  </a:lnTo>
                  <a:lnTo>
                    <a:pt x="383908" y="418522"/>
                  </a:lnTo>
                  <a:lnTo>
                    <a:pt x="461542" y="496038"/>
                  </a:lnTo>
                  <a:lnTo>
                    <a:pt x="539176" y="571322"/>
                  </a:lnTo>
                  <a:lnTo>
                    <a:pt x="616810" y="644438"/>
                  </a:lnTo>
                  <a:lnTo>
                    <a:pt x="694444" y="715448"/>
                  </a:lnTo>
                  <a:lnTo>
                    <a:pt x="772078" y="784414"/>
                  </a:lnTo>
                  <a:lnTo>
                    <a:pt x="849712" y="851394"/>
                  </a:lnTo>
                  <a:lnTo>
                    <a:pt x="927346" y="916445"/>
                  </a:lnTo>
                  <a:lnTo>
                    <a:pt x="1004981" y="979624"/>
                  </a:lnTo>
                  <a:lnTo>
                    <a:pt x="1082615" y="1040982"/>
                  </a:lnTo>
                  <a:lnTo>
                    <a:pt x="1160249" y="1100575"/>
                  </a:lnTo>
                  <a:lnTo>
                    <a:pt x="1237883" y="1158451"/>
                  </a:lnTo>
                  <a:lnTo>
                    <a:pt x="1315517" y="1214660"/>
                  </a:lnTo>
                  <a:lnTo>
                    <a:pt x="1393151" y="1269251"/>
                  </a:lnTo>
                  <a:lnTo>
                    <a:pt x="1470785" y="1322270"/>
                  </a:lnTo>
                  <a:lnTo>
                    <a:pt x="1548419" y="1373762"/>
                  </a:lnTo>
                  <a:lnTo>
                    <a:pt x="1626053" y="1423772"/>
                  </a:lnTo>
                  <a:lnTo>
                    <a:pt x="1703687" y="1472341"/>
                  </a:lnTo>
                  <a:lnTo>
                    <a:pt x="1781321" y="1519512"/>
                  </a:lnTo>
                  <a:lnTo>
                    <a:pt x="1858955" y="1565325"/>
                  </a:lnTo>
                  <a:lnTo>
                    <a:pt x="1936589" y="1609819"/>
                  </a:lnTo>
                  <a:lnTo>
                    <a:pt x="2014223" y="1653031"/>
                  </a:lnTo>
                  <a:lnTo>
                    <a:pt x="2091857" y="1694999"/>
                  </a:lnTo>
                  <a:lnTo>
                    <a:pt x="2169491" y="1735758"/>
                  </a:lnTo>
                  <a:lnTo>
                    <a:pt x="2247125" y="1775344"/>
                  </a:lnTo>
                  <a:lnTo>
                    <a:pt x="2324759" y="1813790"/>
                  </a:lnTo>
                  <a:lnTo>
                    <a:pt x="2402393" y="1851129"/>
                  </a:lnTo>
                  <a:lnTo>
                    <a:pt x="2480027" y="1887393"/>
                  </a:lnTo>
                  <a:lnTo>
                    <a:pt x="2557661" y="1922612"/>
                  </a:lnTo>
                  <a:lnTo>
                    <a:pt x="2635295" y="1956818"/>
                  </a:lnTo>
                  <a:lnTo>
                    <a:pt x="2712930" y="1990038"/>
                  </a:lnTo>
                  <a:lnTo>
                    <a:pt x="2790564" y="2022302"/>
                  </a:lnTo>
                  <a:lnTo>
                    <a:pt x="2868198" y="2053637"/>
                  </a:lnTo>
                  <a:lnTo>
                    <a:pt x="2945832" y="2084069"/>
                  </a:lnTo>
                  <a:lnTo>
                    <a:pt x="3023466" y="2113625"/>
                  </a:lnTo>
                  <a:lnTo>
                    <a:pt x="3101100" y="2142330"/>
                  </a:lnTo>
                  <a:lnTo>
                    <a:pt x="3178734" y="2170209"/>
                  </a:lnTo>
                  <a:lnTo>
                    <a:pt x="3256368" y="2197285"/>
                  </a:lnTo>
                  <a:lnTo>
                    <a:pt x="3334002" y="2223581"/>
                  </a:lnTo>
                  <a:lnTo>
                    <a:pt x="3411636" y="2249120"/>
                  </a:lnTo>
                  <a:lnTo>
                    <a:pt x="3489270" y="2273923"/>
                  </a:lnTo>
                  <a:lnTo>
                    <a:pt x="3566904" y="2298012"/>
                  </a:lnTo>
                  <a:lnTo>
                    <a:pt x="3644538" y="2321408"/>
                  </a:lnTo>
                  <a:lnTo>
                    <a:pt x="3722172" y="2344130"/>
                  </a:lnTo>
                  <a:lnTo>
                    <a:pt x="3799806" y="2366198"/>
                  </a:lnTo>
                  <a:lnTo>
                    <a:pt x="3877440" y="2387630"/>
                  </a:lnTo>
                  <a:lnTo>
                    <a:pt x="3955074" y="2408445"/>
                  </a:lnTo>
                  <a:lnTo>
                    <a:pt x="4032708" y="2428661"/>
                  </a:lnTo>
                  <a:lnTo>
                    <a:pt x="4110342" y="2448294"/>
                  </a:lnTo>
                  <a:lnTo>
                    <a:pt x="4187976" y="2467363"/>
                  </a:lnTo>
                  <a:lnTo>
                    <a:pt x="4265610" y="2485882"/>
                  </a:lnTo>
                  <a:lnTo>
                    <a:pt x="4343244" y="2503868"/>
                  </a:lnTo>
                  <a:lnTo>
                    <a:pt x="4420879" y="2521336"/>
                  </a:lnTo>
                  <a:lnTo>
                    <a:pt x="4498513" y="2538301"/>
                  </a:lnTo>
                  <a:lnTo>
                    <a:pt x="4576147" y="2554777"/>
                  </a:lnTo>
                  <a:lnTo>
                    <a:pt x="4653781" y="2570779"/>
                  </a:lnTo>
                  <a:lnTo>
                    <a:pt x="4731415" y="2586320"/>
                  </a:lnTo>
                  <a:lnTo>
                    <a:pt x="4809049" y="2601414"/>
                  </a:lnTo>
                  <a:lnTo>
                    <a:pt x="4886683" y="2616073"/>
                  </a:lnTo>
                  <a:lnTo>
                    <a:pt x="4964317" y="2630310"/>
                  </a:lnTo>
                  <a:lnTo>
                    <a:pt x="5041951" y="2644137"/>
                  </a:lnTo>
                  <a:lnTo>
                    <a:pt x="5119585" y="2657566"/>
                  </a:lnTo>
                  <a:lnTo>
                    <a:pt x="5197219" y="2670608"/>
                  </a:lnTo>
                  <a:lnTo>
                    <a:pt x="5274853" y="2683275"/>
                  </a:lnTo>
                  <a:lnTo>
                    <a:pt x="5352487" y="2695577"/>
                  </a:lnTo>
                  <a:lnTo>
                    <a:pt x="5430121" y="2707525"/>
                  </a:lnTo>
                  <a:lnTo>
                    <a:pt x="5507755" y="2719128"/>
                  </a:lnTo>
                  <a:lnTo>
                    <a:pt x="5585389" y="2730398"/>
                  </a:lnTo>
                  <a:lnTo>
                    <a:pt x="5663023" y="2741343"/>
                  </a:lnTo>
                  <a:lnTo>
                    <a:pt x="5740657" y="2751973"/>
                  </a:lnTo>
                  <a:lnTo>
                    <a:pt x="5818291" y="2762296"/>
                  </a:lnTo>
                  <a:lnTo>
                    <a:pt x="5895925" y="2772323"/>
                  </a:lnTo>
                  <a:lnTo>
                    <a:pt x="5973559" y="2782061"/>
                  </a:lnTo>
                  <a:lnTo>
                    <a:pt x="6051193" y="2791518"/>
                  </a:lnTo>
                  <a:lnTo>
                    <a:pt x="6128827" y="2800703"/>
                  </a:lnTo>
                  <a:lnTo>
                    <a:pt x="6206462" y="2809624"/>
                  </a:lnTo>
                  <a:lnTo>
                    <a:pt x="6284096" y="2818287"/>
                  </a:lnTo>
                  <a:lnTo>
                    <a:pt x="6361730" y="2826702"/>
                  </a:lnTo>
                  <a:lnTo>
                    <a:pt x="6439364" y="2834873"/>
                  </a:lnTo>
                  <a:lnTo>
                    <a:pt x="6516998" y="2842810"/>
                  </a:lnTo>
                  <a:lnTo>
                    <a:pt x="6594632" y="2850518"/>
                  </a:lnTo>
                  <a:lnTo>
                    <a:pt x="6672266" y="2858004"/>
                  </a:lnTo>
                  <a:lnTo>
                    <a:pt x="6749900" y="2865275"/>
                  </a:lnTo>
                  <a:lnTo>
                    <a:pt x="6827534" y="2872336"/>
                  </a:lnTo>
                  <a:lnTo>
                    <a:pt x="6905168" y="2879194"/>
                  </a:lnTo>
                  <a:lnTo>
                    <a:pt x="6982802" y="2885854"/>
                  </a:lnTo>
                  <a:lnTo>
                    <a:pt x="7060436" y="2892323"/>
                  </a:lnTo>
                  <a:lnTo>
                    <a:pt x="7138070" y="2898605"/>
                  </a:lnTo>
                  <a:lnTo>
                    <a:pt x="7215704" y="2904707"/>
                  </a:lnTo>
                  <a:lnTo>
                    <a:pt x="7293338" y="2910632"/>
                  </a:lnTo>
                  <a:lnTo>
                    <a:pt x="7370972" y="291638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036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61664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Planned Surgery/Port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2026-05-26T13:56:44Z</dcterms:modified>
  <cp:category/>
</cp:coreProperties>
</file>