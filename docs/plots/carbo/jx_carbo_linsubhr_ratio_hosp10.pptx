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3762473"/>
              <a:ext cx="7370972" cy="1414019"/>
            </a:xfrm>
            <a:custGeom>
              <a:avLst/>
              <a:pathLst>
                <a:path w="7370972" h="1414019">
                  <a:moveTo>
                    <a:pt x="0" y="0"/>
                  </a:moveTo>
                  <a:lnTo>
                    <a:pt x="73372" y="27671"/>
                  </a:lnTo>
                  <a:lnTo>
                    <a:pt x="151006" y="56471"/>
                  </a:lnTo>
                  <a:lnTo>
                    <a:pt x="228640" y="84799"/>
                  </a:lnTo>
                  <a:lnTo>
                    <a:pt x="306274" y="112664"/>
                  </a:lnTo>
                  <a:lnTo>
                    <a:pt x="383908" y="140072"/>
                  </a:lnTo>
                  <a:lnTo>
                    <a:pt x="461542" y="167031"/>
                  </a:lnTo>
                  <a:lnTo>
                    <a:pt x="539176" y="193550"/>
                  </a:lnTo>
                  <a:lnTo>
                    <a:pt x="616810" y="219634"/>
                  </a:lnTo>
                  <a:lnTo>
                    <a:pt x="694444" y="245290"/>
                  </a:lnTo>
                  <a:lnTo>
                    <a:pt x="772078" y="270527"/>
                  </a:lnTo>
                  <a:lnTo>
                    <a:pt x="849712" y="295351"/>
                  </a:lnTo>
                  <a:lnTo>
                    <a:pt x="927346" y="319768"/>
                  </a:lnTo>
                  <a:lnTo>
                    <a:pt x="1004981" y="343786"/>
                  </a:lnTo>
                  <a:lnTo>
                    <a:pt x="1082615" y="367410"/>
                  </a:lnTo>
                  <a:lnTo>
                    <a:pt x="1160249" y="390647"/>
                  </a:lnTo>
                  <a:lnTo>
                    <a:pt x="1237883" y="413504"/>
                  </a:lnTo>
                  <a:lnTo>
                    <a:pt x="1315517" y="435987"/>
                  </a:lnTo>
                  <a:lnTo>
                    <a:pt x="1393151" y="458102"/>
                  </a:lnTo>
                  <a:lnTo>
                    <a:pt x="1470785" y="479854"/>
                  </a:lnTo>
                  <a:lnTo>
                    <a:pt x="1548419" y="501251"/>
                  </a:lnTo>
                  <a:lnTo>
                    <a:pt x="1626053" y="522297"/>
                  </a:lnTo>
                  <a:lnTo>
                    <a:pt x="1703687" y="542999"/>
                  </a:lnTo>
                  <a:lnTo>
                    <a:pt x="1781321" y="563361"/>
                  </a:lnTo>
                  <a:lnTo>
                    <a:pt x="1858955" y="583391"/>
                  </a:lnTo>
                  <a:lnTo>
                    <a:pt x="1936589" y="603092"/>
                  </a:lnTo>
                  <a:lnTo>
                    <a:pt x="2014223" y="622471"/>
                  </a:lnTo>
                  <a:lnTo>
                    <a:pt x="2091857" y="641532"/>
                  </a:lnTo>
                  <a:lnTo>
                    <a:pt x="2169491" y="660282"/>
                  </a:lnTo>
                  <a:lnTo>
                    <a:pt x="2247125" y="678724"/>
                  </a:lnTo>
                  <a:lnTo>
                    <a:pt x="2324759" y="696865"/>
                  </a:lnTo>
                  <a:lnTo>
                    <a:pt x="2402393" y="714709"/>
                  </a:lnTo>
                  <a:lnTo>
                    <a:pt x="2480027" y="732260"/>
                  </a:lnTo>
                  <a:lnTo>
                    <a:pt x="2557661" y="749524"/>
                  </a:lnTo>
                  <a:lnTo>
                    <a:pt x="2635295" y="766505"/>
                  </a:lnTo>
                  <a:lnTo>
                    <a:pt x="2712930" y="783209"/>
                  </a:lnTo>
                  <a:lnTo>
                    <a:pt x="2790564" y="799639"/>
                  </a:lnTo>
                  <a:lnTo>
                    <a:pt x="2868198" y="815800"/>
                  </a:lnTo>
                  <a:lnTo>
                    <a:pt x="2945832" y="831696"/>
                  </a:lnTo>
                  <a:lnTo>
                    <a:pt x="3023466" y="847332"/>
                  </a:lnTo>
                  <a:lnTo>
                    <a:pt x="3101100" y="862712"/>
                  </a:lnTo>
                  <a:lnTo>
                    <a:pt x="3178734" y="877840"/>
                  </a:lnTo>
                  <a:lnTo>
                    <a:pt x="3256368" y="892721"/>
                  </a:lnTo>
                  <a:lnTo>
                    <a:pt x="3334002" y="907358"/>
                  </a:lnTo>
                  <a:lnTo>
                    <a:pt x="3411636" y="913725"/>
                  </a:lnTo>
                  <a:lnTo>
                    <a:pt x="3489270" y="903499"/>
                  </a:lnTo>
                  <a:lnTo>
                    <a:pt x="3566904" y="893153"/>
                  </a:lnTo>
                  <a:lnTo>
                    <a:pt x="3644538" y="882685"/>
                  </a:lnTo>
                  <a:lnTo>
                    <a:pt x="3722172" y="872095"/>
                  </a:lnTo>
                  <a:lnTo>
                    <a:pt x="3799806" y="861381"/>
                  </a:lnTo>
                  <a:lnTo>
                    <a:pt x="3877440" y="850541"/>
                  </a:lnTo>
                  <a:lnTo>
                    <a:pt x="3955074" y="839575"/>
                  </a:lnTo>
                  <a:lnTo>
                    <a:pt x="4032708" y="828480"/>
                  </a:lnTo>
                  <a:lnTo>
                    <a:pt x="4110342" y="817255"/>
                  </a:lnTo>
                  <a:lnTo>
                    <a:pt x="4187976" y="805898"/>
                  </a:lnTo>
                  <a:lnTo>
                    <a:pt x="4265610" y="794409"/>
                  </a:lnTo>
                  <a:lnTo>
                    <a:pt x="4343244" y="782784"/>
                  </a:lnTo>
                  <a:lnTo>
                    <a:pt x="4420879" y="771024"/>
                  </a:lnTo>
                  <a:lnTo>
                    <a:pt x="4498513" y="759126"/>
                  </a:lnTo>
                  <a:lnTo>
                    <a:pt x="4576147" y="747089"/>
                  </a:lnTo>
                  <a:lnTo>
                    <a:pt x="4653781" y="734910"/>
                  </a:lnTo>
                  <a:lnTo>
                    <a:pt x="4731415" y="722589"/>
                  </a:lnTo>
                  <a:lnTo>
                    <a:pt x="4809049" y="710124"/>
                  </a:lnTo>
                  <a:lnTo>
                    <a:pt x="4886683" y="697512"/>
                  </a:lnTo>
                  <a:lnTo>
                    <a:pt x="4964317" y="684753"/>
                  </a:lnTo>
                  <a:lnTo>
                    <a:pt x="5041951" y="671844"/>
                  </a:lnTo>
                  <a:lnTo>
                    <a:pt x="5119585" y="658785"/>
                  </a:lnTo>
                  <a:lnTo>
                    <a:pt x="5197219" y="645572"/>
                  </a:lnTo>
                  <a:lnTo>
                    <a:pt x="5274853" y="632204"/>
                  </a:lnTo>
                  <a:lnTo>
                    <a:pt x="5352487" y="618680"/>
                  </a:lnTo>
                  <a:lnTo>
                    <a:pt x="5430121" y="604997"/>
                  </a:lnTo>
                  <a:lnTo>
                    <a:pt x="5507755" y="591154"/>
                  </a:lnTo>
                  <a:lnTo>
                    <a:pt x="5585389" y="577149"/>
                  </a:lnTo>
                  <a:lnTo>
                    <a:pt x="5663023" y="562980"/>
                  </a:lnTo>
                  <a:lnTo>
                    <a:pt x="5740657" y="548645"/>
                  </a:lnTo>
                  <a:lnTo>
                    <a:pt x="5818291" y="534142"/>
                  </a:lnTo>
                  <a:lnTo>
                    <a:pt x="5895925" y="519469"/>
                  </a:lnTo>
                  <a:lnTo>
                    <a:pt x="5973559" y="504624"/>
                  </a:lnTo>
                  <a:lnTo>
                    <a:pt x="6051193" y="489606"/>
                  </a:lnTo>
                  <a:lnTo>
                    <a:pt x="6128827" y="474411"/>
                  </a:lnTo>
                  <a:lnTo>
                    <a:pt x="6206462" y="459038"/>
                  </a:lnTo>
                  <a:lnTo>
                    <a:pt x="6284096" y="443486"/>
                  </a:lnTo>
                  <a:lnTo>
                    <a:pt x="6361730" y="427751"/>
                  </a:lnTo>
                  <a:lnTo>
                    <a:pt x="6439364" y="411832"/>
                  </a:lnTo>
                  <a:lnTo>
                    <a:pt x="6516998" y="395726"/>
                  </a:lnTo>
                  <a:lnTo>
                    <a:pt x="6594632" y="379432"/>
                  </a:lnTo>
                  <a:lnTo>
                    <a:pt x="6672266" y="362947"/>
                  </a:lnTo>
                  <a:lnTo>
                    <a:pt x="6749900" y="346268"/>
                  </a:lnTo>
                  <a:lnTo>
                    <a:pt x="6827534" y="329395"/>
                  </a:lnTo>
                  <a:lnTo>
                    <a:pt x="6905168" y="312323"/>
                  </a:lnTo>
                  <a:lnTo>
                    <a:pt x="6982802" y="295052"/>
                  </a:lnTo>
                  <a:lnTo>
                    <a:pt x="7060436" y="277578"/>
                  </a:lnTo>
                  <a:lnTo>
                    <a:pt x="7138070" y="259900"/>
                  </a:lnTo>
                  <a:lnTo>
                    <a:pt x="7215704" y="242015"/>
                  </a:lnTo>
                  <a:lnTo>
                    <a:pt x="7293338" y="223920"/>
                  </a:lnTo>
                  <a:lnTo>
                    <a:pt x="7370972" y="205613"/>
                  </a:lnTo>
                  <a:lnTo>
                    <a:pt x="7370972" y="1414019"/>
                  </a:lnTo>
                  <a:lnTo>
                    <a:pt x="7293338" y="1407816"/>
                  </a:lnTo>
                  <a:lnTo>
                    <a:pt x="7215704" y="1401509"/>
                  </a:lnTo>
                  <a:lnTo>
                    <a:pt x="7138070" y="1395097"/>
                  </a:lnTo>
                  <a:lnTo>
                    <a:pt x="7060436" y="1388578"/>
                  </a:lnTo>
                  <a:lnTo>
                    <a:pt x="6982802" y="1381951"/>
                  </a:lnTo>
                  <a:lnTo>
                    <a:pt x="6905168" y="1375213"/>
                  </a:lnTo>
                  <a:lnTo>
                    <a:pt x="6827534" y="1368364"/>
                  </a:lnTo>
                  <a:lnTo>
                    <a:pt x="6749900" y="1361400"/>
                  </a:lnTo>
                  <a:lnTo>
                    <a:pt x="6672266" y="1354321"/>
                  </a:lnTo>
                  <a:lnTo>
                    <a:pt x="6594632" y="1347123"/>
                  </a:lnTo>
                  <a:lnTo>
                    <a:pt x="6516998" y="1339806"/>
                  </a:lnTo>
                  <a:lnTo>
                    <a:pt x="6439364" y="1332367"/>
                  </a:lnTo>
                  <a:lnTo>
                    <a:pt x="6361730" y="1324804"/>
                  </a:lnTo>
                  <a:lnTo>
                    <a:pt x="6284096" y="1317116"/>
                  </a:lnTo>
                  <a:lnTo>
                    <a:pt x="6206462" y="1309299"/>
                  </a:lnTo>
                  <a:lnTo>
                    <a:pt x="6128827" y="1301352"/>
                  </a:lnTo>
                  <a:lnTo>
                    <a:pt x="6051193" y="1293273"/>
                  </a:lnTo>
                  <a:lnTo>
                    <a:pt x="5973559" y="1285060"/>
                  </a:lnTo>
                  <a:lnTo>
                    <a:pt x="5895925" y="1276709"/>
                  </a:lnTo>
                  <a:lnTo>
                    <a:pt x="5818291" y="1268220"/>
                  </a:lnTo>
                  <a:lnTo>
                    <a:pt x="5740657" y="1259590"/>
                  </a:lnTo>
                  <a:lnTo>
                    <a:pt x="5663023" y="1250816"/>
                  </a:lnTo>
                  <a:lnTo>
                    <a:pt x="5585389" y="1241895"/>
                  </a:lnTo>
                  <a:lnTo>
                    <a:pt x="5507755" y="1232827"/>
                  </a:lnTo>
                  <a:lnTo>
                    <a:pt x="5430121" y="1223607"/>
                  </a:lnTo>
                  <a:lnTo>
                    <a:pt x="5352487" y="1214234"/>
                  </a:lnTo>
                  <a:lnTo>
                    <a:pt x="5274853" y="1204705"/>
                  </a:lnTo>
                  <a:lnTo>
                    <a:pt x="5197219" y="1195017"/>
                  </a:lnTo>
                  <a:lnTo>
                    <a:pt x="5119585" y="1185168"/>
                  </a:lnTo>
                  <a:lnTo>
                    <a:pt x="5041951" y="1175155"/>
                  </a:lnTo>
                  <a:lnTo>
                    <a:pt x="4964317" y="1164976"/>
                  </a:lnTo>
                  <a:lnTo>
                    <a:pt x="4886683" y="1154627"/>
                  </a:lnTo>
                  <a:lnTo>
                    <a:pt x="4809049" y="1144106"/>
                  </a:lnTo>
                  <a:lnTo>
                    <a:pt x="4731415" y="1133409"/>
                  </a:lnTo>
                  <a:lnTo>
                    <a:pt x="4653781" y="1122535"/>
                  </a:lnTo>
                  <a:lnTo>
                    <a:pt x="4576147" y="1111480"/>
                  </a:lnTo>
                  <a:lnTo>
                    <a:pt x="4498513" y="1100240"/>
                  </a:lnTo>
                  <a:lnTo>
                    <a:pt x="4420879" y="1088814"/>
                  </a:lnTo>
                  <a:lnTo>
                    <a:pt x="4343244" y="1077197"/>
                  </a:lnTo>
                  <a:lnTo>
                    <a:pt x="4265610" y="1065387"/>
                  </a:lnTo>
                  <a:lnTo>
                    <a:pt x="4187976" y="1053380"/>
                  </a:lnTo>
                  <a:lnTo>
                    <a:pt x="4110342" y="1041174"/>
                  </a:lnTo>
                  <a:lnTo>
                    <a:pt x="4032708" y="1028764"/>
                  </a:lnTo>
                  <a:lnTo>
                    <a:pt x="3955074" y="1016148"/>
                  </a:lnTo>
                  <a:lnTo>
                    <a:pt x="3877440" y="1003322"/>
                  </a:lnTo>
                  <a:lnTo>
                    <a:pt x="3799806" y="990282"/>
                  </a:lnTo>
                  <a:lnTo>
                    <a:pt x="3722172" y="977026"/>
                  </a:lnTo>
                  <a:lnTo>
                    <a:pt x="3644538" y="963548"/>
                  </a:lnTo>
                  <a:lnTo>
                    <a:pt x="3566904" y="949847"/>
                  </a:lnTo>
                  <a:lnTo>
                    <a:pt x="3489270" y="935917"/>
                  </a:lnTo>
                  <a:lnTo>
                    <a:pt x="3411636" y="921755"/>
                  </a:lnTo>
                  <a:lnTo>
                    <a:pt x="3334002" y="923833"/>
                  </a:lnTo>
                  <a:lnTo>
                    <a:pt x="3256368" y="933824"/>
                  </a:lnTo>
                  <a:lnTo>
                    <a:pt x="3178734" y="943700"/>
                  </a:lnTo>
                  <a:lnTo>
                    <a:pt x="3101100" y="953461"/>
                  </a:lnTo>
                  <a:lnTo>
                    <a:pt x="3023466" y="963109"/>
                  </a:lnTo>
                  <a:lnTo>
                    <a:pt x="2945832" y="972645"/>
                  </a:lnTo>
                  <a:lnTo>
                    <a:pt x="2868198" y="982071"/>
                  </a:lnTo>
                  <a:lnTo>
                    <a:pt x="2790564" y="991387"/>
                  </a:lnTo>
                  <a:lnTo>
                    <a:pt x="2712930" y="1000596"/>
                  </a:lnTo>
                  <a:lnTo>
                    <a:pt x="2635295" y="1009698"/>
                  </a:lnTo>
                  <a:lnTo>
                    <a:pt x="2557661" y="1018695"/>
                  </a:lnTo>
                  <a:lnTo>
                    <a:pt x="2480027" y="1027588"/>
                  </a:lnTo>
                  <a:lnTo>
                    <a:pt x="2402393" y="1036378"/>
                  </a:lnTo>
                  <a:lnTo>
                    <a:pt x="2324759" y="1045066"/>
                  </a:lnTo>
                  <a:lnTo>
                    <a:pt x="2247125" y="1053653"/>
                  </a:lnTo>
                  <a:lnTo>
                    <a:pt x="2169491" y="1062141"/>
                  </a:lnTo>
                  <a:lnTo>
                    <a:pt x="2091857" y="1070530"/>
                  </a:lnTo>
                  <a:lnTo>
                    <a:pt x="2014223" y="1078823"/>
                  </a:lnTo>
                  <a:lnTo>
                    <a:pt x="1936589" y="1087019"/>
                  </a:lnTo>
                  <a:lnTo>
                    <a:pt x="1858955" y="1095121"/>
                  </a:lnTo>
                  <a:lnTo>
                    <a:pt x="1781321" y="1103129"/>
                  </a:lnTo>
                  <a:lnTo>
                    <a:pt x="1703687" y="1111044"/>
                  </a:lnTo>
                  <a:lnTo>
                    <a:pt x="1626053" y="1118867"/>
                  </a:lnTo>
                  <a:lnTo>
                    <a:pt x="1548419" y="1126600"/>
                  </a:lnTo>
                  <a:lnTo>
                    <a:pt x="1470785" y="1134243"/>
                  </a:lnTo>
                  <a:lnTo>
                    <a:pt x="1393151" y="1141798"/>
                  </a:lnTo>
                  <a:lnTo>
                    <a:pt x="1315517" y="1149265"/>
                  </a:lnTo>
                  <a:lnTo>
                    <a:pt x="1237883" y="1156646"/>
                  </a:lnTo>
                  <a:lnTo>
                    <a:pt x="1160249" y="1163942"/>
                  </a:lnTo>
                  <a:lnTo>
                    <a:pt x="1082615" y="1171153"/>
                  </a:lnTo>
                  <a:lnTo>
                    <a:pt x="1004981" y="1178280"/>
                  </a:lnTo>
                  <a:lnTo>
                    <a:pt x="927346" y="1185325"/>
                  </a:lnTo>
                  <a:lnTo>
                    <a:pt x="849712" y="1192288"/>
                  </a:lnTo>
                  <a:lnTo>
                    <a:pt x="772078" y="1199171"/>
                  </a:lnTo>
                  <a:lnTo>
                    <a:pt x="694444" y="1205974"/>
                  </a:lnTo>
                  <a:lnTo>
                    <a:pt x="616810" y="1212698"/>
                  </a:lnTo>
                  <a:lnTo>
                    <a:pt x="539176" y="1219345"/>
                  </a:lnTo>
                  <a:lnTo>
                    <a:pt x="461542" y="1225914"/>
                  </a:lnTo>
                  <a:lnTo>
                    <a:pt x="383908" y="1232408"/>
                  </a:lnTo>
                  <a:lnTo>
                    <a:pt x="306274" y="1238826"/>
                  </a:lnTo>
                  <a:lnTo>
                    <a:pt x="228640" y="1245170"/>
                  </a:lnTo>
                  <a:lnTo>
                    <a:pt x="151006" y="1251440"/>
                  </a:lnTo>
                  <a:lnTo>
                    <a:pt x="73372" y="1257638"/>
                  </a:lnTo>
                  <a:lnTo>
                    <a:pt x="0" y="126342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3762473"/>
              <a:ext cx="7370972" cy="913725"/>
            </a:xfrm>
            <a:custGeom>
              <a:avLst/>
              <a:pathLst>
                <a:path w="7370972" h="913725">
                  <a:moveTo>
                    <a:pt x="0" y="0"/>
                  </a:moveTo>
                  <a:lnTo>
                    <a:pt x="73372" y="27671"/>
                  </a:lnTo>
                  <a:lnTo>
                    <a:pt x="151006" y="56471"/>
                  </a:lnTo>
                  <a:lnTo>
                    <a:pt x="228640" y="84799"/>
                  </a:lnTo>
                  <a:lnTo>
                    <a:pt x="306274" y="112664"/>
                  </a:lnTo>
                  <a:lnTo>
                    <a:pt x="383908" y="140072"/>
                  </a:lnTo>
                  <a:lnTo>
                    <a:pt x="461542" y="167031"/>
                  </a:lnTo>
                  <a:lnTo>
                    <a:pt x="539176" y="193550"/>
                  </a:lnTo>
                  <a:lnTo>
                    <a:pt x="616810" y="219634"/>
                  </a:lnTo>
                  <a:lnTo>
                    <a:pt x="694444" y="245290"/>
                  </a:lnTo>
                  <a:lnTo>
                    <a:pt x="772078" y="270527"/>
                  </a:lnTo>
                  <a:lnTo>
                    <a:pt x="849712" y="295351"/>
                  </a:lnTo>
                  <a:lnTo>
                    <a:pt x="927346" y="319768"/>
                  </a:lnTo>
                  <a:lnTo>
                    <a:pt x="1004981" y="343786"/>
                  </a:lnTo>
                  <a:lnTo>
                    <a:pt x="1082615" y="367410"/>
                  </a:lnTo>
                  <a:lnTo>
                    <a:pt x="1160249" y="390647"/>
                  </a:lnTo>
                  <a:lnTo>
                    <a:pt x="1237883" y="413504"/>
                  </a:lnTo>
                  <a:lnTo>
                    <a:pt x="1315517" y="435987"/>
                  </a:lnTo>
                  <a:lnTo>
                    <a:pt x="1393151" y="458102"/>
                  </a:lnTo>
                  <a:lnTo>
                    <a:pt x="1470785" y="479854"/>
                  </a:lnTo>
                  <a:lnTo>
                    <a:pt x="1548419" y="501251"/>
                  </a:lnTo>
                  <a:lnTo>
                    <a:pt x="1626053" y="522297"/>
                  </a:lnTo>
                  <a:lnTo>
                    <a:pt x="1703687" y="542999"/>
                  </a:lnTo>
                  <a:lnTo>
                    <a:pt x="1781321" y="563361"/>
                  </a:lnTo>
                  <a:lnTo>
                    <a:pt x="1858955" y="583391"/>
                  </a:lnTo>
                  <a:lnTo>
                    <a:pt x="1936589" y="603092"/>
                  </a:lnTo>
                  <a:lnTo>
                    <a:pt x="2014223" y="622471"/>
                  </a:lnTo>
                  <a:lnTo>
                    <a:pt x="2091857" y="641532"/>
                  </a:lnTo>
                  <a:lnTo>
                    <a:pt x="2169491" y="660282"/>
                  </a:lnTo>
                  <a:lnTo>
                    <a:pt x="2247125" y="678724"/>
                  </a:lnTo>
                  <a:lnTo>
                    <a:pt x="2324759" y="696865"/>
                  </a:lnTo>
                  <a:lnTo>
                    <a:pt x="2402393" y="714709"/>
                  </a:lnTo>
                  <a:lnTo>
                    <a:pt x="2480027" y="732260"/>
                  </a:lnTo>
                  <a:lnTo>
                    <a:pt x="2557661" y="749524"/>
                  </a:lnTo>
                  <a:lnTo>
                    <a:pt x="2635295" y="766505"/>
                  </a:lnTo>
                  <a:lnTo>
                    <a:pt x="2712930" y="783209"/>
                  </a:lnTo>
                  <a:lnTo>
                    <a:pt x="2790564" y="799639"/>
                  </a:lnTo>
                  <a:lnTo>
                    <a:pt x="2868198" y="815800"/>
                  </a:lnTo>
                  <a:lnTo>
                    <a:pt x="2945832" y="831696"/>
                  </a:lnTo>
                  <a:lnTo>
                    <a:pt x="3023466" y="847332"/>
                  </a:lnTo>
                  <a:lnTo>
                    <a:pt x="3101100" y="862712"/>
                  </a:lnTo>
                  <a:lnTo>
                    <a:pt x="3178734" y="877840"/>
                  </a:lnTo>
                  <a:lnTo>
                    <a:pt x="3256368" y="892721"/>
                  </a:lnTo>
                  <a:lnTo>
                    <a:pt x="3334002" y="907358"/>
                  </a:lnTo>
                  <a:lnTo>
                    <a:pt x="3411636" y="913725"/>
                  </a:lnTo>
                  <a:lnTo>
                    <a:pt x="3489270" y="903499"/>
                  </a:lnTo>
                  <a:lnTo>
                    <a:pt x="3566904" y="893153"/>
                  </a:lnTo>
                  <a:lnTo>
                    <a:pt x="3644538" y="882685"/>
                  </a:lnTo>
                  <a:lnTo>
                    <a:pt x="3722172" y="872095"/>
                  </a:lnTo>
                  <a:lnTo>
                    <a:pt x="3799806" y="861381"/>
                  </a:lnTo>
                  <a:lnTo>
                    <a:pt x="3877440" y="850541"/>
                  </a:lnTo>
                  <a:lnTo>
                    <a:pt x="3955074" y="839575"/>
                  </a:lnTo>
                  <a:lnTo>
                    <a:pt x="4032708" y="828480"/>
                  </a:lnTo>
                  <a:lnTo>
                    <a:pt x="4110342" y="817255"/>
                  </a:lnTo>
                  <a:lnTo>
                    <a:pt x="4187976" y="805898"/>
                  </a:lnTo>
                  <a:lnTo>
                    <a:pt x="4265610" y="794409"/>
                  </a:lnTo>
                  <a:lnTo>
                    <a:pt x="4343244" y="782784"/>
                  </a:lnTo>
                  <a:lnTo>
                    <a:pt x="4420879" y="771024"/>
                  </a:lnTo>
                  <a:lnTo>
                    <a:pt x="4498513" y="759126"/>
                  </a:lnTo>
                  <a:lnTo>
                    <a:pt x="4576147" y="747089"/>
                  </a:lnTo>
                  <a:lnTo>
                    <a:pt x="4653781" y="734910"/>
                  </a:lnTo>
                  <a:lnTo>
                    <a:pt x="4731415" y="722589"/>
                  </a:lnTo>
                  <a:lnTo>
                    <a:pt x="4809049" y="710124"/>
                  </a:lnTo>
                  <a:lnTo>
                    <a:pt x="4886683" y="697512"/>
                  </a:lnTo>
                  <a:lnTo>
                    <a:pt x="4964317" y="684753"/>
                  </a:lnTo>
                  <a:lnTo>
                    <a:pt x="5041951" y="671844"/>
                  </a:lnTo>
                  <a:lnTo>
                    <a:pt x="5119585" y="658785"/>
                  </a:lnTo>
                  <a:lnTo>
                    <a:pt x="5197219" y="645572"/>
                  </a:lnTo>
                  <a:lnTo>
                    <a:pt x="5274853" y="632204"/>
                  </a:lnTo>
                  <a:lnTo>
                    <a:pt x="5352487" y="618680"/>
                  </a:lnTo>
                  <a:lnTo>
                    <a:pt x="5430121" y="604997"/>
                  </a:lnTo>
                  <a:lnTo>
                    <a:pt x="5507755" y="591154"/>
                  </a:lnTo>
                  <a:lnTo>
                    <a:pt x="5585389" y="577149"/>
                  </a:lnTo>
                  <a:lnTo>
                    <a:pt x="5663023" y="562980"/>
                  </a:lnTo>
                  <a:lnTo>
                    <a:pt x="5740657" y="548645"/>
                  </a:lnTo>
                  <a:lnTo>
                    <a:pt x="5818291" y="534142"/>
                  </a:lnTo>
                  <a:lnTo>
                    <a:pt x="5895925" y="519469"/>
                  </a:lnTo>
                  <a:lnTo>
                    <a:pt x="5973559" y="504624"/>
                  </a:lnTo>
                  <a:lnTo>
                    <a:pt x="6051193" y="489606"/>
                  </a:lnTo>
                  <a:lnTo>
                    <a:pt x="6128827" y="474411"/>
                  </a:lnTo>
                  <a:lnTo>
                    <a:pt x="6206462" y="459038"/>
                  </a:lnTo>
                  <a:lnTo>
                    <a:pt x="6284096" y="443486"/>
                  </a:lnTo>
                  <a:lnTo>
                    <a:pt x="6361730" y="427751"/>
                  </a:lnTo>
                  <a:lnTo>
                    <a:pt x="6439364" y="411832"/>
                  </a:lnTo>
                  <a:lnTo>
                    <a:pt x="6516998" y="395726"/>
                  </a:lnTo>
                  <a:lnTo>
                    <a:pt x="6594632" y="379432"/>
                  </a:lnTo>
                  <a:lnTo>
                    <a:pt x="6672266" y="362947"/>
                  </a:lnTo>
                  <a:lnTo>
                    <a:pt x="6749900" y="346268"/>
                  </a:lnTo>
                  <a:lnTo>
                    <a:pt x="6827534" y="329395"/>
                  </a:lnTo>
                  <a:lnTo>
                    <a:pt x="6905168" y="312323"/>
                  </a:lnTo>
                  <a:lnTo>
                    <a:pt x="6982802" y="295052"/>
                  </a:lnTo>
                  <a:lnTo>
                    <a:pt x="7060436" y="277578"/>
                  </a:lnTo>
                  <a:lnTo>
                    <a:pt x="7138070" y="259900"/>
                  </a:lnTo>
                  <a:lnTo>
                    <a:pt x="7215704" y="242015"/>
                  </a:lnTo>
                  <a:lnTo>
                    <a:pt x="7293338" y="223920"/>
                  </a:lnTo>
                  <a:lnTo>
                    <a:pt x="7370972" y="2056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84229"/>
              <a:ext cx="7370972" cy="492264"/>
            </a:xfrm>
            <a:custGeom>
              <a:avLst/>
              <a:pathLst>
                <a:path w="7370972" h="492264">
                  <a:moveTo>
                    <a:pt x="7370972" y="492264"/>
                  </a:moveTo>
                  <a:lnTo>
                    <a:pt x="7293338" y="486060"/>
                  </a:lnTo>
                  <a:lnTo>
                    <a:pt x="7215704" y="479753"/>
                  </a:lnTo>
                  <a:lnTo>
                    <a:pt x="7138070" y="473341"/>
                  </a:lnTo>
                  <a:lnTo>
                    <a:pt x="7060436" y="466822"/>
                  </a:lnTo>
                  <a:lnTo>
                    <a:pt x="6982802" y="460195"/>
                  </a:lnTo>
                  <a:lnTo>
                    <a:pt x="6905168" y="453458"/>
                  </a:lnTo>
                  <a:lnTo>
                    <a:pt x="6827534" y="446608"/>
                  </a:lnTo>
                  <a:lnTo>
                    <a:pt x="6749900" y="439644"/>
                  </a:lnTo>
                  <a:lnTo>
                    <a:pt x="6672266" y="432565"/>
                  </a:lnTo>
                  <a:lnTo>
                    <a:pt x="6594632" y="425368"/>
                  </a:lnTo>
                  <a:lnTo>
                    <a:pt x="6516998" y="418050"/>
                  </a:lnTo>
                  <a:lnTo>
                    <a:pt x="6439364" y="410611"/>
                  </a:lnTo>
                  <a:lnTo>
                    <a:pt x="6361730" y="403049"/>
                  </a:lnTo>
                  <a:lnTo>
                    <a:pt x="6284096" y="395360"/>
                  </a:lnTo>
                  <a:lnTo>
                    <a:pt x="6206462" y="387543"/>
                  </a:lnTo>
                  <a:lnTo>
                    <a:pt x="6128827" y="379597"/>
                  </a:lnTo>
                  <a:lnTo>
                    <a:pt x="6051193" y="371518"/>
                  </a:lnTo>
                  <a:lnTo>
                    <a:pt x="5973559" y="363304"/>
                  </a:lnTo>
                  <a:lnTo>
                    <a:pt x="5895925" y="354954"/>
                  </a:lnTo>
                  <a:lnTo>
                    <a:pt x="5818291" y="346465"/>
                  </a:lnTo>
                  <a:lnTo>
                    <a:pt x="5740657" y="337834"/>
                  </a:lnTo>
                  <a:lnTo>
                    <a:pt x="5663023" y="329060"/>
                  </a:lnTo>
                  <a:lnTo>
                    <a:pt x="5585389" y="320140"/>
                  </a:lnTo>
                  <a:lnTo>
                    <a:pt x="5507755" y="311071"/>
                  </a:lnTo>
                  <a:lnTo>
                    <a:pt x="5430121" y="301851"/>
                  </a:lnTo>
                  <a:lnTo>
                    <a:pt x="5352487" y="292478"/>
                  </a:lnTo>
                  <a:lnTo>
                    <a:pt x="5274853" y="282949"/>
                  </a:lnTo>
                  <a:lnTo>
                    <a:pt x="5197219" y="273262"/>
                  </a:lnTo>
                  <a:lnTo>
                    <a:pt x="5119585" y="263413"/>
                  </a:lnTo>
                  <a:lnTo>
                    <a:pt x="5041951" y="253400"/>
                  </a:lnTo>
                  <a:lnTo>
                    <a:pt x="4964317" y="243220"/>
                  </a:lnTo>
                  <a:lnTo>
                    <a:pt x="4886683" y="232871"/>
                  </a:lnTo>
                  <a:lnTo>
                    <a:pt x="4809049" y="222350"/>
                  </a:lnTo>
                  <a:lnTo>
                    <a:pt x="4731415" y="211654"/>
                  </a:lnTo>
                  <a:lnTo>
                    <a:pt x="4653781" y="200779"/>
                  </a:lnTo>
                  <a:lnTo>
                    <a:pt x="4576147" y="189724"/>
                  </a:lnTo>
                  <a:lnTo>
                    <a:pt x="4498513" y="178484"/>
                  </a:lnTo>
                  <a:lnTo>
                    <a:pt x="4420879" y="167058"/>
                  </a:lnTo>
                  <a:lnTo>
                    <a:pt x="4343244" y="155441"/>
                  </a:lnTo>
                  <a:lnTo>
                    <a:pt x="4265610" y="143631"/>
                  </a:lnTo>
                  <a:lnTo>
                    <a:pt x="4187976" y="131625"/>
                  </a:lnTo>
                  <a:lnTo>
                    <a:pt x="4110342" y="119418"/>
                  </a:lnTo>
                  <a:lnTo>
                    <a:pt x="4032708" y="107009"/>
                  </a:lnTo>
                  <a:lnTo>
                    <a:pt x="3955074" y="94392"/>
                  </a:lnTo>
                  <a:lnTo>
                    <a:pt x="3877440" y="81566"/>
                  </a:lnTo>
                  <a:lnTo>
                    <a:pt x="3799806" y="68527"/>
                  </a:lnTo>
                  <a:lnTo>
                    <a:pt x="3722172" y="55270"/>
                  </a:lnTo>
                  <a:lnTo>
                    <a:pt x="3644538" y="41793"/>
                  </a:lnTo>
                  <a:lnTo>
                    <a:pt x="3566904" y="28091"/>
                  </a:lnTo>
                  <a:lnTo>
                    <a:pt x="3489270" y="14161"/>
                  </a:lnTo>
                  <a:lnTo>
                    <a:pt x="3411636" y="0"/>
                  </a:lnTo>
                  <a:lnTo>
                    <a:pt x="3334002" y="2078"/>
                  </a:lnTo>
                  <a:lnTo>
                    <a:pt x="3256368" y="12069"/>
                  </a:lnTo>
                  <a:lnTo>
                    <a:pt x="3178734" y="21944"/>
                  </a:lnTo>
                  <a:lnTo>
                    <a:pt x="3101100" y="31705"/>
                  </a:lnTo>
                  <a:lnTo>
                    <a:pt x="3023466" y="41353"/>
                  </a:lnTo>
                  <a:lnTo>
                    <a:pt x="2945832" y="50889"/>
                  </a:lnTo>
                  <a:lnTo>
                    <a:pt x="2868198" y="60315"/>
                  </a:lnTo>
                  <a:lnTo>
                    <a:pt x="2790564" y="69632"/>
                  </a:lnTo>
                  <a:lnTo>
                    <a:pt x="2712930" y="78841"/>
                  </a:lnTo>
                  <a:lnTo>
                    <a:pt x="2635295" y="87943"/>
                  </a:lnTo>
                  <a:lnTo>
                    <a:pt x="2557661" y="96940"/>
                  </a:lnTo>
                  <a:lnTo>
                    <a:pt x="2480027" y="105832"/>
                  </a:lnTo>
                  <a:lnTo>
                    <a:pt x="2402393" y="114622"/>
                  </a:lnTo>
                  <a:lnTo>
                    <a:pt x="2324759" y="123310"/>
                  </a:lnTo>
                  <a:lnTo>
                    <a:pt x="2247125" y="131897"/>
                  </a:lnTo>
                  <a:lnTo>
                    <a:pt x="2169491" y="140385"/>
                  </a:lnTo>
                  <a:lnTo>
                    <a:pt x="2091857" y="148775"/>
                  </a:lnTo>
                  <a:lnTo>
                    <a:pt x="2014223" y="157067"/>
                  </a:lnTo>
                  <a:lnTo>
                    <a:pt x="1936589" y="165264"/>
                  </a:lnTo>
                  <a:lnTo>
                    <a:pt x="1858955" y="173365"/>
                  </a:lnTo>
                  <a:lnTo>
                    <a:pt x="1781321" y="181373"/>
                  </a:lnTo>
                  <a:lnTo>
                    <a:pt x="1703687" y="189288"/>
                  </a:lnTo>
                  <a:lnTo>
                    <a:pt x="1626053" y="197112"/>
                  </a:lnTo>
                  <a:lnTo>
                    <a:pt x="1548419" y="204844"/>
                  </a:lnTo>
                  <a:lnTo>
                    <a:pt x="1470785" y="212488"/>
                  </a:lnTo>
                  <a:lnTo>
                    <a:pt x="1393151" y="220042"/>
                  </a:lnTo>
                  <a:lnTo>
                    <a:pt x="1315517" y="227510"/>
                  </a:lnTo>
                  <a:lnTo>
                    <a:pt x="1237883" y="234891"/>
                  </a:lnTo>
                  <a:lnTo>
                    <a:pt x="1160249" y="242186"/>
                  </a:lnTo>
                  <a:lnTo>
                    <a:pt x="1082615" y="249397"/>
                  </a:lnTo>
                  <a:lnTo>
                    <a:pt x="1004981" y="256524"/>
                  </a:lnTo>
                  <a:lnTo>
                    <a:pt x="927346" y="263569"/>
                  </a:lnTo>
                  <a:lnTo>
                    <a:pt x="849712" y="270533"/>
                  </a:lnTo>
                  <a:lnTo>
                    <a:pt x="772078" y="277415"/>
                  </a:lnTo>
                  <a:lnTo>
                    <a:pt x="694444" y="284218"/>
                  </a:lnTo>
                  <a:lnTo>
                    <a:pt x="616810" y="290943"/>
                  </a:lnTo>
                  <a:lnTo>
                    <a:pt x="539176" y="297589"/>
                  </a:lnTo>
                  <a:lnTo>
                    <a:pt x="461542" y="304159"/>
                  </a:lnTo>
                  <a:lnTo>
                    <a:pt x="383908" y="310652"/>
                  </a:lnTo>
                  <a:lnTo>
                    <a:pt x="306274" y="317070"/>
                  </a:lnTo>
                  <a:lnTo>
                    <a:pt x="228640" y="323414"/>
                  </a:lnTo>
                  <a:lnTo>
                    <a:pt x="151006" y="329685"/>
                  </a:lnTo>
                  <a:lnTo>
                    <a:pt x="73372" y="335882"/>
                  </a:lnTo>
                  <a:lnTo>
                    <a:pt x="0" y="3416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582254"/>
              <a:ext cx="7370972" cy="199290"/>
            </a:xfrm>
            <a:custGeom>
              <a:avLst/>
              <a:pathLst>
                <a:path w="7370972" h="199290">
                  <a:moveTo>
                    <a:pt x="0" y="0"/>
                  </a:moveTo>
                  <a:lnTo>
                    <a:pt x="73372" y="2219"/>
                  </a:lnTo>
                  <a:lnTo>
                    <a:pt x="151006" y="4561"/>
                  </a:lnTo>
                  <a:lnTo>
                    <a:pt x="228640" y="6898"/>
                  </a:lnTo>
                  <a:lnTo>
                    <a:pt x="306274" y="9228"/>
                  </a:lnTo>
                  <a:lnTo>
                    <a:pt x="383908" y="11554"/>
                  </a:lnTo>
                  <a:lnTo>
                    <a:pt x="461542" y="13873"/>
                  </a:lnTo>
                  <a:lnTo>
                    <a:pt x="539176" y="16187"/>
                  </a:lnTo>
                  <a:lnTo>
                    <a:pt x="616810" y="18496"/>
                  </a:lnTo>
                  <a:lnTo>
                    <a:pt x="694444" y="20799"/>
                  </a:lnTo>
                  <a:lnTo>
                    <a:pt x="772078" y="23096"/>
                  </a:lnTo>
                  <a:lnTo>
                    <a:pt x="849712" y="25387"/>
                  </a:lnTo>
                  <a:lnTo>
                    <a:pt x="927346" y="27673"/>
                  </a:lnTo>
                  <a:lnTo>
                    <a:pt x="1004981" y="29954"/>
                  </a:lnTo>
                  <a:lnTo>
                    <a:pt x="1082615" y="32229"/>
                  </a:lnTo>
                  <a:lnTo>
                    <a:pt x="1160249" y="34498"/>
                  </a:lnTo>
                  <a:lnTo>
                    <a:pt x="1237883" y="36762"/>
                  </a:lnTo>
                  <a:lnTo>
                    <a:pt x="1315517" y="39021"/>
                  </a:lnTo>
                  <a:lnTo>
                    <a:pt x="1393151" y="41274"/>
                  </a:lnTo>
                  <a:lnTo>
                    <a:pt x="1470785" y="43521"/>
                  </a:lnTo>
                  <a:lnTo>
                    <a:pt x="1548419" y="45763"/>
                  </a:lnTo>
                  <a:lnTo>
                    <a:pt x="1626053" y="48000"/>
                  </a:lnTo>
                  <a:lnTo>
                    <a:pt x="1703687" y="50231"/>
                  </a:lnTo>
                  <a:lnTo>
                    <a:pt x="1781321" y="52457"/>
                  </a:lnTo>
                  <a:lnTo>
                    <a:pt x="1858955" y="54677"/>
                  </a:lnTo>
                  <a:lnTo>
                    <a:pt x="1936589" y="56892"/>
                  </a:lnTo>
                  <a:lnTo>
                    <a:pt x="2014223" y="59101"/>
                  </a:lnTo>
                  <a:lnTo>
                    <a:pt x="2091857" y="61306"/>
                  </a:lnTo>
                  <a:lnTo>
                    <a:pt x="2169491" y="63504"/>
                  </a:lnTo>
                  <a:lnTo>
                    <a:pt x="2247125" y="65698"/>
                  </a:lnTo>
                  <a:lnTo>
                    <a:pt x="2324759" y="67886"/>
                  </a:lnTo>
                  <a:lnTo>
                    <a:pt x="2402393" y="70069"/>
                  </a:lnTo>
                  <a:lnTo>
                    <a:pt x="2480027" y="72246"/>
                  </a:lnTo>
                  <a:lnTo>
                    <a:pt x="2557661" y="74419"/>
                  </a:lnTo>
                  <a:lnTo>
                    <a:pt x="2635295" y="76586"/>
                  </a:lnTo>
                  <a:lnTo>
                    <a:pt x="2712930" y="78748"/>
                  </a:lnTo>
                  <a:lnTo>
                    <a:pt x="2790564" y="80904"/>
                  </a:lnTo>
                  <a:lnTo>
                    <a:pt x="2868198" y="83055"/>
                  </a:lnTo>
                  <a:lnTo>
                    <a:pt x="2945832" y="85201"/>
                  </a:lnTo>
                  <a:lnTo>
                    <a:pt x="3023466" y="87342"/>
                  </a:lnTo>
                  <a:lnTo>
                    <a:pt x="3101100" y="89478"/>
                  </a:lnTo>
                  <a:lnTo>
                    <a:pt x="3178734" y="91608"/>
                  </a:lnTo>
                  <a:lnTo>
                    <a:pt x="3256368" y="93733"/>
                  </a:lnTo>
                  <a:lnTo>
                    <a:pt x="3334002" y="95854"/>
                  </a:lnTo>
                  <a:lnTo>
                    <a:pt x="3411636" y="97969"/>
                  </a:lnTo>
                  <a:lnTo>
                    <a:pt x="3489270" y="100078"/>
                  </a:lnTo>
                  <a:lnTo>
                    <a:pt x="3566904" y="102183"/>
                  </a:lnTo>
                  <a:lnTo>
                    <a:pt x="3644538" y="104283"/>
                  </a:lnTo>
                  <a:lnTo>
                    <a:pt x="3722172" y="106377"/>
                  </a:lnTo>
                  <a:lnTo>
                    <a:pt x="3799806" y="108467"/>
                  </a:lnTo>
                  <a:lnTo>
                    <a:pt x="3877440" y="110551"/>
                  </a:lnTo>
                  <a:lnTo>
                    <a:pt x="3955074" y="112630"/>
                  </a:lnTo>
                  <a:lnTo>
                    <a:pt x="4032708" y="114704"/>
                  </a:lnTo>
                  <a:lnTo>
                    <a:pt x="4110342" y="116774"/>
                  </a:lnTo>
                  <a:lnTo>
                    <a:pt x="4187976" y="118838"/>
                  </a:lnTo>
                  <a:lnTo>
                    <a:pt x="4265610" y="120897"/>
                  </a:lnTo>
                  <a:lnTo>
                    <a:pt x="4343244" y="122951"/>
                  </a:lnTo>
                  <a:lnTo>
                    <a:pt x="4420879" y="125000"/>
                  </a:lnTo>
                  <a:lnTo>
                    <a:pt x="4498513" y="127044"/>
                  </a:lnTo>
                  <a:lnTo>
                    <a:pt x="4576147" y="129084"/>
                  </a:lnTo>
                  <a:lnTo>
                    <a:pt x="4653781" y="131118"/>
                  </a:lnTo>
                  <a:lnTo>
                    <a:pt x="4731415" y="133147"/>
                  </a:lnTo>
                  <a:lnTo>
                    <a:pt x="4809049" y="135172"/>
                  </a:lnTo>
                  <a:lnTo>
                    <a:pt x="4886683" y="137191"/>
                  </a:lnTo>
                  <a:lnTo>
                    <a:pt x="4964317" y="139206"/>
                  </a:lnTo>
                  <a:lnTo>
                    <a:pt x="5041951" y="141216"/>
                  </a:lnTo>
                  <a:lnTo>
                    <a:pt x="5119585" y="143220"/>
                  </a:lnTo>
                  <a:lnTo>
                    <a:pt x="5197219" y="145220"/>
                  </a:lnTo>
                  <a:lnTo>
                    <a:pt x="5274853" y="147215"/>
                  </a:lnTo>
                  <a:lnTo>
                    <a:pt x="5352487" y="149206"/>
                  </a:lnTo>
                  <a:lnTo>
                    <a:pt x="5430121" y="151191"/>
                  </a:lnTo>
                  <a:lnTo>
                    <a:pt x="5507755" y="153172"/>
                  </a:lnTo>
                  <a:lnTo>
                    <a:pt x="5585389" y="155147"/>
                  </a:lnTo>
                  <a:lnTo>
                    <a:pt x="5663023" y="157118"/>
                  </a:lnTo>
                  <a:lnTo>
                    <a:pt x="5740657" y="159085"/>
                  </a:lnTo>
                  <a:lnTo>
                    <a:pt x="5818291" y="161046"/>
                  </a:lnTo>
                  <a:lnTo>
                    <a:pt x="5895925" y="163003"/>
                  </a:lnTo>
                  <a:lnTo>
                    <a:pt x="5973559" y="164955"/>
                  </a:lnTo>
                  <a:lnTo>
                    <a:pt x="6051193" y="166902"/>
                  </a:lnTo>
                  <a:lnTo>
                    <a:pt x="6128827" y="168844"/>
                  </a:lnTo>
                  <a:lnTo>
                    <a:pt x="6206462" y="170782"/>
                  </a:lnTo>
                  <a:lnTo>
                    <a:pt x="6284096" y="172715"/>
                  </a:lnTo>
                  <a:lnTo>
                    <a:pt x="6361730" y="174644"/>
                  </a:lnTo>
                  <a:lnTo>
                    <a:pt x="6439364" y="176567"/>
                  </a:lnTo>
                  <a:lnTo>
                    <a:pt x="6516998" y="178486"/>
                  </a:lnTo>
                  <a:lnTo>
                    <a:pt x="6594632" y="180401"/>
                  </a:lnTo>
                  <a:lnTo>
                    <a:pt x="6672266" y="182310"/>
                  </a:lnTo>
                  <a:lnTo>
                    <a:pt x="6749900" y="184215"/>
                  </a:lnTo>
                  <a:lnTo>
                    <a:pt x="6827534" y="186116"/>
                  </a:lnTo>
                  <a:lnTo>
                    <a:pt x="6905168" y="188011"/>
                  </a:lnTo>
                  <a:lnTo>
                    <a:pt x="6982802" y="189903"/>
                  </a:lnTo>
                  <a:lnTo>
                    <a:pt x="7060436" y="191789"/>
                  </a:lnTo>
                  <a:lnTo>
                    <a:pt x="7138070" y="193671"/>
                  </a:lnTo>
                  <a:lnTo>
                    <a:pt x="7215704" y="195549"/>
                  </a:lnTo>
                  <a:lnTo>
                    <a:pt x="7293338" y="197422"/>
                  </a:lnTo>
                  <a:lnTo>
                    <a:pt x="7370972" y="19929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61664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2026-05-22T09:54:37Z</dcterms:modified>
  <cp:category/>
</cp:coreProperties>
</file>