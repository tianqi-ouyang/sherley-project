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24023"/>
            </a:xfrm>
            <a:custGeom>
              <a:avLst/>
              <a:pathLst>
                <a:path w="7370972" h="3624023">
                  <a:moveTo>
                    <a:pt x="1711360" y="0"/>
                  </a:moveTo>
                  <a:lnTo>
                    <a:pt x="1781321" y="213170"/>
                  </a:lnTo>
                  <a:lnTo>
                    <a:pt x="1858955" y="434499"/>
                  </a:lnTo>
                  <a:lnTo>
                    <a:pt x="1936589" y="641585"/>
                  </a:lnTo>
                  <a:lnTo>
                    <a:pt x="2014223" y="835346"/>
                  </a:lnTo>
                  <a:lnTo>
                    <a:pt x="2091857" y="1016638"/>
                  </a:lnTo>
                  <a:lnTo>
                    <a:pt x="2169491" y="1186264"/>
                  </a:lnTo>
                  <a:lnTo>
                    <a:pt x="2247125" y="1344975"/>
                  </a:lnTo>
                  <a:lnTo>
                    <a:pt x="2324759" y="1493473"/>
                  </a:lnTo>
                  <a:lnTo>
                    <a:pt x="2402393" y="1632415"/>
                  </a:lnTo>
                  <a:lnTo>
                    <a:pt x="2480027" y="1762416"/>
                  </a:lnTo>
                  <a:lnTo>
                    <a:pt x="2557661" y="1884051"/>
                  </a:lnTo>
                  <a:lnTo>
                    <a:pt x="2635295" y="1997860"/>
                  </a:lnTo>
                  <a:lnTo>
                    <a:pt x="2712930" y="2104344"/>
                  </a:lnTo>
                  <a:lnTo>
                    <a:pt x="2790564" y="2203977"/>
                  </a:lnTo>
                  <a:lnTo>
                    <a:pt x="2868198" y="2297198"/>
                  </a:lnTo>
                  <a:lnTo>
                    <a:pt x="2945832" y="2384421"/>
                  </a:lnTo>
                  <a:lnTo>
                    <a:pt x="3023466" y="2466030"/>
                  </a:lnTo>
                  <a:lnTo>
                    <a:pt x="3101100" y="2542389"/>
                  </a:lnTo>
                  <a:lnTo>
                    <a:pt x="3178734" y="2613833"/>
                  </a:lnTo>
                  <a:lnTo>
                    <a:pt x="3256368" y="2680680"/>
                  </a:lnTo>
                  <a:lnTo>
                    <a:pt x="3334002" y="2743226"/>
                  </a:lnTo>
                  <a:lnTo>
                    <a:pt x="3411636" y="2777283"/>
                  </a:lnTo>
                  <a:lnTo>
                    <a:pt x="3489270" y="2759737"/>
                  </a:lnTo>
                  <a:lnTo>
                    <a:pt x="3566904" y="2741840"/>
                  </a:lnTo>
                  <a:lnTo>
                    <a:pt x="3644538" y="2723584"/>
                  </a:lnTo>
                  <a:lnTo>
                    <a:pt x="3722172" y="2704961"/>
                  </a:lnTo>
                  <a:lnTo>
                    <a:pt x="3799806" y="2685966"/>
                  </a:lnTo>
                  <a:lnTo>
                    <a:pt x="3877440" y="2666590"/>
                  </a:lnTo>
                  <a:lnTo>
                    <a:pt x="3955074" y="2646826"/>
                  </a:lnTo>
                  <a:lnTo>
                    <a:pt x="4032708" y="2626665"/>
                  </a:lnTo>
                  <a:lnTo>
                    <a:pt x="4110342" y="2606100"/>
                  </a:lnTo>
                  <a:lnTo>
                    <a:pt x="4187976" y="2585123"/>
                  </a:lnTo>
                  <a:lnTo>
                    <a:pt x="4265610" y="2563726"/>
                  </a:lnTo>
                  <a:lnTo>
                    <a:pt x="4343244" y="2541900"/>
                  </a:lnTo>
                  <a:lnTo>
                    <a:pt x="4420879" y="2519636"/>
                  </a:lnTo>
                  <a:lnTo>
                    <a:pt x="4498513" y="2496926"/>
                  </a:lnTo>
                  <a:lnTo>
                    <a:pt x="4576147" y="2473761"/>
                  </a:lnTo>
                  <a:lnTo>
                    <a:pt x="4653781" y="2450131"/>
                  </a:lnTo>
                  <a:lnTo>
                    <a:pt x="4731415" y="2426028"/>
                  </a:lnTo>
                  <a:lnTo>
                    <a:pt x="4809049" y="2401442"/>
                  </a:lnTo>
                  <a:lnTo>
                    <a:pt x="4886683" y="2376363"/>
                  </a:lnTo>
                  <a:lnTo>
                    <a:pt x="4964317" y="2350781"/>
                  </a:lnTo>
                  <a:lnTo>
                    <a:pt x="5041951" y="2324686"/>
                  </a:lnTo>
                  <a:lnTo>
                    <a:pt x="5119585" y="2298069"/>
                  </a:lnTo>
                  <a:lnTo>
                    <a:pt x="5197219" y="2270918"/>
                  </a:lnTo>
                  <a:lnTo>
                    <a:pt x="5274853" y="2243222"/>
                  </a:lnTo>
                  <a:lnTo>
                    <a:pt x="5352487" y="2214972"/>
                  </a:lnTo>
                  <a:lnTo>
                    <a:pt x="5430121" y="2186155"/>
                  </a:lnTo>
                  <a:lnTo>
                    <a:pt x="5507755" y="2156761"/>
                  </a:lnTo>
                  <a:lnTo>
                    <a:pt x="5585389" y="2126777"/>
                  </a:lnTo>
                  <a:lnTo>
                    <a:pt x="5663023" y="2096193"/>
                  </a:lnTo>
                  <a:lnTo>
                    <a:pt x="5740657" y="2064995"/>
                  </a:lnTo>
                  <a:lnTo>
                    <a:pt x="5818291" y="2033172"/>
                  </a:lnTo>
                  <a:lnTo>
                    <a:pt x="5895925" y="2000712"/>
                  </a:lnTo>
                  <a:lnTo>
                    <a:pt x="5973559" y="1967600"/>
                  </a:lnTo>
                  <a:lnTo>
                    <a:pt x="6051193" y="1933825"/>
                  </a:lnTo>
                  <a:lnTo>
                    <a:pt x="6128827" y="1899373"/>
                  </a:lnTo>
                  <a:lnTo>
                    <a:pt x="6206462" y="1864231"/>
                  </a:lnTo>
                  <a:lnTo>
                    <a:pt x="6284096" y="1828384"/>
                  </a:lnTo>
                  <a:lnTo>
                    <a:pt x="6361730" y="1791818"/>
                  </a:lnTo>
                  <a:lnTo>
                    <a:pt x="6439364" y="1754520"/>
                  </a:lnTo>
                  <a:lnTo>
                    <a:pt x="6516998" y="1716474"/>
                  </a:lnTo>
                  <a:lnTo>
                    <a:pt x="6594632" y="1677665"/>
                  </a:lnTo>
                  <a:lnTo>
                    <a:pt x="6672266" y="1638079"/>
                  </a:lnTo>
                  <a:lnTo>
                    <a:pt x="6749900" y="1597699"/>
                  </a:lnTo>
                  <a:lnTo>
                    <a:pt x="6827534" y="1556510"/>
                  </a:lnTo>
                  <a:lnTo>
                    <a:pt x="6905168" y="1514495"/>
                  </a:lnTo>
                  <a:lnTo>
                    <a:pt x="6982802" y="1471638"/>
                  </a:lnTo>
                  <a:lnTo>
                    <a:pt x="7060436" y="1427922"/>
                  </a:lnTo>
                  <a:lnTo>
                    <a:pt x="7138070" y="1383329"/>
                  </a:lnTo>
                  <a:lnTo>
                    <a:pt x="7215704" y="1337843"/>
                  </a:lnTo>
                  <a:lnTo>
                    <a:pt x="7293338" y="1291445"/>
                  </a:lnTo>
                  <a:lnTo>
                    <a:pt x="7370972" y="1244117"/>
                  </a:lnTo>
                  <a:lnTo>
                    <a:pt x="7370972" y="3624023"/>
                  </a:lnTo>
                  <a:lnTo>
                    <a:pt x="7293338" y="3622055"/>
                  </a:lnTo>
                  <a:lnTo>
                    <a:pt x="7215704" y="3619951"/>
                  </a:lnTo>
                  <a:lnTo>
                    <a:pt x="7138070" y="3617703"/>
                  </a:lnTo>
                  <a:lnTo>
                    <a:pt x="7060436" y="3615300"/>
                  </a:lnTo>
                  <a:lnTo>
                    <a:pt x="6982802" y="3612732"/>
                  </a:lnTo>
                  <a:lnTo>
                    <a:pt x="6905168" y="3609987"/>
                  </a:lnTo>
                  <a:lnTo>
                    <a:pt x="6827534" y="3607053"/>
                  </a:lnTo>
                  <a:lnTo>
                    <a:pt x="6749900" y="3603917"/>
                  </a:lnTo>
                  <a:lnTo>
                    <a:pt x="6672266" y="3600566"/>
                  </a:lnTo>
                  <a:lnTo>
                    <a:pt x="6594632" y="3596985"/>
                  </a:lnTo>
                  <a:lnTo>
                    <a:pt x="6516998" y="3593157"/>
                  </a:lnTo>
                  <a:lnTo>
                    <a:pt x="6439364" y="3589065"/>
                  </a:lnTo>
                  <a:lnTo>
                    <a:pt x="6361730" y="3584693"/>
                  </a:lnTo>
                  <a:lnTo>
                    <a:pt x="6284096" y="3580020"/>
                  </a:lnTo>
                  <a:lnTo>
                    <a:pt x="6206462" y="3575025"/>
                  </a:lnTo>
                  <a:lnTo>
                    <a:pt x="6128827" y="3569687"/>
                  </a:lnTo>
                  <a:lnTo>
                    <a:pt x="6051193" y="3563981"/>
                  </a:lnTo>
                  <a:lnTo>
                    <a:pt x="5973559" y="3557883"/>
                  </a:lnTo>
                  <a:lnTo>
                    <a:pt x="5895925" y="3551366"/>
                  </a:lnTo>
                  <a:lnTo>
                    <a:pt x="5818291" y="3544401"/>
                  </a:lnTo>
                  <a:lnTo>
                    <a:pt x="5740657" y="3536956"/>
                  </a:lnTo>
                  <a:lnTo>
                    <a:pt x="5663023" y="3529000"/>
                  </a:lnTo>
                  <a:lnTo>
                    <a:pt x="5585389" y="3520496"/>
                  </a:lnTo>
                  <a:lnTo>
                    <a:pt x="5507755" y="3511408"/>
                  </a:lnTo>
                  <a:lnTo>
                    <a:pt x="5430121" y="3501694"/>
                  </a:lnTo>
                  <a:lnTo>
                    <a:pt x="5352487" y="3491313"/>
                  </a:lnTo>
                  <a:lnTo>
                    <a:pt x="5274853" y="3480217"/>
                  </a:lnTo>
                  <a:lnTo>
                    <a:pt x="5197219" y="3468359"/>
                  </a:lnTo>
                  <a:lnTo>
                    <a:pt x="5119585" y="3455684"/>
                  </a:lnTo>
                  <a:lnTo>
                    <a:pt x="5041951" y="3442139"/>
                  </a:lnTo>
                  <a:lnTo>
                    <a:pt x="4964317" y="3427661"/>
                  </a:lnTo>
                  <a:lnTo>
                    <a:pt x="4886683" y="3412188"/>
                  </a:lnTo>
                  <a:lnTo>
                    <a:pt x="4809049" y="3395650"/>
                  </a:lnTo>
                  <a:lnTo>
                    <a:pt x="4731415" y="3377976"/>
                  </a:lnTo>
                  <a:lnTo>
                    <a:pt x="4653781" y="3359085"/>
                  </a:lnTo>
                  <a:lnTo>
                    <a:pt x="4576147" y="3338896"/>
                  </a:lnTo>
                  <a:lnTo>
                    <a:pt x="4498513" y="3317318"/>
                  </a:lnTo>
                  <a:lnTo>
                    <a:pt x="4420879" y="3294255"/>
                  </a:lnTo>
                  <a:lnTo>
                    <a:pt x="4343244" y="3269607"/>
                  </a:lnTo>
                  <a:lnTo>
                    <a:pt x="4265610" y="3243264"/>
                  </a:lnTo>
                  <a:lnTo>
                    <a:pt x="4187976" y="3215109"/>
                  </a:lnTo>
                  <a:lnTo>
                    <a:pt x="4110342" y="3185017"/>
                  </a:lnTo>
                  <a:lnTo>
                    <a:pt x="4032708" y="3152856"/>
                  </a:lnTo>
                  <a:lnTo>
                    <a:pt x="3955074" y="3118483"/>
                  </a:lnTo>
                  <a:lnTo>
                    <a:pt x="3877440" y="3081746"/>
                  </a:lnTo>
                  <a:lnTo>
                    <a:pt x="3799806" y="3042482"/>
                  </a:lnTo>
                  <a:lnTo>
                    <a:pt x="3722172" y="3000518"/>
                  </a:lnTo>
                  <a:lnTo>
                    <a:pt x="3644538" y="2955668"/>
                  </a:lnTo>
                  <a:lnTo>
                    <a:pt x="3566904" y="2907733"/>
                  </a:lnTo>
                  <a:lnTo>
                    <a:pt x="3489270" y="2856501"/>
                  </a:lnTo>
                  <a:lnTo>
                    <a:pt x="3411636" y="2801746"/>
                  </a:lnTo>
                  <a:lnTo>
                    <a:pt x="3334002" y="2794484"/>
                  </a:lnTo>
                  <a:lnTo>
                    <a:pt x="3256368" y="2811347"/>
                  </a:lnTo>
                  <a:lnTo>
                    <a:pt x="3178734" y="2827878"/>
                  </a:lnTo>
                  <a:lnTo>
                    <a:pt x="3101100" y="2844085"/>
                  </a:lnTo>
                  <a:lnTo>
                    <a:pt x="3023466" y="2859973"/>
                  </a:lnTo>
                  <a:lnTo>
                    <a:pt x="2945832" y="2875549"/>
                  </a:lnTo>
                  <a:lnTo>
                    <a:pt x="2868198" y="2890819"/>
                  </a:lnTo>
                  <a:lnTo>
                    <a:pt x="2790564" y="2905789"/>
                  </a:lnTo>
                  <a:lnTo>
                    <a:pt x="2712930" y="2920465"/>
                  </a:lnTo>
                  <a:lnTo>
                    <a:pt x="2635295" y="2934853"/>
                  </a:lnTo>
                  <a:lnTo>
                    <a:pt x="2557661" y="2948957"/>
                  </a:lnTo>
                  <a:lnTo>
                    <a:pt x="2480027" y="2962785"/>
                  </a:lnTo>
                  <a:lnTo>
                    <a:pt x="2402393" y="2976341"/>
                  </a:lnTo>
                  <a:lnTo>
                    <a:pt x="2324759" y="2989630"/>
                  </a:lnTo>
                  <a:lnTo>
                    <a:pt x="2247125" y="3002658"/>
                  </a:lnTo>
                  <a:lnTo>
                    <a:pt x="2169491" y="3015431"/>
                  </a:lnTo>
                  <a:lnTo>
                    <a:pt x="2091857" y="3027952"/>
                  </a:lnTo>
                  <a:lnTo>
                    <a:pt x="2014223" y="3040227"/>
                  </a:lnTo>
                  <a:lnTo>
                    <a:pt x="1936589" y="3052261"/>
                  </a:lnTo>
                  <a:lnTo>
                    <a:pt x="1858955" y="3064059"/>
                  </a:lnTo>
                  <a:lnTo>
                    <a:pt x="1781321" y="3075625"/>
                  </a:lnTo>
                  <a:lnTo>
                    <a:pt x="1703687" y="3086963"/>
                  </a:lnTo>
                  <a:lnTo>
                    <a:pt x="1626053" y="3098079"/>
                  </a:lnTo>
                  <a:lnTo>
                    <a:pt x="1548419" y="3108976"/>
                  </a:lnTo>
                  <a:lnTo>
                    <a:pt x="1470785" y="3119659"/>
                  </a:lnTo>
                  <a:lnTo>
                    <a:pt x="1393151" y="3130132"/>
                  </a:lnTo>
                  <a:lnTo>
                    <a:pt x="1315517" y="3140400"/>
                  </a:lnTo>
                  <a:lnTo>
                    <a:pt x="1237883" y="3150466"/>
                  </a:lnTo>
                  <a:lnTo>
                    <a:pt x="1160249" y="3160333"/>
                  </a:lnTo>
                  <a:lnTo>
                    <a:pt x="1082615" y="3170007"/>
                  </a:lnTo>
                  <a:lnTo>
                    <a:pt x="1004981" y="3179491"/>
                  </a:lnTo>
                  <a:lnTo>
                    <a:pt x="927346" y="3188789"/>
                  </a:lnTo>
                  <a:lnTo>
                    <a:pt x="849712" y="3197904"/>
                  </a:lnTo>
                  <a:lnTo>
                    <a:pt x="772078" y="3206839"/>
                  </a:lnTo>
                  <a:lnTo>
                    <a:pt x="694444" y="3215599"/>
                  </a:lnTo>
                  <a:lnTo>
                    <a:pt x="616810" y="3224187"/>
                  </a:lnTo>
                  <a:lnTo>
                    <a:pt x="539176" y="3232607"/>
                  </a:lnTo>
                  <a:lnTo>
                    <a:pt x="461542" y="3240860"/>
                  </a:lnTo>
                  <a:lnTo>
                    <a:pt x="383908" y="3248952"/>
                  </a:lnTo>
                  <a:lnTo>
                    <a:pt x="306274" y="3256885"/>
                  </a:lnTo>
                  <a:lnTo>
                    <a:pt x="228640" y="3264661"/>
                  </a:lnTo>
                  <a:lnTo>
                    <a:pt x="151006" y="3272285"/>
                  </a:lnTo>
                  <a:lnTo>
                    <a:pt x="73372" y="3279759"/>
                  </a:lnTo>
                  <a:lnTo>
                    <a:pt x="0" y="328668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28878" y="1896563"/>
              <a:ext cx="5659611" cy="2777283"/>
            </a:xfrm>
            <a:custGeom>
              <a:avLst/>
              <a:pathLst>
                <a:path w="5659611" h="2777283">
                  <a:moveTo>
                    <a:pt x="0" y="0"/>
                  </a:moveTo>
                  <a:lnTo>
                    <a:pt x="69960" y="213170"/>
                  </a:lnTo>
                  <a:lnTo>
                    <a:pt x="147594" y="434499"/>
                  </a:lnTo>
                  <a:lnTo>
                    <a:pt x="225228" y="641585"/>
                  </a:lnTo>
                  <a:lnTo>
                    <a:pt x="302862" y="835346"/>
                  </a:lnTo>
                  <a:lnTo>
                    <a:pt x="380496" y="1016638"/>
                  </a:lnTo>
                  <a:lnTo>
                    <a:pt x="458130" y="1186264"/>
                  </a:lnTo>
                  <a:lnTo>
                    <a:pt x="535764" y="1344975"/>
                  </a:lnTo>
                  <a:lnTo>
                    <a:pt x="613399" y="1493473"/>
                  </a:lnTo>
                  <a:lnTo>
                    <a:pt x="691033" y="1632415"/>
                  </a:lnTo>
                  <a:lnTo>
                    <a:pt x="768667" y="1762416"/>
                  </a:lnTo>
                  <a:lnTo>
                    <a:pt x="846301" y="1884051"/>
                  </a:lnTo>
                  <a:lnTo>
                    <a:pt x="923935" y="1997860"/>
                  </a:lnTo>
                  <a:lnTo>
                    <a:pt x="1001569" y="2104344"/>
                  </a:lnTo>
                  <a:lnTo>
                    <a:pt x="1079203" y="2203977"/>
                  </a:lnTo>
                  <a:lnTo>
                    <a:pt x="1156837" y="2297198"/>
                  </a:lnTo>
                  <a:lnTo>
                    <a:pt x="1234471" y="2384421"/>
                  </a:lnTo>
                  <a:lnTo>
                    <a:pt x="1312105" y="2466030"/>
                  </a:lnTo>
                  <a:lnTo>
                    <a:pt x="1389739" y="2542389"/>
                  </a:lnTo>
                  <a:lnTo>
                    <a:pt x="1467373" y="2613833"/>
                  </a:lnTo>
                  <a:lnTo>
                    <a:pt x="1545007" y="2680680"/>
                  </a:lnTo>
                  <a:lnTo>
                    <a:pt x="1622641" y="2743226"/>
                  </a:lnTo>
                  <a:lnTo>
                    <a:pt x="1700275" y="2777283"/>
                  </a:lnTo>
                  <a:lnTo>
                    <a:pt x="1777909" y="2759737"/>
                  </a:lnTo>
                  <a:lnTo>
                    <a:pt x="1855543" y="2741840"/>
                  </a:lnTo>
                  <a:lnTo>
                    <a:pt x="1933177" y="2723584"/>
                  </a:lnTo>
                  <a:lnTo>
                    <a:pt x="2010811" y="2704961"/>
                  </a:lnTo>
                  <a:lnTo>
                    <a:pt x="2088445" y="2685966"/>
                  </a:lnTo>
                  <a:lnTo>
                    <a:pt x="2166079" y="2666590"/>
                  </a:lnTo>
                  <a:lnTo>
                    <a:pt x="2243713" y="2646826"/>
                  </a:lnTo>
                  <a:lnTo>
                    <a:pt x="2321348" y="2626665"/>
                  </a:lnTo>
                  <a:lnTo>
                    <a:pt x="2398982" y="2606100"/>
                  </a:lnTo>
                  <a:lnTo>
                    <a:pt x="2476616" y="2585123"/>
                  </a:lnTo>
                  <a:lnTo>
                    <a:pt x="2554250" y="2563726"/>
                  </a:lnTo>
                  <a:lnTo>
                    <a:pt x="2631884" y="2541900"/>
                  </a:lnTo>
                  <a:lnTo>
                    <a:pt x="2709518" y="2519636"/>
                  </a:lnTo>
                  <a:lnTo>
                    <a:pt x="2787152" y="2496926"/>
                  </a:lnTo>
                  <a:lnTo>
                    <a:pt x="2864786" y="2473761"/>
                  </a:lnTo>
                  <a:lnTo>
                    <a:pt x="2942420" y="2450131"/>
                  </a:lnTo>
                  <a:lnTo>
                    <a:pt x="3020054" y="2426028"/>
                  </a:lnTo>
                  <a:lnTo>
                    <a:pt x="3097688" y="2401442"/>
                  </a:lnTo>
                  <a:lnTo>
                    <a:pt x="3175322" y="2376363"/>
                  </a:lnTo>
                  <a:lnTo>
                    <a:pt x="3252956" y="2350781"/>
                  </a:lnTo>
                  <a:lnTo>
                    <a:pt x="3330590" y="2324686"/>
                  </a:lnTo>
                  <a:lnTo>
                    <a:pt x="3408224" y="2298069"/>
                  </a:lnTo>
                  <a:lnTo>
                    <a:pt x="3485858" y="2270918"/>
                  </a:lnTo>
                  <a:lnTo>
                    <a:pt x="3563492" y="2243222"/>
                  </a:lnTo>
                  <a:lnTo>
                    <a:pt x="3641126" y="2214972"/>
                  </a:lnTo>
                  <a:lnTo>
                    <a:pt x="3718760" y="2186155"/>
                  </a:lnTo>
                  <a:lnTo>
                    <a:pt x="3796394" y="2156761"/>
                  </a:lnTo>
                  <a:lnTo>
                    <a:pt x="3874028" y="2126777"/>
                  </a:lnTo>
                  <a:lnTo>
                    <a:pt x="3951662" y="2096193"/>
                  </a:lnTo>
                  <a:lnTo>
                    <a:pt x="4029297" y="2064995"/>
                  </a:lnTo>
                  <a:lnTo>
                    <a:pt x="4106931" y="2033172"/>
                  </a:lnTo>
                  <a:lnTo>
                    <a:pt x="4184565" y="2000712"/>
                  </a:lnTo>
                  <a:lnTo>
                    <a:pt x="4262199" y="1967600"/>
                  </a:lnTo>
                  <a:lnTo>
                    <a:pt x="4339833" y="1933825"/>
                  </a:lnTo>
                  <a:lnTo>
                    <a:pt x="4417467" y="1899373"/>
                  </a:lnTo>
                  <a:lnTo>
                    <a:pt x="4495101" y="1864231"/>
                  </a:lnTo>
                  <a:lnTo>
                    <a:pt x="4572735" y="1828384"/>
                  </a:lnTo>
                  <a:lnTo>
                    <a:pt x="4650369" y="1791818"/>
                  </a:lnTo>
                  <a:lnTo>
                    <a:pt x="4728003" y="1754520"/>
                  </a:lnTo>
                  <a:lnTo>
                    <a:pt x="4805637" y="1716474"/>
                  </a:lnTo>
                  <a:lnTo>
                    <a:pt x="4883271" y="1677665"/>
                  </a:lnTo>
                  <a:lnTo>
                    <a:pt x="4960905" y="1638079"/>
                  </a:lnTo>
                  <a:lnTo>
                    <a:pt x="5038539" y="1597699"/>
                  </a:lnTo>
                  <a:lnTo>
                    <a:pt x="5116173" y="1556510"/>
                  </a:lnTo>
                  <a:lnTo>
                    <a:pt x="5193807" y="1514495"/>
                  </a:lnTo>
                  <a:lnTo>
                    <a:pt x="5271441" y="1471638"/>
                  </a:lnTo>
                  <a:lnTo>
                    <a:pt x="5349075" y="1427922"/>
                  </a:lnTo>
                  <a:lnTo>
                    <a:pt x="5426709" y="1383329"/>
                  </a:lnTo>
                  <a:lnTo>
                    <a:pt x="5504343" y="1337843"/>
                  </a:lnTo>
                  <a:lnTo>
                    <a:pt x="5581977" y="1291445"/>
                  </a:lnTo>
                  <a:lnTo>
                    <a:pt x="5659611" y="12441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91047"/>
              <a:ext cx="7370972" cy="829539"/>
            </a:xfrm>
            <a:custGeom>
              <a:avLst/>
              <a:pathLst>
                <a:path w="7370972" h="829539">
                  <a:moveTo>
                    <a:pt x="7370972" y="829539"/>
                  </a:moveTo>
                  <a:lnTo>
                    <a:pt x="7293338" y="827571"/>
                  </a:lnTo>
                  <a:lnTo>
                    <a:pt x="7215704" y="825467"/>
                  </a:lnTo>
                  <a:lnTo>
                    <a:pt x="7138070" y="823219"/>
                  </a:lnTo>
                  <a:lnTo>
                    <a:pt x="7060436" y="820816"/>
                  </a:lnTo>
                  <a:lnTo>
                    <a:pt x="6982802" y="818247"/>
                  </a:lnTo>
                  <a:lnTo>
                    <a:pt x="6905168" y="815502"/>
                  </a:lnTo>
                  <a:lnTo>
                    <a:pt x="6827534" y="812569"/>
                  </a:lnTo>
                  <a:lnTo>
                    <a:pt x="6749900" y="809433"/>
                  </a:lnTo>
                  <a:lnTo>
                    <a:pt x="6672266" y="806082"/>
                  </a:lnTo>
                  <a:lnTo>
                    <a:pt x="6594632" y="802500"/>
                  </a:lnTo>
                  <a:lnTo>
                    <a:pt x="6516998" y="798672"/>
                  </a:lnTo>
                  <a:lnTo>
                    <a:pt x="6439364" y="794581"/>
                  </a:lnTo>
                  <a:lnTo>
                    <a:pt x="6361730" y="790209"/>
                  </a:lnTo>
                  <a:lnTo>
                    <a:pt x="6284096" y="785535"/>
                  </a:lnTo>
                  <a:lnTo>
                    <a:pt x="6206462" y="780541"/>
                  </a:lnTo>
                  <a:lnTo>
                    <a:pt x="6128827" y="775202"/>
                  </a:lnTo>
                  <a:lnTo>
                    <a:pt x="6051193" y="769497"/>
                  </a:lnTo>
                  <a:lnTo>
                    <a:pt x="5973559" y="763399"/>
                  </a:lnTo>
                  <a:lnTo>
                    <a:pt x="5895925" y="756882"/>
                  </a:lnTo>
                  <a:lnTo>
                    <a:pt x="5818291" y="749917"/>
                  </a:lnTo>
                  <a:lnTo>
                    <a:pt x="5740657" y="742472"/>
                  </a:lnTo>
                  <a:lnTo>
                    <a:pt x="5663023" y="734516"/>
                  </a:lnTo>
                  <a:lnTo>
                    <a:pt x="5585389" y="726012"/>
                  </a:lnTo>
                  <a:lnTo>
                    <a:pt x="5507755" y="716924"/>
                  </a:lnTo>
                  <a:lnTo>
                    <a:pt x="5430121" y="707210"/>
                  </a:lnTo>
                  <a:lnTo>
                    <a:pt x="5352487" y="696829"/>
                  </a:lnTo>
                  <a:lnTo>
                    <a:pt x="5274853" y="685733"/>
                  </a:lnTo>
                  <a:lnTo>
                    <a:pt x="5197219" y="673874"/>
                  </a:lnTo>
                  <a:lnTo>
                    <a:pt x="5119585" y="661200"/>
                  </a:lnTo>
                  <a:lnTo>
                    <a:pt x="5041951" y="647654"/>
                  </a:lnTo>
                  <a:lnTo>
                    <a:pt x="4964317" y="633177"/>
                  </a:lnTo>
                  <a:lnTo>
                    <a:pt x="4886683" y="617704"/>
                  </a:lnTo>
                  <a:lnTo>
                    <a:pt x="4809049" y="601166"/>
                  </a:lnTo>
                  <a:lnTo>
                    <a:pt x="4731415" y="583491"/>
                  </a:lnTo>
                  <a:lnTo>
                    <a:pt x="4653781" y="564601"/>
                  </a:lnTo>
                  <a:lnTo>
                    <a:pt x="4576147" y="544411"/>
                  </a:lnTo>
                  <a:lnTo>
                    <a:pt x="4498513" y="522833"/>
                  </a:lnTo>
                  <a:lnTo>
                    <a:pt x="4420879" y="499771"/>
                  </a:lnTo>
                  <a:lnTo>
                    <a:pt x="4343244" y="475123"/>
                  </a:lnTo>
                  <a:lnTo>
                    <a:pt x="4265610" y="448779"/>
                  </a:lnTo>
                  <a:lnTo>
                    <a:pt x="4187976" y="420624"/>
                  </a:lnTo>
                  <a:lnTo>
                    <a:pt x="4110342" y="390533"/>
                  </a:lnTo>
                  <a:lnTo>
                    <a:pt x="4032708" y="358371"/>
                  </a:lnTo>
                  <a:lnTo>
                    <a:pt x="3955074" y="323998"/>
                  </a:lnTo>
                  <a:lnTo>
                    <a:pt x="3877440" y="287261"/>
                  </a:lnTo>
                  <a:lnTo>
                    <a:pt x="3799806" y="247998"/>
                  </a:lnTo>
                  <a:lnTo>
                    <a:pt x="3722172" y="206034"/>
                  </a:lnTo>
                  <a:lnTo>
                    <a:pt x="3644538" y="161183"/>
                  </a:lnTo>
                  <a:lnTo>
                    <a:pt x="3566904" y="113249"/>
                  </a:lnTo>
                  <a:lnTo>
                    <a:pt x="3489270" y="62017"/>
                  </a:lnTo>
                  <a:lnTo>
                    <a:pt x="3411636" y="7262"/>
                  </a:lnTo>
                  <a:lnTo>
                    <a:pt x="3334002" y="0"/>
                  </a:lnTo>
                  <a:lnTo>
                    <a:pt x="3256368" y="16862"/>
                  </a:lnTo>
                  <a:lnTo>
                    <a:pt x="3178734" y="33394"/>
                  </a:lnTo>
                  <a:lnTo>
                    <a:pt x="3101100" y="49601"/>
                  </a:lnTo>
                  <a:lnTo>
                    <a:pt x="3023466" y="65489"/>
                  </a:lnTo>
                  <a:lnTo>
                    <a:pt x="2945832" y="81065"/>
                  </a:lnTo>
                  <a:lnTo>
                    <a:pt x="2868198" y="96335"/>
                  </a:lnTo>
                  <a:lnTo>
                    <a:pt x="2790564" y="111305"/>
                  </a:lnTo>
                  <a:lnTo>
                    <a:pt x="2712930" y="125981"/>
                  </a:lnTo>
                  <a:lnTo>
                    <a:pt x="2635295" y="140368"/>
                  </a:lnTo>
                  <a:lnTo>
                    <a:pt x="2557661" y="154473"/>
                  </a:lnTo>
                  <a:lnTo>
                    <a:pt x="2480027" y="168301"/>
                  </a:lnTo>
                  <a:lnTo>
                    <a:pt x="2402393" y="181856"/>
                  </a:lnTo>
                  <a:lnTo>
                    <a:pt x="2324759" y="195146"/>
                  </a:lnTo>
                  <a:lnTo>
                    <a:pt x="2247125" y="208174"/>
                  </a:lnTo>
                  <a:lnTo>
                    <a:pt x="2169491" y="220946"/>
                  </a:lnTo>
                  <a:lnTo>
                    <a:pt x="2091857" y="233468"/>
                  </a:lnTo>
                  <a:lnTo>
                    <a:pt x="2014223" y="245743"/>
                  </a:lnTo>
                  <a:lnTo>
                    <a:pt x="1936589" y="257777"/>
                  </a:lnTo>
                  <a:lnTo>
                    <a:pt x="1858955" y="269575"/>
                  </a:lnTo>
                  <a:lnTo>
                    <a:pt x="1781321" y="281140"/>
                  </a:lnTo>
                  <a:lnTo>
                    <a:pt x="1703687" y="292479"/>
                  </a:lnTo>
                  <a:lnTo>
                    <a:pt x="1626053" y="303595"/>
                  </a:lnTo>
                  <a:lnTo>
                    <a:pt x="1548419" y="314492"/>
                  </a:lnTo>
                  <a:lnTo>
                    <a:pt x="1470785" y="325175"/>
                  </a:lnTo>
                  <a:lnTo>
                    <a:pt x="1393151" y="335648"/>
                  </a:lnTo>
                  <a:lnTo>
                    <a:pt x="1315517" y="345916"/>
                  </a:lnTo>
                  <a:lnTo>
                    <a:pt x="1237883" y="355981"/>
                  </a:lnTo>
                  <a:lnTo>
                    <a:pt x="1160249" y="365849"/>
                  </a:lnTo>
                  <a:lnTo>
                    <a:pt x="1082615" y="375523"/>
                  </a:lnTo>
                  <a:lnTo>
                    <a:pt x="1004981" y="385007"/>
                  </a:lnTo>
                  <a:lnTo>
                    <a:pt x="927346" y="394304"/>
                  </a:lnTo>
                  <a:lnTo>
                    <a:pt x="849712" y="403419"/>
                  </a:lnTo>
                  <a:lnTo>
                    <a:pt x="772078" y="412355"/>
                  </a:lnTo>
                  <a:lnTo>
                    <a:pt x="694444" y="421115"/>
                  </a:lnTo>
                  <a:lnTo>
                    <a:pt x="616810" y="429703"/>
                  </a:lnTo>
                  <a:lnTo>
                    <a:pt x="539176" y="438122"/>
                  </a:lnTo>
                  <a:lnTo>
                    <a:pt x="461542" y="446376"/>
                  </a:lnTo>
                  <a:lnTo>
                    <a:pt x="383908" y="454468"/>
                  </a:lnTo>
                  <a:lnTo>
                    <a:pt x="306274" y="462400"/>
                  </a:lnTo>
                  <a:lnTo>
                    <a:pt x="228640" y="470177"/>
                  </a:lnTo>
                  <a:lnTo>
                    <a:pt x="151006" y="477801"/>
                  </a:lnTo>
                  <a:lnTo>
                    <a:pt x="73372" y="485275"/>
                  </a:lnTo>
                  <a:lnTo>
                    <a:pt x="0" y="4922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142810"/>
              <a:ext cx="7370972" cy="2143847"/>
            </a:xfrm>
            <a:custGeom>
              <a:avLst/>
              <a:pathLst>
                <a:path w="7370972" h="2143847">
                  <a:moveTo>
                    <a:pt x="0" y="0"/>
                  </a:moveTo>
                  <a:lnTo>
                    <a:pt x="73372" y="52520"/>
                  </a:lnTo>
                  <a:lnTo>
                    <a:pt x="151006" y="106809"/>
                  </a:lnTo>
                  <a:lnTo>
                    <a:pt x="228640" y="159846"/>
                  </a:lnTo>
                  <a:lnTo>
                    <a:pt x="306274" y="211660"/>
                  </a:lnTo>
                  <a:lnTo>
                    <a:pt x="383908" y="262279"/>
                  </a:lnTo>
                  <a:lnTo>
                    <a:pt x="461542" y="311730"/>
                  </a:lnTo>
                  <a:lnTo>
                    <a:pt x="539176" y="360041"/>
                  </a:lnTo>
                  <a:lnTo>
                    <a:pt x="616810" y="407237"/>
                  </a:lnTo>
                  <a:lnTo>
                    <a:pt x="694444" y="453345"/>
                  </a:lnTo>
                  <a:lnTo>
                    <a:pt x="772078" y="498390"/>
                  </a:lnTo>
                  <a:lnTo>
                    <a:pt x="849712" y="542396"/>
                  </a:lnTo>
                  <a:lnTo>
                    <a:pt x="927346" y="585386"/>
                  </a:lnTo>
                  <a:lnTo>
                    <a:pt x="1004981" y="627386"/>
                  </a:lnTo>
                  <a:lnTo>
                    <a:pt x="1082615" y="668416"/>
                  </a:lnTo>
                  <a:lnTo>
                    <a:pt x="1160249" y="708501"/>
                  </a:lnTo>
                  <a:lnTo>
                    <a:pt x="1237883" y="747660"/>
                  </a:lnTo>
                  <a:lnTo>
                    <a:pt x="1315517" y="785917"/>
                  </a:lnTo>
                  <a:lnTo>
                    <a:pt x="1393151" y="823291"/>
                  </a:lnTo>
                  <a:lnTo>
                    <a:pt x="1470785" y="859804"/>
                  </a:lnTo>
                  <a:lnTo>
                    <a:pt x="1548419" y="895474"/>
                  </a:lnTo>
                  <a:lnTo>
                    <a:pt x="1626053" y="930321"/>
                  </a:lnTo>
                  <a:lnTo>
                    <a:pt x="1703687" y="964365"/>
                  </a:lnTo>
                  <a:lnTo>
                    <a:pt x="1781321" y="997624"/>
                  </a:lnTo>
                  <a:lnTo>
                    <a:pt x="1858955" y="1030115"/>
                  </a:lnTo>
                  <a:lnTo>
                    <a:pt x="1936589" y="1061857"/>
                  </a:lnTo>
                  <a:lnTo>
                    <a:pt x="2014223" y="1092867"/>
                  </a:lnTo>
                  <a:lnTo>
                    <a:pt x="2091857" y="1123162"/>
                  </a:lnTo>
                  <a:lnTo>
                    <a:pt x="2169491" y="1152758"/>
                  </a:lnTo>
                  <a:lnTo>
                    <a:pt x="2247125" y="1181672"/>
                  </a:lnTo>
                  <a:lnTo>
                    <a:pt x="2324759" y="1209919"/>
                  </a:lnTo>
                  <a:lnTo>
                    <a:pt x="2402393" y="1237514"/>
                  </a:lnTo>
                  <a:lnTo>
                    <a:pt x="2480027" y="1264473"/>
                  </a:lnTo>
                  <a:lnTo>
                    <a:pt x="2557661" y="1290810"/>
                  </a:lnTo>
                  <a:lnTo>
                    <a:pt x="2635295" y="1316539"/>
                  </a:lnTo>
                  <a:lnTo>
                    <a:pt x="2712930" y="1341675"/>
                  </a:lnTo>
                  <a:lnTo>
                    <a:pt x="2790564" y="1366232"/>
                  </a:lnTo>
                  <a:lnTo>
                    <a:pt x="2868198" y="1390222"/>
                  </a:lnTo>
                  <a:lnTo>
                    <a:pt x="2945832" y="1413659"/>
                  </a:lnTo>
                  <a:lnTo>
                    <a:pt x="3023466" y="1436555"/>
                  </a:lnTo>
                  <a:lnTo>
                    <a:pt x="3101100" y="1458923"/>
                  </a:lnTo>
                  <a:lnTo>
                    <a:pt x="3178734" y="1480775"/>
                  </a:lnTo>
                  <a:lnTo>
                    <a:pt x="3256368" y="1502123"/>
                  </a:lnTo>
                  <a:lnTo>
                    <a:pt x="3334002" y="1522979"/>
                  </a:lnTo>
                  <a:lnTo>
                    <a:pt x="3411636" y="1543354"/>
                  </a:lnTo>
                  <a:lnTo>
                    <a:pt x="3489270" y="1563259"/>
                  </a:lnTo>
                  <a:lnTo>
                    <a:pt x="3566904" y="1582705"/>
                  </a:lnTo>
                  <a:lnTo>
                    <a:pt x="3644538" y="1601702"/>
                  </a:lnTo>
                  <a:lnTo>
                    <a:pt x="3722172" y="1620262"/>
                  </a:lnTo>
                  <a:lnTo>
                    <a:pt x="3799806" y="1638393"/>
                  </a:lnTo>
                  <a:lnTo>
                    <a:pt x="3877440" y="1656106"/>
                  </a:lnTo>
                  <a:lnTo>
                    <a:pt x="3955074" y="1673410"/>
                  </a:lnTo>
                  <a:lnTo>
                    <a:pt x="4032708" y="1690316"/>
                  </a:lnTo>
                  <a:lnTo>
                    <a:pt x="4110342" y="1706831"/>
                  </a:lnTo>
                  <a:lnTo>
                    <a:pt x="4187976" y="1722966"/>
                  </a:lnTo>
                  <a:lnTo>
                    <a:pt x="4265610" y="1738728"/>
                  </a:lnTo>
                  <a:lnTo>
                    <a:pt x="4343244" y="1754127"/>
                  </a:lnTo>
                  <a:lnTo>
                    <a:pt x="4420879" y="1769171"/>
                  </a:lnTo>
                  <a:lnTo>
                    <a:pt x="4498513" y="1783868"/>
                  </a:lnTo>
                  <a:lnTo>
                    <a:pt x="4576147" y="1798225"/>
                  </a:lnTo>
                  <a:lnTo>
                    <a:pt x="4653781" y="1812252"/>
                  </a:lnTo>
                  <a:lnTo>
                    <a:pt x="4731415" y="1825955"/>
                  </a:lnTo>
                  <a:lnTo>
                    <a:pt x="4809049" y="1839342"/>
                  </a:lnTo>
                  <a:lnTo>
                    <a:pt x="4886683" y="1852421"/>
                  </a:lnTo>
                  <a:lnTo>
                    <a:pt x="4964317" y="1865198"/>
                  </a:lnTo>
                  <a:lnTo>
                    <a:pt x="5041951" y="1877680"/>
                  </a:lnTo>
                  <a:lnTo>
                    <a:pt x="5119585" y="1889874"/>
                  </a:lnTo>
                  <a:lnTo>
                    <a:pt x="5197219" y="1901787"/>
                  </a:lnTo>
                  <a:lnTo>
                    <a:pt x="5274853" y="1913425"/>
                  </a:lnTo>
                  <a:lnTo>
                    <a:pt x="5352487" y="1924795"/>
                  </a:lnTo>
                  <a:lnTo>
                    <a:pt x="5430121" y="1935902"/>
                  </a:lnTo>
                  <a:lnTo>
                    <a:pt x="5507755" y="1946753"/>
                  </a:lnTo>
                  <a:lnTo>
                    <a:pt x="5585389" y="1957355"/>
                  </a:lnTo>
                  <a:lnTo>
                    <a:pt x="5663023" y="1967711"/>
                  </a:lnTo>
                  <a:lnTo>
                    <a:pt x="5740657" y="1977829"/>
                  </a:lnTo>
                  <a:lnTo>
                    <a:pt x="5818291" y="1987713"/>
                  </a:lnTo>
                  <a:lnTo>
                    <a:pt x="5895925" y="1997370"/>
                  </a:lnTo>
                  <a:lnTo>
                    <a:pt x="5973559" y="2006803"/>
                  </a:lnTo>
                  <a:lnTo>
                    <a:pt x="6051193" y="2016019"/>
                  </a:lnTo>
                  <a:lnTo>
                    <a:pt x="6128827" y="2025023"/>
                  </a:lnTo>
                  <a:lnTo>
                    <a:pt x="6206462" y="2033819"/>
                  </a:lnTo>
                  <a:lnTo>
                    <a:pt x="6284096" y="2042412"/>
                  </a:lnTo>
                  <a:lnTo>
                    <a:pt x="6361730" y="2050807"/>
                  </a:lnTo>
                  <a:lnTo>
                    <a:pt x="6439364" y="2059008"/>
                  </a:lnTo>
                  <a:lnTo>
                    <a:pt x="6516998" y="2067020"/>
                  </a:lnTo>
                  <a:lnTo>
                    <a:pt x="6594632" y="2074847"/>
                  </a:lnTo>
                  <a:lnTo>
                    <a:pt x="6672266" y="2082494"/>
                  </a:lnTo>
                  <a:lnTo>
                    <a:pt x="6749900" y="2089964"/>
                  </a:lnTo>
                  <a:lnTo>
                    <a:pt x="6827534" y="2097262"/>
                  </a:lnTo>
                  <a:lnTo>
                    <a:pt x="6905168" y="2104392"/>
                  </a:lnTo>
                  <a:lnTo>
                    <a:pt x="6982802" y="2111358"/>
                  </a:lnTo>
                  <a:lnTo>
                    <a:pt x="7060436" y="2118162"/>
                  </a:lnTo>
                  <a:lnTo>
                    <a:pt x="7138070" y="2124810"/>
                  </a:lnTo>
                  <a:lnTo>
                    <a:pt x="7215704" y="2131304"/>
                  </a:lnTo>
                  <a:lnTo>
                    <a:pt x="7293338" y="2137649"/>
                  </a:lnTo>
                  <a:lnTo>
                    <a:pt x="7370972" y="214384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61664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2026-05-22T10:32:47Z</dcterms:modified>
  <cp:category/>
</cp:coreProperties>
</file>