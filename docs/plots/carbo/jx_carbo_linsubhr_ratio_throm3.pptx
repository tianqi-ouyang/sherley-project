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735"/>
            </a:xfrm>
            <a:custGeom>
              <a:avLst/>
              <a:pathLst>
                <a:path w="7370972" h="3651735">
                  <a:moveTo>
                    <a:pt x="2553339" y="0"/>
                  </a:moveTo>
                  <a:lnTo>
                    <a:pt x="2557661" y="28869"/>
                  </a:lnTo>
                  <a:lnTo>
                    <a:pt x="2635295" y="482474"/>
                  </a:lnTo>
                  <a:lnTo>
                    <a:pt x="2712930" y="879299"/>
                  </a:lnTo>
                  <a:lnTo>
                    <a:pt x="2790564" y="1226452"/>
                  </a:lnTo>
                  <a:lnTo>
                    <a:pt x="2868198" y="1530150"/>
                  </a:lnTo>
                  <a:lnTo>
                    <a:pt x="2945832" y="1795833"/>
                  </a:lnTo>
                  <a:lnTo>
                    <a:pt x="3023466" y="2028258"/>
                  </a:lnTo>
                  <a:lnTo>
                    <a:pt x="3101100" y="2231590"/>
                  </a:lnTo>
                  <a:lnTo>
                    <a:pt x="3178734" y="2409470"/>
                  </a:lnTo>
                  <a:lnTo>
                    <a:pt x="3256368" y="2565084"/>
                  </a:lnTo>
                  <a:lnTo>
                    <a:pt x="3334002" y="2701219"/>
                  </a:lnTo>
                  <a:lnTo>
                    <a:pt x="3411636" y="2789920"/>
                  </a:lnTo>
                  <a:lnTo>
                    <a:pt x="3489270" y="2810767"/>
                  </a:lnTo>
                  <a:lnTo>
                    <a:pt x="3566904" y="2831110"/>
                  </a:lnTo>
                  <a:lnTo>
                    <a:pt x="3644538" y="2850961"/>
                  </a:lnTo>
                  <a:lnTo>
                    <a:pt x="3722172" y="2870332"/>
                  </a:lnTo>
                  <a:lnTo>
                    <a:pt x="3799806" y="2889236"/>
                  </a:lnTo>
                  <a:lnTo>
                    <a:pt x="3877440" y="2907683"/>
                  </a:lnTo>
                  <a:lnTo>
                    <a:pt x="3955074" y="2925684"/>
                  </a:lnTo>
                  <a:lnTo>
                    <a:pt x="4032708" y="2943250"/>
                  </a:lnTo>
                  <a:lnTo>
                    <a:pt x="4110342" y="2960391"/>
                  </a:lnTo>
                  <a:lnTo>
                    <a:pt x="4187976" y="2977118"/>
                  </a:lnTo>
                  <a:lnTo>
                    <a:pt x="4265610" y="2993442"/>
                  </a:lnTo>
                  <a:lnTo>
                    <a:pt x="4343244" y="3009370"/>
                  </a:lnTo>
                  <a:lnTo>
                    <a:pt x="4420879" y="3024914"/>
                  </a:lnTo>
                  <a:lnTo>
                    <a:pt x="4498513" y="3040082"/>
                  </a:lnTo>
                  <a:lnTo>
                    <a:pt x="4576147" y="3054884"/>
                  </a:lnTo>
                  <a:lnTo>
                    <a:pt x="4653781" y="3069328"/>
                  </a:lnTo>
                  <a:lnTo>
                    <a:pt x="4731415" y="3083423"/>
                  </a:lnTo>
                  <a:lnTo>
                    <a:pt x="4809049" y="3097177"/>
                  </a:lnTo>
                  <a:lnTo>
                    <a:pt x="4886683" y="3110599"/>
                  </a:lnTo>
                  <a:lnTo>
                    <a:pt x="4964317" y="3123697"/>
                  </a:lnTo>
                  <a:lnTo>
                    <a:pt x="5041951" y="3136478"/>
                  </a:lnTo>
                  <a:lnTo>
                    <a:pt x="5119585" y="3148951"/>
                  </a:lnTo>
                  <a:lnTo>
                    <a:pt x="5197219" y="3161122"/>
                  </a:lnTo>
                  <a:lnTo>
                    <a:pt x="5274853" y="3172999"/>
                  </a:lnTo>
                  <a:lnTo>
                    <a:pt x="5352487" y="3184589"/>
                  </a:lnTo>
                  <a:lnTo>
                    <a:pt x="5430121" y="3195899"/>
                  </a:lnTo>
                  <a:lnTo>
                    <a:pt x="5507755" y="3206935"/>
                  </a:lnTo>
                  <a:lnTo>
                    <a:pt x="5585389" y="3217705"/>
                  </a:lnTo>
                  <a:lnTo>
                    <a:pt x="5663023" y="3228215"/>
                  </a:lnTo>
                  <a:lnTo>
                    <a:pt x="5740657" y="3238471"/>
                  </a:lnTo>
                  <a:lnTo>
                    <a:pt x="5818291" y="3248479"/>
                  </a:lnTo>
                  <a:lnTo>
                    <a:pt x="5895925" y="3258245"/>
                  </a:lnTo>
                  <a:lnTo>
                    <a:pt x="5973559" y="3267775"/>
                  </a:lnTo>
                  <a:lnTo>
                    <a:pt x="6051193" y="3277075"/>
                  </a:lnTo>
                  <a:lnTo>
                    <a:pt x="6128827" y="3286150"/>
                  </a:lnTo>
                  <a:lnTo>
                    <a:pt x="6206462" y="3295005"/>
                  </a:lnTo>
                  <a:lnTo>
                    <a:pt x="6284096" y="3303647"/>
                  </a:lnTo>
                  <a:lnTo>
                    <a:pt x="6361730" y="3312080"/>
                  </a:lnTo>
                  <a:lnTo>
                    <a:pt x="6439364" y="3320310"/>
                  </a:lnTo>
                  <a:lnTo>
                    <a:pt x="6516998" y="3328340"/>
                  </a:lnTo>
                  <a:lnTo>
                    <a:pt x="6594632" y="3336176"/>
                  </a:lnTo>
                  <a:lnTo>
                    <a:pt x="6672266" y="3343823"/>
                  </a:lnTo>
                  <a:lnTo>
                    <a:pt x="6749900" y="3351286"/>
                  </a:lnTo>
                  <a:lnTo>
                    <a:pt x="6827534" y="3358567"/>
                  </a:lnTo>
                  <a:lnTo>
                    <a:pt x="6905168" y="3365673"/>
                  </a:lnTo>
                  <a:lnTo>
                    <a:pt x="6982802" y="3372608"/>
                  </a:lnTo>
                  <a:lnTo>
                    <a:pt x="7060436" y="3379374"/>
                  </a:lnTo>
                  <a:lnTo>
                    <a:pt x="7138070" y="3385977"/>
                  </a:lnTo>
                  <a:lnTo>
                    <a:pt x="7215704" y="3392421"/>
                  </a:lnTo>
                  <a:lnTo>
                    <a:pt x="7293338" y="3398709"/>
                  </a:lnTo>
                  <a:lnTo>
                    <a:pt x="7370972" y="3404845"/>
                  </a:lnTo>
                  <a:lnTo>
                    <a:pt x="7370972" y="3651735"/>
                  </a:lnTo>
                  <a:lnTo>
                    <a:pt x="7293338" y="3651605"/>
                  </a:lnTo>
                  <a:lnTo>
                    <a:pt x="7215704" y="3651456"/>
                  </a:lnTo>
                  <a:lnTo>
                    <a:pt x="7138070" y="3651286"/>
                  </a:lnTo>
                  <a:lnTo>
                    <a:pt x="7060436" y="3651092"/>
                  </a:lnTo>
                  <a:lnTo>
                    <a:pt x="6982802" y="3650870"/>
                  </a:lnTo>
                  <a:lnTo>
                    <a:pt x="6905168" y="3650617"/>
                  </a:lnTo>
                  <a:lnTo>
                    <a:pt x="6827534" y="3650327"/>
                  </a:lnTo>
                  <a:lnTo>
                    <a:pt x="6749900" y="3649995"/>
                  </a:lnTo>
                  <a:lnTo>
                    <a:pt x="6672266" y="3649616"/>
                  </a:lnTo>
                  <a:lnTo>
                    <a:pt x="6594632" y="3649183"/>
                  </a:lnTo>
                  <a:lnTo>
                    <a:pt x="6516998" y="3648688"/>
                  </a:lnTo>
                  <a:lnTo>
                    <a:pt x="6439364" y="3648122"/>
                  </a:lnTo>
                  <a:lnTo>
                    <a:pt x="6361730" y="3647476"/>
                  </a:lnTo>
                  <a:lnTo>
                    <a:pt x="6284096" y="3646736"/>
                  </a:lnTo>
                  <a:lnTo>
                    <a:pt x="6206462" y="3645891"/>
                  </a:lnTo>
                  <a:lnTo>
                    <a:pt x="6128827" y="3644925"/>
                  </a:lnTo>
                  <a:lnTo>
                    <a:pt x="6051193" y="3643820"/>
                  </a:lnTo>
                  <a:lnTo>
                    <a:pt x="5973559" y="3642558"/>
                  </a:lnTo>
                  <a:lnTo>
                    <a:pt x="5895925" y="3641115"/>
                  </a:lnTo>
                  <a:lnTo>
                    <a:pt x="5818291" y="3639465"/>
                  </a:lnTo>
                  <a:lnTo>
                    <a:pt x="5740657" y="3637580"/>
                  </a:lnTo>
                  <a:lnTo>
                    <a:pt x="5663023" y="3635424"/>
                  </a:lnTo>
                  <a:lnTo>
                    <a:pt x="5585389" y="3632960"/>
                  </a:lnTo>
                  <a:lnTo>
                    <a:pt x="5507755" y="3630144"/>
                  </a:lnTo>
                  <a:lnTo>
                    <a:pt x="5430121" y="3626925"/>
                  </a:lnTo>
                  <a:lnTo>
                    <a:pt x="5352487" y="3623245"/>
                  </a:lnTo>
                  <a:lnTo>
                    <a:pt x="5274853" y="3619038"/>
                  </a:lnTo>
                  <a:lnTo>
                    <a:pt x="5197219" y="3614230"/>
                  </a:lnTo>
                  <a:lnTo>
                    <a:pt x="5119585" y="3608733"/>
                  </a:lnTo>
                  <a:lnTo>
                    <a:pt x="5041951" y="3602450"/>
                  </a:lnTo>
                  <a:lnTo>
                    <a:pt x="4964317" y="3595268"/>
                  </a:lnTo>
                  <a:lnTo>
                    <a:pt x="4886683" y="3587059"/>
                  </a:lnTo>
                  <a:lnTo>
                    <a:pt x="4809049" y="3577675"/>
                  </a:lnTo>
                  <a:lnTo>
                    <a:pt x="4731415" y="3566948"/>
                  </a:lnTo>
                  <a:lnTo>
                    <a:pt x="4653781" y="3554686"/>
                  </a:lnTo>
                  <a:lnTo>
                    <a:pt x="4576147" y="3540670"/>
                  </a:lnTo>
                  <a:lnTo>
                    <a:pt x="4498513" y="3524648"/>
                  </a:lnTo>
                  <a:lnTo>
                    <a:pt x="4420879" y="3506334"/>
                  </a:lnTo>
                  <a:lnTo>
                    <a:pt x="4343244" y="3485399"/>
                  </a:lnTo>
                  <a:lnTo>
                    <a:pt x="4265610" y="3461469"/>
                  </a:lnTo>
                  <a:lnTo>
                    <a:pt x="4187976" y="3434115"/>
                  </a:lnTo>
                  <a:lnTo>
                    <a:pt x="4110342" y="3402846"/>
                  </a:lnTo>
                  <a:lnTo>
                    <a:pt x="4032708" y="3367104"/>
                  </a:lnTo>
                  <a:lnTo>
                    <a:pt x="3955074" y="3326248"/>
                  </a:lnTo>
                  <a:lnTo>
                    <a:pt x="3877440" y="3279545"/>
                  </a:lnTo>
                  <a:lnTo>
                    <a:pt x="3799806" y="3226160"/>
                  </a:lnTo>
                  <a:lnTo>
                    <a:pt x="3722172" y="3165137"/>
                  </a:lnTo>
                  <a:lnTo>
                    <a:pt x="3644538" y="3095382"/>
                  </a:lnTo>
                  <a:lnTo>
                    <a:pt x="3566904" y="3015645"/>
                  </a:lnTo>
                  <a:lnTo>
                    <a:pt x="3489270" y="2924500"/>
                  </a:lnTo>
                  <a:lnTo>
                    <a:pt x="3411636" y="2820314"/>
                  </a:lnTo>
                  <a:lnTo>
                    <a:pt x="3334002" y="2768558"/>
                  </a:lnTo>
                  <a:lnTo>
                    <a:pt x="3256368" y="2746666"/>
                  </a:lnTo>
                  <a:lnTo>
                    <a:pt x="3178734" y="2724232"/>
                  </a:lnTo>
                  <a:lnTo>
                    <a:pt x="3101100" y="2701243"/>
                  </a:lnTo>
                  <a:lnTo>
                    <a:pt x="3023466" y="2677684"/>
                  </a:lnTo>
                  <a:lnTo>
                    <a:pt x="2945832" y="2653542"/>
                  </a:lnTo>
                  <a:lnTo>
                    <a:pt x="2868198" y="2628803"/>
                  </a:lnTo>
                  <a:lnTo>
                    <a:pt x="2790564" y="2603450"/>
                  </a:lnTo>
                  <a:lnTo>
                    <a:pt x="2712930" y="2577470"/>
                  </a:lnTo>
                  <a:lnTo>
                    <a:pt x="2635295" y="2550847"/>
                  </a:lnTo>
                  <a:lnTo>
                    <a:pt x="2557661" y="2523564"/>
                  </a:lnTo>
                  <a:lnTo>
                    <a:pt x="2480027" y="2495606"/>
                  </a:lnTo>
                  <a:lnTo>
                    <a:pt x="2402393" y="2466956"/>
                  </a:lnTo>
                  <a:lnTo>
                    <a:pt x="2324759" y="2437596"/>
                  </a:lnTo>
                  <a:lnTo>
                    <a:pt x="2247125" y="2407509"/>
                  </a:lnTo>
                  <a:lnTo>
                    <a:pt x="2169491" y="2376677"/>
                  </a:lnTo>
                  <a:lnTo>
                    <a:pt x="2091857" y="2345081"/>
                  </a:lnTo>
                  <a:lnTo>
                    <a:pt x="2014223" y="2312703"/>
                  </a:lnTo>
                  <a:lnTo>
                    <a:pt x="1936589" y="2279524"/>
                  </a:lnTo>
                  <a:lnTo>
                    <a:pt x="1858955" y="2245523"/>
                  </a:lnTo>
                  <a:lnTo>
                    <a:pt x="1781321" y="2210680"/>
                  </a:lnTo>
                  <a:lnTo>
                    <a:pt x="1703687" y="2174974"/>
                  </a:lnTo>
                  <a:lnTo>
                    <a:pt x="1626053" y="2138384"/>
                  </a:lnTo>
                  <a:lnTo>
                    <a:pt x="1548419" y="2100888"/>
                  </a:lnTo>
                  <a:lnTo>
                    <a:pt x="1470785" y="2062463"/>
                  </a:lnTo>
                  <a:lnTo>
                    <a:pt x="1393151" y="2023087"/>
                  </a:lnTo>
                  <a:lnTo>
                    <a:pt x="1315517" y="1982736"/>
                  </a:lnTo>
                  <a:lnTo>
                    <a:pt x="1237883" y="1941386"/>
                  </a:lnTo>
                  <a:lnTo>
                    <a:pt x="1160249" y="1899012"/>
                  </a:lnTo>
                  <a:lnTo>
                    <a:pt x="1082615" y="1855589"/>
                  </a:lnTo>
                  <a:lnTo>
                    <a:pt x="1004981" y="1811090"/>
                  </a:lnTo>
                  <a:lnTo>
                    <a:pt x="927346" y="1765490"/>
                  </a:lnTo>
                  <a:lnTo>
                    <a:pt x="849712" y="1718760"/>
                  </a:lnTo>
                  <a:lnTo>
                    <a:pt x="772078" y="1670873"/>
                  </a:lnTo>
                  <a:lnTo>
                    <a:pt x="694444" y="1621801"/>
                  </a:lnTo>
                  <a:lnTo>
                    <a:pt x="616810" y="1571513"/>
                  </a:lnTo>
                  <a:lnTo>
                    <a:pt x="539176" y="1519980"/>
                  </a:lnTo>
                  <a:lnTo>
                    <a:pt x="461542" y="1467171"/>
                  </a:lnTo>
                  <a:lnTo>
                    <a:pt x="383908" y="1413055"/>
                  </a:lnTo>
                  <a:lnTo>
                    <a:pt x="306274" y="1357598"/>
                  </a:lnTo>
                  <a:lnTo>
                    <a:pt x="228640" y="1300768"/>
                  </a:lnTo>
                  <a:lnTo>
                    <a:pt x="151006" y="1242531"/>
                  </a:lnTo>
                  <a:lnTo>
                    <a:pt x="73372" y="1182852"/>
                  </a:lnTo>
                  <a:lnTo>
                    <a:pt x="0" y="11250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0857" y="1896563"/>
              <a:ext cx="4817633" cy="3404845"/>
            </a:xfrm>
            <a:custGeom>
              <a:avLst/>
              <a:pathLst>
                <a:path w="4817633" h="3404845">
                  <a:moveTo>
                    <a:pt x="0" y="0"/>
                  </a:moveTo>
                  <a:lnTo>
                    <a:pt x="4322" y="28869"/>
                  </a:lnTo>
                  <a:lnTo>
                    <a:pt x="81956" y="482474"/>
                  </a:lnTo>
                  <a:lnTo>
                    <a:pt x="159590" y="879299"/>
                  </a:lnTo>
                  <a:lnTo>
                    <a:pt x="237224" y="1226452"/>
                  </a:lnTo>
                  <a:lnTo>
                    <a:pt x="314858" y="1530150"/>
                  </a:lnTo>
                  <a:lnTo>
                    <a:pt x="392492" y="1795833"/>
                  </a:lnTo>
                  <a:lnTo>
                    <a:pt x="470126" y="2028258"/>
                  </a:lnTo>
                  <a:lnTo>
                    <a:pt x="547760" y="2231590"/>
                  </a:lnTo>
                  <a:lnTo>
                    <a:pt x="625394" y="2409470"/>
                  </a:lnTo>
                  <a:lnTo>
                    <a:pt x="703028" y="2565084"/>
                  </a:lnTo>
                  <a:lnTo>
                    <a:pt x="780662" y="2701219"/>
                  </a:lnTo>
                  <a:lnTo>
                    <a:pt x="858296" y="2789920"/>
                  </a:lnTo>
                  <a:lnTo>
                    <a:pt x="935930" y="2810767"/>
                  </a:lnTo>
                  <a:lnTo>
                    <a:pt x="1013565" y="2831110"/>
                  </a:lnTo>
                  <a:lnTo>
                    <a:pt x="1091199" y="2850961"/>
                  </a:lnTo>
                  <a:lnTo>
                    <a:pt x="1168833" y="2870332"/>
                  </a:lnTo>
                  <a:lnTo>
                    <a:pt x="1246467" y="2889236"/>
                  </a:lnTo>
                  <a:lnTo>
                    <a:pt x="1324101" y="2907683"/>
                  </a:lnTo>
                  <a:lnTo>
                    <a:pt x="1401735" y="2925684"/>
                  </a:lnTo>
                  <a:lnTo>
                    <a:pt x="1479369" y="2943250"/>
                  </a:lnTo>
                  <a:lnTo>
                    <a:pt x="1557003" y="2960391"/>
                  </a:lnTo>
                  <a:lnTo>
                    <a:pt x="1634637" y="2977118"/>
                  </a:lnTo>
                  <a:lnTo>
                    <a:pt x="1712271" y="2993442"/>
                  </a:lnTo>
                  <a:lnTo>
                    <a:pt x="1789905" y="3009370"/>
                  </a:lnTo>
                  <a:lnTo>
                    <a:pt x="1867539" y="3024914"/>
                  </a:lnTo>
                  <a:lnTo>
                    <a:pt x="1945173" y="3040082"/>
                  </a:lnTo>
                  <a:lnTo>
                    <a:pt x="2022807" y="3054884"/>
                  </a:lnTo>
                  <a:lnTo>
                    <a:pt x="2100441" y="3069328"/>
                  </a:lnTo>
                  <a:lnTo>
                    <a:pt x="2178075" y="3083423"/>
                  </a:lnTo>
                  <a:lnTo>
                    <a:pt x="2255709" y="3097177"/>
                  </a:lnTo>
                  <a:lnTo>
                    <a:pt x="2333343" y="3110599"/>
                  </a:lnTo>
                  <a:lnTo>
                    <a:pt x="2410977" y="3123697"/>
                  </a:lnTo>
                  <a:lnTo>
                    <a:pt x="2488611" y="3136478"/>
                  </a:lnTo>
                  <a:lnTo>
                    <a:pt x="2566245" y="3148951"/>
                  </a:lnTo>
                  <a:lnTo>
                    <a:pt x="2643879" y="3161122"/>
                  </a:lnTo>
                  <a:lnTo>
                    <a:pt x="2721513" y="3172999"/>
                  </a:lnTo>
                  <a:lnTo>
                    <a:pt x="2799148" y="3184589"/>
                  </a:lnTo>
                  <a:lnTo>
                    <a:pt x="2876782" y="3195899"/>
                  </a:lnTo>
                  <a:lnTo>
                    <a:pt x="2954416" y="3206935"/>
                  </a:lnTo>
                  <a:lnTo>
                    <a:pt x="3032050" y="3217705"/>
                  </a:lnTo>
                  <a:lnTo>
                    <a:pt x="3109684" y="3228215"/>
                  </a:lnTo>
                  <a:lnTo>
                    <a:pt x="3187318" y="3238471"/>
                  </a:lnTo>
                  <a:lnTo>
                    <a:pt x="3264952" y="3248479"/>
                  </a:lnTo>
                  <a:lnTo>
                    <a:pt x="3342586" y="3258245"/>
                  </a:lnTo>
                  <a:lnTo>
                    <a:pt x="3420220" y="3267775"/>
                  </a:lnTo>
                  <a:lnTo>
                    <a:pt x="3497854" y="3277075"/>
                  </a:lnTo>
                  <a:lnTo>
                    <a:pt x="3575488" y="3286150"/>
                  </a:lnTo>
                  <a:lnTo>
                    <a:pt x="3653122" y="3295005"/>
                  </a:lnTo>
                  <a:lnTo>
                    <a:pt x="3730756" y="3303647"/>
                  </a:lnTo>
                  <a:lnTo>
                    <a:pt x="3808390" y="3312080"/>
                  </a:lnTo>
                  <a:lnTo>
                    <a:pt x="3886024" y="3320310"/>
                  </a:lnTo>
                  <a:lnTo>
                    <a:pt x="3963658" y="3328340"/>
                  </a:lnTo>
                  <a:lnTo>
                    <a:pt x="4041292" y="3336176"/>
                  </a:lnTo>
                  <a:lnTo>
                    <a:pt x="4118926" y="3343823"/>
                  </a:lnTo>
                  <a:lnTo>
                    <a:pt x="4196560" y="3351286"/>
                  </a:lnTo>
                  <a:lnTo>
                    <a:pt x="4274194" y="3358567"/>
                  </a:lnTo>
                  <a:lnTo>
                    <a:pt x="4351828" y="3365673"/>
                  </a:lnTo>
                  <a:lnTo>
                    <a:pt x="4429462" y="3372608"/>
                  </a:lnTo>
                  <a:lnTo>
                    <a:pt x="4507097" y="3379374"/>
                  </a:lnTo>
                  <a:lnTo>
                    <a:pt x="4584731" y="3385977"/>
                  </a:lnTo>
                  <a:lnTo>
                    <a:pt x="4662365" y="3392421"/>
                  </a:lnTo>
                  <a:lnTo>
                    <a:pt x="4739999" y="3398709"/>
                  </a:lnTo>
                  <a:lnTo>
                    <a:pt x="4817633" y="3404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21616"/>
              <a:ext cx="7370972" cy="2526682"/>
            </a:xfrm>
            <a:custGeom>
              <a:avLst/>
              <a:pathLst>
                <a:path w="7370972" h="2526682">
                  <a:moveTo>
                    <a:pt x="7370972" y="2526682"/>
                  </a:moveTo>
                  <a:lnTo>
                    <a:pt x="7293338" y="2526552"/>
                  </a:lnTo>
                  <a:lnTo>
                    <a:pt x="7215704" y="2526404"/>
                  </a:lnTo>
                  <a:lnTo>
                    <a:pt x="7138070" y="2526234"/>
                  </a:lnTo>
                  <a:lnTo>
                    <a:pt x="7060436" y="2526040"/>
                  </a:lnTo>
                  <a:lnTo>
                    <a:pt x="6982802" y="2525818"/>
                  </a:lnTo>
                  <a:lnTo>
                    <a:pt x="6905168" y="2525564"/>
                  </a:lnTo>
                  <a:lnTo>
                    <a:pt x="6827534" y="2525274"/>
                  </a:lnTo>
                  <a:lnTo>
                    <a:pt x="6749900" y="2524943"/>
                  </a:lnTo>
                  <a:lnTo>
                    <a:pt x="6672266" y="2524564"/>
                  </a:lnTo>
                  <a:lnTo>
                    <a:pt x="6594632" y="2524131"/>
                  </a:lnTo>
                  <a:lnTo>
                    <a:pt x="6516998" y="2523636"/>
                  </a:lnTo>
                  <a:lnTo>
                    <a:pt x="6439364" y="2523070"/>
                  </a:lnTo>
                  <a:lnTo>
                    <a:pt x="6361730" y="2522423"/>
                  </a:lnTo>
                  <a:lnTo>
                    <a:pt x="6284096" y="2521683"/>
                  </a:lnTo>
                  <a:lnTo>
                    <a:pt x="6206462" y="2520838"/>
                  </a:lnTo>
                  <a:lnTo>
                    <a:pt x="6128827" y="2519872"/>
                  </a:lnTo>
                  <a:lnTo>
                    <a:pt x="6051193" y="2518768"/>
                  </a:lnTo>
                  <a:lnTo>
                    <a:pt x="5973559" y="2517505"/>
                  </a:lnTo>
                  <a:lnTo>
                    <a:pt x="5895925" y="2516062"/>
                  </a:lnTo>
                  <a:lnTo>
                    <a:pt x="5818291" y="2514412"/>
                  </a:lnTo>
                  <a:lnTo>
                    <a:pt x="5740657" y="2512527"/>
                  </a:lnTo>
                  <a:lnTo>
                    <a:pt x="5663023" y="2510371"/>
                  </a:lnTo>
                  <a:lnTo>
                    <a:pt x="5585389" y="2507908"/>
                  </a:lnTo>
                  <a:lnTo>
                    <a:pt x="5507755" y="2505091"/>
                  </a:lnTo>
                  <a:lnTo>
                    <a:pt x="5430121" y="2501872"/>
                  </a:lnTo>
                  <a:lnTo>
                    <a:pt x="5352487" y="2498192"/>
                  </a:lnTo>
                  <a:lnTo>
                    <a:pt x="5274853" y="2493985"/>
                  </a:lnTo>
                  <a:lnTo>
                    <a:pt x="5197219" y="2489177"/>
                  </a:lnTo>
                  <a:lnTo>
                    <a:pt x="5119585" y="2483681"/>
                  </a:lnTo>
                  <a:lnTo>
                    <a:pt x="5041951" y="2477398"/>
                  </a:lnTo>
                  <a:lnTo>
                    <a:pt x="4964317" y="2470216"/>
                  </a:lnTo>
                  <a:lnTo>
                    <a:pt x="4886683" y="2462006"/>
                  </a:lnTo>
                  <a:lnTo>
                    <a:pt x="4809049" y="2452622"/>
                  </a:lnTo>
                  <a:lnTo>
                    <a:pt x="4731415" y="2441895"/>
                  </a:lnTo>
                  <a:lnTo>
                    <a:pt x="4653781" y="2429633"/>
                  </a:lnTo>
                  <a:lnTo>
                    <a:pt x="4576147" y="2415617"/>
                  </a:lnTo>
                  <a:lnTo>
                    <a:pt x="4498513" y="2399595"/>
                  </a:lnTo>
                  <a:lnTo>
                    <a:pt x="4420879" y="2381281"/>
                  </a:lnTo>
                  <a:lnTo>
                    <a:pt x="4343244" y="2360346"/>
                  </a:lnTo>
                  <a:lnTo>
                    <a:pt x="4265610" y="2336416"/>
                  </a:lnTo>
                  <a:lnTo>
                    <a:pt x="4187976" y="2309062"/>
                  </a:lnTo>
                  <a:lnTo>
                    <a:pt x="4110342" y="2277794"/>
                  </a:lnTo>
                  <a:lnTo>
                    <a:pt x="4032708" y="2242051"/>
                  </a:lnTo>
                  <a:lnTo>
                    <a:pt x="3955074" y="2201195"/>
                  </a:lnTo>
                  <a:lnTo>
                    <a:pt x="3877440" y="2154492"/>
                  </a:lnTo>
                  <a:lnTo>
                    <a:pt x="3799806" y="2101107"/>
                  </a:lnTo>
                  <a:lnTo>
                    <a:pt x="3722172" y="2040084"/>
                  </a:lnTo>
                  <a:lnTo>
                    <a:pt x="3644538" y="1970329"/>
                  </a:lnTo>
                  <a:lnTo>
                    <a:pt x="3566904" y="1890593"/>
                  </a:lnTo>
                  <a:lnTo>
                    <a:pt x="3489270" y="1799448"/>
                  </a:lnTo>
                  <a:lnTo>
                    <a:pt x="3411636" y="1695261"/>
                  </a:lnTo>
                  <a:lnTo>
                    <a:pt x="3334002" y="1643505"/>
                  </a:lnTo>
                  <a:lnTo>
                    <a:pt x="3256368" y="1621613"/>
                  </a:lnTo>
                  <a:lnTo>
                    <a:pt x="3178734" y="1599179"/>
                  </a:lnTo>
                  <a:lnTo>
                    <a:pt x="3101100" y="1576190"/>
                  </a:lnTo>
                  <a:lnTo>
                    <a:pt x="3023466" y="1552632"/>
                  </a:lnTo>
                  <a:lnTo>
                    <a:pt x="2945832" y="1528490"/>
                  </a:lnTo>
                  <a:lnTo>
                    <a:pt x="2868198" y="1503750"/>
                  </a:lnTo>
                  <a:lnTo>
                    <a:pt x="2790564" y="1478398"/>
                  </a:lnTo>
                  <a:lnTo>
                    <a:pt x="2712930" y="1452418"/>
                  </a:lnTo>
                  <a:lnTo>
                    <a:pt x="2635295" y="1425794"/>
                  </a:lnTo>
                  <a:lnTo>
                    <a:pt x="2557661" y="1398512"/>
                  </a:lnTo>
                  <a:lnTo>
                    <a:pt x="2480027" y="1370553"/>
                  </a:lnTo>
                  <a:lnTo>
                    <a:pt x="2402393" y="1341903"/>
                  </a:lnTo>
                  <a:lnTo>
                    <a:pt x="2324759" y="1312543"/>
                  </a:lnTo>
                  <a:lnTo>
                    <a:pt x="2247125" y="1282456"/>
                  </a:lnTo>
                  <a:lnTo>
                    <a:pt x="2169491" y="1251624"/>
                  </a:lnTo>
                  <a:lnTo>
                    <a:pt x="2091857" y="1220029"/>
                  </a:lnTo>
                  <a:lnTo>
                    <a:pt x="2014223" y="1187651"/>
                  </a:lnTo>
                  <a:lnTo>
                    <a:pt x="1936589" y="1154471"/>
                  </a:lnTo>
                  <a:lnTo>
                    <a:pt x="1858955" y="1120470"/>
                  </a:lnTo>
                  <a:lnTo>
                    <a:pt x="1781321" y="1085627"/>
                  </a:lnTo>
                  <a:lnTo>
                    <a:pt x="1703687" y="1049921"/>
                  </a:lnTo>
                  <a:lnTo>
                    <a:pt x="1626053" y="1013331"/>
                  </a:lnTo>
                  <a:lnTo>
                    <a:pt x="1548419" y="975835"/>
                  </a:lnTo>
                  <a:lnTo>
                    <a:pt x="1470785" y="937411"/>
                  </a:lnTo>
                  <a:lnTo>
                    <a:pt x="1393151" y="898035"/>
                  </a:lnTo>
                  <a:lnTo>
                    <a:pt x="1315517" y="857684"/>
                  </a:lnTo>
                  <a:lnTo>
                    <a:pt x="1237883" y="816333"/>
                  </a:lnTo>
                  <a:lnTo>
                    <a:pt x="1160249" y="773959"/>
                  </a:lnTo>
                  <a:lnTo>
                    <a:pt x="1082615" y="730536"/>
                  </a:lnTo>
                  <a:lnTo>
                    <a:pt x="1004981" y="686037"/>
                  </a:lnTo>
                  <a:lnTo>
                    <a:pt x="927346" y="640437"/>
                  </a:lnTo>
                  <a:lnTo>
                    <a:pt x="849712" y="593707"/>
                  </a:lnTo>
                  <a:lnTo>
                    <a:pt x="772078" y="545820"/>
                  </a:lnTo>
                  <a:lnTo>
                    <a:pt x="694444" y="496748"/>
                  </a:lnTo>
                  <a:lnTo>
                    <a:pt x="616810" y="446460"/>
                  </a:lnTo>
                  <a:lnTo>
                    <a:pt x="539176" y="394927"/>
                  </a:lnTo>
                  <a:lnTo>
                    <a:pt x="461542" y="342119"/>
                  </a:lnTo>
                  <a:lnTo>
                    <a:pt x="383908" y="288002"/>
                  </a:lnTo>
                  <a:lnTo>
                    <a:pt x="306274" y="232545"/>
                  </a:lnTo>
                  <a:lnTo>
                    <a:pt x="228640" y="175715"/>
                  </a:lnTo>
                  <a:lnTo>
                    <a:pt x="151006" y="117478"/>
                  </a:lnTo>
                  <a:lnTo>
                    <a:pt x="73372" y="577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5874" y="1896563"/>
              <a:ext cx="5392616" cy="3637640"/>
            </a:xfrm>
            <a:custGeom>
              <a:avLst/>
              <a:pathLst>
                <a:path w="5392616" h="3637640">
                  <a:moveTo>
                    <a:pt x="0" y="0"/>
                  </a:moveTo>
                  <a:lnTo>
                    <a:pt x="35867" y="133810"/>
                  </a:lnTo>
                  <a:lnTo>
                    <a:pt x="113501" y="401412"/>
                  </a:lnTo>
                  <a:lnTo>
                    <a:pt x="191135" y="648663"/>
                  </a:lnTo>
                  <a:lnTo>
                    <a:pt x="268769" y="877112"/>
                  </a:lnTo>
                  <a:lnTo>
                    <a:pt x="346403" y="1088187"/>
                  </a:lnTo>
                  <a:lnTo>
                    <a:pt x="424037" y="1283210"/>
                  </a:lnTo>
                  <a:lnTo>
                    <a:pt x="501671" y="1463402"/>
                  </a:lnTo>
                  <a:lnTo>
                    <a:pt x="579305" y="1629891"/>
                  </a:lnTo>
                  <a:lnTo>
                    <a:pt x="656939" y="1783718"/>
                  </a:lnTo>
                  <a:lnTo>
                    <a:pt x="734573" y="1925847"/>
                  </a:lnTo>
                  <a:lnTo>
                    <a:pt x="812207" y="2057168"/>
                  </a:lnTo>
                  <a:lnTo>
                    <a:pt x="889841" y="2178501"/>
                  </a:lnTo>
                  <a:lnTo>
                    <a:pt x="967476" y="2290608"/>
                  </a:lnTo>
                  <a:lnTo>
                    <a:pt x="1045110" y="2394188"/>
                  </a:lnTo>
                  <a:lnTo>
                    <a:pt x="1122744" y="2489892"/>
                  </a:lnTo>
                  <a:lnTo>
                    <a:pt x="1200378" y="2578318"/>
                  </a:lnTo>
                  <a:lnTo>
                    <a:pt x="1278012" y="2660019"/>
                  </a:lnTo>
                  <a:lnTo>
                    <a:pt x="1355646" y="2735506"/>
                  </a:lnTo>
                  <a:lnTo>
                    <a:pt x="1433280" y="2805253"/>
                  </a:lnTo>
                  <a:lnTo>
                    <a:pt x="1510914" y="2869696"/>
                  </a:lnTo>
                  <a:lnTo>
                    <a:pt x="1588548" y="2929238"/>
                  </a:lnTo>
                  <a:lnTo>
                    <a:pt x="1666182" y="2984252"/>
                  </a:lnTo>
                  <a:lnTo>
                    <a:pt x="1743816" y="3035082"/>
                  </a:lnTo>
                  <a:lnTo>
                    <a:pt x="1821450" y="3082047"/>
                  </a:lnTo>
                  <a:lnTo>
                    <a:pt x="1899084" y="3125440"/>
                  </a:lnTo>
                  <a:lnTo>
                    <a:pt x="1976718" y="3165533"/>
                  </a:lnTo>
                  <a:lnTo>
                    <a:pt x="2054352" y="3202577"/>
                  </a:lnTo>
                  <a:lnTo>
                    <a:pt x="2131986" y="3236804"/>
                  </a:lnTo>
                  <a:lnTo>
                    <a:pt x="2209620" y="3268428"/>
                  </a:lnTo>
                  <a:lnTo>
                    <a:pt x="2287254" y="3297647"/>
                  </a:lnTo>
                  <a:lnTo>
                    <a:pt x="2364888" y="3324644"/>
                  </a:lnTo>
                  <a:lnTo>
                    <a:pt x="2442522" y="3349588"/>
                  </a:lnTo>
                  <a:lnTo>
                    <a:pt x="2520156" y="3372635"/>
                  </a:lnTo>
                  <a:lnTo>
                    <a:pt x="2597790" y="3393929"/>
                  </a:lnTo>
                  <a:lnTo>
                    <a:pt x="2675424" y="3413604"/>
                  </a:lnTo>
                  <a:lnTo>
                    <a:pt x="2753059" y="3431782"/>
                  </a:lnTo>
                  <a:lnTo>
                    <a:pt x="2830693" y="3448579"/>
                  </a:lnTo>
                  <a:lnTo>
                    <a:pt x="2908327" y="3464097"/>
                  </a:lnTo>
                  <a:lnTo>
                    <a:pt x="2985961" y="3478436"/>
                  </a:lnTo>
                  <a:lnTo>
                    <a:pt x="3063595" y="3491684"/>
                  </a:lnTo>
                  <a:lnTo>
                    <a:pt x="3141229" y="3503925"/>
                  </a:lnTo>
                  <a:lnTo>
                    <a:pt x="3218863" y="3515235"/>
                  </a:lnTo>
                  <a:lnTo>
                    <a:pt x="3296497" y="3525684"/>
                  </a:lnTo>
                  <a:lnTo>
                    <a:pt x="3374131" y="3535340"/>
                  </a:lnTo>
                  <a:lnTo>
                    <a:pt x="3451765" y="3544260"/>
                  </a:lnTo>
                  <a:lnTo>
                    <a:pt x="3529399" y="3552503"/>
                  </a:lnTo>
                  <a:lnTo>
                    <a:pt x="3607033" y="3560118"/>
                  </a:lnTo>
                  <a:lnTo>
                    <a:pt x="3684667" y="3567155"/>
                  </a:lnTo>
                  <a:lnTo>
                    <a:pt x="3762301" y="3573656"/>
                  </a:lnTo>
                  <a:lnTo>
                    <a:pt x="3839935" y="3579663"/>
                  </a:lnTo>
                  <a:lnTo>
                    <a:pt x="3917569" y="3585213"/>
                  </a:lnTo>
                  <a:lnTo>
                    <a:pt x="3995203" y="3590341"/>
                  </a:lnTo>
                  <a:lnTo>
                    <a:pt x="4072837" y="3595079"/>
                  </a:lnTo>
                  <a:lnTo>
                    <a:pt x="4150471" y="3599457"/>
                  </a:lnTo>
                  <a:lnTo>
                    <a:pt x="4228105" y="3603501"/>
                  </a:lnTo>
                  <a:lnTo>
                    <a:pt x="4305739" y="3607238"/>
                  </a:lnTo>
                  <a:lnTo>
                    <a:pt x="4383373" y="3610691"/>
                  </a:lnTo>
                  <a:lnTo>
                    <a:pt x="4461008" y="3613882"/>
                  </a:lnTo>
                  <a:lnTo>
                    <a:pt x="4538642" y="3616830"/>
                  </a:lnTo>
                  <a:lnTo>
                    <a:pt x="4616276" y="3619553"/>
                  </a:lnTo>
                  <a:lnTo>
                    <a:pt x="4693910" y="3622070"/>
                  </a:lnTo>
                  <a:lnTo>
                    <a:pt x="4771544" y="3624395"/>
                  </a:lnTo>
                  <a:lnTo>
                    <a:pt x="4849178" y="3626543"/>
                  </a:lnTo>
                  <a:lnTo>
                    <a:pt x="4926812" y="3628528"/>
                  </a:lnTo>
                  <a:lnTo>
                    <a:pt x="5004446" y="3630362"/>
                  </a:lnTo>
                  <a:lnTo>
                    <a:pt x="5082080" y="3632056"/>
                  </a:lnTo>
                  <a:lnTo>
                    <a:pt x="5159714" y="3633622"/>
                  </a:lnTo>
                  <a:lnTo>
                    <a:pt x="5237348" y="3635068"/>
                  </a:lnTo>
                  <a:lnTo>
                    <a:pt x="5314982" y="3636405"/>
                  </a:lnTo>
                  <a:lnTo>
                    <a:pt x="5392616" y="36376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2026-05-22T10:22:42Z</dcterms:modified>
  <cp:category/>
</cp:coreProperties>
</file>