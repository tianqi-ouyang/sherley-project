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304"/>
            </a:xfrm>
            <a:custGeom>
              <a:avLst/>
              <a:pathLst>
                <a:path w="7370972" h="3649304">
                  <a:moveTo>
                    <a:pt x="2359130" y="0"/>
                  </a:moveTo>
                  <a:lnTo>
                    <a:pt x="2402393" y="219016"/>
                  </a:lnTo>
                  <a:lnTo>
                    <a:pt x="2480027" y="571667"/>
                  </a:lnTo>
                  <a:lnTo>
                    <a:pt x="2557661" y="888099"/>
                  </a:lnTo>
                  <a:lnTo>
                    <a:pt x="2635295" y="1172032"/>
                  </a:lnTo>
                  <a:lnTo>
                    <a:pt x="2712930" y="1426804"/>
                  </a:lnTo>
                  <a:lnTo>
                    <a:pt x="2790564" y="1655409"/>
                  </a:lnTo>
                  <a:lnTo>
                    <a:pt x="2868198" y="1860535"/>
                  </a:lnTo>
                  <a:lnTo>
                    <a:pt x="2945832" y="2044594"/>
                  </a:lnTo>
                  <a:lnTo>
                    <a:pt x="3023466" y="2209749"/>
                  </a:lnTo>
                  <a:lnTo>
                    <a:pt x="3101100" y="2357942"/>
                  </a:lnTo>
                  <a:lnTo>
                    <a:pt x="3178734" y="2490914"/>
                  </a:lnTo>
                  <a:lnTo>
                    <a:pt x="3256368" y="2610230"/>
                  </a:lnTo>
                  <a:lnTo>
                    <a:pt x="3334002" y="2717291"/>
                  </a:lnTo>
                  <a:lnTo>
                    <a:pt x="3411636" y="2788888"/>
                  </a:lnTo>
                  <a:lnTo>
                    <a:pt x="3489270" y="2806682"/>
                  </a:lnTo>
                  <a:lnTo>
                    <a:pt x="3566904" y="2824109"/>
                  </a:lnTo>
                  <a:lnTo>
                    <a:pt x="3644538" y="2841177"/>
                  </a:lnTo>
                  <a:lnTo>
                    <a:pt x="3722172" y="2857894"/>
                  </a:lnTo>
                  <a:lnTo>
                    <a:pt x="3799806" y="2874266"/>
                  </a:lnTo>
                  <a:lnTo>
                    <a:pt x="3877440" y="2890301"/>
                  </a:lnTo>
                  <a:lnTo>
                    <a:pt x="3955074" y="2906006"/>
                  </a:lnTo>
                  <a:lnTo>
                    <a:pt x="4032708" y="2921387"/>
                  </a:lnTo>
                  <a:lnTo>
                    <a:pt x="4110342" y="2936451"/>
                  </a:lnTo>
                  <a:lnTo>
                    <a:pt x="4187976" y="2951205"/>
                  </a:lnTo>
                  <a:lnTo>
                    <a:pt x="4265610" y="2965655"/>
                  </a:lnTo>
                  <a:lnTo>
                    <a:pt x="4343244" y="2979807"/>
                  </a:lnTo>
                  <a:lnTo>
                    <a:pt x="4420879" y="2993668"/>
                  </a:lnTo>
                  <a:lnTo>
                    <a:pt x="4498513" y="3007243"/>
                  </a:lnTo>
                  <a:lnTo>
                    <a:pt x="4576147" y="3020539"/>
                  </a:lnTo>
                  <a:lnTo>
                    <a:pt x="4653781" y="3033561"/>
                  </a:lnTo>
                  <a:lnTo>
                    <a:pt x="4731415" y="3046314"/>
                  </a:lnTo>
                  <a:lnTo>
                    <a:pt x="4809049" y="3058805"/>
                  </a:lnTo>
                  <a:lnTo>
                    <a:pt x="4886683" y="3071038"/>
                  </a:lnTo>
                  <a:lnTo>
                    <a:pt x="4964317" y="3083020"/>
                  </a:lnTo>
                  <a:lnTo>
                    <a:pt x="5041951" y="3094754"/>
                  </a:lnTo>
                  <a:lnTo>
                    <a:pt x="5119585" y="3106247"/>
                  </a:lnTo>
                  <a:lnTo>
                    <a:pt x="5197219" y="3117503"/>
                  </a:lnTo>
                  <a:lnTo>
                    <a:pt x="5274853" y="3128527"/>
                  </a:lnTo>
                  <a:lnTo>
                    <a:pt x="5352487" y="3139324"/>
                  </a:lnTo>
                  <a:lnTo>
                    <a:pt x="5430121" y="3149899"/>
                  </a:lnTo>
                  <a:lnTo>
                    <a:pt x="5507755" y="3160256"/>
                  </a:lnTo>
                  <a:lnTo>
                    <a:pt x="5585389" y="3170399"/>
                  </a:lnTo>
                  <a:lnTo>
                    <a:pt x="5663023" y="3180334"/>
                  </a:lnTo>
                  <a:lnTo>
                    <a:pt x="5740657" y="3190064"/>
                  </a:lnTo>
                  <a:lnTo>
                    <a:pt x="5818291" y="3199593"/>
                  </a:lnTo>
                  <a:lnTo>
                    <a:pt x="5895925" y="3208926"/>
                  </a:lnTo>
                  <a:lnTo>
                    <a:pt x="5973559" y="3218067"/>
                  </a:lnTo>
                  <a:lnTo>
                    <a:pt x="6051193" y="3227019"/>
                  </a:lnTo>
                  <a:lnTo>
                    <a:pt x="6128827" y="3235787"/>
                  </a:lnTo>
                  <a:lnTo>
                    <a:pt x="6206462" y="3244375"/>
                  </a:lnTo>
                  <a:lnTo>
                    <a:pt x="6284096" y="3252785"/>
                  </a:lnTo>
                  <a:lnTo>
                    <a:pt x="6361730" y="3261023"/>
                  </a:lnTo>
                  <a:lnTo>
                    <a:pt x="6439364" y="3269090"/>
                  </a:lnTo>
                  <a:lnTo>
                    <a:pt x="6516998" y="3276992"/>
                  </a:lnTo>
                  <a:lnTo>
                    <a:pt x="6594632" y="3284730"/>
                  </a:lnTo>
                  <a:lnTo>
                    <a:pt x="6672266" y="3292310"/>
                  </a:lnTo>
                  <a:lnTo>
                    <a:pt x="6749900" y="3299733"/>
                  </a:lnTo>
                  <a:lnTo>
                    <a:pt x="6827534" y="3307003"/>
                  </a:lnTo>
                  <a:lnTo>
                    <a:pt x="6905168" y="3314123"/>
                  </a:lnTo>
                  <a:lnTo>
                    <a:pt x="6982802" y="3321097"/>
                  </a:lnTo>
                  <a:lnTo>
                    <a:pt x="7060436" y="3327927"/>
                  </a:lnTo>
                  <a:lnTo>
                    <a:pt x="7138070" y="3334616"/>
                  </a:lnTo>
                  <a:lnTo>
                    <a:pt x="7215704" y="3341168"/>
                  </a:lnTo>
                  <a:lnTo>
                    <a:pt x="7293338" y="3347584"/>
                  </a:lnTo>
                  <a:lnTo>
                    <a:pt x="7370972" y="3353869"/>
                  </a:lnTo>
                  <a:lnTo>
                    <a:pt x="7370972" y="3649304"/>
                  </a:lnTo>
                  <a:lnTo>
                    <a:pt x="7293338" y="3648922"/>
                  </a:lnTo>
                  <a:lnTo>
                    <a:pt x="7215704" y="3648496"/>
                  </a:lnTo>
                  <a:lnTo>
                    <a:pt x="7138070" y="3648022"/>
                  </a:lnTo>
                  <a:lnTo>
                    <a:pt x="7060436" y="3647493"/>
                  </a:lnTo>
                  <a:lnTo>
                    <a:pt x="6982802" y="3646903"/>
                  </a:lnTo>
                  <a:lnTo>
                    <a:pt x="6905168" y="3646246"/>
                  </a:lnTo>
                  <a:lnTo>
                    <a:pt x="6827534" y="3645514"/>
                  </a:lnTo>
                  <a:lnTo>
                    <a:pt x="6749900" y="3644698"/>
                  </a:lnTo>
                  <a:lnTo>
                    <a:pt x="6672266" y="3643788"/>
                  </a:lnTo>
                  <a:lnTo>
                    <a:pt x="6594632" y="3642775"/>
                  </a:lnTo>
                  <a:lnTo>
                    <a:pt x="6516998" y="3641645"/>
                  </a:lnTo>
                  <a:lnTo>
                    <a:pt x="6439364" y="3640386"/>
                  </a:lnTo>
                  <a:lnTo>
                    <a:pt x="6361730" y="3638983"/>
                  </a:lnTo>
                  <a:lnTo>
                    <a:pt x="6284096" y="3637420"/>
                  </a:lnTo>
                  <a:lnTo>
                    <a:pt x="6206462" y="3635677"/>
                  </a:lnTo>
                  <a:lnTo>
                    <a:pt x="6128827" y="3633735"/>
                  </a:lnTo>
                  <a:lnTo>
                    <a:pt x="6051193" y="3631571"/>
                  </a:lnTo>
                  <a:lnTo>
                    <a:pt x="5973559" y="3629159"/>
                  </a:lnTo>
                  <a:lnTo>
                    <a:pt x="5895925" y="3626471"/>
                  </a:lnTo>
                  <a:lnTo>
                    <a:pt x="5818291" y="3623476"/>
                  </a:lnTo>
                  <a:lnTo>
                    <a:pt x="5740657" y="3620137"/>
                  </a:lnTo>
                  <a:lnTo>
                    <a:pt x="5663023" y="3616416"/>
                  </a:lnTo>
                  <a:lnTo>
                    <a:pt x="5585389" y="3612270"/>
                  </a:lnTo>
                  <a:lnTo>
                    <a:pt x="5507755" y="3607649"/>
                  </a:lnTo>
                  <a:lnTo>
                    <a:pt x="5430121" y="3602499"/>
                  </a:lnTo>
                  <a:lnTo>
                    <a:pt x="5352487" y="3596759"/>
                  </a:lnTo>
                  <a:lnTo>
                    <a:pt x="5274853" y="3590362"/>
                  </a:lnTo>
                  <a:lnTo>
                    <a:pt x="5197219" y="3583234"/>
                  </a:lnTo>
                  <a:lnTo>
                    <a:pt x="5119585" y="3575289"/>
                  </a:lnTo>
                  <a:lnTo>
                    <a:pt x="5041951" y="3566435"/>
                  </a:lnTo>
                  <a:lnTo>
                    <a:pt x="4964317" y="3556568"/>
                  </a:lnTo>
                  <a:lnTo>
                    <a:pt x="4886683" y="3545571"/>
                  </a:lnTo>
                  <a:lnTo>
                    <a:pt x="4809049" y="3533315"/>
                  </a:lnTo>
                  <a:lnTo>
                    <a:pt x="4731415" y="3519657"/>
                  </a:lnTo>
                  <a:lnTo>
                    <a:pt x="4653781" y="3504435"/>
                  </a:lnTo>
                  <a:lnTo>
                    <a:pt x="4576147" y="3487471"/>
                  </a:lnTo>
                  <a:lnTo>
                    <a:pt x="4498513" y="3468565"/>
                  </a:lnTo>
                  <a:lnTo>
                    <a:pt x="4420879" y="3447495"/>
                  </a:lnTo>
                  <a:lnTo>
                    <a:pt x="4343244" y="3424014"/>
                  </a:lnTo>
                  <a:lnTo>
                    <a:pt x="4265610" y="3397845"/>
                  </a:lnTo>
                  <a:lnTo>
                    <a:pt x="4187976" y="3368680"/>
                  </a:lnTo>
                  <a:lnTo>
                    <a:pt x="4110342" y="3336177"/>
                  </a:lnTo>
                  <a:lnTo>
                    <a:pt x="4032708" y="3299954"/>
                  </a:lnTo>
                  <a:lnTo>
                    <a:pt x="3955074" y="3259585"/>
                  </a:lnTo>
                  <a:lnTo>
                    <a:pt x="3877440" y="3214596"/>
                  </a:lnTo>
                  <a:lnTo>
                    <a:pt x="3799806" y="3164456"/>
                  </a:lnTo>
                  <a:lnTo>
                    <a:pt x="3722172" y="3108578"/>
                  </a:lnTo>
                  <a:lnTo>
                    <a:pt x="3644538" y="3046304"/>
                  </a:lnTo>
                  <a:lnTo>
                    <a:pt x="3566904" y="2976902"/>
                  </a:lnTo>
                  <a:lnTo>
                    <a:pt x="3489270" y="2899556"/>
                  </a:lnTo>
                  <a:lnTo>
                    <a:pt x="3411636" y="2813357"/>
                  </a:lnTo>
                  <a:lnTo>
                    <a:pt x="3334002" y="2770720"/>
                  </a:lnTo>
                  <a:lnTo>
                    <a:pt x="3256368" y="2752169"/>
                  </a:lnTo>
                  <a:lnTo>
                    <a:pt x="3178734" y="2733229"/>
                  </a:lnTo>
                  <a:lnTo>
                    <a:pt x="3101100" y="2713890"/>
                  </a:lnTo>
                  <a:lnTo>
                    <a:pt x="3023466" y="2694144"/>
                  </a:lnTo>
                  <a:lnTo>
                    <a:pt x="2945832" y="2673984"/>
                  </a:lnTo>
                  <a:lnTo>
                    <a:pt x="2868198" y="2653399"/>
                  </a:lnTo>
                  <a:lnTo>
                    <a:pt x="2790564" y="2632381"/>
                  </a:lnTo>
                  <a:lnTo>
                    <a:pt x="2712930" y="2610921"/>
                  </a:lnTo>
                  <a:lnTo>
                    <a:pt x="2635295" y="2589009"/>
                  </a:lnTo>
                  <a:lnTo>
                    <a:pt x="2557661" y="2566637"/>
                  </a:lnTo>
                  <a:lnTo>
                    <a:pt x="2480027" y="2543794"/>
                  </a:lnTo>
                  <a:lnTo>
                    <a:pt x="2402393" y="2520471"/>
                  </a:lnTo>
                  <a:lnTo>
                    <a:pt x="2324759" y="2496657"/>
                  </a:lnTo>
                  <a:lnTo>
                    <a:pt x="2247125" y="2472342"/>
                  </a:lnTo>
                  <a:lnTo>
                    <a:pt x="2169491" y="2447515"/>
                  </a:lnTo>
                  <a:lnTo>
                    <a:pt x="2091857" y="2422167"/>
                  </a:lnTo>
                  <a:lnTo>
                    <a:pt x="2014223" y="2396285"/>
                  </a:lnTo>
                  <a:lnTo>
                    <a:pt x="1936589" y="2369859"/>
                  </a:lnTo>
                  <a:lnTo>
                    <a:pt x="1858955" y="2342877"/>
                  </a:lnTo>
                  <a:lnTo>
                    <a:pt x="1781321" y="2315328"/>
                  </a:lnTo>
                  <a:lnTo>
                    <a:pt x="1703687" y="2287199"/>
                  </a:lnTo>
                  <a:lnTo>
                    <a:pt x="1626053" y="2258478"/>
                  </a:lnTo>
                  <a:lnTo>
                    <a:pt x="1548419" y="2229154"/>
                  </a:lnTo>
                  <a:lnTo>
                    <a:pt x="1470785" y="2199212"/>
                  </a:lnTo>
                  <a:lnTo>
                    <a:pt x="1393151" y="2168641"/>
                  </a:lnTo>
                  <a:lnTo>
                    <a:pt x="1315517" y="2137427"/>
                  </a:lnTo>
                  <a:lnTo>
                    <a:pt x="1237883" y="2105556"/>
                  </a:lnTo>
                  <a:lnTo>
                    <a:pt x="1160249" y="2073015"/>
                  </a:lnTo>
                  <a:lnTo>
                    <a:pt x="1082615" y="2039789"/>
                  </a:lnTo>
                  <a:lnTo>
                    <a:pt x="1004981" y="2005865"/>
                  </a:lnTo>
                  <a:lnTo>
                    <a:pt x="927346" y="1971226"/>
                  </a:lnTo>
                  <a:lnTo>
                    <a:pt x="849712" y="1935860"/>
                  </a:lnTo>
                  <a:lnTo>
                    <a:pt x="772078" y="1899749"/>
                  </a:lnTo>
                  <a:lnTo>
                    <a:pt x="694444" y="1862879"/>
                  </a:lnTo>
                  <a:lnTo>
                    <a:pt x="616810" y="1825233"/>
                  </a:lnTo>
                  <a:lnTo>
                    <a:pt x="539176" y="1786796"/>
                  </a:lnTo>
                  <a:lnTo>
                    <a:pt x="461542" y="1747550"/>
                  </a:lnTo>
                  <a:lnTo>
                    <a:pt x="383908" y="1707479"/>
                  </a:lnTo>
                  <a:lnTo>
                    <a:pt x="306274" y="1666564"/>
                  </a:lnTo>
                  <a:lnTo>
                    <a:pt x="228640" y="1624789"/>
                  </a:lnTo>
                  <a:lnTo>
                    <a:pt x="151006" y="1582136"/>
                  </a:lnTo>
                  <a:lnTo>
                    <a:pt x="73372" y="1538585"/>
                  </a:lnTo>
                  <a:lnTo>
                    <a:pt x="0" y="1496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6648" y="1896563"/>
              <a:ext cx="5011842" cy="3353869"/>
            </a:xfrm>
            <a:custGeom>
              <a:avLst/>
              <a:pathLst>
                <a:path w="5011842" h="3353869">
                  <a:moveTo>
                    <a:pt x="0" y="0"/>
                  </a:moveTo>
                  <a:lnTo>
                    <a:pt x="43263" y="219016"/>
                  </a:lnTo>
                  <a:lnTo>
                    <a:pt x="120897" y="571667"/>
                  </a:lnTo>
                  <a:lnTo>
                    <a:pt x="198531" y="888099"/>
                  </a:lnTo>
                  <a:lnTo>
                    <a:pt x="276165" y="1172032"/>
                  </a:lnTo>
                  <a:lnTo>
                    <a:pt x="353799" y="1426804"/>
                  </a:lnTo>
                  <a:lnTo>
                    <a:pt x="431433" y="1655409"/>
                  </a:lnTo>
                  <a:lnTo>
                    <a:pt x="509067" y="1860535"/>
                  </a:lnTo>
                  <a:lnTo>
                    <a:pt x="586701" y="2044594"/>
                  </a:lnTo>
                  <a:lnTo>
                    <a:pt x="664335" y="2209749"/>
                  </a:lnTo>
                  <a:lnTo>
                    <a:pt x="741969" y="2357942"/>
                  </a:lnTo>
                  <a:lnTo>
                    <a:pt x="819603" y="2490914"/>
                  </a:lnTo>
                  <a:lnTo>
                    <a:pt x="897237" y="2610230"/>
                  </a:lnTo>
                  <a:lnTo>
                    <a:pt x="974871" y="2717291"/>
                  </a:lnTo>
                  <a:lnTo>
                    <a:pt x="1052505" y="2788888"/>
                  </a:lnTo>
                  <a:lnTo>
                    <a:pt x="1130139" y="2806682"/>
                  </a:lnTo>
                  <a:lnTo>
                    <a:pt x="1207773" y="2824109"/>
                  </a:lnTo>
                  <a:lnTo>
                    <a:pt x="1285407" y="2841177"/>
                  </a:lnTo>
                  <a:lnTo>
                    <a:pt x="1363041" y="2857894"/>
                  </a:lnTo>
                  <a:lnTo>
                    <a:pt x="1440675" y="2874266"/>
                  </a:lnTo>
                  <a:lnTo>
                    <a:pt x="1518309" y="2890301"/>
                  </a:lnTo>
                  <a:lnTo>
                    <a:pt x="1595944" y="2906006"/>
                  </a:lnTo>
                  <a:lnTo>
                    <a:pt x="1673578" y="2921387"/>
                  </a:lnTo>
                  <a:lnTo>
                    <a:pt x="1751212" y="2936451"/>
                  </a:lnTo>
                  <a:lnTo>
                    <a:pt x="1828846" y="2951205"/>
                  </a:lnTo>
                  <a:lnTo>
                    <a:pt x="1906480" y="2965655"/>
                  </a:lnTo>
                  <a:lnTo>
                    <a:pt x="1984114" y="2979807"/>
                  </a:lnTo>
                  <a:lnTo>
                    <a:pt x="2061748" y="2993668"/>
                  </a:lnTo>
                  <a:lnTo>
                    <a:pt x="2139382" y="3007243"/>
                  </a:lnTo>
                  <a:lnTo>
                    <a:pt x="2217016" y="3020539"/>
                  </a:lnTo>
                  <a:lnTo>
                    <a:pt x="2294650" y="3033561"/>
                  </a:lnTo>
                  <a:lnTo>
                    <a:pt x="2372284" y="3046314"/>
                  </a:lnTo>
                  <a:lnTo>
                    <a:pt x="2449918" y="3058805"/>
                  </a:lnTo>
                  <a:lnTo>
                    <a:pt x="2527552" y="3071038"/>
                  </a:lnTo>
                  <a:lnTo>
                    <a:pt x="2605186" y="3083020"/>
                  </a:lnTo>
                  <a:lnTo>
                    <a:pt x="2682820" y="3094754"/>
                  </a:lnTo>
                  <a:lnTo>
                    <a:pt x="2760454" y="3106247"/>
                  </a:lnTo>
                  <a:lnTo>
                    <a:pt x="2838088" y="3117503"/>
                  </a:lnTo>
                  <a:lnTo>
                    <a:pt x="2915722" y="3128527"/>
                  </a:lnTo>
                  <a:lnTo>
                    <a:pt x="2993356" y="3139324"/>
                  </a:lnTo>
                  <a:lnTo>
                    <a:pt x="3070990" y="3149899"/>
                  </a:lnTo>
                  <a:lnTo>
                    <a:pt x="3148624" y="3160256"/>
                  </a:lnTo>
                  <a:lnTo>
                    <a:pt x="3226258" y="3170399"/>
                  </a:lnTo>
                  <a:lnTo>
                    <a:pt x="3303893" y="3180334"/>
                  </a:lnTo>
                  <a:lnTo>
                    <a:pt x="3381527" y="3190064"/>
                  </a:lnTo>
                  <a:lnTo>
                    <a:pt x="3459161" y="3199593"/>
                  </a:lnTo>
                  <a:lnTo>
                    <a:pt x="3536795" y="3208926"/>
                  </a:lnTo>
                  <a:lnTo>
                    <a:pt x="3614429" y="3218067"/>
                  </a:lnTo>
                  <a:lnTo>
                    <a:pt x="3692063" y="3227019"/>
                  </a:lnTo>
                  <a:lnTo>
                    <a:pt x="3769697" y="3235787"/>
                  </a:lnTo>
                  <a:lnTo>
                    <a:pt x="3847331" y="3244375"/>
                  </a:lnTo>
                  <a:lnTo>
                    <a:pt x="3924965" y="3252785"/>
                  </a:lnTo>
                  <a:lnTo>
                    <a:pt x="4002599" y="3261023"/>
                  </a:lnTo>
                  <a:lnTo>
                    <a:pt x="4080233" y="3269090"/>
                  </a:lnTo>
                  <a:lnTo>
                    <a:pt x="4157867" y="3276992"/>
                  </a:lnTo>
                  <a:lnTo>
                    <a:pt x="4235501" y="3284730"/>
                  </a:lnTo>
                  <a:lnTo>
                    <a:pt x="4313135" y="3292310"/>
                  </a:lnTo>
                  <a:lnTo>
                    <a:pt x="4390769" y="3299733"/>
                  </a:lnTo>
                  <a:lnTo>
                    <a:pt x="4468403" y="3307003"/>
                  </a:lnTo>
                  <a:lnTo>
                    <a:pt x="4546037" y="3314123"/>
                  </a:lnTo>
                  <a:lnTo>
                    <a:pt x="4623671" y="3321097"/>
                  </a:lnTo>
                  <a:lnTo>
                    <a:pt x="4701305" y="3327927"/>
                  </a:lnTo>
                  <a:lnTo>
                    <a:pt x="4778939" y="3334616"/>
                  </a:lnTo>
                  <a:lnTo>
                    <a:pt x="4856573" y="3341168"/>
                  </a:lnTo>
                  <a:lnTo>
                    <a:pt x="4934207" y="3347584"/>
                  </a:lnTo>
                  <a:lnTo>
                    <a:pt x="5011842" y="3353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3123"/>
              <a:ext cx="7370972" cy="2152745"/>
            </a:xfrm>
            <a:custGeom>
              <a:avLst/>
              <a:pathLst>
                <a:path w="7370972" h="2152745">
                  <a:moveTo>
                    <a:pt x="7370972" y="2152745"/>
                  </a:moveTo>
                  <a:lnTo>
                    <a:pt x="7293338" y="2152363"/>
                  </a:lnTo>
                  <a:lnTo>
                    <a:pt x="7215704" y="2151937"/>
                  </a:lnTo>
                  <a:lnTo>
                    <a:pt x="7138070" y="2151462"/>
                  </a:lnTo>
                  <a:lnTo>
                    <a:pt x="7060436" y="2150933"/>
                  </a:lnTo>
                  <a:lnTo>
                    <a:pt x="6982802" y="2150343"/>
                  </a:lnTo>
                  <a:lnTo>
                    <a:pt x="6905168" y="2149686"/>
                  </a:lnTo>
                  <a:lnTo>
                    <a:pt x="6827534" y="2148954"/>
                  </a:lnTo>
                  <a:lnTo>
                    <a:pt x="6749900" y="2148138"/>
                  </a:lnTo>
                  <a:lnTo>
                    <a:pt x="6672266" y="2147229"/>
                  </a:lnTo>
                  <a:lnTo>
                    <a:pt x="6594632" y="2146215"/>
                  </a:lnTo>
                  <a:lnTo>
                    <a:pt x="6516998" y="2145086"/>
                  </a:lnTo>
                  <a:lnTo>
                    <a:pt x="6439364" y="2143827"/>
                  </a:lnTo>
                  <a:lnTo>
                    <a:pt x="6361730" y="2142424"/>
                  </a:lnTo>
                  <a:lnTo>
                    <a:pt x="6284096" y="2140860"/>
                  </a:lnTo>
                  <a:lnTo>
                    <a:pt x="6206462" y="2139118"/>
                  </a:lnTo>
                  <a:lnTo>
                    <a:pt x="6128827" y="2137176"/>
                  </a:lnTo>
                  <a:lnTo>
                    <a:pt x="6051193" y="2135012"/>
                  </a:lnTo>
                  <a:lnTo>
                    <a:pt x="5973559" y="2132600"/>
                  </a:lnTo>
                  <a:lnTo>
                    <a:pt x="5895925" y="2129912"/>
                  </a:lnTo>
                  <a:lnTo>
                    <a:pt x="5818291" y="2126916"/>
                  </a:lnTo>
                  <a:lnTo>
                    <a:pt x="5740657" y="2123577"/>
                  </a:lnTo>
                  <a:lnTo>
                    <a:pt x="5663023" y="2119857"/>
                  </a:lnTo>
                  <a:lnTo>
                    <a:pt x="5585389" y="2115710"/>
                  </a:lnTo>
                  <a:lnTo>
                    <a:pt x="5507755" y="2111089"/>
                  </a:lnTo>
                  <a:lnTo>
                    <a:pt x="5430121" y="2105939"/>
                  </a:lnTo>
                  <a:lnTo>
                    <a:pt x="5352487" y="2100199"/>
                  </a:lnTo>
                  <a:lnTo>
                    <a:pt x="5274853" y="2093803"/>
                  </a:lnTo>
                  <a:lnTo>
                    <a:pt x="5197219" y="2086674"/>
                  </a:lnTo>
                  <a:lnTo>
                    <a:pt x="5119585" y="2078729"/>
                  </a:lnTo>
                  <a:lnTo>
                    <a:pt x="5041951" y="2069875"/>
                  </a:lnTo>
                  <a:lnTo>
                    <a:pt x="4964317" y="2060008"/>
                  </a:lnTo>
                  <a:lnTo>
                    <a:pt x="4886683" y="2049011"/>
                  </a:lnTo>
                  <a:lnTo>
                    <a:pt x="4809049" y="2036755"/>
                  </a:lnTo>
                  <a:lnTo>
                    <a:pt x="4731415" y="2023097"/>
                  </a:lnTo>
                  <a:lnTo>
                    <a:pt x="4653781" y="2007875"/>
                  </a:lnTo>
                  <a:lnTo>
                    <a:pt x="4576147" y="1990911"/>
                  </a:lnTo>
                  <a:lnTo>
                    <a:pt x="4498513" y="1972005"/>
                  </a:lnTo>
                  <a:lnTo>
                    <a:pt x="4420879" y="1950936"/>
                  </a:lnTo>
                  <a:lnTo>
                    <a:pt x="4343244" y="1927454"/>
                  </a:lnTo>
                  <a:lnTo>
                    <a:pt x="4265610" y="1901285"/>
                  </a:lnTo>
                  <a:lnTo>
                    <a:pt x="4187976" y="1872120"/>
                  </a:lnTo>
                  <a:lnTo>
                    <a:pt x="4110342" y="1839618"/>
                  </a:lnTo>
                  <a:lnTo>
                    <a:pt x="4032708" y="1803395"/>
                  </a:lnTo>
                  <a:lnTo>
                    <a:pt x="3955074" y="1763026"/>
                  </a:lnTo>
                  <a:lnTo>
                    <a:pt x="3877440" y="1718036"/>
                  </a:lnTo>
                  <a:lnTo>
                    <a:pt x="3799806" y="1667897"/>
                  </a:lnTo>
                  <a:lnTo>
                    <a:pt x="3722172" y="1612018"/>
                  </a:lnTo>
                  <a:lnTo>
                    <a:pt x="3644538" y="1549744"/>
                  </a:lnTo>
                  <a:lnTo>
                    <a:pt x="3566904" y="1480342"/>
                  </a:lnTo>
                  <a:lnTo>
                    <a:pt x="3489270" y="1402996"/>
                  </a:lnTo>
                  <a:lnTo>
                    <a:pt x="3411636" y="1316797"/>
                  </a:lnTo>
                  <a:lnTo>
                    <a:pt x="3334002" y="1274160"/>
                  </a:lnTo>
                  <a:lnTo>
                    <a:pt x="3256368" y="1255610"/>
                  </a:lnTo>
                  <a:lnTo>
                    <a:pt x="3178734" y="1236669"/>
                  </a:lnTo>
                  <a:lnTo>
                    <a:pt x="3101100" y="1217330"/>
                  </a:lnTo>
                  <a:lnTo>
                    <a:pt x="3023466" y="1197585"/>
                  </a:lnTo>
                  <a:lnTo>
                    <a:pt x="2945832" y="1177424"/>
                  </a:lnTo>
                  <a:lnTo>
                    <a:pt x="2868198" y="1156839"/>
                  </a:lnTo>
                  <a:lnTo>
                    <a:pt x="2790564" y="1135821"/>
                  </a:lnTo>
                  <a:lnTo>
                    <a:pt x="2712930" y="1114361"/>
                  </a:lnTo>
                  <a:lnTo>
                    <a:pt x="2635295" y="1092449"/>
                  </a:lnTo>
                  <a:lnTo>
                    <a:pt x="2557661" y="1070077"/>
                  </a:lnTo>
                  <a:lnTo>
                    <a:pt x="2480027" y="1047234"/>
                  </a:lnTo>
                  <a:lnTo>
                    <a:pt x="2402393" y="1023911"/>
                  </a:lnTo>
                  <a:lnTo>
                    <a:pt x="2324759" y="1000097"/>
                  </a:lnTo>
                  <a:lnTo>
                    <a:pt x="2247125" y="975782"/>
                  </a:lnTo>
                  <a:lnTo>
                    <a:pt x="2169491" y="950956"/>
                  </a:lnTo>
                  <a:lnTo>
                    <a:pt x="2091857" y="925607"/>
                  </a:lnTo>
                  <a:lnTo>
                    <a:pt x="2014223" y="899726"/>
                  </a:lnTo>
                  <a:lnTo>
                    <a:pt x="1936589" y="873300"/>
                  </a:lnTo>
                  <a:lnTo>
                    <a:pt x="1858955" y="846318"/>
                  </a:lnTo>
                  <a:lnTo>
                    <a:pt x="1781321" y="818768"/>
                  </a:lnTo>
                  <a:lnTo>
                    <a:pt x="1703687" y="790639"/>
                  </a:lnTo>
                  <a:lnTo>
                    <a:pt x="1626053" y="761919"/>
                  </a:lnTo>
                  <a:lnTo>
                    <a:pt x="1548419" y="732594"/>
                  </a:lnTo>
                  <a:lnTo>
                    <a:pt x="1470785" y="702653"/>
                  </a:lnTo>
                  <a:lnTo>
                    <a:pt x="1393151" y="672081"/>
                  </a:lnTo>
                  <a:lnTo>
                    <a:pt x="1315517" y="640867"/>
                  </a:lnTo>
                  <a:lnTo>
                    <a:pt x="1237883" y="608996"/>
                  </a:lnTo>
                  <a:lnTo>
                    <a:pt x="1160249" y="576455"/>
                  </a:lnTo>
                  <a:lnTo>
                    <a:pt x="1082615" y="543229"/>
                  </a:lnTo>
                  <a:lnTo>
                    <a:pt x="1004981" y="509305"/>
                  </a:lnTo>
                  <a:lnTo>
                    <a:pt x="927346" y="474667"/>
                  </a:lnTo>
                  <a:lnTo>
                    <a:pt x="849712" y="439300"/>
                  </a:lnTo>
                  <a:lnTo>
                    <a:pt x="772078" y="403190"/>
                  </a:lnTo>
                  <a:lnTo>
                    <a:pt x="694444" y="366319"/>
                  </a:lnTo>
                  <a:lnTo>
                    <a:pt x="616810" y="328674"/>
                  </a:lnTo>
                  <a:lnTo>
                    <a:pt x="539176" y="290236"/>
                  </a:lnTo>
                  <a:lnTo>
                    <a:pt x="461542" y="250990"/>
                  </a:lnTo>
                  <a:lnTo>
                    <a:pt x="383908" y="210919"/>
                  </a:lnTo>
                  <a:lnTo>
                    <a:pt x="306274" y="170005"/>
                  </a:lnTo>
                  <a:lnTo>
                    <a:pt x="228640" y="128230"/>
                  </a:lnTo>
                  <a:lnTo>
                    <a:pt x="151006" y="85576"/>
                  </a:lnTo>
                  <a:lnTo>
                    <a:pt x="73372" y="420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79479" y="1896563"/>
              <a:ext cx="5709010" cy="3621059"/>
            </a:xfrm>
            <a:custGeom>
              <a:avLst/>
              <a:pathLst>
                <a:path w="5709010" h="3621059">
                  <a:moveTo>
                    <a:pt x="0" y="0"/>
                  </a:moveTo>
                  <a:lnTo>
                    <a:pt x="41725" y="126456"/>
                  </a:lnTo>
                  <a:lnTo>
                    <a:pt x="119359" y="347024"/>
                  </a:lnTo>
                  <a:lnTo>
                    <a:pt x="196993" y="553795"/>
                  </a:lnTo>
                  <a:lnTo>
                    <a:pt x="274627" y="747632"/>
                  </a:lnTo>
                  <a:lnTo>
                    <a:pt x="352261" y="929344"/>
                  </a:lnTo>
                  <a:lnTo>
                    <a:pt x="429895" y="1099690"/>
                  </a:lnTo>
                  <a:lnTo>
                    <a:pt x="507529" y="1259380"/>
                  </a:lnTo>
                  <a:lnTo>
                    <a:pt x="585163" y="1409082"/>
                  </a:lnTo>
                  <a:lnTo>
                    <a:pt x="662797" y="1549420"/>
                  </a:lnTo>
                  <a:lnTo>
                    <a:pt x="740431" y="1680979"/>
                  </a:lnTo>
                  <a:lnTo>
                    <a:pt x="818065" y="1804309"/>
                  </a:lnTo>
                  <a:lnTo>
                    <a:pt x="895699" y="1919925"/>
                  </a:lnTo>
                  <a:lnTo>
                    <a:pt x="973333" y="2028309"/>
                  </a:lnTo>
                  <a:lnTo>
                    <a:pt x="1050967" y="2129913"/>
                  </a:lnTo>
                  <a:lnTo>
                    <a:pt x="1128602" y="2225162"/>
                  </a:lnTo>
                  <a:lnTo>
                    <a:pt x="1206236" y="2314453"/>
                  </a:lnTo>
                  <a:lnTo>
                    <a:pt x="1283870" y="2398158"/>
                  </a:lnTo>
                  <a:lnTo>
                    <a:pt x="1361504" y="2476628"/>
                  </a:lnTo>
                  <a:lnTo>
                    <a:pt x="1439138" y="2550189"/>
                  </a:lnTo>
                  <a:lnTo>
                    <a:pt x="1516772" y="2619149"/>
                  </a:lnTo>
                  <a:lnTo>
                    <a:pt x="1594406" y="2683795"/>
                  </a:lnTo>
                  <a:lnTo>
                    <a:pt x="1672040" y="2744398"/>
                  </a:lnTo>
                  <a:lnTo>
                    <a:pt x="1749674" y="2801210"/>
                  </a:lnTo>
                  <a:lnTo>
                    <a:pt x="1827308" y="2854468"/>
                  </a:lnTo>
                  <a:lnTo>
                    <a:pt x="1904942" y="2904395"/>
                  </a:lnTo>
                  <a:lnTo>
                    <a:pt x="1982576" y="2951199"/>
                  </a:lnTo>
                  <a:lnTo>
                    <a:pt x="2060210" y="2995075"/>
                  </a:lnTo>
                  <a:lnTo>
                    <a:pt x="2137844" y="3036207"/>
                  </a:lnTo>
                  <a:lnTo>
                    <a:pt x="2215478" y="3074766"/>
                  </a:lnTo>
                  <a:lnTo>
                    <a:pt x="2293112" y="3110913"/>
                  </a:lnTo>
                  <a:lnTo>
                    <a:pt x="2370746" y="3144799"/>
                  </a:lnTo>
                  <a:lnTo>
                    <a:pt x="2448380" y="3176565"/>
                  </a:lnTo>
                  <a:lnTo>
                    <a:pt x="2526014" y="3206344"/>
                  </a:lnTo>
                  <a:lnTo>
                    <a:pt x="2603648" y="3234261"/>
                  </a:lnTo>
                  <a:lnTo>
                    <a:pt x="2681282" y="3260431"/>
                  </a:lnTo>
                  <a:lnTo>
                    <a:pt x="2758916" y="3284965"/>
                  </a:lnTo>
                  <a:lnTo>
                    <a:pt x="2836551" y="3307964"/>
                  </a:lnTo>
                  <a:lnTo>
                    <a:pt x="2914185" y="3329524"/>
                  </a:lnTo>
                  <a:lnTo>
                    <a:pt x="2991819" y="3349735"/>
                  </a:lnTo>
                  <a:lnTo>
                    <a:pt x="3069453" y="3368683"/>
                  </a:lnTo>
                  <a:lnTo>
                    <a:pt x="3147087" y="3386445"/>
                  </a:lnTo>
                  <a:lnTo>
                    <a:pt x="3224721" y="3403096"/>
                  </a:lnTo>
                  <a:lnTo>
                    <a:pt x="3302355" y="3418705"/>
                  </a:lnTo>
                  <a:lnTo>
                    <a:pt x="3379989" y="3433338"/>
                  </a:lnTo>
                  <a:lnTo>
                    <a:pt x="3457623" y="3447056"/>
                  </a:lnTo>
                  <a:lnTo>
                    <a:pt x="3535257" y="3459916"/>
                  </a:lnTo>
                  <a:lnTo>
                    <a:pt x="3612891" y="3471971"/>
                  </a:lnTo>
                  <a:lnTo>
                    <a:pt x="3690525" y="3483273"/>
                  </a:lnTo>
                  <a:lnTo>
                    <a:pt x="3768159" y="3493867"/>
                  </a:lnTo>
                  <a:lnTo>
                    <a:pt x="3845793" y="3503799"/>
                  </a:lnTo>
                  <a:lnTo>
                    <a:pt x="3923427" y="3513109"/>
                  </a:lnTo>
                  <a:lnTo>
                    <a:pt x="4001061" y="3521837"/>
                  </a:lnTo>
                  <a:lnTo>
                    <a:pt x="4078695" y="3530019"/>
                  </a:lnTo>
                  <a:lnTo>
                    <a:pt x="4156329" y="3537689"/>
                  </a:lnTo>
                  <a:lnTo>
                    <a:pt x="4233963" y="3544880"/>
                  </a:lnTo>
                  <a:lnTo>
                    <a:pt x="4311597" y="3551621"/>
                  </a:lnTo>
                  <a:lnTo>
                    <a:pt x="4389231" y="3557940"/>
                  </a:lnTo>
                  <a:lnTo>
                    <a:pt x="4466865" y="3563864"/>
                  </a:lnTo>
                  <a:lnTo>
                    <a:pt x="4544499" y="3569417"/>
                  </a:lnTo>
                  <a:lnTo>
                    <a:pt x="4622134" y="3574623"/>
                  </a:lnTo>
                  <a:lnTo>
                    <a:pt x="4699768" y="3579503"/>
                  </a:lnTo>
                  <a:lnTo>
                    <a:pt x="4777402" y="3584078"/>
                  </a:lnTo>
                  <a:lnTo>
                    <a:pt x="4855036" y="3588367"/>
                  </a:lnTo>
                  <a:lnTo>
                    <a:pt x="4932670" y="3592388"/>
                  </a:lnTo>
                  <a:lnTo>
                    <a:pt x="5010304" y="3596157"/>
                  </a:lnTo>
                  <a:lnTo>
                    <a:pt x="5087938" y="3599690"/>
                  </a:lnTo>
                  <a:lnTo>
                    <a:pt x="5165572" y="3603002"/>
                  </a:lnTo>
                  <a:lnTo>
                    <a:pt x="5243206" y="3606107"/>
                  </a:lnTo>
                  <a:lnTo>
                    <a:pt x="5320840" y="3609018"/>
                  </a:lnTo>
                  <a:lnTo>
                    <a:pt x="5398474" y="3611747"/>
                  </a:lnTo>
                  <a:lnTo>
                    <a:pt x="5476108" y="3614305"/>
                  </a:lnTo>
                  <a:lnTo>
                    <a:pt x="5553742" y="3616703"/>
                  </a:lnTo>
                  <a:lnTo>
                    <a:pt x="5631376" y="3618951"/>
                  </a:lnTo>
                  <a:lnTo>
                    <a:pt x="5709010" y="36210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2026-05-22T09:54:27Z</dcterms:modified>
  <cp:category/>
</cp:coreProperties>
</file>