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8175"/>
            </a:xfrm>
            <a:custGeom>
              <a:avLst/>
              <a:pathLst>
                <a:path w="7370972" h="3648175">
                  <a:moveTo>
                    <a:pt x="2302126" y="0"/>
                  </a:moveTo>
                  <a:lnTo>
                    <a:pt x="2324759" y="111652"/>
                  </a:lnTo>
                  <a:lnTo>
                    <a:pt x="2402393" y="457249"/>
                  </a:lnTo>
                  <a:lnTo>
                    <a:pt x="2480027" y="769116"/>
                  </a:lnTo>
                  <a:lnTo>
                    <a:pt x="2557661" y="1050545"/>
                  </a:lnTo>
                  <a:lnTo>
                    <a:pt x="2635295" y="1304507"/>
                  </a:lnTo>
                  <a:lnTo>
                    <a:pt x="2712930" y="1533683"/>
                  </a:lnTo>
                  <a:lnTo>
                    <a:pt x="2790564" y="1740491"/>
                  </a:lnTo>
                  <a:lnTo>
                    <a:pt x="2868198" y="1927115"/>
                  </a:lnTo>
                  <a:lnTo>
                    <a:pt x="2945832" y="2095525"/>
                  </a:lnTo>
                  <a:lnTo>
                    <a:pt x="3023466" y="2247498"/>
                  </a:lnTo>
                  <a:lnTo>
                    <a:pt x="3101100" y="2384639"/>
                  </a:lnTo>
                  <a:lnTo>
                    <a:pt x="3178734" y="2508395"/>
                  </a:lnTo>
                  <a:lnTo>
                    <a:pt x="3256368" y="2620072"/>
                  </a:lnTo>
                  <a:lnTo>
                    <a:pt x="3334002" y="2720850"/>
                  </a:lnTo>
                  <a:lnTo>
                    <a:pt x="3411636" y="2787742"/>
                  </a:lnTo>
                  <a:lnTo>
                    <a:pt x="3489270" y="2802132"/>
                  </a:lnTo>
                  <a:lnTo>
                    <a:pt x="3566904" y="2816283"/>
                  </a:lnTo>
                  <a:lnTo>
                    <a:pt x="3644538" y="2830198"/>
                  </a:lnTo>
                  <a:lnTo>
                    <a:pt x="3722172" y="2843882"/>
                  </a:lnTo>
                  <a:lnTo>
                    <a:pt x="3799806" y="2857338"/>
                  </a:lnTo>
                  <a:lnTo>
                    <a:pt x="3877440" y="2870571"/>
                  </a:lnTo>
                  <a:lnTo>
                    <a:pt x="3955074" y="2883583"/>
                  </a:lnTo>
                  <a:lnTo>
                    <a:pt x="4032708" y="2896378"/>
                  </a:lnTo>
                  <a:lnTo>
                    <a:pt x="4110342" y="2908961"/>
                  </a:lnTo>
                  <a:lnTo>
                    <a:pt x="4187976" y="2921334"/>
                  </a:lnTo>
                  <a:lnTo>
                    <a:pt x="4265610" y="2933502"/>
                  </a:lnTo>
                  <a:lnTo>
                    <a:pt x="4343244" y="2945467"/>
                  </a:lnTo>
                  <a:lnTo>
                    <a:pt x="4420879" y="2957233"/>
                  </a:lnTo>
                  <a:lnTo>
                    <a:pt x="4498513" y="2968803"/>
                  </a:lnTo>
                  <a:lnTo>
                    <a:pt x="4576147" y="2980181"/>
                  </a:lnTo>
                  <a:lnTo>
                    <a:pt x="4653781" y="2991369"/>
                  </a:lnTo>
                  <a:lnTo>
                    <a:pt x="4731415" y="3002371"/>
                  </a:lnTo>
                  <a:lnTo>
                    <a:pt x="4809049" y="3013190"/>
                  </a:lnTo>
                  <a:lnTo>
                    <a:pt x="4886683" y="3023830"/>
                  </a:lnTo>
                  <a:lnTo>
                    <a:pt x="4964317" y="3034292"/>
                  </a:lnTo>
                  <a:lnTo>
                    <a:pt x="5041951" y="3044580"/>
                  </a:lnTo>
                  <a:lnTo>
                    <a:pt x="5119585" y="3054697"/>
                  </a:lnTo>
                  <a:lnTo>
                    <a:pt x="5197219" y="3064645"/>
                  </a:lnTo>
                  <a:lnTo>
                    <a:pt x="5274853" y="3074428"/>
                  </a:lnTo>
                  <a:lnTo>
                    <a:pt x="5352487" y="3084049"/>
                  </a:lnTo>
                  <a:lnTo>
                    <a:pt x="5430121" y="3093509"/>
                  </a:lnTo>
                  <a:lnTo>
                    <a:pt x="5507755" y="3102812"/>
                  </a:lnTo>
                  <a:lnTo>
                    <a:pt x="5585389" y="3111960"/>
                  </a:lnTo>
                  <a:lnTo>
                    <a:pt x="5663023" y="3120956"/>
                  </a:lnTo>
                  <a:lnTo>
                    <a:pt x="5740657" y="3129802"/>
                  </a:lnTo>
                  <a:lnTo>
                    <a:pt x="5818291" y="3138501"/>
                  </a:lnTo>
                  <a:lnTo>
                    <a:pt x="5895925" y="3147055"/>
                  </a:lnTo>
                  <a:lnTo>
                    <a:pt x="5973559" y="3155467"/>
                  </a:lnTo>
                  <a:lnTo>
                    <a:pt x="6051193" y="3163739"/>
                  </a:lnTo>
                  <a:lnTo>
                    <a:pt x="6128827" y="3171874"/>
                  </a:lnTo>
                  <a:lnTo>
                    <a:pt x="6206462" y="3179873"/>
                  </a:lnTo>
                  <a:lnTo>
                    <a:pt x="6284096" y="3187738"/>
                  </a:lnTo>
                  <a:lnTo>
                    <a:pt x="6361730" y="3195474"/>
                  </a:lnTo>
                  <a:lnTo>
                    <a:pt x="6439364" y="3203080"/>
                  </a:lnTo>
                  <a:lnTo>
                    <a:pt x="6516998" y="3210560"/>
                  </a:lnTo>
                  <a:lnTo>
                    <a:pt x="6594632" y="3217915"/>
                  </a:lnTo>
                  <a:lnTo>
                    <a:pt x="6672266" y="3225148"/>
                  </a:lnTo>
                  <a:lnTo>
                    <a:pt x="6749900" y="3232261"/>
                  </a:lnTo>
                  <a:lnTo>
                    <a:pt x="6827534" y="3239255"/>
                  </a:lnTo>
                  <a:lnTo>
                    <a:pt x="6905168" y="3246133"/>
                  </a:lnTo>
                  <a:lnTo>
                    <a:pt x="6982802" y="3252896"/>
                  </a:lnTo>
                  <a:lnTo>
                    <a:pt x="7060436" y="3259547"/>
                  </a:lnTo>
                  <a:lnTo>
                    <a:pt x="7138070" y="3266088"/>
                  </a:lnTo>
                  <a:lnTo>
                    <a:pt x="7215704" y="3272519"/>
                  </a:lnTo>
                  <a:lnTo>
                    <a:pt x="7293338" y="3278844"/>
                  </a:lnTo>
                  <a:lnTo>
                    <a:pt x="7370972" y="3285063"/>
                  </a:lnTo>
                  <a:lnTo>
                    <a:pt x="7370972" y="3648175"/>
                  </a:lnTo>
                  <a:lnTo>
                    <a:pt x="7293338" y="3647692"/>
                  </a:lnTo>
                  <a:lnTo>
                    <a:pt x="7215704" y="3647157"/>
                  </a:lnTo>
                  <a:lnTo>
                    <a:pt x="7138070" y="3646563"/>
                  </a:lnTo>
                  <a:lnTo>
                    <a:pt x="7060436" y="3645906"/>
                  </a:lnTo>
                  <a:lnTo>
                    <a:pt x="6982802" y="3645177"/>
                  </a:lnTo>
                  <a:lnTo>
                    <a:pt x="6905168" y="3644370"/>
                  </a:lnTo>
                  <a:lnTo>
                    <a:pt x="6827534" y="3643475"/>
                  </a:lnTo>
                  <a:lnTo>
                    <a:pt x="6749900" y="3642483"/>
                  </a:lnTo>
                  <a:lnTo>
                    <a:pt x="6672266" y="3641384"/>
                  </a:lnTo>
                  <a:lnTo>
                    <a:pt x="6594632" y="3640167"/>
                  </a:lnTo>
                  <a:lnTo>
                    <a:pt x="6516998" y="3638817"/>
                  </a:lnTo>
                  <a:lnTo>
                    <a:pt x="6439364" y="3637322"/>
                  </a:lnTo>
                  <a:lnTo>
                    <a:pt x="6361730" y="3635665"/>
                  </a:lnTo>
                  <a:lnTo>
                    <a:pt x="6284096" y="3633828"/>
                  </a:lnTo>
                  <a:lnTo>
                    <a:pt x="6206462" y="3631793"/>
                  </a:lnTo>
                  <a:lnTo>
                    <a:pt x="6128827" y="3629538"/>
                  </a:lnTo>
                  <a:lnTo>
                    <a:pt x="6051193" y="3627039"/>
                  </a:lnTo>
                  <a:lnTo>
                    <a:pt x="5973559" y="3624270"/>
                  </a:lnTo>
                  <a:lnTo>
                    <a:pt x="5895925" y="3621202"/>
                  </a:lnTo>
                  <a:lnTo>
                    <a:pt x="5818291" y="3617801"/>
                  </a:lnTo>
                  <a:lnTo>
                    <a:pt x="5740657" y="3614033"/>
                  </a:lnTo>
                  <a:lnTo>
                    <a:pt x="5663023" y="3609857"/>
                  </a:lnTo>
                  <a:lnTo>
                    <a:pt x="5585389" y="3605229"/>
                  </a:lnTo>
                  <a:lnTo>
                    <a:pt x="5507755" y="3600101"/>
                  </a:lnTo>
                  <a:lnTo>
                    <a:pt x="5430121" y="3594418"/>
                  </a:lnTo>
                  <a:lnTo>
                    <a:pt x="5352487" y="3588121"/>
                  </a:lnTo>
                  <a:lnTo>
                    <a:pt x="5274853" y="3581143"/>
                  </a:lnTo>
                  <a:lnTo>
                    <a:pt x="5197219" y="3573410"/>
                  </a:lnTo>
                  <a:lnTo>
                    <a:pt x="5119585" y="3564840"/>
                  </a:lnTo>
                  <a:lnTo>
                    <a:pt x="5041951" y="3555344"/>
                  </a:lnTo>
                  <a:lnTo>
                    <a:pt x="4964317" y="3544820"/>
                  </a:lnTo>
                  <a:lnTo>
                    <a:pt x="4886683" y="3533159"/>
                  </a:lnTo>
                  <a:lnTo>
                    <a:pt x="4809049" y="3520236"/>
                  </a:lnTo>
                  <a:lnTo>
                    <a:pt x="4731415" y="3505916"/>
                  </a:lnTo>
                  <a:lnTo>
                    <a:pt x="4653781" y="3490046"/>
                  </a:lnTo>
                  <a:lnTo>
                    <a:pt x="4576147" y="3472461"/>
                  </a:lnTo>
                  <a:lnTo>
                    <a:pt x="4498513" y="3452973"/>
                  </a:lnTo>
                  <a:lnTo>
                    <a:pt x="4420879" y="3431378"/>
                  </a:lnTo>
                  <a:lnTo>
                    <a:pt x="4343244" y="3407447"/>
                  </a:lnTo>
                  <a:lnTo>
                    <a:pt x="4265610" y="3380928"/>
                  </a:lnTo>
                  <a:lnTo>
                    <a:pt x="4187976" y="3351540"/>
                  </a:lnTo>
                  <a:lnTo>
                    <a:pt x="4110342" y="3318974"/>
                  </a:lnTo>
                  <a:lnTo>
                    <a:pt x="4032708" y="3282887"/>
                  </a:lnTo>
                  <a:lnTo>
                    <a:pt x="3955074" y="3242896"/>
                  </a:lnTo>
                  <a:lnTo>
                    <a:pt x="3877440" y="3198580"/>
                  </a:lnTo>
                  <a:lnTo>
                    <a:pt x="3799806" y="3149470"/>
                  </a:lnTo>
                  <a:lnTo>
                    <a:pt x="3722172" y="3095050"/>
                  </a:lnTo>
                  <a:lnTo>
                    <a:pt x="3644538" y="3034744"/>
                  </a:lnTo>
                  <a:lnTo>
                    <a:pt x="3566904" y="2967915"/>
                  </a:lnTo>
                  <a:lnTo>
                    <a:pt x="3489270" y="2893858"/>
                  </a:lnTo>
                  <a:lnTo>
                    <a:pt x="3411636" y="2811792"/>
                  </a:lnTo>
                  <a:lnTo>
                    <a:pt x="3334002" y="2773109"/>
                  </a:lnTo>
                  <a:lnTo>
                    <a:pt x="3256368" y="2758227"/>
                  </a:lnTo>
                  <a:lnTo>
                    <a:pt x="3178734" y="2743094"/>
                  </a:lnTo>
                  <a:lnTo>
                    <a:pt x="3101100" y="2727705"/>
                  </a:lnTo>
                  <a:lnTo>
                    <a:pt x="3023466" y="2712056"/>
                  </a:lnTo>
                  <a:lnTo>
                    <a:pt x="2945832" y="2696142"/>
                  </a:lnTo>
                  <a:lnTo>
                    <a:pt x="2868198" y="2679958"/>
                  </a:lnTo>
                  <a:lnTo>
                    <a:pt x="2790564" y="2663501"/>
                  </a:lnTo>
                  <a:lnTo>
                    <a:pt x="2712930" y="2646765"/>
                  </a:lnTo>
                  <a:lnTo>
                    <a:pt x="2635295" y="2629746"/>
                  </a:lnTo>
                  <a:lnTo>
                    <a:pt x="2557661" y="2612439"/>
                  </a:lnTo>
                  <a:lnTo>
                    <a:pt x="2480027" y="2594840"/>
                  </a:lnTo>
                  <a:lnTo>
                    <a:pt x="2402393" y="2576942"/>
                  </a:lnTo>
                  <a:lnTo>
                    <a:pt x="2324759" y="2558742"/>
                  </a:lnTo>
                  <a:lnTo>
                    <a:pt x="2247125" y="2540234"/>
                  </a:lnTo>
                  <a:lnTo>
                    <a:pt x="2169491" y="2521412"/>
                  </a:lnTo>
                  <a:lnTo>
                    <a:pt x="2091857" y="2502273"/>
                  </a:lnTo>
                  <a:lnTo>
                    <a:pt x="2014223" y="2482809"/>
                  </a:lnTo>
                  <a:lnTo>
                    <a:pt x="1936589" y="2463016"/>
                  </a:lnTo>
                  <a:lnTo>
                    <a:pt x="1858955" y="2442888"/>
                  </a:lnTo>
                  <a:lnTo>
                    <a:pt x="1781321" y="2422420"/>
                  </a:lnTo>
                  <a:lnTo>
                    <a:pt x="1703687" y="2401605"/>
                  </a:lnTo>
                  <a:lnTo>
                    <a:pt x="1626053" y="2380438"/>
                  </a:lnTo>
                  <a:lnTo>
                    <a:pt x="1548419" y="2358913"/>
                  </a:lnTo>
                  <a:lnTo>
                    <a:pt x="1470785" y="2337024"/>
                  </a:lnTo>
                  <a:lnTo>
                    <a:pt x="1393151" y="2314765"/>
                  </a:lnTo>
                  <a:lnTo>
                    <a:pt x="1315517" y="2292128"/>
                  </a:lnTo>
                  <a:lnTo>
                    <a:pt x="1237883" y="2269109"/>
                  </a:lnTo>
                  <a:lnTo>
                    <a:pt x="1160249" y="2245701"/>
                  </a:lnTo>
                  <a:lnTo>
                    <a:pt x="1082615" y="2221896"/>
                  </a:lnTo>
                  <a:lnTo>
                    <a:pt x="1004981" y="2197688"/>
                  </a:lnTo>
                  <a:lnTo>
                    <a:pt x="927346" y="2173071"/>
                  </a:lnTo>
                  <a:lnTo>
                    <a:pt x="849712" y="2148038"/>
                  </a:lnTo>
                  <a:lnTo>
                    <a:pt x="772078" y="2122581"/>
                  </a:lnTo>
                  <a:lnTo>
                    <a:pt x="694444" y="2096693"/>
                  </a:lnTo>
                  <a:lnTo>
                    <a:pt x="616810" y="2070367"/>
                  </a:lnTo>
                  <a:lnTo>
                    <a:pt x="539176" y="2043596"/>
                  </a:lnTo>
                  <a:lnTo>
                    <a:pt x="461542" y="2016372"/>
                  </a:lnTo>
                  <a:lnTo>
                    <a:pt x="383908" y="1988687"/>
                  </a:lnTo>
                  <a:lnTo>
                    <a:pt x="306274" y="1960534"/>
                  </a:lnTo>
                  <a:lnTo>
                    <a:pt x="228640" y="1931904"/>
                  </a:lnTo>
                  <a:lnTo>
                    <a:pt x="151006" y="1902790"/>
                  </a:lnTo>
                  <a:lnTo>
                    <a:pt x="73372" y="1873184"/>
                  </a:lnTo>
                  <a:lnTo>
                    <a:pt x="0" y="18447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19644" y="1896563"/>
              <a:ext cx="5068846" cy="3285063"/>
            </a:xfrm>
            <a:custGeom>
              <a:avLst/>
              <a:pathLst>
                <a:path w="5068846" h="3285063">
                  <a:moveTo>
                    <a:pt x="0" y="0"/>
                  </a:moveTo>
                  <a:lnTo>
                    <a:pt x="22633" y="111652"/>
                  </a:lnTo>
                  <a:lnTo>
                    <a:pt x="100267" y="457249"/>
                  </a:lnTo>
                  <a:lnTo>
                    <a:pt x="177901" y="769116"/>
                  </a:lnTo>
                  <a:lnTo>
                    <a:pt x="255535" y="1050545"/>
                  </a:lnTo>
                  <a:lnTo>
                    <a:pt x="333169" y="1304507"/>
                  </a:lnTo>
                  <a:lnTo>
                    <a:pt x="410803" y="1533683"/>
                  </a:lnTo>
                  <a:lnTo>
                    <a:pt x="488437" y="1740491"/>
                  </a:lnTo>
                  <a:lnTo>
                    <a:pt x="566071" y="1927115"/>
                  </a:lnTo>
                  <a:lnTo>
                    <a:pt x="643705" y="2095525"/>
                  </a:lnTo>
                  <a:lnTo>
                    <a:pt x="721339" y="2247498"/>
                  </a:lnTo>
                  <a:lnTo>
                    <a:pt x="798973" y="2384639"/>
                  </a:lnTo>
                  <a:lnTo>
                    <a:pt x="876607" y="2508395"/>
                  </a:lnTo>
                  <a:lnTo>
                    <a:pt x="954241" y="2620072"/>
                  </a:lnTo>
                  <a:lnTo>
                    <a:pt x="1031875" y="2720850"/>
                  </a:lnTo>
                  <a:lnTo>
                    <a:pt x="1109509" y="2787742"/>
                  </a:lnTo>
                  <a:lnTo>
                    <a:pt x="1187144" y="2802132"/>
                  </a:lnTo>
                  <a:lnTo>
                    <a:pt x="1264778" y="2816283"/>
                  </a:lnTo>
                  <a:lnTo>
                    <a:pt x="1342412" y="2830198"/>
                  </a:lnTo>
                  <a:lnTo>
                    <a:pt x="1420046" y="2843882"/>
                  </a:lnTo>
                  <a:lnTo>
                    <a:pt x="1497680" y="2857338"/>
                  </a:lnTo>
                  <a:lnTo>
                    <a:pt x="1575314" y="2870571"/>
                  </a:lnTo>
                  <a:lnTo>
                    <a:pt x="1652948" y="2883583"/>
                  </a:lnTo>
                  <a:lnTo>
                    <a:pt x="1730582" y="2896378"/>
                  </a:lnTo>
                  <a:lnTo>
                    <a:pt x="1808216" y="2908961"/>
                  </a:lnTo>
                  <a:lnTo>
                    <a:pt x="1885850" y="2921334"/>
                  </a:lnTo>
                  <a:lnTo>
                    <a:pt x="1963484" y="2933502"/>
                  </a:lnTo>
                  <a:lnTo>
                    <a:pt x="2041118" y="2945467"/>
                  </a:lnTo>
                  <a:lnTo>
                    <a:pt x="2118752" y="2957233"/>
                  </a:lnTo>
                  <a:lnTo>
                    <a:pt x="2196386" y="2968803"/>
                  </a:lnTo>
                  <a:lnTo>
                    <a:pt x="2274020" y="2980181"/>
                  </a:lnTo>
                  <a:lnTo>
                    <a:pt x="2351654" y="2991369"/>
                  </a:lnTo>
                  <a:lnTo>
                    <a:pt x="2429288" y="3002371"/>
                  </a:lnTo>
                  <a:lnTo>
                    <a:pt x="2506922" y="3013190"/>
                  </a:lnTo>
                  <a:lnTo>
                    <a:pt x="2584556" y="3023830"/>
                  </a:lnTo>
                  <a:lnTo>
                    <a:pt x="2662190" y="3034292"/>
                  </a:lnTo>
                  <a:lnTo>
                    <a:pt x="2739824" y="3044580"/>
                  </a:lnTo>
                  <a:lnTo>
                    <a:pt x="2817458" y="3054697"/>
                  </a:lnTo>
                  <a:lnTo>
                    <a:pt x="2895093" y="3064645"/>
                  </a:lnTo>
                  <a:lnTo>
                    <a:pt x="2972727" y="3074428"/>
                  </a:lnTo>
                  <a:lnTo>
                    <a:pt x="3050361" y="3084049"/>
                  </a:lnTo>
                  <a:lnTo>
                    <a:pt x="3127995" y="3093509"/>
                  </a:lnTo>
                  <a:lnTo>
                    <a:pt x="3205629" y="3102812"/>
                  </a:lnTo>
                  <a:lnTo>
                    <a:pt x="3283263" y="3111960"/>
                  </a:lnTo>
                  <a:lnTo>
                    <a:pt x="3360897" y="3120956"/>
                  </a:lnTo>
                  <a:lnTo>
                    <a:pt x="3438531" y="3129802"/>
                  </a:lnTo>
                  <a:lnTo>
                    <a:pt x="3516165" y="3138501"/>
                  </a:lnTo>
                  <a:lnTo>
                    <a:pt x="3593799" y="3147055"/>
                  </a:lnTo>
                  <a:lnTo>
                    <a:pt x="3671433" y="3155467"/>
                  </a:lnTo>
                  <a:lnTo>
                    <a:pt x="3749067" y="3163739"/>
                  </a:lnTo>
                  <a:lnTo>
                    <a:pt x="3826701" y="3171874"/>
                  </a:lnTo>
                  <a:lnTo>
                    <a:pt x="3904335" y="3179873"/>
                  </a:lnTo>
                  <a:lnTo>
                    <a:pt x="3981969" y="3187738"/>
                  </a:lnTo>
                  <a:lnTo>
                    <a:pt x="4059603" y="3195474"/>
                  </a:lnTo>
                  <a:lnTo>
                    <a:pt x="4137237" y="3203080"/>
                  </a:lnTo>
                  <a:lnTo>
                    <a:pt x="4214871" y="3210560"/>
                  </a:lnTo>
                  <a:lnTo>
                    <a:pt x="4292505" y="3217915"/>
                  </a:lnTo>
                  <a:lnTo>
                    <a:pt x="4370139" y="3225148"/>
                  </a:lnTo>
                  <a:lnTo>
                    <a:pt x="4447773" y="3232261"/>
                  </a:lnTo>
                  <a:lnTo>
                    <a:pt x="4525407" y="3239255"/>
                  </a:lnTo>
                  <a:lnTo>
                    <a:pt x="4603041" y="3246133"/>
                  </a:lnTo>
                  <a:lnTo>
                    <a:pt x="4680676" y="3252896"/>
                  </a:lnTo>
                  <a:lnTo>
                    <a:pt x="4758310" y="3259547"/>
                  </a:lnTo>
                  <a:lnTo>
                    <a:pt x="4835944" y="3266088"/>
                  </a:lnTo>
                  <a:lnTo>
                    <a:pt x="4913578" y="3272519"/>
                  </a:lnTo>
                  <a:lnTo>
                    <a:pt x="4991212" y="3278844"/>
                  </a:lnTo>
                  <a:lnTo>
                    <a:pt x="5068846" y="3285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41292"/>
              <a:ext cx="7370972" cy="1803446"/>
            </a:xfrm>
            <a:custGeom>
              <a:avLst/>
              <a:pathLst>
                <a:path w="7370972" h="1803446">
                  <a:moveTo>
                    <a:pt x="7370972" y="1803446"/>
                  </a:moveTo>
                  <a:lnTo>
                    <a:pt x="7293338" y="1802963"/>
                  </a:lnTo>
                  <a:lnTo>
                    <a:pt x="7215704" y="1802427"/>
                  </a:lnTo>
                  <a:lnTo>
                    <a:pt x="7138070" y="1801834"/>
                  </a:lnTo>
                  <a:lnTo>
                    <a:pt x="7060436" y="1801176"/>
                  </a:lnTo>
                  <a:lnTo>
                    <a:pt x="6982802" y="1800448"/>
                  </a:lnTo>
                  <a:lnTo>
                    <a:pt x="6905168" y="1799640"/>
                  </a:lnTo>
                  <a:lnTo>
                    <a:pt x="6827534" y="1798745"/>
                  </a:lnTo>
                  <a:lnTo>
                    <a:pt x="6749900" y="1797754"/>
                  </a:lnTo>
                  <a:lnTo>
                    <a:pt x="6672266" y="1796655"/>
                  </a:lnTo>
                  <a:lnTo>
                    <a:pt x="6594632" y="1795437"/>
                  </a:lnTo>
                  <a:lnTo>
                    <a:pt x="6516998" y="1794088"/>
                  </a:lnTo>
                  <a:lnTo>
                    <a:pt x="6439364" y="1792592"/>
                  </a:lnTo>
                  <a:lnTo>
                    <a:pt x="6361730" y="1790935"/>
                  </a:lnTo>
                  <a:lnTo>
                    <a:pt x="6284096" y="1789099"/>
                  </a:lnTo>
                  <a:lnTo>
                    <a:pt x="6206462" y="1787064"/>
                  </a:lnTo>
                  <a:lnTo>
                    <a:pt x="6128827" y="1784809"/>
                  </a:lnTo>
                  <a:lnTo>
                    <a:pt x="6051193" y="1782310"/>
                  </a:lnTo>
                  <a:lnTo>
                    <a:pt x="5973559" y="1779541"/>
                  </a:lnTo>
                  <a:lnTo>
                    <a:pt x="5895925" y="1776472"/>
                  </a:lnTo>
                  <a:lnTo>
                    <a:pt x="5818291" y="1773072"/>
                  </a:lnTo>
                  <a:lnTo>
                    <a:pt x="5740657" y="1769303"/>
                  </a:lnTo>
                  <a:lnTo>
                    <a:pt x="5663023" y="1765127"/>
                  </a:lnTo>
                  <a:lnTo>
                    <a:pt x="5585389" y="1760500"/>
                  </a:lnTo>
                  <a:lnTo>
                    <a:pt x="5507755" y="1755372"/>
                  </a:lnTo>
                  <a:lnTo>
                    <a:pt x="5430121" y="1749689"/>
                  </a:lnTo>
                  <a:lnTo>
                    <a:pt x="5352487" y="1743392"/>
                  </a:lnTo>
                  <a:lnTo>
                    <a:pt x="5274853" y="1736413"/>
                  </a:lnTo>
                  <a:lnTo>
                    <a:pt x="5197219" y="1728680"/>
                  </a:lnTo>
                  <a:lnTo>
                    <a:pt x="5119585" y="1720111"/>
                  </a:lnTo>
                  <a:lnTo>
                    <a:pt x="5041951" y="1710614"/>
                  </a:lnTo>
                  <a:lnTo>
                    <a:pt x="4964317" y="1700091"/>
                  </a:lnTo>
                  <a:lnTo>
                    <a:pt x="4886683" y="1688429"/>
                  </a:lnTo>
                  <a:lnTo>
                    <a:pt x="4809049" y="1675507"/>
                  </a:lnTo>
                  <a:lnTo>
                    <a:pt x="4731415" y="1661186"/>
                  </a:lnTo>
                  <a:lnTo>
                    <a:pt x="4653781" y="1645317"/>
                  </a:lnTo>
                  <a:lnTo>
                    <a:pt x="4576147" y="1627731"/>
                  </a:lnTo>
                  <a:lnTo>
                    <a:pt x="4498513" y="1608244"/>
                  </a:lnTo>
                  <a:lnTo>
                    <a:pt x="4420879" y="1586648"/>
                  </a:lnTo>
                  <a:lnTo>
                    <a:pt x="4343244" y="1562717"/>
                  </a:lnTo>
                  <a:lnTo>
                    <a:pt x="4265610" y="1536198"/>
                  </a:lnTo>
                  <a:lnTo>
                    <a:pt x="4187976" y="1506811"/>
                  </a:lnTo>
                  <a:lnTo>
                    <a:pt x="4110342" y="1474245"/>
                  </a:lnTo>
                  <a:lnTo>
                    <a:pt x="4032708" y="1438157"/>
                  </a:lnTo>
                  <a:lnTo>
                    <a:pt x="3955074" y="1398166"/>
                  </a:lnTo>
                  <a:lnTo>
                    <a:pt x="3877440" y="1353850"/>
                  </a:lnTo>
                  <a:lnTo>
                    <a:pt x="3799806" y="1304741"/>
                  </a:lnTo>
                  <a:lnTo>
                    <a:pt x="3722172" y="1250320"/>
                  </a:lnTo>
                  <a:lnTo>
                    <a:pt x="3644538" y="1190014"/>
                  </a:lnTo>
                  <a:lnTo>
                    <a:pt x="3566904" y="1123185"/>
                  </a:lnTo>
                  <a:lnTo>
                    <a:pt x="3489270" y="1049129"/>
                  </a:lnTo>
                  <a:lnTo>
                    <a:pt x="3411636" y="967063"/>
                  </a:lnTo>
                  <a:lnTo>
                    <a:pt x="3334002" y="928379"/>
                  </a:lnTo>
                  <a:lnTo>
                    <a:pt x="3256368" y="913498"/>
                  </a:lnTo>
                  <a:lnTo>
                    <a:pt x="3178734" y="898365"/>
                  </a:lnTo>
                  <a:lnTo>
                    <a:pt x="3101100" y="882976"/>
                  </a:lnTo>
                  <a:lnTo>
                    <a:pt x="3023466" y="867326"/>
                  </a:lnTo>
                  <a:lnTo>
                    <a:pt x="2945832" y="851412"/>
                  </a:lnTo>
                  <a:lnTo>
                    <a:pt x="2868198" y="835229"/>
                  </a:lnTo>
                  <a:lnTo>
                    <a:pt x="2790564" y="818771"/>
                  </a:lnTo>
                  <a:lnTo>
                    <a:pt x="2712930" y="802036"/>
                  </a:lnTo>
                  <a:lnTo>
                    <a:pt x="2635295" y="785017"/>
                  </a:lnTo>
                  <a:lnTo>
                    <a:pt x="2557661" y="767710"/>
                  </a:lnTo>
                  <a:lnTo>
                    <a:pt x="2480027" y="750110"/>
                  </a:lnTo>
                  <a:lnTo>
                    <a:pt x="2402393" y="732213"/>
                  </a:lnTo>
                  <a:lnTo>
                    <a:pt x="2324759" y="714013"/>
                  </a:lnTo>
                  <a:lnTo>
                    <a:pt x="2247125" y="695504"/>
                  </a:lnTo>
                  <a:lnTo>
                    <a:pt x="2169491" y="676683"/>
                  </a:lnTo>
                  <a:lnTo>
                    <a:pt x="2091857" y="657543"/>
                  </a:lnTo>
                  <a:lnTo>
                    <a:pt x="2014223" y="638080"/>
                  </a:lnTo>
                  <a:lnTo>
                    <a:pt x="1936589" y="618287"/>
                  </a:lnTo>
                  <a:lnTo>
                    <a:pt x="1858955" y="598159"/>
                  </a:lnTo>
                  <a:lnTo>
                    <a:pt x="1781321" y="577690"/>
                  </a:lnTo>
                  <a:lnTo>
                    <a:pt x="1703687" y="556876"/>
                  </a:lnTo>
                  <a:lnTo>
                    <a:pt x="1626053" y="535709"/>
                  </a:lnTo>
                  <a:lnTo>
                    <a:pt x="1548419" y="514184"/>
                  </a:lnTo>
                  <a:lnTo>
                    <a:pt x="1470785" y="492295"/>
                  </a:lnTo>
                  <a:lnTo>
                    <a:pt x="1393151" y="470035"/>
                  </a:lnTo>
                  <a:lnTo>
                    <a:pt x="1315517" y="447399"/>
                  </a:lnTo>
                  <a:lnTo>
                    <a:pt x="1237883" y="424380"/>
                  </a:lnTo>
                  <a:lnTo>
                    <a:pt x="1160249" y="400971"/>
                  </a:lnTo>
                  <a:lnTo>
                    <a:pt x="1082615" y="377166"/>
                  </a:lnTo>
                  <a:lnTo>
                    <a:pt x="1004981" y="352959"/>
                  </a:lnTo>
                  <a:lnTo>
                    <a:pt x="927346" y="328342"/>
                  </a:lnTo>
                  <a:lnTo>
                    <a:pt x="849712" y="303308"/>
                  </a:lnTo>
                  <a:lnTo>
                    <a:pt x="772078" y="277851"/>
                  </a:lnTo>
                  <a:lnTo>
                    <a:pt x="694444" y="251964"/>
                  </a:lnTo>
                  <a:lnTo>
                    <a:pt x="616810" y="225638"/>
                  </a:lnTo>
                  <a:lnTo>
                    <a:pt x="539176" y="198867"/>
                  </a:lnTo>
                  <a:lnTo>
                    <a:pt x="461542" y="171642"/>
                  </a:lnTo>
                  <a:lnTo>
                    <a:pt x="383908" y="143958"/>
                  </a:lnTo>
                  <a:lnTo>
                    <a:pt x="306274" y="115804"/>
                  </a:lnTo>
                  <a:lnTo>
                    <a:pt x="228640" y="87175"/>
                  </a:lnTo>
                  <a:lnTo>
                    <a:pt x="151006" y="58061"/>
                  </a:lnTo>
                  <a:lnTo>
                    <a:pt x="73372" y="28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39170" y="1896563"/>
              <a:ext cx="5849320" cy="3612118"/>
            </a:xfrm>
            <a:custGeom>
              <a:avLst/>
              <a:pathLst>
                <a:path w="5849320" h="3612118">
                  <a:moveTo>
                    <a:pt x="0" y="0"/>
                  </a:moveTo>
                  <a:lnTo>
                    <a:pt x="26766" y="75912"/>
                  </a:lnTo>
                  <a:lnTo>
                    <a:pt x="104401" y="283319"/>
                  </a:lnTo>
                  <a:lnTo>
                    <a:pt x="182035" y="478699"/>
                  </a:lnTo>
                  <a:lnTo>
                    <a:pt x="259669" y="662749"/>
                  </a:lnTo>
                  <a:lnTo>
                    <a:pt x="337303" y="836126"/>
                  </a:lnTo>
                  <a:lnTo>
                    <a:pt x="414937" y="999450"/>
                  </a:lnTo>
                  <a:lnTo>
                    <a:pt x="492571" y="1153303"/>
                  </a:lnTo>
                  <a:lnTo>
                    <a:pt x="570205" y="1298234"/>
                  </a:lnTo>
                  <a:lnTo>
                    <a:pt x="647839" y="1434761"/>
                  </a:lnTo>
                  <a:lnTo>
                    <a:pt x="725473" y="1563371"/>
                  </a:lnTo>
                  <a:lnTo>
                    <a:pt x="803107" y="1684524"/>
                  </a:lnTo>
                  <a:lnTo>
                    <a:pt x="880741" y="1798650"/>
                  </a:lnTo>
                  <a:lnTo>
                    <a:pt x="958375" y="1906159"/>
                  </a:lnTo>
                  <a:lnTo>
                    <a:pt x="1036009" y="2007434"/>
                  </a:lnTo>
                  <a:lnTo>
                    <a:pt x="1113643" y="2102836"/>
                  </a:lnTo>
                  <a:lnTo>
                    <a:pt x="1191277" y="2192706"/>
                  </a:lnTo>
                  <a:lnTo>
                    <a:pt x="1268911" y="2277365"/>
                  </a:lnTo>
                  <a:lnTo>
                    <a:pt x="1346545" y="2357114"/>
                  </a:lnTo>
                  <a:lnTo>
                    <a:pt x="1424179" y="2432239"/>
                  </a:lnTo>
                  <a:lnTo>
                    <a:pt x="1501813" y="2503008"/>
                  </a:lnTo>
                  <a:lnTo>
                    <a:pt x="1579447" y="2569672"/>
                  </a:lnTo>
                  <a:lnTo>
                    <a:pt x="1657081" y="2632472"/>
                  </a:lnTo>
                  <a:lnTo>
                    <a:pt x="1734715" y="2691629"/>
                  </a:lnTo>
                  <a:lnTo>
                    <a:pt x="1812350" y="2747356"/>
                  </a:lnTo>
                  <a:lnTo>
                    <a:pt x="1889984" y="2799852"/>
                  </a:lnTo>
                  <a:lnTo>
                    <a:pt x="1967618" y="2849303"/>
                  </a:lnTo>
                  <a:lnTo>
                    <a:pt x="2045252" y="2895887"/>
                  </a:lnTo>
                  <a:lnTo>
                    <a:pt x="2122886" y="2939770"/>
                  </a:lnTo>
                  <a:lnTo>
                    <a:pt x="2200520" y="2981108"/>
                  </a:lnTo>
                  <a:lnTo>
                    <a:pt x="2278154" y="3020049"/>
                  </a:lnTo>
                  <a:lnTo>
                    <a:pt x="2355788" y="3056732"/>
                  </a:lnTo>
                  <a:lnTo>
                    <a:pt x="2433422" y="3091287"/>
                  </a:lnTo>
                  <a:lnTo>
                    <a:pt x="2511056" y="3123839"/>
                  </a:lnTo>
                  <a:lnTo>
                    <a:pt x="2588690" y="3154503"/>
                  </a:lnTo>
                  <a:lnTo>
                    <a:pt x="2666324" y="3183389"/>
                  </a:lnTo>
                  <a:lnTo>
                    <a:pt x="2743958" y="3210600"/>
                  </a:lnTo>
                  <a:lnTo>
                    <a:pt x="2821592" y="3236233"/>
                  </a:lnTo>
                  <a:lnTo>
                    <a:pt x="2899226" y="3260380"/>
                  </a:lnTo>
                  <a:lnTo>
                    <a:pt x="2976860" y="3283127"/>
                  </a:lnTo>
                  <a:lnTo>
                    <a:pt x="3054494" y="3304554"/>
                  </a:lnTo>
                  <a:lnTo>
                    <a:pt x="3132128" y="3324739"/>
                  </a:lnTo>
                  <a:lnTo>
                    <a:pt x="3209762" y="3343753"/>
                  </a:lnTo>
                  <a:lnTo>
                    <a:pt x="3287396" y="3361665"/>
                  </a:lnTo>
                  <a:lnTo>
                    <a:pt x="3365030" y="3378538"/>
                  </a:lnTo>
                  <a:lnTo>
                    <a:pt x="3442664" y="3394433"/>
                  </a:lnTo>
                  <a:lnTo>
                    <a:pt x="3520299" y="3409406"/>
                  </a:lnTo>
                  <a:lnTo>
                    <a:pt x="3597933" y="3423511"/>
                  </a:lnTo>
                  <a:lnTo>
                    <a:pt x="3675567" y="3436798"/>
                  </a:lnTo>
                  <a:lnTo>
                    <a:pt x="3753201" y="3449314"/>
                  </a:lnTo>
                  <a:lnTo>
                    <a:pt x="3830835" y="3461105"/>
                  </a:lnTo>
                  <a:lnTo>
                    <a:pt x="3908469" y="3472212"/>
                  </a:lnTo>
                  <a:lnTo>
                    <a:pt x="3986103" y="3482675"/>
                  </a:lnTo>
                  <a:lnTo>
                    <a:pt x="4063737" y="3492531"/>
                  </a:lnTo>
                  <a:lnTo>
                    <a:pt x="4141371" y="3501815"/>
                  </a:lnTo>
                  <a:lnTo>
                    <a:pt x="4219005" y="3510561"/>
                  </a:lnTo>
                  <a:lnTo>
                    <a:pt x="4296639" y="3518800"/>
                  </a:lnTo>
                  <a:lnTo>
                    <a:pt x="4374273" y="3526562"/>
                  </a:lnTo>
                  <a:lnTo>
                    <a:pt x="4451907" y="3533873"/>
                  </a:lnTo>
                  <a:lnTo>
                    <a:pt x="4529541" y="3540760"/>
                  </a:lnTo>
                  <a:lnTo>
                    <a:pt x="4607175" y="3547248"/>
                  </a:lnTo>
                  <a:lnTo>
                    <a:pt x="4684809" y="3553360"/>
                  </a:lnTo>
                  <a:lnTo>
                    <a:pt x="4762443" y="3559117"/>
                  </a:lnTo>
                  <a:lnTo>
                    <a:pt x="4840077" y="3564540"/>
                  </a:lnTo>
                  <a:lnTo>
                    <a:pt x="4917711" y="3569649"/>
                  </a:lnTo>
                  <a:lnTo>
                    <a:pt x="4995345" y="3574462"/>
                  </a:lnTo>
                  <a:lnTo>
                    <a:pt x="5072979" y="3578995"/>
                  </a:lnTo>
                  <a:lnTo>
                    <a:pt x="5150613" y="3583266"/>
                  </a:lnTo>
                  <a:lnTo>
                    <a:pt x="5228247" y="3587289"/>
                  </a:lnTo>
                  <a:lnTo>
                    <a:pt x="5305882" y="3591079"/>
                  </a:lnTo>
                  <a:lnTo>
                    <a:pt x="5383516" y="3594649"/>
                  </a:lnTo>
                  <a:lnTo>
                    <a:pt x="5461150" y="3598012"/>
                  </a:lnTo>
                  <a:lnTo>
                    <a:pt x="5538784" y="3601180"/>
                  </a:lnTo>
                  <a:lnTo>
                    <a:pt x="5616418" y="3604164"/>
                  </a:lnTo>
                  <a:lnTo>
                    <a:pt x="5694052" y="3606975"/>
                  </a:lnTo>
                  <a:lnTo>
                    <a:pt x="5771686" y="3609623"/>
                  </a:lnTo>
                  <a:lnTo>
                    <a:pt x="5849320" y="36121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2026-05-22T10:32:37Z</dcterms:modified>
  <cp:category/>
</cp:coreProperties>
</file>