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82880"/>
            </a:xfrm>
            <a:custGeom>
              <a:avLst/>
              <a:pathLst>
                <a:path w="7370972" h="3482880">
                  <a:moveTo>
                    <a:pt x="2553339" y="0"/>
                  </a:moveTo>
                  <a:lnTo>
                    <a:pt x="2557661" y="27534"/>
                  </a:lnTo>
                  <a:lnTo>
                    <a:pt x="2635295" y="460165"/>
                  </a:lnTo>
                  <a:lnTo>
                    <a:pt x="2712930" y="838641"/>
                  </a:lnTo>
                  <a:lnTo>
                    <a:pt x="2790564" y="1169741"/>
                  </a:lnTo>
                  <a:lnTo>
                    <a:pt x="2868198" y="1459397"/>
                  </a:lnTo>
                  <a:lnTo>
                    <a:pt x="2945832" y="1712794"/>
                  </a:lnTo>
                  <a:lnTo>
                    <a:pt x="3023466" y="1934473"/>
                  </a:lnTo>
                  <a:lnTo>
                    <a:pt x="3101100" y="2128403"/>
                  </a:lnTo>
                  <a:lnTo>
                    <a:pt x="3178734" y="2298057"/>
                  </a:lnTo>
                  <a:lnTo>
                    <a:pt x="3256368" y="2446476"/>
                  </a:lnTo>
                  <a:lnTo>
                    <a:pt x="3334002" y="2576316"/>
                  </a:lnTo>
                  <a:lnTo>
                    <a:pt x="3411636" y="2660915"/>
                  </a:lnTo>
                  <a:lnTo>
                    <a:pt x="3489270" y="2680798"/>
                  </a:lnTo>
                  <a:lnTo>
                    <a:pt x="3566904" y="2700200"/>
                  </a:lnTo>
                  <a:lnTo>
                    <a:pt x="3644538" y="2719133"/>
                  </a:lnTo>
                  <a:lnTo>
                    <a:pt x="3722172" y="2737609"/>
                  </a:lnTo>
                  <a:lnTo>
                    <a:pt x="3799806" y="2755639"/>
                  </a:lnTo>
                  <a:lnTo>
                    <a:pt x="3877440" y="2773232"/>
                  </a:lnTo>
                  <a:lnTo>
                    <a:pt x="3955074" y="2790401"/>
                  </a:lnTo>
                  <a:lnTo>
                    <a:pt x="4032708" y="2807155"/>
                  </a:lnTo>
                  <a:lnTo>
                    <a:pt x="4110342" y="2823504"/>
                  </a:lnTo>
                  <a:lnTo>
                    <a:pt x="4187976" y="2839457"/>
                  </a:lnTo>
                  <a:lnTo>
                    <a:pt x="4265610" y="2855026"/>
                  </a:lnTo>
                  <a:lnTo>
                    <a:pt x="4343244" y="2870218"/>
                  </a:lnTo>
                  <a:lnTo>
                    <a:pt x="4420879" y="2885043"/>
                  </a:lnTo>
                  <a:lnTo>
                    <a:pt x="4498513" y="2899510"/>
                  </a:lnTo>
                  <a:lnTo>
                    <a:pt x="4576147" y="2913627"/>
                  </a:lnTo>
                  <a:lnTo>
                    <a:pt x="4653781" y="2927403"/>
                  </a:lnTo>
                  <a:lnTo>
                    <a:pt x="4731415" y="2940847"/>
                  </a:lnTo>
                  <a:lnTo>
                    <a:pt x="4809049" y="2953965"/>
                  </a:lnTo>
                  <a:lnTo>
                    <a:pt x="4886683" y="2966766"/>
                  </a:lnTo>
                  <a:lnTo>
                    <a:pt x="4964317" y="2979259"/>
                  </a:lnTo>
                  <a:lnTo>
                    <a:pt x="5041951" y="2991449"/>
                  </a:lnTo>
                  <a:lnTo>
                    <a:pt x="5119585" y="3003344"/>
                  </a:lnTo>
                  <a:lnTo>
                    <a:pt x="5197219" y="3014953"/>
                  </a:lnTo>
                  <a:lnTo>
                    <a:pt x="5274853" y="3026280"/>
                  </a:lnTo>
                  <a:lnTo>
                    <a:pt x="5352487" y="3037335"/>
                  </a:lnTo>
                  <a:lnTo>
                    <a:pt x="5430121" y="3048121"/>
                  </a:lnTo>
                  <a:lnTo>
                    <a:pt x="5507755" y="3058648"/>
                  </a:lnTo>
                  <a:lnTo>
                    <a:pt x="5585389" y="3068920"/>
                  </a:lnTo>
                  <a:lnTo>
                    <a:pt x="5663023" y="3078943"/>
                  </a:lnTo>
                  <a:lnTo>
                    <a:pt x="5740657" y="3088725"/>
                  </a:lnTo>
                  <a:lnTo>
                    <a:pt x="5818291" y="3098270"/>
                  </a:lnTo>
                  <a:lnTo>
                    <a:pt x="5895925" y="3107585"/>
                  </a:lnTo>
                  <a:lnTo>
                    <a:pt x="5973559" y="3116674"/>
                  </a:lnTo>
                  <a:lnTo>
                    <a:pt x="6051193" y="3125544"/>
                  </a:lnTo>
                  <a:lnTo>
                    <a:pt x="6128827" y="3134199"/>
                  </a:lnTo>
                  <a:lnTo>
                    <a:pt x="6206462" y="3142646"/>
                  </a:lnTo>
                  <a:lnTo>
                    <a:pt x="6284096" y="3150888"/>
                  </a:lnTo>
                  <a:lnTo>
                    <a:pt x="6361730" y="3158931"/>
                  </a:lnTo>
                  <a:lnTo>
                    <a:pt x="6439364" y="3166780"/>
                  </a:lnTo>
                  <a:lnTo>
                    <a:pt x="6516998" y="3174439"/>
                  </a:lnTo>
                  <a:lnTo>
                    <a:pt x="6594632" y="3181913"/>
                  </a:lnTo>
                  <a:lnTo>
                    <a:pt x="6672266" y="3189206"/>
                  </a:lnTo>
                  <a:lnTo>
                    <a:pt x="6749900" y="3196323"/>
                  </a:lnTo>
                  <a:lnTo>
                    <a:pt x="6827534" y="3203268"/>
                  </a:lnTo>
                  <a:lnTo>
                    <a:pt x="6905168" y="3210046"/>
                  </a:lnTo>
                  <a:lnTo>
                    <a:pt x="6982802" y="3216659"/>
                  </a:lnTo>
                  <a:lnTo>
                    <a:pt x="7060436" y="3223113"/>
                  </a:lnTo>
                  <a:lnTo>
                    <a:pt x="7138070" y="3229411"/>
                  </a:lnTo>
                  <a:lnTo>
                    <a:pt x="7215704" y="3235557"/>
                  </a:lnTo>
                  <a:lnTo>
                    <a:pt x="7293338" y="3241554"/>
                  </a:lnTo>
                  <a:lnTo>
                    <a:pt x="7370972" y="3247406"/>
                  </a:lnTo>
                  <a:lnTo>
                    <a:pt x="7370972" y="3482880"/>
                  </a:lnTo>
                  <a:lnTo>
                    <a:pt x="7293338" y="3482756"/>
                  </a:lnTo>
                  <a:lnTo>
                    <a:pt x="7215704" y="3482614"/>
                  </a:lnTo>
                  <a:lnTo>
                    <a:pt x="7138070" y="3482452"/>
                  </a:lnTo>
                  <a:lnTo>
                    <a:pt x="7060436" y="3482267"/>
                  </a:lnTo>
                  <a:lnTo>
                    <a:pt x="6982802" y="3482056"/>
                  </a:lnTo>
                  <a:lnTo>
                    <a:pt x="6905168" y="3481814"/>
                  </a:lnTo>
                  <a:lnTo>
                    <a:pt x="6827534" y="3481537"/>
                  </a:lnTo>
                  <a:lnTo>
                    <a:pt x="6749900" y="3481221"/>
                  </a:lnTo>
                  <a:lnTo>
                    <a:pt x="6672266" y="3480860"/>
                  </a:lnTo>
                  <a:lnTo>
                    <a:pt x="6594632" y="3480446"/>
                  </a:lnTo>
                  <a:lnTo>
                    <a:pt x="6516998" y="3479974"/>
                  </a:lnTo>
                  <a:lnTo>
                    <a:pt x="6439364" y="3479435"/>
                  </a:lnTo>
                  <a:lnTo>
                    <a:pt x="6361730" y="3478818"/>
                  </a:lnTo>
                  <a:lnTo>
                    <a:pt x="6284096" y="3478112"/>
                  </a:lnTo>
                  <a:lnTo>
                    <a:pt x="6206462" y="3477306"/>
                  </a:lnTo>
                  <a:lnTo>
                    <a:pt x="6128827" y="3476385"/>
                  </a:lnTo>
                  <a:lnTo>
                    <a:pt x="6051193" y="3475331"/>
                  </a:lnTo>
                  <a:lnTo>
                    <a:pt x="5973559" y="3474127"/>
                  </a:lnTo>
                  <a:lnTo>
                    <a:pt x="5895925" y="3472751"/>
                  </a:lnTo>
                  <a:lnTo>
                    <a:pt x="5818291" y="3471178"/>
                  </a:lnTo>
                  <a:lnTo>
                    <a:pt x="5740657" y="3469379"/>
                  </a:lnTo>
                  <a:lnTo>
                    <a:pt x="5663023" y="3467323"/>
                  </a:lnTo>
                  <a:lnTo>
                    <a:pt x="5585389" y="3464974"/>
                  </a:lnTo>
                  <a:lnTo>
                    <a:pt x="5507755" y="3462287"/>
                  </a:lnTo>
                  <a:lnTo>
                    <a:pt x="5430121" y="3459217"/>
                  </a:lnTo>
                  <a:lnTo>
                    <a:pt x="5352487" y="3455707"/>
                  </a:lnTo>
                  <a:lnTo>
                    <a:pt x="5274853" y="3451695"/>
                  </a:lnTo>
                  <a:lnTo>
                    <a:pt x="5197219" y="3447109"/>
                  </a:lnTo>
                  <a:lnTo>
                    <a:pt x="5119585" y="3441867"/>
                  </a:lnTo>
                  <a:lnTo>
                    <a:pt x="5041951" y="3435874"/>
                  </a:lnTo>
                  <a:lnTo>
                    <a:pt x="4964317" y="3429025"/>
                  </a:lnTo>
                  <a:lnTo>
                    <a:pt x="4886683" y="3421195"/>
                  </a:lnTo>
                  <a:lnTo>
                    <a:pt x="4809049" y="3412244"/>
                  </a:lnTo>
                  <a:lnTo>
                    <a:pt x="4731415" y="3402014"/>
                  </a:lnTo>
                  <a:lnTo>
                    <a:pt x="4653781" y="3390319"/>
                  </a:lnTo>
                  <a:lnTo>
                    <a:pt x="4576147" y="3376951"/>
                  </a:lnTo>
                  <a:lnTo>
                    <a:pt x="4498513" y="3361670"/>
                  </a:lnTo>
                  <a:lnTo>
                    <a:pt x="4420879" y="3344202"/>
                  </a:lnTo>
                  <a:lnTo>
                    <a:pt x="4343244" y="3324236"/>
                  </a:lnTo>
                  <a:lnTo>
                    <a:pt x="4265610" y="3301412"/>
                  </a:lnTo>
                  <a:lnTo>
                    <a:pt x="4187976" y="3275322"/>
                  </a:lnTo>
                  <a:lnTo>
                    <a:pt x="4110342" y="3245500"/>
                  </a:lnTo>
                  <a:lnTo>
                    <a:pt x="4032708" y="3211410"/>
                  </a:lnTo>
                  <a:lnTo>
                    <a:pt x="3955074" y="3172443"/>
                  </a:lnTo>
                  <a:lnTo>
                    <a:pt x="3877440" y="3127900"/>
                  </a:lnTo>
                  <a:lnTo>
                    <a:pt x="3799806" y="3076984"/>
                  </a:lnTo>
                  <a:lnTo>
                    <a:pt x="3722172" y="3018782"/>
                  </a:lnTo>
                  <a:lnTo>
                    <a:pt x="3644538" y="2952252"/>
                  </a:lnTo>
                  <a:lnTo>
                    <a:pt x="3566904" y="2876203"/>
                  </a:lnTo>
                  <a:lnTo>
                    <a:pt x="3489270" y="2789272"/>
                  </a:lnTo>
                  <a:lnTo>
                    <a:pt x="3411636" y="2689903"/>
                  </a:lnTo>
                  <a:lnTo>
                    <a:pt x="3334002" y="2640541"/>
                  </a:lnTo>
                  <a:lnTo>
                    <a:pt x="3256368" y="2619661"/>
                  </a:lnTo>
                  <a:lnTo>
                    <a:pt x="3178734" y="2598265"/>
                  </a:lnTo>
                  <a:lnTo>
                    <a:pt x="3101100" y="2576338"/>
                  </a:lnTo>
                  <a:lnTo>
                    <a:pt x="3023466" y="2553869"/>
                  </a:lnTo>
                  <a:lnTo>
                    <a:pt x="2945832" y="2530844"/>
                  </a:lnTo>
                  <a:lnTo>
                    <a:pt x="2868198" y="2507248"/>
                  </a:lnTo>
                  <a:lnTo>
                    <a:pt x="2790564" y="2483068"/>
                  </a:lnTo>
                  <a:lnTo>
                    <a:pt x="2712930" y="2458289"/>
                  </a:lnTo>
                  <a:lnTo>
                    <a:pt x="2635295" y="2432897"/>
                  </a:lnTo>
                  <a:lnTo>
                    <a:pt x="2557661" y="2406876"/>
                  </a:lnTo>
                  <a:lnTo>
                    <a:pt x="2480027" y="2380210"/>
                  </a:lnTo>
                  <a:lnTo>
                    <a:pt x="2402393" y="2352885"/>
                  </a:lnTo>
                  <a:lnTo>
                    <a:pt x="2324759" y="2324882"/>
                  </a:lnTo>
                  <a:lnTo>
                    <a:pt x="2247125" y="2296186"/>
                  </a:lnTo>
                  <a:lnTo>
                    <a:pt x="2169491" y="2266780"/>
                  </a:lnTo>
                  <a:lnTo>
                    <a:pt x="2091857" y="2236646"/>
                  </a:lnTo>
                  <a:lnTo>
                    <a:pt x="2014223" y="2205765"/>
                  </a:lnTo>
                  <a:lnTo>
                    <a:pt x="1936589" y="2174120"/>
                  </a:lnTo>
                  <a:lnTo>
                    <a:pt x="1858955" y="2141691"/>
                  </a:lnTo>
                  <a:lnTo>
                    <a:pt x="1781321" y="2108459"/>
                  </a:lnTo>
                  <a:lnTo>
                    <a:pt x="1703687" y="2074404"/>
                  </a:lnTo>
                  <a:lnTo>
                    <a:pt x="1626053" y="2039506"/>
                  </a:lnTo>
                  <a:lnTo>
                    <a:pt x="1548419" y="2003744"/>
                  </a:lnTo>
                  <a:lnTo>
                    <a:pt x="1470785" y="1967096"/>
                  </a:lnTo>
                  <a:lnTo>
                    <a:pt x="1393151" y="1929541"/>
                  </a:lnTo>
                  <a:lnTo>
                    <a:pt x="1315517" y="1891056"/>
                  </a:lnTo>
                  <a:lnTo>
                    <a:pt x="1237883" y="1851617"/>
                  </a:lnTo>
                  <a:lnTo>
                    <a:pt x="1160249" y="1811203"/>
                  </a:lnTo>
                  <a:lnTo>
                    <a:pt x="1082615" y="1769787"/>
                  </a:lnTo>
                  <a:lnTo>
                    <a:pt x="1004981" y="1727346"/>
                  </a:lnTo>
                  <a:lnTo>
                    <a:pt x="927346" y="1683854"/>
                  </a:lnTo>
                  <a:lnTo>
                    <a:pt x="849712" y="1639286"/>
                  </a:lnTo>
                  <a:lnTo>
                    <a:pt x="772078" y="1593613"/>
                  </a:lnTo>
                  <a:lnTo>
                    <a:pt x="694444" y="1546810"/>
                  </a:lnTo>
                  <a:lnTo>
                    <a:pt x="616810" y="1498847"/>
                  </a:lnTo>
                  <a:lnTo>
                    <a:pt x="539176" y="1449697"/>
                  </a:lnTo>
                  <a:lnTo>
                    <a:pt x="461542" y="1399330"/>
                  </a:lnTo>
                  <a:lnTo>
                    <a:pt x="383908" y="1347716"/>
                  </a:lnTo>
                  <a:lnTo>
                    <a:pt x="306274" y="1294824"/>
                  </a:lnTo>
                  <a:lnTo>
                    <a:pt x="228640" y="1240622"/>
                  </a:lnTo>
                  <a:lnTo>
                    <a:pt x="151006" y="1185078"/>
                  </a:lnTo>
                  <a:lnTo>
                    <a:pt x="73372" y="1128158"/>
                  </a:lnTo>
                  <a:lnTo>
                    <a:pt x="0" y="10730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2073503"/>
              <a:ext cx="4817633" cy="3247406"/>
            </a:xfrm>
            <a:custGeom>
              <a:avLst/>
              <a:pathLst>
                <a:path w="4817633" h="3247406">
                  <a:moveTo>
                    <a:pt x="0" y="0"/>
                  </a:moveTo>
                  <a:lnTo>
                    <a:pt x="4322" y="27534"/>
                  </a:lnTo>
                  <a:lnTo>
                    <a:pt x="81956" y="460165"/>
                  </a:lnTo>
                  <a:lnTo>
                    <a:pt x="159590" y="838641"/>
                  </a:lnTo>
                  <a:lnTo>
                    <a:pt x="237224" y="1169741"/>
                  </a:lnTo>
                  <a:lnTo>
                    <a:pt x="314858" y="1459397"/>
                  </a:lnTo>
                  <a:lnTo>
                    <a:pt x="392492" y="1712794"/>
                  </a:lnTo>
                  <a:lnTo>
                    <a:pt x="470126" y="1934473"/>
                  </a:lnTo>
                  <a:lnTo>
                    <a:pt x="547760" y="2128403"/>
                  </a:lnTo>
                  <a:lnTo>
                    <a:pt x="625394" y="2298057"/>
                  </a:lnTo>
                  <a:lnTo>
                    <a:pt x="703028" y="2446476"/>
                  </a:lnTo>
                  <a:lnTo>
                    <a:pt x="780662" y="2576316"/>
                  </a:lnTo>
                  <a:lnTo>
                    <a:pt x="858297" y="2660915"/>
                  </a:lnTo>
                  <a:lnTo>
                    <a:pt x="935931" y="2680798"/>
                  </a:lnTo>
                  <a:lnTo>
                    <a:pt x="1013565" y="2700200"/>
                  </a:lnTo>
                  <a:lnTo>
                    <a:pt x="1091199" y="2719133"/>
                  </a:lnTo>
                  <a:lnTo>
                    <a:pt x="1168833" y="2737609"/>
                  </a:lnTo>
                  <a:lnTo>
                    <a:pt x="1246467" y="2755639"/>
                  </a:lnTo>
                  <a:lnTo>
                    <a:pt x="1324101" y="2773232"/>
                  </a:lnTo>
                  <a:lnTo>
                    <a:pt x="1401735" y="2790401"/>
                  </a:lnTo>
                  <a:lnTo>
                    <a:pt x="1479369" y="2807155"/>
                  </a:lnTo>
                  <a:lnTo>
                    <a:pt x="1557003" y="2823504"/>
                  </a:lnTo>
                  <a:lnTo>
                    <a:pt x="1634637" y="2839457"/>
                  </a:lnTo>
                  <a:lnTo>
                    <a:pt x="1712271" y="2855026"/>
                  </a:lnTo>
                  <a:lnTo>
                    <a:pt x="1789905" y="2870218"/>
                  </a:lnTo>
                  <a:lnTo>
                    <a:pt x="1867539" y="2885043"/>
                  </a:lnTo>
                  <a:lnTo>
                    <a:pt x="1945173" y="2899510"/>
                  </a:lnTo>
                  <a:lnTo>
                    <a:pt x="2022807" y="2913627"/>
                  </a:lnTo>
                  <a:lnTo>
                    <a:pt x="2100441" y="2927403"/>
                  </a:lnTo>
                  <a:lnTo>
                    <a:pt x="2178075" y="2940847"/>
                  </a:lnTo>
                  <a:lnTo>
                    <a:pt x="2255709" y="2953965"/>
                  </a:lnTo>
                  <a:lnTo>
                    <a:pt x="2333343" y="2966766"/>
                  </a:lnTo>
                  <a:lnTo>
                    <a:pt x="2410977" y="2979259"/>
                  </a:lnTo>
                  <a:lnTo>
                    <a:pt x="2488611" y="2991449"/>
                  </a:lnTo>
                  <a:lnTo>
                    <a:pt x="2566246" y="3003344"/>
                  </a:lnTo>
                  <a:lnTo>
                    <a:pt x="2643880" y="3014953"/>
                  </a:lnTo>
                  <a:lnTo>
                    <a:pt x="2721514" y="3026280"/>
                  </a:lnTo>
                  <a:lnTo>
                    <a:pt x="2799148" y="3037335"/>
                  </a:lnTo>
                  <a:lnTo>
                    <a:pt x="2876782" y="3048121"/>
                  </a:lnTo>
                  <a:lnTo>
                    <a:pt x="2954416" y="3058648"/>
                  </a:lnTo>
                  <a:lnTo>
                    <a:pt x="3032050" y="3068920"/>
                  </a:lnTo>
                  <a:lnTo>
                    <a:pt x="3109684" y="3078943"/>
                  </a:lnTo>
                  <a:lnTo>
                    <a:pt x="3187318" y="3088725"/>
                  </a:lnTo>
                  <a:lnTo>
                    <a:pt x="3264952" y="3098270"/>
                  </a:lnTo>
                  <a:lnTo>
                    <a:pt x="3342586" y="3107585"/>
                  </a:lnTo>
                  <a:lnTo>
                    <a:pt x="3420220" y="3116674"/>
                  </a:lnTo>
                  <a:lnTo>
                    <a:pt x="3497854" y="3125544"/>
                  </a:lnTo>
                  <a:lnTo>
                    <a:pt x="3575488" y="3134199"/>
                  </a:lnTo>
                  <a:lnTo>
                    <a:pt x="3653122" y="3142646"/>
                  </a:lnTo>
                  <a:lnTo>
                    <a:pt x="3730756" y="3150888"/>
                  </a:lnTo>
                  <a:lnTo>
                    <a:pt x="3808390" y="3158931"/>
                  </a:lnTo>
                  <a:lnTo>
                    <a:pt x="3886024" y="3166780"/>
                  </a:lnTo>
                  <a:lnTo>
                    <a:pt x="3963658" y="3174439"/>
                  </a:lnTo>
                  <a:lnTo>
                    <a:pt x="4041292" y="3181913"/>
                  </a:lnTo>
                  <a:lnTo>
                    <a:pt x="4118926" y="3189206"/>
                  </a:lnTo>
                  <a:lnTo>
                    <a:pt x="4196560" y="3196323"/>
                  </a:lnTo>
                  <a:lnTo>
                    <a:pt x="4274195" y="3203268"/>
                  </a:lnTo>
                  <a:lnTo>
                    <a:pt x="4351829" y="3210046"/>
                  </a:lnTo>
                  <a:lnTo>
                    <a:pt x="4429463" y="3216659"/>
                  </a:lnTo>
                  <a:lnTo>
                    <a:pt x="4507097" y="3223113"/>
                  </a:lnTo>
                  <a:lnTo>
                    <a:pt x="4584731" y="3229411"/>
                  </a:lnTo>
                  <a:lnTo>
                    <a:pt x="4662365" y="3235557"/>
                  </a:lnTo>
                  <a:lnTo>
                    <a:pt x="4739999" y="3241554"/>
                  </a:lnTo>
                  <a:lnTo>
                    <a:pt x="4817633" y="3247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46534"/>
              <a:ext cx="7370972" cy="2409848"/>
            </a:xfrm>
            <a:custGeom>
              <a:avLst/>
              <a:pathLst>
                <a:path w="7370972" h="2409848">
                  <a:moveTo>
                    <a:pt x="7370972" y="2409848"/>
                  </a:moveTo>
                  <a:lnTo>
                    <a:pt x="7293338" y="2409725"/>
                  </a:lnTo>
                  <a:lnTo>
                    <a:pt x="7215704" y="2409583"/>
                  </a:lnTo>
                  <a:lnTo>
                    <a:pt x="7138070" y="2409421"/>
                  </a:lnTo>
                  <a:lnTo>
                    <a:pt x="7060436" y="2409236"/>
                  </a:lnTo>
                  <a:lnTo>
                    <a:pt x="6982802" y="2409024"/>
                  </a:lnTo>
                  <a:lnTo>
                    <a:pt x="6905168" y="2408782"/>
                  </a:lnTo>
                  <a:lnTo>
                    <a:pt x="6827534" y="2408506"/>
                  </a:lnTo>
                  <a:lnTo>
                    <a:pt x="6749900" y="2408189"/>
                  </a:lnTo>
                  <a:lnTo>
                    <a:pt x="6672266" y="2407828"/>
                  </a:lnTo>
                  <a:lnTo>
                    <a:pt x="6594632" y="2407415"/>
                  </a:lnTo>
                  <a:lnTo>
                    <a:pt x="6516998" y="2406943"/>
                  </a:lnTo>
                  <a:lnTo>
                    <a:pt x="6439364" y="2406403"/>
                  </a:lnTo>
                  <a:lnTo>
                    <a:pt x="6361730" y="2405786"/>
                  </a:lnTo>
                  <a:lnTo>
                    <a:pt x="6284096" y="2405081"/>
                  </a:lnTo>
                  <a:lnTo>
                    <a:pt x="6206462" y="2404275"/>
                  </a:lnTo>
                  <a:lnTo>
                    <a:pt x="6128827" y="2403353"/>
                  </a:lnTo>
                  <a:lnTo>
                    <a:pt x="6051193" y="2402300"/>
                  </a:lnTo>
                  <a:lnTo>
                    <a:pt x="5973559" y="2401096"/>
                  </a:lnTo>
                  <a:lnTo>
                    <a:pt x="5895925" y="2399719"/>
                  </a:lnTo>
                  <a:lnTo>
                    <a:pt x="5818291" y="2398146"/>
                  </a:lnTo>
                  <a:lnTo>
                    <a:pt x="5740657" y="2396348"/>
                  </a:lnTo>
                  <a:lnTo>
                    <a:pt x="5663023" y="2394292"/>
                  </a:lnTo>
                  <a:lnTo>
                    <a:pt x="5585389" y="2391942"/>
                  </a:lnTo>
                  <a:lnTo>
                    <a:pt x="5507755" y="2389256"/>
                  </a:lnTo>
                  <a:lnTo>
                    <a:pt x="5430121" y="2386185"/>
                  </a:lnTo>
                  <a:lnTo>
                    <a:pt x="5352487" y="2382676"/>
                  </a:lnTo>
                  <a:lnTo>
                    <a:pt x="5274853" y="2378664"/>
                  </a:lnTo>
                  <a:lnTo>
                    <a:pt x="5197219" y="2374078"/>
                  </a:lnTo>
                  <a:lnTo>
                    <a:pt x="5119585" y="2368835"/>
                  </a:lnTo>
                  <a:lnTo>
                    <a:pt x="5041951" y="2362843"/>
                  </a:lnTo>
                  <a:lnTo>
                    <a:pt x="4964317" y="2355993"/>
                  </a:lnTo>
                  <a:lnTo>
                    <a:pt x="4886683" y="2348163"/>
                  </a:lnTo>
                  <a:lnTo>
                    <a:pt x="4809049" y="2339213"/>
                  </a:lnTo>
                  <a:lnTo>
                    <a:pt x="4731415" y="2328982"/>
                  </a:lnTo>
                  <a:lnTo>
                    <a:pt x="4653781" y="2317287"/>
                  </a:lnTo>
                  <a:lnTo>
                    <a:pt x="4576147" y="2303919"/>
                  </a:lnTo>
                  <a:lnTo>
                    <a:pt x="4498513" y="2288638"/>
                  </a:lnTo>
                  <a:lnTo>
                    <a:pt x="4420879" y="2271171"/>
                  </a:lnTo>
                  <a:lnTo>
                    <a:pt x="4343244" y="2251204"/>
                  </a:lnTo>
                  <a:lnTo>
                    <a:pt x="4265610" y="2228380"/>
                  </a:lnTo>
                  <a:lnTo>
                    <a:pt x="4187976" y="2202291"/>
                  </a:lnTo>
                  <a:lnTo>
                    <a:pt x="4110342" y="2172469"/>
                  </a:lnTo>
                  <a:lnTo>
                    <a:pt x="4032708" y="2138379"/>
                  </a:lnTo>
                  <a:lnTo>
                    <a:pt x="3955074" y="2099412"/>
                  </a:lnTo>
                  <a:lnTo>
                    <a:pt x="3877440" y="2054869"/>
                  </a:lnTo>
                  <a:lnTo>
                    <a:pt x="3799806" y="2003952"/>
                  </a:lnTo>
                  <a:lnTo>
                    <a:pt x="3722172" y="1945750"/>
                  </a:lnTo>
                  <a:lnTo>
                    <a:pt x="3644538" y="1879221"/>
                  </a:lnTo>
                  <a:lnTo>
                    <a:pt x="3566904" y="1803172"/>
                  </a:lnTo>
                  <a:lnTo>
                    <a:pt x="3489270" y="1716241"/>
                  </a:lnTo>
                  <a:lnTo>
                    <a:pt x="3411636" y="1616872"/>
                  </a:lnTo>
                  <a:lnTo>
                    <a:pt x="3334002" y="1567509"/>
                  </a:lnTo>
                  <a:lnTo>
                    <a:pt x="3256368" y="1546630"/>
                  </a:lnTo>
                  <a:lnTo>
                    <a:pt x="3178734" y="1525233"/>
                  </a:lnTo>
                  <a:lnTo>
                    <a:pt x="3101100" y="1503307"/>
                  </a:lnTo>
                  <a:lnTo>
                    <a:pt x="3023466" y="1480838"/>
                  </a:lnTo>
                  <a:lnTo>
                    <a:pt x="2945832" y="1457812"/>
                  </a:lnTo>
                  <a:lnTo>
                    <a:pt x="2868198" y="1434216"/>
                  </a:lnTo>
                  <a:lnTo>
                    <a:pt x="2790564" y="1410036"/>
                  </a:lnTo>
                  <a:lnTo>
                    <a:pt x="2712930" y="1385258"/>
                  </a:lnTo>
                  <a:lnTo>
                    <a:pt x="2635295" y="1359865"/>
                  </a:lnTo>
                  <a:lnTo>
                    <a:pt x="2557661" y="1333844"/>
                  </a:lnTo>
                  <a:lnTo>
                    <a:pt x="2480027" y="1307179"/>
                  </a:lnTo>
                  <a:lnTo>
                    <a:pt x="2402393" y="1279853"/>
                  </a:lnTo>
                  <a:lnTo>
                    <a:pt x="2324759" y="1251851"/>
                  </a:lnTo>
                  <a:lnTo>
                    <a:pt x="2247125" y="1223155"/>
                  </a:lnTo>
                  <a:lnTo>
                    <a:pt x="2169491" y="1193749"/>
                  </a:lnTo>
                  <a:lnTo>
                    <a:pt x="2091857" y="1163614"/>
                  </a:lnTo>
                  <a:lnTo>
                    <a:pt x="2014223" y="1132734"/>
                  </a:lnTo>
                  <a:lnTo>
                    <a:pt x="1936589" y="1101088"/>
                  </a:lnTo>
                  <a:lnTo>
                    <a:pt x="1858955" y="1068659"/>
                  </a:lnTo>
                  <a:lnTo>
                    <a:pt x="1781321" y="1035427"/>
                  </a:lnTo>
                  <a:lnTo>
                    <a:pt x="1703687" y="1001373"/>
                  </a:lnTo>
                  <a:lnTo>
                    <a:pt x="1626053" y="966474"/>
                  </a:lnTo>
                  <a:lnTo>
                    <a:pt x="1548419" y="930712"/>
                  </a:lnTo>
                  <a:lnTo>
                    <a:pt x="1470785" y="894065"/>
                  </a:lnTo>
                  <a:lnTo>
                    <a:pt x="1393151" y="856509"/>
                  </a:lnTo>
                  <a:lnTo>
                    <a:pt x="1315517" y="818024"/>
                  </a:lnTo>
                  <a:lnTo>
                    <a:pt x="1237883" y="778586"/>
                  </a:lnTo>
                  <a:lnTo>
                    <a:pt x="1160249" y="738171"/>
                  </a:lnTo>
                  <a:lnTo>
                    <a:pt x="1082615" y="696756"/>
                  </a:lnTo>
                  <a:lnTo>
                    <a:pt x="1004981" y="654315"/>
                  </a:lnTo>
                  <a:lnTo>
                    <a:pt x="927346" y="610823"/>
                  </a:lnTo>
                  <a:lnTo>
                    <a:pt x="849712" y="566254"/>
                  </a:lnTo>
                  <a:lnTo>
                    <a:pt x="772078" y="520582"/>
                  </a:lnTo>
                  <a:lnTo>
                    <a:pt x="694444" y="473778"/>
                  </a:lnTo>
                  <a:lnTo>
                    <a:pt x="616810" y="425816"/>
                  </a:lnTo>
                  <a:lnTo>
                    <a:pt x="539176" y="376666"/>
                  </a:lnTo>
                  <a:lnTo>
                    <a:pt x="461542" y="326299"/>
                  </a:lnTo>
                  <a:lnTo>
                    <a:pt x="383908" y="274685"/>
                  </a:lnTo>
                  <a:lnTo>
                    <a:pt x="306274" y="221792"/>
                  </a:lnTo>
                  <a:lnTo>
                    <a:pt x="228640" y="167590"/>
                  </a:lnTo>
                  <a:lnTo>
                    <a:pt x="151006" y="112046"/>
                  </a:lnTo>
                  <a:lnTo>
                    <a:pt x="73372" y="55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3" y="2073503"/>
              <a:ext cx="5392616" cy="3469437"/>
            </a:xfrm>
            <a:custGeom>
              <a:avLst/>
              <a:pathLst>
                <a:path w="5392616" h="3469437">
                  <a:moveTo>
                    <a:pt x="0" y="0"/>
                  </a:moveTo>
                  <a:lnTo>
                    <a:pt x="35867" y="127623"/>
                  </a:lnTo>
                  <a:lnTo>
                    <a:pt x="113501" y="382851"/>
                  </a:lnTo>
                  <a:lnTo>
                    <a:pt x="191135" y="618670"/>
                  </a:lnTo>
                  <a:lnTo>
                    <a:pt x="268769" y="836555"/>
                  </a:lnTo>
                  <a:lnTo>
                    <a:pt x="346403" y="1037870"/>
                  </a:lnTo>
                  <a:lnTo>
                    <a:pt x="424037" y="1223875"/>
                  </a:lnTo>
                  <a:lnTo>
                    <a:pt x="501671" y="1395735"/>
                  </a:lnTo>
                  <a:lnTo>
                    <a:pt x="579306" y="1554525"/>
                  </a:lnTo>
                  <a:lnTo>
                    <a:pt x="656940" y="1701240"/>
                  </a:lnTo>
                  <a:lnTo>
                    <a:pt x="734574" y="1836797"/>
                  </a:lnTo>
                  <a:lnTo>
                    <a:pt x="812208" y="1962045"/>
                  </a:lnTo>
                  <a:lnTo>
                    <a:pt x="889842" y="2077768"/>
                  </a:lnTo>
                  <a:lnTo>
                    <a:pt x="967476" y="2184691"/>
                  </a:lnTo>
                  <a:lnTo>
                    <a:pt x="1045110" y="2283482"/>
                  </a:lnTo>
                  <a:lnTo>
                    <a:pt x="1122744" y="2374760"/>
                  </a:lnTo>
                  <a:lnTo>
                    <a:pt x="1200378" y="2459097"/>
                  </a:lnTo>
                  <a:lnTo>
                    <a:pt x="1278012" y="2537020"/>
                  </a:lnTo>
                  <a:lnTo>
                    <a:pt x="1355646" y="2609017"/>
                  </a:lnTo>
                  <a:lnTo>
                    <a:pt x="1433280" y="2675539"/>
                  </a:lnTo>
                  <a:lnTo>
                    <a:pt x="1510914" y="2737002"/>
                  </a:lnTo>
                  <a:lnTo>
                    <a:pt x="1588548" y="2793791"/>
                  </a:lnTo>
                  <a:lnTo>
                    <a:pt x="1666182" y="2846261"/>
                  </a:lnTo>
                  <a:lnTo>
                    <a:pt x="1743816" y="2894741"/>
                  </a:lnTo>
                  <a:lnTo>
                    <a:pt x="1821450" y="2939534"/>
                  </a:lnTo>
                  <a:lnTo>
                    <a:pt x="1899084" y="2980921"/>
                  </a:lnTo>
                  <a:lnTo>
                    <a:pt x="1976718" y="3019160"/>
                  </a:lnTo>
                  <a:lnTo>
                    <a:pt x="2054352" y="3054491"/>
                  </a:lnTo>
                  <a:lnTo>
                    <a:pt x="2131986" y="3087135"/>
                  </a:lnTo>
                  <a:lnTo>
                    <a:pt x="2209620" y="3117297"/>
                  </a:lnTo>
                  <a:lnTo>
                    <a:pt x="2287255" y="3145165"/>
                  </a:lnTo>
                  <a:lnTo>
                    <a:pt x="2364889" y="3170913"/>
                  </a:lnTo>
                  <a:lnTo>
                    <a:pt x="2442523" y="3194704"/>
                  </a:lnTo>
                  <a:lnTo>
                    <a:pt x="2520157" y="3216685"/>
                  </a:lnTo>
                  <a:lnTo>
                    <a:pt x="2597791" y="3236995"/>
                  </a:lnTo>
                  <a:lnTo>
                    <a:pt x="2675425" y="3255760"/>
                  </a:lnTo>
                  <a:lnTo>
                    <a:pt x="2753059" y="3273098"/>
                  </a:lnTo>
                  <a:lnTo>
                    <a:pt x="2830693" y="3289117"/>
                  </a:lnTo>
                  <a:lnTo>
                    <a:pt x="2908327" y="3303919"/>
                  </a:lnTo>
                  <a:lnTo>
                    <a:pt x="2985961" y="3317594"/>
                  </a:lnTo>
                  <a:lnTo>
                    <a:pt x="3063595" y="3330230"/>
                  </a:lnTo>
                  <a:lnTo>
                    <a:pt x="3141229" y="3341905"/>
                  </a:lnTo>
                  <a:lnTo>
                    <a:pt x="3218863" y="3352692"/>
                  </a:lnTo>
                  <a:lnTo>
                    <a:pt x="3296497" y="3362658"/>
                  </a:lnTo>
                  <a:lnTo>
                    <a:pt x="3374131" y="3371867"/>
                  </a:lnTo>
                  <a:lnTo>
                    <a:pt x="3451765" y="3380375"/>
                  </a:lnTo>
                  <a:lnTo>
                    <a:pt x="3529399" y="3388236"/>
                  </a:lnTo>
                  <a:lnTo>
                    <a:pt x="3607033" y="3395500"/>
                  </a:lnTo>
                  <a:lnTo>
                    <a:pt x="3684667" y="3402211"/>
                  </a:lnTo>
                  <a:lnTo>
                    <a:pt x="3762301" y="3408411"/>
                  </a:lnTo>
                  <a:lnTo>
                    <a:pt x="3839935" y="3414140"/>
                  </a:lnTo>
                  <a:lnTo>
                    <a:pt x="3917569" y="3419434"/>
                  </a:lnTo>
                  <a:lnTo>
                    <a:pt x="3995203" y="3424325"/>
                  </a:lnTo>
                  <a:lnTo>
                    <a:pt x="4072838" y="3428844"/>
                  </a:lnTo>
                  <a:lnTo>
                    <a:pt x="4150472" y="3433019"/>
                  </a:lnTo>
                  <a:lnTo>
                    <a:pt x="4228106" y="3436877"/>
                  </a:lnTo>
                  <a:lnTo>
                    <a:pt x="4305740" y="3440441"/>
                  </a:lnTo>
                  <a:lnTo>
                    <a:pt x="4383374" y="3443734"/>
                  </a:lnTo>
                  <a:lnTo>
                    <a:pt x="4461008" y="3446777"/>
                  </a:lnTo>
                  <a:lnTo>
                    <a:pt x="4538642" y="3449589"/>
                  </a:lnTo>
                  <a:lnTo>
                    <a:pt x="4616276" y="3452186"/>
                  </a:lnTo>
                  <a:lnTo>
                    <a:pt x="4693910" y="3454586"/>
                  </a:lnTo>
                  <a:lnTo>
                    <a:pt x="4771544" y="3456804"/>
                  </a:lnTo>
                  <a:lnTo>
                    <a:pt x="4849178" y="3458853"/>
                  </a:lnTo>
                  <a:lnTo>
                    <a:pt x="4926812" y="3460746"/>
                  </a:lnTo>
                  <a:lnTo>
                    <a:pt x="5004446" y="3462495"/>
                  </a:lnTo>
                  <a:lnTo>
                    <a:pt x="5082080" y="3464111"/>
                  </a:lnTo>
                  <a:lnTo>
                    <a:pt x="5159714" y="3465605"/>
                  </a:lnTo>
                  <a:lnTo>
                    <a:pt x="5237348" y="3466984"/>
                  </a:lnTo>
                  <a:lnTo>
                    <a:pt x="5314982" y="3468259"/>
                  </a:lnTo>
                  <a:lnTo>
                    <a:pt x="5392616" y="34694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2026-06-02T08:49:26Z</dcterms:modified>
  <cp:category/>
</cp:coreProperties>
</file>