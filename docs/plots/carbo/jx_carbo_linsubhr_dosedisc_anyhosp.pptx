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267"/>
            </a:xfrm>
            <a:custGeom>
              <a:avLst/>
              <a:pathLst>
                <a:path w="7090630" h="3537267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875308"/>
                  </a:lnTo>
                  <a:lnTo>
                    <a:pt x="7019007" y="1897684"/>
                  </a:lnTo>
                  <a:lnTo>
                    <a:pt x="6947385" y="1919779"/>
                  </a:lnTo>
                  <a:lnTo>
                    <a:pt x="6875762" y="1941595"/>
                  </a:lnTo>
                  <a:lnTo>
                    <a:pt x="6804139" y="1963137"/>
                  </a:lnTo>
                  <a:lnTo>
                    <a:pt x="6732517" y="1984407"/>
                  </a:lnTo>
                  <a:lnTo>
                    <a:pt x="6660894" y="2005410"/>
                  </a:lnTo>
                  <a:lnTo>
                    <a:pt x="6589272" y="2026148"/>
                  </a:lnTo>
                  <a:lnTo>
                    <a:pt x="6517649" y="2046626"/>
                  </a:lnTo>
                  <a:lnTo>
                    <a:pt x="6446027" y="2066845"/>
                  </a:lnTo>
                  <a:lnTo>
                    <a:pt x="6374404" y="2086810"/>
                  </a:lnTo>
                  <a:lnTo>
                    <a:pt x="6302782" y="2106523"/>
                  </a:lnTo>
                  <a:lnTo>
                    <a:pt x="6231159" y="2125989"/>
                  </a:lnTo>
                  <a:lnTo>
                    <a:pt x="6159537" y="2145209"/>
                  </a:lnTo>
                  <a:lnTo>
                    <a:pt x="6087914" y="2164187"/>
                  </a:lnTo>
                  <a:lnTo>
                    <a:pt x="6016292" y="2182926"/>
                  </a:lnTo>
                  <a:lnTo>
                    <a:pt x="5944669" y="2201430"/>
                  </a:lnTo>
                  <a:lnTo>
                    <a:pt x="5873047" y="2219700"/>
                  </a:lnTo>
                  <a:lnTo>
                    <a:pt x="5801424" y="2237741"/>
                  </a:lnTo>
                  <a:lnTo>
                    <a:pt x="5729802" y="2255554"/>
                  </a:lnTo>
                  <a:lnTo>
                    <a:pt x="5658179" y="2273143"/>
                  </a:lnTo>
                  <a:lnTo>
                    <a:pt x="5586557" y="2290511"/>
                  </a:lnTo>
                  <a:lnTo>
                    <a:pt x="5514934" y="2307660"/>
                  </a:lnTo>
                  <a:lnTo>
                    <a:pt x="5443311" y="2324593"/>
                  </a:lnTo>
                  <a:lnTo>
                    <a:pt x="5371689" y="2341312"/>
                  </a:lnTo>
                  <a:lnTo>
                    <a:pt x="5300066" y="2357822"/>
                  </a:lnTo>
                  <a:lnTo>
                    <a:pt x="5228444" y="2374123"/>
                  </a:lnTo>
                  <a:lnTo>
                    <a:pt x="5156821" y="2390220"/>
                  </a:lnTo>
                  <a:lnTo>
                    <a:pt x="5085199" y="2406113"/>
                  </a:lnTo>
                  <a:lnTo>
                    <a:pt x="5013576" y="2421807"/>
                  </a:lnTo>
                  <a:lnTo>
                    <a:pt x="4941954" y="2437303"/>
                  </a:lnTo>
                  <a:lnTo>
                    <a:pt x="4870331" y="2452604"/>
                  </a:lnTo>
                  <a:lnTo>
                    <a:pt x="4798709" y="2467712"/>
                  </a:lnTo>
                  <a:lnTo>
                    <a:pt x="4727086" y="2482630"/>
                  </a:lnTo>
                  <a:lnTo>
                    <a:pt x="4655464" y="2497360"/>
                  </a:lnTo>
                  <a:lnTo>
                    <a:pt x="4583841" y="2511905"/>
                  </a:lnTo>
                  <a:lnTo>
                    <a:pt x="4512219" y="2526266"/>
                  </a:lnTo>
                  <a:lnTo>
                    <a:pt x="4440596" y="2540447"/>
                  </a:lnTo>
                  <a:lnTo>
                    <a:pt x="4368974" y="2554449"/>
                  </a:lnTo>
                  <a:lnTo>
                    <a:pt x="4297351" y="2568275"/>
                  </a:lnTo>
                  <a:lnTo>
                    <a:pt x="4225729" y="2581927"/>
                  </a:lnTo>
                  <a:lnTo>
                    <a:pt x="4154106" y="2595407"/>
                  </a:lnTo>
                  <a:lnTo>
                    <a:pt x="4082483" y="2608718"/>
                  </a:lnTo>
                  <a:lnTo>
                    <a:pt x="4010861" y="2621861"/>
                  </a:lnTo>
                  <a:lnTo>
                    <a:pt x="3939238" y="2634838"/>
                  </a:lnTo>
                  <a:lnTo>
                    <a:pt x="3867616" y="2647652"/>
                  </a:lnTo>
                  <a:lnTo>
                    <a:pt x="3795993" y="2660304"/>
                  </a:lnTo>
                  <a:lnTo>
                    <a:pt x="3724371" y="2672798"/>
                  </a:lnTo>
                  <a:lnTo>
                    <a:pt x="3652748" y="2685134"/>
                  </a:lnTo>
                  <a:lnTo>
                    <a:pt x="3581126" y="2697315"/>
                  </a:lnTo>
                  <a:lnTo>
                    <a:pt x="3509503" y="2709342"/>
                  </a:lnTo>
                  <a:lnTo>
                    <a:pt x="3437881" y="2721218"/>
                  </a:lnTo>
                  <a:lnTo>
                    <a:pt x="3366258" y="2732944"/>
                  </a:lnTo>
                  <a:lnTo>
                    <a:pt x="3294636" y="2744523"/>
                  </a:lnTo>
                  <a:lnTo>
                    <a:pt x="3223013" y="2755956"/>
                  </a:lnTo>
                  <a:lnTo>
                    <a:pt x="3151391" y="2767245"/>
                  </a:lnTo>
                  <a:lnTo>
                    <a:pt x="3079768" y="2778392"/>
                  </a:lnTo>
                  <a:lnTo>
                    <a:pt x="3008146" y="2806805"/>
                  </a:lnTo>
                  <a:lnTo>
                    <a:pt x="2936523" y="2845988"/>
                  </a:lnTo>
                  <a:lnTo>
                    <a:pt x="2864901" y="2883355"/>
                  </a:lnTo>
                  <a:lnTo>
                    <a:pt x="2793278" y="2918992"/>
                  </a:lnTo>
                  <a:lnTo>
                    <a:pt x="2721655" y="2952978"/>
                  </a:lnTo>
                  <a:lnTo>
                    <a:pt x="2650033" y="2985389"/>
                  </a:lnTo>
                  <a:lnTo>
                    <a:pt x="2578410" y="3016300"/>
                  </a:lnTo>
                  <a:lnTo>
                    <a:pt x="2506788" y="3045778"/>
                  </a:lnTo>
                  <a:lnTo>
                    <a:pt x="2435165" y="3073890"/>
                  </a:lnTo>
                  <a:lnTo>
                    <a:pt x="2363543" y="3100701"/>
                  </a:lnTo>
                  <a:lnTo>
                    <a:pt x="2291920" y="3126269"/>
                  </a:lnTo>
                  <a:lnTo>
                    <a:pt x="2220298" y="3150653"/>
                  </a:lnTo>
                  <a:lnTo>
                    <a:pt x="2148675" y="3173907"/>
                  </a:lnTo>
                  <a:lnTo>
                    <a:pt x="2077053" y="3196085"/>
                  </a:lnTo>
                  <a:lnTo>
                    <a:pt x="2005430" y="3217234"/>
                  </a:lnTo>
                  <a:lnTo>
                    <a:pt x="1933808" y="3237404"/>
                  </a:lnTo>
                  <a:lnTo>
                    <a:pt x="1862185" y="3256640"/>
                  </a:lnTo>
                  <a:lnTo>
                    <a:pt x="1790563" y="3274985"/>
                  </a:lnTo>
                  <a:lnTo>
                    <a:pt x="1718940" y="3292479"/>
                  </a:lnTo>
                  <a:lnTo>
                    <a:pt x="1647318" y="3309164"/>
                  </a:lnTo>
                  <a:lnTo>
                    <a:pt x="1575695" y="3325075"/>
                  </a:lnTo>
                  <a:lnTo>
                    <a:pt x="1504073" y="3340250"/>
                  </a:lnTo>
                  <a:lnTo>
                    <a:pt x="1432450" y="3354721"/>
                  </a:lnTo>
                  <a:lnTo>
                    <a:pt x="1360827" y="3368522"/>
                  </a:lnTo>
                  <a:lnTo>
                    <a:pt x="1289205" y="3381684"/>
                  </a:lnTo>
                  <a:lnTo>
                    <a:pt x="1217582" y="3394236"/>
                  </a:lnTo>
                  <a:lnTo>
                    <a:pt x="1145960" y="3406206"/>
                  </a:lnTo>
                  <a:lnTo>
                    <a:pt x="1074337" y="3417622"/>
                  </a:lnTo>
                  <a:lnTo>
                    <a:pt x="1002715" y="3428510"/>
                  </a:lnTo>
                  <a:lnTo>
                    <a:pt x="931092" y="3438892"/>
                  </a:lnTo>
                  <a:lnTo>
                    <a:pt x="859470" y="3448794"/>
                  </a:lnTo>
                  <a:lnTo>
                    <a:pt x="787847" y="3458237"/>
                  </a:lnTo>
                  <a:lnTo>
                    <a:pt x="716225" y="3467243"/>
                  </a:lnTo>
                  <a:lnTo>
                    <a:pt x="644602" y="3475832"/>
                  </a:lnTo>
                  <a:lnTo>
                    <a:pt x="572980" y="3484022"/>
                  </a:lnTo>
                  <a:lnTo>
                    <a:pt x="501357" y="3491834"/>
                  </a:lnTo>
                  <a:lnTo>
                    <a:pt x="429735" y="3499283"/>
                  </a:lnTo>
                  <a:lnTo>
                    <a:pt x="358112" y="3506387"/>
                  </a:lnTo>
                  <a:lnTo>
                    <a:pt x="286490" y="3513163"/>
                  </a:lnTo>
                  <a:lnTo>
                    <a:pt x="214867" y="3519624"/>
                  </a:lnTo>
                  <a:lnTo>
                    <a:pt x="143245" y="3525786"/>
                  </a:lnTo>
                  <a:lnTo>
                    <a:pt x="71622" y="3531663"/>
                  </a:lnTo>
                  <a:lnTo>
                    <a:pt x="0" y="35372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6887" cy="3145613"/>
            </a:xfrm>
            <a:custGeom>
              <a:avLst/>
              <a:pathLst>
                <a:path w="5216887" h="3145613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71871"/>
              <a:ext cx="7090630" cy="1661958"/>
            </a:xfrm>
            <a:custGeom>
              <a:avLst/>
              <a:pathLst>
                <a:path w="7090630" h="1661958">
                  <a:moveTo>
                    <a:pt x="7090630" y="0"/>
                  </a:moveTo>
                  <a:lnTo>
                    <a:pt x="7019007" y="22376"/>
                  </a:lnTo>
                  <a:lnTo>
                    <a:pt x="6947385" y="44470"/>
                  </a:lnTo>
                  <a:lnTo>
                    <a:pt x="6875762" y="66287"/>
                  </a:lnTo>
                  <a:lnTo>
                    <a:pt x="6804139" y="87828"/>
                  </a:lnTo>
                  <a:lnTo>
                    <a:pt x="6732517" y="109099"/>
                  </a:lnTo>
                  <a:lnTo>
                    <a:pt x="6660894" y="130102"/>
                  </a:lnTo>
                  <a:lnTo>
                    <a:pt x="6589272" y="150840"/>
                  </a:lnTo>
                  <a:lnTo>
                    <a:pt x="6517649" y="171317"/>
                  </a:lnTo>
                  <a:lnTo>
                    <a:pt x="6446027" y="191536"/>
                  </a:lnTo>
                  <a:lnTo>
                    <a:pt x="6374404" y="211501"/>
                  </a:lnTo>
                  <a:lnTo>
                    <a:pt x="6302782" y="231215"/>
                  </a:lnTo>
                  <a:lnTo>
                    <a:pt x="6231159" y="250680"/>
                  </a:lnTo>
                  <a:lnTo>
                    <a:pt x="6159537" y="269900"/>
                  </a:lnTo>
                  <a:lnTo>
                    <a:pt x="6087914" y="288879"/>
                  </a:lnTo>
                  <a:lnTo>
                    <a:pt x="6016292" y="307618"/>
                  </a:lnTo>
                  <a:lnTo>
                    <a:pt x="5944669" y="326121"/>
                  </a:lnTo>
                  <a:lnTo>
                    <a:pt x="5873047" y="344392"/>
                  </a:lnTo>
                  <a:lnTo>
                    <a:pt x="5801424" y="362432"/>
                  </a:lnTo>
                  <a:lnTo>
                    <a:pt x="5729802" y="380245"/>
                  </a:lnTo>
                  <a:lnTo>
                    <a:pt x="5658179" y="397834"/>
                  </a:lnTo>
                  <a:lnTo>
                    <a:pt x="5586557" y="415202"/>
                  </a:lnTo>
                  <a:lnTo>
                    <a:pt x="5514934" y="432351"/>
                  </a:lnTo>
                  <a:lnTo>
                    <a:pt x="5443311" y="449284"/>
                  </a:lnTo>
                  <a:lnTo>
                    <a:pt x="5371689" y="466004"/>
                  </a:lnTo>
                  <a:lnTo>
                    <a:pt x="5300066" y="482513"/>
                  </a:lnTo>
                  <a:lnTo>
                    <a:pt x="5228444" y="498815"/>
                  </a:lnTo>
                  <a:lnTo>
                    <a:pt x="5156821" y="514911"/>
                  </a:lnTo>
                  <a:lnTo>
                    <a:pt x="5085199" y="530805"/>
                  </a:lnTo>
                  <a:lnTo>
                    <a:pt x="5013576" y="546498"/>
                  </a:lnTo>
                  <a:lnTo>
                    <a:pt x="4941954" y="561994"/>
                  </a:lnTo>
                  <a:lnTo>
                    <a:pt x="4870331" y="577295"/>
                  </a:lnTo>
                  <a:lnTo>
                    <a:pt x="4798709" y="592403"/>
                  </a:lnTo>
                  <a:lnTo>
                    <a:pt x="4727086" y="607321"/>
                  </a:lnTo>
                  <a:lnTo>
                    <a:pt x="4655464" y="622051"/>
                  </a:lnTo>
                  <a:lnTo>
                    <a:pt x="4583841" y="636596"/>
                  </a:lnTo>
                  <a:lnTo>
                    <a:pt x="4512219" y="650958"/>
                  </a:lnTo>
                  <a:lnTo>
                    <a:pt x="4440596" y="665139"/>
                  </a:lnTo>
                  <a:lnTo>
                    <a:pt x="4368974" y="679141"/>
                  </a:lnTo>
                  <a:lnTo>
                    <a:pt x="4297351" y="692967"/>
                  </a:lnTo>
                  <a:lnTo>
                    <a:pt x="4225729" y="706619"/>
                  </a:lnTo>
                  <a:lnTo>
                    <a:pt x="4154106" y="720099"/>
                  </a:lnTo>
                  <a:lnTo>
                    <a:pt x="4082483" y="733409"/>
                  </a:lnTo>
                  <a:lnTo>
                    <a:pt x="4010861" y="746552"/>
                  </a:lnTo>
                  <a:lnTo>
                    <a:pt x="3939238" y="759529"/>
                  </a:lnTo>
                  <a:lnTo>
                    <a:pt x="3867616" y="772343"/>
                  </a:lnTo>
                  <a:lnTo>
                    <a:pt x="3795993" y="784996"/>
                  </a:lnTo>
                  <a:lnTo>
                    <a:pt x="3724371" y="797489"/>
                  </a:lnTo>
                  <a:lnTo>
                    <a:pt x="3652748" y="809825"/>
                  </a:lnTo>
                  <a:lnTo>
                    <a:pt x="3581126" y="822006"/>
                  </a:lnTo>
                  <a:lnTo>
                    <a:pt x="3509503" y="834033"/>
                  </a:lnTo>
                  <a:lnTo>
                    <a:pt x="3437881" y="845909"/>
                  </a:lnTo>
                  <a:lnTo>
                    <a:pt x="3366258" y="857636"/>
                  </a:lnTo>
                  <a:lnTo>
                    <a:pt x="3294636" y="869215"/>
                  </a:lnTo>
                  <a:lnTo>
                    <a:pt x="3223013" y="880648"/>
                  </a:lnTo>
                  <a:lnTo>
                    <a:pt x="3151391" y="891937"/>
                  </a:lnTo>
                  <a:lnTo>
                    <a:pt x="3079768" y="903084"/>
                  </a:lnTo>
                  <a:lnTo>
                    <a:pt x="3008146" y="931496"/>
                  </a:lnTo>
                  <a:lnTo>
                    <a:pt x="2936523" y="970679"/>
                  </a:lnTo>
                  <a:lnTo>
                    <a:pt x="2864901" y="1008047"/>
                  </a:lnTo>
                  <a:lnTo>
                    <a:pt x="2793278" y="1043684"/>
                  </a:lnTo>
                  <a:lnTo>
                    <a:pt x="2721655" y="1077669"/>
                  </a:lnTo>
                  <a:lnTo>
                    <a:pt x="2650033" y="1110081"/>
                  </a:lnTo>
                  <a:lnTo>
                    <a:pt x="2578410" y="1140991"/>
                  </a:lnTo>
                  <a:lnTo>
                    <a:pt x="2506788" y="1170469"/>
                  </a:lnTo>
                  <a:lnTo>
                    <a:pt x="2435165" y="1198582"/>
                  </a:lnTo>
                  <a:lnTo>
                    <a:pt x="2363543" y="1225392"/>
                  </a:lnTo>
                  <a:lnTo>
                    <a:pt x="2291920" y="1250961"/>
                  </a:lnTo>
                  <a:lnTo>
                    <a:pt x="2220298" y="1275345"/>
                  </a:lnTo>
                  <a:lnTo>
                    <a:pt x="2148675" y="1298599"/>
                  </a:lnTo>
                  <a:lnTo>
                    <a:pt x="2077053" y="1320776"/>
                  </a:lnTo>
                  <a:lnTo>
                    <a:pt x="2005430" y="1341926"/>
                  </a:lnTo>
                  <a:lnTo>
                    <a:pt x="1933808" y="1362096"/>
                  </a:lnTo>
                  <a:lnTo>
                    <a:pt x="1862185" y="1381331"/>
                  </a:lnTo>
                  <a:lnTo>
                    <a:pt x="1790563" y="1399676"/>
                  </a:lnTo>
                  <a:lnTo>
                    <a:pt x="1718940" y="1417171"/>
                  </a:lnTo>
                  <a:lnTo>
                    <a:pt x="1647318" y="1433855"/>
                  </a:lnTo>
                  <a:lnTo>
                    <a:pt x="1575695" y="1449767"/>
                  </a:lnTo>
                  <a:lnTo>
                    <a:pt x="1504073" y="1464941"/>
                  </a:lnTo>
                  <a:lnTo>
                    <a:pt x="1432450" y="1479412"/>
                  </a:lnTo>
                  <a:lnTo>
                    <a:pt x="1360827" y="1493214"/>
                  </a:lnTo>
                  <a:lnTo>
                    <a:pt x="1289205" y="1506375"/>
                  </a:lnTo>
                  <a:lnTo>
                    <a:pt x="1217582" y="1518927"/>
                  </a:lnTo>
                  <a:lnTo>
                    <a:pt x="1145960" y="1530898"/>
                  </a:lnTo>
                  <a:lnTo>
                    <a:pt x="1074337" y="1542314"/>
                  </a:lnTo>
                  <a:lnTo>
                    <a:pt x="1002715" y="1553201"/>
                  </a:lnTo>
                  <a:lnTo>
                    <a:pt x="931092" y="1563584"/>
                  </a:lnTo>
                  <a:lnTo>
                    <a:pt x="859470" y="1573486"/>
                  </a:lnTo>
                  <a:lnTo>
                    <a:pt x="787847" y="1582929"/>
                  </a:lnTo>
                  <a:lnTo>
                    <a:pt x="716225" y="1591935"/>
                  </a:lnTo>
                  <a:lnTo>
                    <a:pt x="644602" y="1600523"/>
                  </a:lnTo>
                  <a:lnTo>
                    <a:pt x="572980" y="1608714"/>
                  </a:lnTo>
                  <a:lnTo>
                    <a:pt x="501357" y="1616525"/>
                  </a:lnTo>
                  <a:lnTo>
                    <a:pt x="429735" y="1623975"/>
                  </a:lnTo>
                  <a:lnTo>
                    <a:pt x="358112" y="1631079"/>
                  </a:lnTo>
                  <a:lnTo>
                    <a:pt x="286490" y="1637854"/>
                  </a:lnTo>
                  <a:lnTo>
                    <a:pt x="214867" y="1644315"/>
                  </a:lnTo>
                  <a:lnTo>
                    <a:pt x="143245" y="1650477"/>
                  </a:lnTo>
                  <a:lnTo>
                    <a:pt x="71622" y="1656354"/>
                  </a:lnTo>
                  <a:lnTo>
                    <a:pt x="0" y="1661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70242" cy="3410777"/>
            </a:xfrm>
            <a:custGeom>
              <a:avLst/>
              <a:pathLst>
                <a:path w="6470242" h="3410777">
                  <a:moveTo>
                    <a:pt x="0" y="3410777"/>
                  </a:moveTo>
                  <a:lnTo>
                    <a:pt x="71622" y="3403398"/>
                  </a:lnTo>
                  <a:lnTo>
                    <a:pt x="143245" y="3395795"/>
                  </a:lnTo>
                  <a:lnTo>
                    <a:pt x="214867" y="3387959"/>
                  </a:lnTo>
                  <a:lnTo>
                    <a:pt x="286490" y="3379884"/>
                  </a:lnTo>
                  <a:lnTo>
                    <a:pt x="358112" y="3371563"/>
                  </a:lnTo>
                  <a:lnTo>
                    <a:pt x="429735" y="3362989"/>
                  </a:lnTo>
                  <a:lnTo>
                    <a:pt x="501357" y="3354152"/>
                  </a:lnTo>
                  <a:lnTo>
                    <a:pt x="572980" y="3345046"/>
                  </a:lnTo>
                  <a:lnTo>
                    <a:pt x="644602" y="3335662"/>
                  </a:lnTo>
                  <a:lnTo>
                    <a:pt x="716225" y="3325992"/>
                  </a:lnTo>
                  <a:lnTo>
                    <a:pt x="787847" y="3316027"/>
                  </a:lnTo>
                  <a:lnTo>
                    <a:pt x="859470" y="3305758"/>
                  </a:lnTo>
                  <a:lnTo>
                    <a:pt x="931092" y="3295176"/>
                  </a:lnTo>
                  <a:lnTo>
                    <a:pt x="1002715" y="3284271"/>
                  </a:lnTo>
                  <a:lnTo>
                    <a:pt x="1074337" y="3273033"/>
                  </a:lnTo>
                  <a:lnTo>
                    <a:pt x="1145960" y="3261452"/>
                  </a:lnTo>
                  <a:lnTo>
                    <a:pt x="1217582" y="3249518"/>
                  </a:lnTo>
                  <a:lnTo>
                    <a:pt x="1289205" y="3237220"/>
                  </a:lnTo>
                  <a:lnTo>
                    <a:pt x="1360827" y="3224547"/>
                  </a:lnTo>
                  <a:lnTo>
                    <a:pt x="1432450" y="3211487"/>
                  </a:lnTo>
                  <a:lnTo>
                    <a:pt x="1504073" y="3198029"/>
                  </a:lnTo>
                  <a:lnTo>
                    <a:pt x="1575695" y="3184160"/>
                  </a:lnTo>
                  <a:lnTo>
                    <a:pt x="1647318" y="3169868"/>
                  </a:lnTo>
                  <a:lnTo>
                    <a:pt x="1718940" y="3155140"/>
                  </a:lnTo>
                  <a:lnTo>
                    <a:pt x="1790563" y="3139963"/>
                  </a:lnTo>
                  <a:lnTo>
                    <a:pt x="1862185" y="3124323"/>
                  </a:lnTo>
                  <a:lnTo>
                    <a:pt x="1933808" y="3108206"/>
                  </a:lnTo>
                  <a:lnTo>
                    <a:pt x="2005430" y="3091597"/>
                  </a:lnTo>
                  <a:lnTo>
                    <a:pt x="2077053" y="3074481"/>
                  </a:lnTo>
                  <a:lnTo>
                    <a:pt x="2148675" y="3056843"/>
                  </a:lnTo>
                  <a:lnTo>
                    <a:pt x="2220298" y="3038667"/>
                  </a:lnTo>
                  <a:lnTo>
                    <a:pt x="2291920" y="3019937"/>
                  </a:lnTo>
                  <a:lnTo>
                    <a:pt x="2363543" y="3000635"/>
                  </a:lnTo>
                  <a:lnTo>
                    <a:pt x="2435165" y="2980744"/>
                  </a:lnTo>
                  <a:lnTo>
                    <a:pt x="2506788" y="2960247"/>
                  </a:lnTo>
                  <a:lnTo>
                    <a:pt x="2578410" y="2939124"/>
                  </a:lnTo>
                  <a:lnTo>
                    <a:pt x="2650033" y="2917357"/>
                  </a:lnTo>
                  <a:lnTo>
                    <a:pt x="2721655" y="2894926"/>
                  </a:lnTo>
                  <a:lnTo>
                    <a:pt x="2793278" y="2871810"/>
                  </a:lnTo>
                  <a:lnTo>
                    <a:pt x="2864901" y="2847990"/>
                  </a:lnTo>
                  <a:lnTo>
                    <a:pt x="2936523" y="2823442"/>
                  </a:lnTo>
                  <a:lnTo>
                    <a:pt x="3008146" y="2798146"/>
                  </a:lnTo>
                  <a:lnTo>
                    <a:pt x="3079768" y="2772078"/>
                  </a:lnTo>
                  <a:lnTo>
                    <a:pt x="3151391" y="2745215"/>
                  </a:lnTo>
                  <a:lnTo>
                    <a:pt x="3223013" y="2717532"/>
                  </a:lnTo>
                  <a:lnTo>
                    <a:pt x="3294636" y="2689005"/>
                  </a:lnTo>
                  <a:lnTo>
                    <a:pt x="3366258" y="2659608"/>
                  </a:lnTo>
                  <a:lnTo>
                    <a:pt x="3437881" y="2629313"/>
                  </a:lnTo>
                  <a:lnTo>
                    <a:pt x="3509503" y="2598095"/>
                  </a:lnTo>
                  <a:lnTo>
                    <a:pt x="3581126" y="2565924"/>
                  </a:lnTo>
                  <a:lnTo>
                    <a:pt x="3652748" y="2532772"/>
                  </a:lnTo>
                  <a:lnTo>
                    <a:pt x="3724371" y="2498608"/>
                  </a:lnTo>
                  <a:lnTo>
                    <a:pt x="3795993" y="2463402"/>
                  </a:lnTo>
                  <a:lnTo>
                    <a:pt x="3867616" y="2427122"/>
                  </a:lnTo>
                  <a:lnTo>
                    <a:pt x="3939238" y="2389736"/>
                  </a:lnTo>
                  <a:lnTo>
                    <a:pt x="4010861" y="2351208"/>
                  </a:lnTo>
                  <a:lnTo>
                    <a:pt x="4082483" y="2311506"/>
                  </a:lnTo>
                  <a:lnTo>
                    <a:pt x="4154106" y="2270592"/>
                  </a:lnTo>
                  <a:lnTo>
                    <a:pt x="4225729" y="2228430"/>
                  </a:lnTo>
                  <a:lnTo>
                    <a:pt x="4297351" y="2184982"/>
                  </a:lnTo>
                  <a:lnTo>
                    <a:pt x="4368974" y="2140209"/>
                  </a:lnTo>
                  <a:lnTo>
                    <a:pt x="4440596" y="2094069"/>
                  </a:lnTo>
                  <a:lnTo>
                    <a:pt x="4512219" y="2046522"/>
                  </a:lnTo>
                  <a:lnTo>
                    <a:pt x="4583841" y="1997525"/>
                  </a:lnTo>
                  <a:lnTo>
                    <a:pt x="4655464" y="1947032"/>
                  </a:lnTo>
                  <a:lnTo>
                    <a:pt x="4727086" y="1895000"/>
                  </a:lnTo>
                  <a:lnTo>
                    <a:pt x="4798709" y="1841380"/>
                  </a:lnTo>
                  <a:lnTo>
                    <a:pt x="4870331" y="1786124"/>
                  </a:lnTo>
                  <a:lnTo>
                    <a:pt x="4941954" y="1729182"/>
                  </a:lnTo>
                  <a:lnTo>
                    <a:pt x="5013576" y="1670504"/>
                  </a:lnTo>
                  <a:lnTo>
                    <a:pt x="5085199" y="1610035"/>
                  </a:lnTo>
                  <a:lnTo>
                    <a:pt x="5156821" y="1547722"/>
                  </a:lnTo>
                  <a:lnTo>
                    <a:pt x="5228444" y="1483508"/>
                  </a:lnTo>
                  <a:lnTo>
                    <a:pt x="5300066" y="1417334"/>
                  </a:lnTo>
                  <a:lnTo>
                    <a:pt x="5371689" y="1349142"/>
                  </a:lnTo>
                  <a:lnTo>
                    <a:pt x="5443311" y="1278870"/>
                  </a:lnTo>
                  <a:lnTo>
                    <a:pt x="5514934" y="1206454"/>
                  </a:lnTo>
                  <a:lnTo>
                    <a:pt x="5586557" y="1131829"/>
                  </a:lnTo>
                  <a:lnTo>
                    <a:pt x="5658179" y="1054927"/>
                  </a:lnTo>
                  <a:lnTo>
                    <a:pt x="5729802" y="975679"/>
                  </a:lnTo>
                  <a:lnTo>
                    <a:pt x="5801424" y="894014"/>
                  </a:lnTo>
                  <a:lnTo>
                    <a:pt x="5873047" y="809857"/>
                  </a:lnTo>
                  <a:lnTo>
                    <a:pt x="5944669" y="723133"/>
                  </a:lnTo>
                  <a:lnTo>
                    <a:pt x="6016292" y="633763"/>
                  </a:lnTo>
                  <a:lnTo>
                    <a:pt x="6087914" y="541667"/>
                  </a:lnTo>
                  <a:lnTo>
                    <a:pt x="6159537" y="446761"/>
                  </a:lnTo>
                  <a:lnTo>
                    <a:pt x="6231159" y="348960"/>
                  </a:lnTo>
                  <a:lnTo>
                    <a:pt x="6302782" y="248175"/>
                  </a:lnTo>
                  <a:lnTo>
                    <a:pt x="6374404" y="144316"/>
                  </a:lnTo>
                  <a:lnTo>
                    <a:pt x="6446027" y="37288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2026-05-22T10:43:11Z</dcterms:modified>
  <cp:category/>
</cp:coreProperties>
</file>