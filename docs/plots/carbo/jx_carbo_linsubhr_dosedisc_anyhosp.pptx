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373705"/>
            </a:xfrm>
            <a:custGeom>
              <a:avLst/>
              <a:pathLst>
                <a:path w="7090630" h="3373705">
                  <a:moveTo>
                    <a:pt x="0" y="3000161"/>
                  </a:moveTo>
                  <a:lnTo>
                    <a:pt x="71622" y="2993995"/>
                  </a:lnTo>
                  <a:lnTo>
                    <a:pt x="143245" y="2987750"/>
                  </a:lnTo>
                  <a:lnTo>
                    <a:pt x="214867" y="2981426"/>
                  </a:lnTo>
                  <a:lnTo>
                    <a:pt x="286490" y="2975022"/>
                  </a:lnTo>
                  <a:lnTo>
                    <a:pt x="358112" y="2968535"/>
                  </a:lnTo>
                  <a:lnTo>
                    <a:pt x="429735" y="2961966"/>
                  </a:lnTo>
                  <a:lnTo>
                    <a:pt x="501357" y="2955313"/>
                  </a:lnTo>
                  <a:lnTo>
                    <a:pt x="572980" y="2948576"/>
                  </a:lnTo>
                  <a:lnTo>
                    <a:pt x="644602" y="2941752"/>
                  </a:lnTo>
                  <a:lnTo>
                    <a:pt x="716225" y="2934841"/>
                  </a:lnTo>
                  <a:lnTo>
                    <a:pt x="787847" y="2927843"/>
                  </a:lnTo>
                  <a:lnTo>
                    <a:pt x="859470" y="2920755"/>
                  </a:lnTo>
                  <a:lnTo>
                    <a:pt x="931092" y="2913577"/>
                  </a:lnTo>
                  <a:lnTo>
                    <a:pt x="1002715" y="2906307"/>
                  </a:lnTo>
                  <a:lnTo>
                    <a:pt x="1074337" y="2898944"/>
                  </a:lnTo>
                  <a:lnTo>
                    <a:pt x="1145960" y="2891488"/>
                  </a:lnTo>
                  <a:lnTo>
                    <a:pt x="1217582" y="2883936"/>
                  </a:lnTo>
                  <a:lnTo>
                    <a:pt x="1289205" y="2876289"/>
                  </a:lnTo>
                  <a:lnTo>
                    <a:pt x="1360827" y="2868543"/>
                  </a:lnTo>
                  <a:lnTo>
                    <a:pt x="1432450" y="2860699"/>
                  </a:lnTo>
                  <a:lnTo>
                    <a:pt x="1504073" y="2852755"/>
                  </a:lnTo>
                  <a:lnTo>
                    <a:pt x="1575695" y="2844710"/>
                  </a:lnTo>
                  <a:lnTo>
                    <a:pt x="1647318" y="2836562"/>
                  </a:lnTo>
                  <a:lnTo>
                    <a:pt x="1718940" y="2828310"/>
                  </a:lnTo>
                  <a:lnTo>
                    <a:pt x="1790563" y="2819953"/>
                  </a:lnTo>
                  <a:lnTo>
                    <a:pt x="1862185" y="2811490"/>
                  </a:lnTo>
                  <a:lnTo>
                    <a:pt x="1933808" y="2802918"/>
                  </a:lnTo>
                  <a:lnTo>
                    <a:pt x="2005430" y="2794238"/>
                  </a:lnTo>
                  <a:lnTo>
                    <a:pt x="2077053" y="2785446"/>
                  </a:lnTo>
                  <a:lnTo>
                    <a:pt x="2148675" y="2776543"/>
                  </a:lnTo>
                  <a:lnTo>
                    <a:pt x="2220298" y="2767526"/>
                  </a:lnTo>
                  <a:lnTo>
                    <a:pt x="2291920" y="2758393"/>
                  </a:lnTo>
                  <a:lnTo>
                    <a:pt x="2363543" y="2749145"/>
                  </a:lnTo>
                  <a:lnTo>
                    <a:pt x="2435165" y="2739779"/>
                  </a:lnTo>
                  <a:lnTo>
                    <a:pt x="2506788" y="2730293"/>
                  </a:lnTo>
                  <a:lnTo>
                    <a:pt x="2578410" y="2720686"/>
                  </a:lnTo>
                  <a:lnTo>
                    <a:pt x="2650033" y="2710957"/>
                  </a:lnTo>
                  <a:lnTo>
                    <a:pt x="2721655" y="2701104"/>
                  </a:lnTo>
                  <a:lnTo>
                    <a:pt x="2793278" y="2691125"/>
                  </a:lnTo>
                  <a:lnTo>
                    <a:pt x="2864901" y="2681019"/>
                  </a:lnTo>
                  <a:lnTo>
                    <a:pt x="2936523" y="2670783"/>
                  </a:lnTo>
                  <a:lnTo>
                    <a:pt x="3008146" y="2660418"/>
                  </a:lnTo>
                  <a:lnTo>
                    <a:pt x="3079768" y="2637833"/>
                  </a:lnTo>
                  <a:lnTo>
                    <a:pt x="3151391" y="2596743"/>
                  </a:lnTo>
                  <a:lnTo>
                    <a:pt x="3223013" y="2553657"/>
                  </a:lnTo>
                  <a:lnTo>
                    <a:pt x="3294636" y="2508478"/>
                  </a:lnTo>
                  <a:lnTo>
                    <a:pt x="3366258" y="2461105"/>
                  </a:lnTo>
                  <a:lnTo>
                    <a:pt x="3437881" y="2411431"/>
                  </a:lnTo>
                  <a:lnTo>
                    <a:pt x="3509503" y="2359344"/>
                  </a:lnTo>
                  <a:lnTo>
                    <a:pt x="3581126" y="2304726"/>
                  </a:lnTo>
                  <a:lnTo>
                    <a:pt x="3652748" y="2247456"/>
                  </a:lnTo>
                  <a:lnTo>
                    <a:pt x="3724371" y="2187404"/>
                  </a:lnTo>
                  <a:lnTo>
                    <a:pt x="3795993" y="2124435"/>
                  </a:lnTo>
                  <a:lnTo>
                    <a:pt x="3867616" y="2058407"/>
                  </a:lnTo>
                  <a:lnTo>
                    <a:pt x="3939238" y="1989171"/>
                  </a:lnTo>
                  <a:lnTo>
                    <a:pt x="4010861" y="1916573"/>
                  </a:lnTo>
                  <a:lnTo>
                    <a:pt x="4082483" y="1840449"/>
                  </a:lnTo>
                  <a:lnTo>
                    <a:pt x="4154106" y="1760626"/>
                  </a:lnTo>
                  <a:lnTo>
                    <a:pt x="4225729" y="1676926"/>
                  </a:lnTo>
                  <a:lnTo>
                    <a:pt x="4297351" y="1589161"/>
                  </a:lnTo>
                  <a:lnTo>
                    <a:pt x="4368974" y="1497132"/>
                  </a:lnTo>
                  <a:lnTo>
                    <a:pt x="4440596" y="1400634"/>
                  </a:lnTo>
                  <a:lnTo>
                    <a:pt x="4512219" y="1299447"/>
                  </a:lnTo>
                  <a:lnTo>
                    <a:pt x="4583841" y="1193346"/>
                  </a:lnTo>
                  <a:lnTo>
                    <a:pt x="4655464" y="1082091"/>
                  </a:lnTo>
                  <a:lnTo>
                    <a:pt x="4727086" y="965432"/>
                  </a:lnTo>
                  <a:lnTo>
                    <a:pt x="4798709" y="843106"/>
                  </a:lnTo>
                  <a:lnTo>
                    <a:pt x="4870331" y="714838"/>
                  </a:lnTo>
                  <a:lnTo>
                    <a:pt x="4941954" y="580340"/>
                  </a:lnTo>
                  <a:lnTo>
                    <a:pt x="5013576" y="439308"/>
                  </a:lnTo>
                  <a:lnTo>
                    <a:pt x="5085199" y="291426"/>
                  </a:lnTo>
                  <a:lnTo>
                    <a:pt x="5156821" y="136361"/>
                  </a:lnTo>
                  <a:lnTo>
                    <a:pt x="5216887" y="0"/>
                  </a:lnTo>
                  <a:lnTo>
                    <a:pt x="7090630" y="0"/>
                  </a:lnTo>
                  <a:lnTo>
                    <a:pt x="7090630" y="1788595"/>
                  </a:lnTo>
                  <a:lnTo>
                    <a:pt x="7019007" y="1809937"/>
                  </a:lnTo>
                  <a:lnTo>
                    <a:pt x="6947385" y="1831010"/>
                  </a:lnTo>
                  <a:lnTo>
                    <a:pt x="6875762" y="1851817"/>
                  </a:lnTo>
                  <a:lnTo>
                    <a:pt x="6804139" y="1872363"/>
                  </a:lnTo>
                  <a:lnTo>
                    <a:pt x="6732517" y="1892650"/>
                  </a:lnTo>
                  <a:lnTo>
                    <a:pt x="6660894" y="1912681"/>
                  </a:lnTo>
                  <a:lnTo>
                    <a:pt x="6589272" y="1932461"/>
                  </a:lnTo>
                  <a:lnTo>
                    <a:pt x="6517649" y="1951991"/>
                  </a:lnTo>
                  <a:lnTo>
                    <a:pt x="6446027" y="1971275"/>
                  </a:lnTo>
                  <a:lnTo>
                    <a:pt x="6374404" y="1990317"/>
                  </a:lnTo>
                  <a:lnTo>
                    <a:pt x="6302782" y="2009119"/>
                  </a:lnTo>
                  <a:lnTo>
                    <a:pt x="6231159" y="2027684"/>
                  </a:lnTo>
                  <a:lnTo>
                    <a:pt x="6159537" y="2046016"/>
                  </a:lnTo>
                  <a:lnTo>
                    <a:pt x="6087914" y="2064116"/>
                  </a:lnTo>
                  <a:lnTo>
                    <a:pt x="6016292" y="2081989"/>
                  </a:lnTo>
                  <a:lnTo>
                    <a:pt x="5944669" y="2099637"/>
                  </a:lnTo>
                  <a:lnTo>
                    <a:pt x="5873047" y="2117062"/>
                  </a:lnTo>
                  <a:lnTo>
                    <a:pt x="5801424" y="2134269"/>
                  </a:lnTo>
                  <a:lnTo>
                    <a:pt x="5729802" y="2151258"/>
                  </a:lnTo>
                  <a:lnTo>
                    <a:pt x="5658179" y="2168034"/>
                  </a:lnTo>
                  <a:lnTo>
                    <a:pt x="5586557" y="2184599"/>
                  </a:lnTo>
                  <a:lnTo>
                    <a:pt x="5514934" y="2200955"/>
                  </a:lnTo>
                  <a:lnTo>
                    <a:pt x="5443311" y="2217105"/>
                  </a:lnTo>
                  <a:lnTo>
                    <a:pt x="5371689" y="2233051"/>
                  </a:lnTo>
                  <a:lnTo>
                    <a:pt x="5300066" y="2248797"/>
                  </a:lnTo>
                  <a:lnTo>
                    <a:pt x="5228444" y="2264345"/>
                  </a:lnTo>
                  <a:lnTo>
                    <a:pt x="5156821" y="2279697"/>
                  </a:lnTo>
                  <a:lnTo>
                    <a:pt x="5085199" y="2294856"/>
                  </a:lnTo>
                  <a:lnTo>
                    <a:pt x="5013576" y="2309823"/>
                  </a:lnTo>
                  <a:lnTo>
                    <a:pt x="4941954" y="2324603"/>
                  </a:lnTo>
                  <a:lnTo>
                    <a:pt x="4870331" y="2339196"/>
                  </a:lnTo>
                  <a:lnTo>
                    <a:pt x="4798709" y="2353606"/>
                  </a:lnTo>
                  <a:lnTo>
                    <a:pt x="4727086" y="2367834"/>
                  </a:lnTo>
                  <a:lnTo>
                    <a:pt x="4655464" y="2381883"/>
                  </a:lnTo>
                  <a:lnTo>
                    <a:pt x="4583841" y="2395755"/>
                  </a:lnTo>
                  <a:lnTo>
                    <a:pt x="4512219" y="2409453"/>
                  </a:lnTo>
                  <a:lnTo>
                    <a:pt x="4440596" y="2422978"/>
                  </a:lnTo>
                  <a:lnTo>
                    <a:pt x="4368974" y="2436333"/>
                  </a:lnTo>
                  <a:lnTo>
                    <a:pt x="4297351" y="2449519"/>
                  </a:lnTo>
                  <a:lnTo>
                    <a:pt x="4225729" y="2462540"/>
                  </a:lnTo>
                  <a:lnTo>
                    <a:pt x="4154106" y="2475397"/>
                  </a:lnTo>
                  <a:lnTo>
                    <a:pt x="4082483" y="2488092"/>
                  </a:lnTo>
                  <a:lnTo>
                    <a:pt x="4010861" y="2500627"/>
                  </a:lnTo>
                  <a:lnTo>
                    <a:pt x="3939238" y="2513004"/>
                  </a:lnTo>
                  <a:lnTo>
                    <a:pt x="3867616" y="2525225"/>
                  </a:lnTo>
                  <a:lnTo>
                    <a:pt x="3795993" y="2537293"/>
                  </a:lnTo>
                  <a:lnTo>
                    <a:pt x="3724371" y="2549209"/>
                  </a:lnTo>
                  <a:lnTo>
                    <a:pt x="3652748" y="2560974"/>
                  </a:lnTo>
                  <a:lnTo>
                    <a:pt x="3581126" y="2572592"/>
                  </a:lnTo>
                  <a:lnTo>
                    <a:pt x="3509503" y="2584063"/>
                  </a:lnTo>
                  <a:lnTo>
                    <a:pt x="3437881" y="2595390"/>
                  </a:lnTo>
                  <a:lnTo>
                    <a:pt x="3366258" y="2606574"/>
                  </a:lnTo>
                  <a:lnTo>
                    <a:pt x="3294636" y="2617617"/>
                  </a:lnTo>
                  <a:lnTo>
                    <a:pt x="3223013" y="2628522"/>
                  </a:lnTo>
                  <a:lnTo>
                    <a:pt x="3151391" y="2639289"/>
                  </a:lnTo>
                  <a:lnTo>
                    <a:pt x="3079768" y="2649920"/>
                  </a:lnTo>
                  <a:lnTo>
                    <a:pt x="3008146" y="2677019"/>
                  </a:lnTo>
                  <a:lnTo>
                    <a:pt x="2936523" y="2714390"/>
                  </a:lnTo>
                  <a:lnTo>
                    <a:pt x="2864901" y="2750030"/>
                  </a:lnTo>
                  <a:lnTo>
                    <a:pt x="2793278" y="2784019"/>
                  </a:lnTo>
                  <a:lnTo>
                    <a:pt x="2721655" y="2816433"/>
                  </a:lnTo>
                  <a:lnTo>
                    <a:pt x="2650033" y="2847346"/>
                  </a:lnTo>
                  <a:lnTo>
                    <a:pt x="2578410" y="2876827"/>
                  </a:lnTo>
                  <a:lnTo>
                    <a:pt x="2506788" y="2904942"/>
                  </a:lnTo>
                  <a:lnTo>
                    <a:pt x="2435165" y="2931755"/>
                  </a:lnTo>
                  <a:lnTo>
                    <a:pt x="2363543" y="2957325"/>
                  </a:lnTo>
                  <a:lnTo>
                    <a:pt x="2291920" y="2981712"/>
                  </a:lnTo>
                  <a:lnTo>
                    <a:pt x="2220298" y="3004968"/>
                  </a:lnTo>
                  <a:lnTo>
                    <a:pt x="2148675" y="3027147"/>
                  </a:lnTo>
                  <a:lnTo>
                    <a:pt x="2077053" y="3048299"/>
                  </a:lnTo>
                  <a:lnTo>
                    <a:pt x="2005430" y="3068471"/>
                  </a:lnTo>
                  <a:lnTo>
                    <a:pt x="1933808" y="3087708"/>
                  </a:lnTo>
                  <a:lnTo>
                    <a:pt x="1862185" y="3106054"/>
                  </a:lnTo>
                  <a:lnTo>
                    <a:pt x="1790563" y="3123550"/>
                  </a:lnTo>
                  <a:lnTo>
                    <a:pt x="1718940" y="3140236"/>
                  </a:lnTo>
                  <a:lnTo>
                    <a:pt x="1647318" y="3156149"/>
                  </a:lnTo>
                  <a:lnTo>
                    <a:pt x="1575695" y="3171325"/>
                  </a:lnTo>
                  <a:lnTo>
                    <a:pt x="1504073" y="3185798"/>
                  </a:lnTo>
                  <a:lnTo>
                    <a:pt x="1432450" y="3199600"/>
                  </a:lnTo>
                  <a:lnTo>
                    <a:pt x="1360827" y="3212763"/>
                  </a:lnTo>
                  <a:lnTo>
                    <a:pt x="1289205" y="3225316"/>
                  </a:lnTo>
                  <a:lnTo>
                    <a:pt x="1217582" y="3237288"/>
                  </a:lnTo>
                  <a:lnTo>
                    <a:pt x="1145960" y="3248705"/>
                  </a:lnTo>
                  <a:lnTo>
                    <a:pt x="1074337" y="3259593"/>
                  </a:lnTo>
                  <a:lnTo>
                    <a:pt x="1002715" y="3269977"/>
                  </a:lnTo>
                  <a:lnTo>
                    <a:pt x="931092" y="3279879"/>
                  </a:lnTo>
                  <a:lnTo>
                    <a:pt x="859470" y="3289323"/>
                  </a:lnTo>
                  <a:lnTo>
                    <a:pt x="787847" y="3298330"/>
                  </a:lnTo>
                  <a:lnTo>
                    <a:pt x="716225" y="3306919"/>
                  </a:lnTo>
                  <a:lnTo>
                    <a:pt x="644602" y="3315111"/>
                  </a:lnTo>
                  <a:lnTo>
                    <a:pt x="572980" y="3322922"/>
                  </a:lnTo>
                  <a:lnTo>
                    <a:pt x="501357" y="3330373"/>
                  </a:lnTo>
                  <a:lnTo>
                    <a:pt x="429735" y="3337477"/>
                  </a:lnTo>
                  <a:lnTo>
                    <a:pt x="358112" y="3344253"/>
                  </a:lnTo>
                  <a:lnTo>
                    <a:pt x="286490" y="3350715"/>
                  </a:lnTo>
                  <a:lnTo>
                    <a:pt x="214867" y="3356878"/>
                  </a:lnTo>
                  <a:lnTo>
                    <a:pt x="143245" y="3362755"/>
                  </a:lnTo>
                  <a:lnTo>
                    <a:pt x="71622" y="3368360"/>
                  </a:lnTo>
                  <a:lnTo>
                    <a:pt x="0" y="33737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5216887" cy="3000161"/>
            </a:xfrm>
            <a:custGeom>
              <a:avLst/>
              <a:pathLst>
                <a:path w="5216887" h="3000161">
                  <a:moveTo>
                    <a:pt x="0" y="3000161"/>
                  </a:moveTo>
                  <a:lnTo>
                    <a:pt x="71622" y="2993995"/>
                  </a:lnTo>
                  <a:lnTo>
                    <a:pt x="143245" y="2987750"/>
                  </a:lnTo>
                  <a:lnTo>
                    <a:pt x="214867" y="2981426"/>
                  </a:lnTo>
                  <a:lnTo>
                    <a:pt x="286490" y="2975022"/>
                  </a:lnTo>
                  <a:lnTo>
                    <a:pt x="358112" y="2968535"/>
                  </a:lnTo>
                  <a:lnTo>
                    <a:pt x="429735" y="2961966"/>
                  </a:lnTo>
                  <a:lnTo>
                    <a:pt x="501357" y="2955313"/>
                  </a:lnTo>
                  <a:lnTo>
                    <a:pt x="572980" y="2948576"/>
                  </a:lnTo>
                  <a:lnTo>
                    <a:pt x="644602" y="2941752"/>
                  </a:lnTo>
                  <a:lnTo>
                    <a:pt x="716225" y="2934841"/>
                  </a:lnTo>
                  <a:lnTo>
                    <a:pt x="787847" y="2927843"/>
                  </a:lnTo>
                  <a:lnTo>
                    <a:pt x="859470" y="2920755"/>
                  </a:lnTo>
                  <a:lnTo>
                    <a:pt x="931092" y="2913577"/>
                  </a:lnTo>
                  <a:lnTo>
                    <a:pt x="1002715" y="2906307"/>
                  </a:lnTo>
                  <a:lnTo>
                    <a:pt x="1074337" y="2898944"/>
                  </a:lnTo>
                  <a:lnTo>
                    <a:pt x="1145960" y="2891488"/>
                  </a:lnTo>
                  <a:lnTo>
                    <a:pt x="1217582" y="2883936"/>
                  </a:lnTo>
                  <a:lnTo>
                    <a:pt x="1289205" y="2876289"/>
                  </a:lnTo>
                  <a:lnTo>
                    <a:pt x="1360827" y="2868543"/>
                  </a:lnTo>
                  <a:lnTo>
                    <a:pt x="1432450" y="2860699"/>
                  </a:lnTo>
                  <a:lnTo>
                    <a:pt x="1504073" y="2852755"/>
                  </a:lnTo>
                  <a:lnTo>
                    <a:pt x="1575695" y="2844710"/>
                  </a:lnTo>
                  <a:lnTo>
                    <a:pt x="1647318" y="2836562"/>
                  </a:lnTo>
                  <a:lnTo>
                    <a:pt x="1718940" y="2828310"/>
                  </a:lnTo>
                  <a:lnTo>
                    <a:pt x="1790563" y="2819953"/>
                  </a:lnTo>
                  <a:lnTo>
                    <a:pt x="1862185" y="2811490"/>
                  </a:lnTo>
                  <a:lnTo>
                    <a:pt x="1933808" y="2802918"/>
                  </a:lnTo>
                  <a:lnTo>
                    <a:pt x="2005430" y="2794238"/>
                  </a:lnTo>
                  <a:lnTo>
                    <a:pt x="2077053" y="2785446"/>
                  </a:lnTo>
                  <a:lnTo>
                    <a:pt x="2148675" y="2776543"/>
                  </a:lnTo>
                  <a:lnTo>
                    <a:pt x="2220298" y="2767526"/>
                  </a:lnTo>
                  <a:lnTo>
                    <a:pt x="2291920" y="2758393"/>
                  </a:lnTo>
                  <a:lnTo>
                    <a:pt x="2363543" y="2749145"/>
                  </a:lnTo>
                  <a:lnTo>
                    <a:pt x="2435165" y="2739779"/>
                  </a:lnTo>
                  <a:lnTo>
                    <a:pt x="2506788" y="2730293"/>
                  </a:lnTo>
                  <a:lnTo>
                    <a:pt x="2578410" y="2720686"/>
                  </a:lnTo>
                  <a:lnTo>
                    <a:pt x="2650033" y="2710957"/>
                  </a:lnTo>
                  <a:lnTo>
                    <a:pt x="2721655" y="2701104"/>
                  </a:lnTo>
                  <a:lnTo>
                    <a:pt x="2793278" y="2691125"/>
                  </a:lnTo>
                  <a:lnTo>
                    <a:pt x="2864901" y="2681019"/>
                  </a:lnTo>
                  <a:lnTo>
                    <a:pt x="2936523" y="2670783"/>
                  </a:lnTo>
                  <a:lnTo>
                    <a:pt x="3008146" y="2660418"/>
                  </a:lnTo>
                  <a:lnTo>
                    <a:pt x="3079768" y="2637833"/>
                  </a:lnTo>
                  <a:lnTo>
                    <a:pt x="3151391" y="2596743"/>
                  </a:lnTo>
                  <a:lnTo>
                    <a:pt x="3223013" y="2553657"/>
                  </a:lnTo>
                  <a:lnTo>
                    <a:pt x="3294636" y="2508478"/>
                  </a:lnTo>
                  <a:lnTo>
                    <a:pt x="3366258" y="2461105"/>
                  </a:lnTo>
                  <a:lnTo>
                    <a:pt x="3437881" y="2411431"/>
                  </a:lnTo>
                  <a:lnTo>
                    <a:pt x="3509503" y="2359344"/>
                  </a:lnTo>
                  <a:lnTo>
                    <a:pt x="3581126" y="2304726"/>
                  </a:lnTo>
                  <a:lnTo>
                    <a:pt x="3652748" y="2247456"/>
                  </a:lnTo>
                  <a:lnTo>
                    <a:pt x="3724371" y="2187404"/>
                  </a:lnTo>
                  <a:lnTo>
                    <a:pt x="3795993" y="2124435"/>
                  </a:lnTo>
                  <a:lnTo>
                    <a:pt x="3867616" y="2058407"/>
                  </a:lnTo>
                  <a:lnTo>
                    <a:pt x="3939238" y="1989171"/>
                  </a:lnTo>
                  <a:lnTo>
                    <a:pt x="4010861" y="1916573"/>
                  </a:lnTo>
                  <a:lnTo>
                    <a:pt x="4082483" y="1840449"/>
                  </a:lnTo>
                  <a:lnTo>
                    <a:pt x="4154106" y="1760626"/>
                  </a:lnTo>
                  <a:lnTo>
                    <a:pt x="4225729" y="1676926"/>
                  </a:lnTo>
                  <a:lnTo>
                    <a:pt x="4297351" y="1589161"/>
                  </a:lnTo>
                  <a:lnTo>
                    <a:pt x="4368974" y="1497132"/>
                  </a:lnTo>
                  <a:lnTo>
                    <a:pt x="4440596" y="1400634"/>
                  </a:lnTo>
                  <a:lnTo>
                    <a:pt x="4512219" y="1299447"/>
                  </a:lnTo>
                  <a:lnTo>
                    <a:pt x="4583841" y="1193346"/>
                  </a:lnTo>
                  <a:lnTo>
                    <a:pt x="4655464" y="1082091"/>
                  </a:lnTo>
                  <a:lnTo>
                    <a:pt x="4727086" y="965432"/>
                  </a:lnTo>
                  <a:lnTo>
                    <a:pt x="4798709" y="843106"/>
                  </a:lnTo>
                  <a:lnTo>
                    <a:pt x="4870331" y="714838"/>
                  </a:lnTo>
                  <a:lnTo>
                    <a:pt x="4941954" y="580340"/>
                  </a:lnTo>
                  <a:lnTo>
                    <a:pt x="5013576" y="439308"/>
                  </a:lnTo>
                  <a:lnTo>
                    <a:pt x="5085199" y="291426"/>
                  </a:lnTo>
                  <a:lnTo>
                    <a:pt x="5156821" y="136361"/>
                  </a:lnTo>
                  <a:lnTo>
                    <a:pt x="5216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862098"/>
              <a:ext cx="7090630" cy="1585109"/>
            </a:xfrm>
            <a:custGeom>
              <a:avLst/>
              <a:pathLst>
                <a:path w="7090630" h="1585109">
                  <a:moveTo>
                    <a:pt x="7090630" y="0"/>
                  </a:moveTo>
                  <a:lnTo>
                    <a:pt x="7019007" y="21341"/>
                  </a:lnTo>
                  <a:lnTo>
                    <a:pt x="6947385" y="42414"/>
                  </a:lnTo>
                  <a:lnTo>
                    <a:pt x="6875762" y="63221"/>
                  </a:lnTo>
                  <a:lnTo>
                    <a:pt x="6804139" y="83767"/>
                  </a:lnTo>
                  <a:lnTo>
                    <a:pt x="6732517" y="104054"/>
                  </a:lnTo>
                  <a:lnTo>
                    <a:pt x="6660894" y="124086"/>
                  </a:lnTo>
                  <a:lnTo>
                    <a:pt x="6589272" y="143865"/>
                  </a:lnTo>
                  <a:lnTo>
                    <a:pt x="6517649" y="163395"/>
                  </a:lnTo>
                  <a:lnTo>
                    <a:pt x="6446027" y="182680"/>
                  </a:lnTo>
                  <a:lnTo>
                    <a:pt x="6374404" y="201721"/>
                  </a:lnTo>
                  <a:lnTo>
                    <a:pt x="6302782" y="220523"/>
                  </a:lnTo>
                  <a:lnTo>
                    <a:pt x="6231159" y="239088"/>
                  </a:lnTo>
                  <a:lnTo>
                    <a:pt x="6159537" y="257420"/>
                  </a:lnTo>
                  <a:lnTo>
                    <a:pt x="6087914" y="275521"/>
                  </a:lnTo>
                  <a:lnTo>
                    <a:pt x="6016292" y="293393"/>
                  </a:lnTo>
                  <a:lnTo>
                    <a:pt x="5944669" y="311041"/>
                  </a:lnTo>
                  <a:lnTo>
                    <a:pt x="5873047" y="328467"/>
                  </a:lnTo>
                  <a:lnTo>
                    <a:pt x="5801424" y="345673"/>
                  </a:lnTo>
                  <a:lnTo>
                    <a:pt x="5729802" y="362663"/>
                  </a:lnTo>
                  <a:lnTo>
                    <a:pt x="5658179" y="379438"/>
                  </a:lnTo>
                  <a:lnTo>
                    <a:pt x="5586557" y="396003"/>
                  </a:lnTo>
                  <a:lnTo>
                    <a:pt x="5514934" y="412359"/>
                  </a:lnTo>
                  <a:lnTo>
                    <a:pt x="5443311" y="428509"/>
                  </a:lnTo>
                  <a:lnTo>
                    <a:pt x="5371689" y="444456"/>
                  </a:lnTo>
                  <a:lnTo>
                    <a:pt x="5300066" y="460202"/>
                  </a:lnTo>
                  <a:lnTo>
                    <a:pt x="5228444" y="475749"/>
                  </a:lnTo>
                  <a:lnTo>
                    <a:pt x="5156821" y="491101"/>
                  </a:lnTo>
                  <a:lnTo>
                    <a:pt x="5085199" y="506260"/>
                  </a:lnTo>
                  <a:lnTo>
                    <a:pt x="5013576" y="521228"/>
                  </a:lnTo>
                  <a:lnTo>
                    <a:pt x="4941954" y="536007"/>
                  </a:lnTo>
                  <a:lnTo>
                    <a:pt x="4870331" y="550601"/>
                  </a:lnTo>
                  <a:lnTo>
                    <a:pt x="4798709" y="565010"/>
                  </a:lnTo>
                  <a:lnTo>
                    <a:pt x="4727086" y="579238"/>
                  </a:lnTo>
                  <a:lnTo>
                    <a:pt x="4655464" y="593287"/>
                  </a:lnTo>
                  <a:lnTo>
                    <a:pt x="4583841" y="607160"/>
                  </a:lnTo>
                  <a:lnTo>
                    <a:pt x="4512219" y="620857"/>
                  </a:lnTo>
                  <a:lnTo>
                    <a:pt x="4440596" y="634382"/>
                  </a:lnTo>
                  <a:lnTo>
                    <a:pt x="4368974" y="647737"/>
                  </a:lnTo>
                  <a:lnTo>
                    <a:pt x="4297351" y="660924"/>
                  </a:lnTo>
                  <a:lnTo>
                    <a:pt x="4225729" y="673944"/>
                  </a:lnTo>
                  <a:lnTo>
                    <a:pt x="4154106" y="686801"/>
                  </a:lnTo>
                  <a:lnTo>
                    <a:pt x="4082483" y="699496"/>
                  </a:lnTo>
                  <a:lnTo>
                    <a:pt x="4010861" y="712031"/>
                  </a:lnTo>
                  <a:lnTo>
                    <a:pt x="3939238" y="724408"/>
                  </a:lnTo>
                  <a:lnTo>
                    <a:pt x="3867616" y="736630"/>
                  </a:lnTo>
                  <a:lnTo>
                    <a:pt x="3795993" y="748697"/>
                  </a:lnTo>
                  <a:lnTo>
                    <a:pt x="3724371" y="760613"/>
                  </a:lnTo>
                  <a:lnTo>
                    <a:pt x="3652748" y="772379"/>
                  </a:lnTo>
                  <a:lnTo>
                    <a:pt x="3581126" y="783996"/>
                  </a:lnTo>
                  <a:lnTo>
                    <a:pt x="3509503" y="795467"/>
                  </a:lnTo>
                  <a:lnTo>
                    <a:pt x="3437881" y="806794"/>
                  </a:lnTo>
                  <a:lnTo>
                    <a:pt x="3366258" y="817978"/>
                  </a:lnTo>
                  <a:lnTo>
                    <a:pt x="3294636" y="829022"/>
                  </a:lnTo>
                  <a:lnTo>
                    <a:pt x="3223013" y="839926"/>
                  </a:lnTo>
                  <a:lnTo>
                    <a:pt x="3151391" y="850693"/>
                  </a:lnTo>
                  <a:lnTo>
                    <a:pt x="3079768" y="861325"/>
                  </a:lnTo>
                  <a:lnTo>
                    <a:pt x="3008146" y="888423"/>
                  </a:lnTo>
                  <a:lnTo>
                    <a:pt x="2936523" y="925794"/>
                  </a:lnTo>
                  <a:lnTo>
                    <a:pt x="2864901" y="961434"/>
                  </a:lnTo>
                  <a:lnTo>
                    <a:pt x="2793278" y="995423"/>
                  </a:lnTo>
                  <a:lnTo>
                    <a:pt x="2721655" y="1027838"/>
                  </a:lnTo>
                  <a:lnTo>
                    <a:pt x="2650033" y="1058750"/>
                  </a:lnTo>
                  <a:lnTo>
                    <a:pt x="2578410" y="1088231"/>
                  </a:lnTo>
                  <a:lnTo>
                    <a:pt x="2506788" y="1116346"/>
                  </a:lnTo>
                  <a:lnTo>
                    <a:pt x="2435165" y="1143159"/>
                  </a:lnTo>
                  <a:lnTo>
                    <a:pt x="2363543" y="1168730"/>
                  </a:lnTo>
                  <a:lnTo>
                    <a:pt x="2291920" y="1193116"/>
                  </a:lnTo>
                  <a:lnTo>
                    <a:pt x="2220298" y="1216372"/>
                  </a:lnTo>
                  <a:lnTo>
                    <a:pt x="2148675" y="1238551"/>
                  </a:lnTo>
                  <a:lnTo>
                    <a:pt x="2077053" y="1259703"/>
                  </a:lnTo>
                  <a:lnTo>
                    <a:pt x="2005430" y="1279875"/>
                  </a:lnTo>
                  <a:lnTo>
                    <a:pt x="1933808" y="1299112"/>
                  </a:lnTo>
                  <a:lnTo>
                    <a:pt x="1862185" y="1317458"/>
                  </a:lnTo>
                  <a:lnTo>
                    <a:pt x="1790563" y="1334955"/>
                  </a:lnTo>
                  <a:lnTo>
                    <a:pt x="1718940" y="1351641"/>
                  </a:lnTo>
                  <a:lnTo>
                    <a:pt x="1647318" y="1367554"/>
                  </a:lnTo>
                  <a:lnTo>
                    <a:pt x="1575695" y="1382729"/>
                  </a:lnTo>
                  <a:lnTo>
                    <a:pt x="1504073" y="1397202"/>
                  </a:lnTo>
                  <a:lnTo>
                    <a:pt x="1432450" y="1411004"/>
                  </a:lnTo>
                  <a:lnTo>
                    <a:pt x="1360827" y="1424167"/>
                  </a:lnTo>
                  <a:lnTo>
                    <a:pt x="1289205" y="1436720"/>
                  </a:lnTo>
                  <a:lnTo>
                    <a:pt x="1217582" y="1448692"/>
                  </a:lnTo>
                  <a:lnTo>
                    <a:pt x="1145960" y="1460109"/>
                  </a:lnTo>
                  <a:lnTo>
                    <a:pt x="1074337" y="1470997"/>
                  </a:lnTo>
                  <a:lnTo>
                    <a:pt x="1002715" y="1481381"/>
                  </a:lnTo>
                  <a:lnTo>
                    <a:pt x="931092" y="1491284"/>
                  </a:lnTo>
                  <a:lnTo>
                    <a:pt x="859470" y="1500728"/>
                  </a:lnTo>
                  <a:lnTo>
                    <a:pt x="787847" y="1509734"/>
                  </a:lnTo>
                  <a:lnTo>
                    <a:pt x="716225" y="1518323"/>
                  </a:lnTo>
                  <a:lnTo>
                    <a:pt x="644602" y="1526515"/>
                  </a:lnTo>
                  <a:lnTo>
                    <a:pt x="572980" y="1534327"/>
                  </a:lnTo>
                  <a:lnTo>
                    <a:pt x="501357" y="1541777"/>
                  </a:lnTo>
                  <a:lnTo>
                    <a:pt x="429735" y="1548882"/>
                  </a:lnTo>
                  <a:lnTo>
                    <a:pt x="358112" y="1555658"/>
                  </a:lnTo>
                  <a:lnTo>
                    <a:pt x="286490" y="1562120"/>
                  </a:lnTo>
                  <a:lnTo>
                    <a:pt x="214867" y="1568282"/>
                  </a:lnTo>
                  <a:lnTo>
                    <a:pt x="143245" y="1574159"/>
                  </a:lnTo>
                  <a:lnTo>
                    <a:pt x="71622" y="1579764"/>
                  </a:lnTo>
                  <a:lnTo>
                    <a:pt x="0" y="1585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073503"/>
              <a:ext cx="6470242" cy="3253064"/>
            </a:xfrm>
            <a:custGeom>
              <a:avLst/>
              <a:pathLst>
                <a:path w="6470242" h="3253064">
                  <a:moveTo>
                    <a:pt x="0" y="3253064"/>
                  </a:moveTo>
                  <a:lnTo>
                    <a:pt x="71622" y="3246026"/>
                  </a:lnTo>
                  <a:lnTo>
                    <a:pt x="143245" y="3238774"/>
                  </a:lnTo>
                  <a:lnTo>
                    <a:pt x="214867" y="3231301"/>
                  </a:lnTo>
                  <a:lnTo>
                    <a:pt x="286490" y="3223600"/>
                  </a:lnTo>
                  <a:lnTo>
                    <a:pt x="358112" y="3215664"/>
                  </a:lnTo>
                  <a:lnTo>
                    <a:pt x="429735" y="3207485"/>
                  </a:lnTo>
                  <a:lnTo>
                    <a:pt x="501357" y="3199057"/>
                  </a:lnTo>
                  <a:lnTo>
                    <a:pt x="572980" y="3190372"/>
                  </a:lnTo>
                  <a:lnTo>
                    <a:pt x="644602" y="3181423"/>
                  </a:lnTo>
                  <a:lnTo>
                    <a:pt x="716225" y="3172200"/>
                  </a:lnTo>
                  <a:lnTo>
                    <a:pt x="787847" y="3162695"/>
                  </a:lnTo>
                  <a:lnTo>
                    <a:pt x="859470" y="3152901"/>
                  </a:lnTo>
                  <a:lnTo>
                    <a:pt x="931092" y="3142808"/>
                  </a:lnTo>
                  <a:lnTo>
                    <a:pt x="1002715" y="3132407"/>
                  </a:lnTo>
                  <a:lnTo>
                    <a:pt x="1074337" y="3121689"/>
                  </a:lnTo>
                  <a:lnTo>
                    <a:pt x="1145960" y="3110644"/>
                  </a:lnTo>
                  <a:lnTo>
                    <a:pt x="1217582" y="3099262"/>
                  </a:lnTo>
                  <a:lnTo>
                    <a:pt x="1289205" y="3087532"/>
                  </a:lnTo>
                  <a:lnTo>
                    <a:pt x="1360827" y="3075445"/>
                  </a:lnTo>
                  <a:lnTo>
                    <a:pt x="1432450" y="3062989"/>
                  </a:lnTo>
                  <a:lnTo>
                    <a:pt x="1504073" y="3050153"/>
                  </a:lnTo>
                  <a:lnTo>
                    <a:pt x="1575695" y="3036926"/>
                  </a:lnTo>
                  <a:lnTo>
                    <a:pt x="1647318" y="3023295"/>
                  </a:lnTo>
                  <a:lnTo>
                    <a:pt x="1718940" y="3009248"/>
                  </a:lnTo>
                  <a:lnTo>
                    <a:pt x="1790563" y="2994772"/>
                  </a:lnTo>
                  <a:lnTo>
                    <a:pt x="1862185" y="2979855"/>
                  </a:lnTo>
                  <a:lnTo>
                    <a:pt x="1933808" y="2964483"/>
                  </a:lnTo>
                  <a:lnTo>
                    <a:pt x="2005430" y="2948642"/>
                  </a:lnTo>
                  <a:lnTo>
                    <a:pt x="2077053" y="2932318"/>
                  </a:lnTo>
                  <a:lnTo>
                    <a:pt x="2148675" y="2915496"/>
                  </a:lnTo>
                  <a:lnTo>
                    <a:pt x="2220298" y="2898160"/>
                  </a:lnTo>
                  <a:lnTo>
                    <a:pt x="2291920" y="2880296"/>
                  </a:lnTo>
                  <a:lnTo>
                    <a:pt x="2363543" y="2861887"/>
                  </a:lnTo>
                  <a:lnTo>
                    <a:pt x="2435165" y="2842916"/>
                  </a:lnTo>
                  <a:lnTo>
                    <a:pt x="2506788" y="2823366"/>
                  </a:lnTo>
                  <a:lnTo>
                    <a:pt x="2578410" y="2803220"/>
                  </a:lnTo>
                  <a:lnTo>
                    <a:pt x="2650033" y="2782459"/>
                  </a:lnTo>
                  <a:lnTo>
                    <a:pt x="2721655" y="2761065"/>
                  </a:lnTo>
                  <a:lnTo>
                    <a:pt x="2793278" y="2739019"/>
                  </a:lnTo>
                  <a:lnTo>
                    <a:pt x="2864901" y="2716300"/>
                  </a:lnTo>
                  <a:lnTo>
                    <a:pt x="2936523" y="2692887"/>
                  </a:lnTo>
                  <a:lnTo>
                    <a:pt x="3008146" y="2668761"/>
                  </a:lnTo>
                  <a:lnTo>
                    <a:pt x="3079768" y="2643898"/>
                  </a:lnTo>
                  <a:lnTo>
                    <a:pt x="3151391" y="2618277"/>
                  </a:lnTo>
                  <a:lnTo>
                    <a:pt x="3223013" y="2591875"/>
                  </a:lnTo>
                  <a:lnTo>
                    <a:pt x="3294636" y="2564666"/>
                  </a:lnTo>
                  <a:lnTo>
                    <a:pt x="3366258" y="2536628"/>
                  </a:lnTo>
                  <a:lnTo>
                    <a:pt x="3437881" y="2507735"/>
                  </a:lnTo>
                  <a:lnTo>
                    <a:pt x="3509503" y="2477960"/>
                  </a:lnTo>
                  <a:lnTo>
                    <a:pt x="3581126" y="2447277"/>
                  </a:lnTo>
                  <a:lnTo>
                    <a:pt x="3652748" y="2415657"/>
                  </a:lnTo>
                  <a:lnTo>
                    <a:pt x="3724371" y="2383073"/>
                  </a:lnTo>
                  <a:lnTo>
                    <a:pt x="3795993" y="2349495"/>
                  </a:lnTo>
                  <a:lnTo>
                    <a:pt x="3867616" y="2314893"/>
                  </a:lnTo>
                  <a:lnTo>
                    <a:pt x="3939238" y="2279235"/>
                  </a:lnTo>
                  <a:lnTo>
                    <a:pt x="4010861" y="2242490"/>
                  </a:lnTo>
                  <a:lnTo>
                    <a:pt x="4082483" y="2204623"/>
                  </a:lnTo>
                  <a:lnTo>
                    <a:pt x="4154106" y="2165601"/>
                  </a:lnTo>
                  <a:lnTo>
                    <a:pt x="4225729" y="2125389"/>
                  </a:lnTo>
                  <a:lnTo>
                    <a:pt x="4297351" y="2083950"/>
                  </a:lnTo>
                  <a:lnTo>
                    <a:pt x="4368974" y="2041246"/>
                  </a:lnTo>
                  <a:lnTo>
                    <a:pt x="4440596" y="1997240"/>
                  </a:lnTo>
                  <a:lnTo>
                    <a:pt x="4512219" y="1951892"/>
                  </a:lnTo>
                  <a:lnTo>
                    <a:pt x="4583841" y="1905160"/>
                  </a:lnTo>
                  <a:lnTo>
                    <a:pt x="4655464" y="1857002"/>
                  </a:lnTo>
                  <a:lnTo>
                    <a:pt x="4727086" y="1807376"/>
                  </a:lnTo>
                  <a:lnTo>
                    <a:pt x="4798709" y="1756235"/>
                  </a:lnTo>
                  <a:lnTo>
                    <a:pt x="4870331" y="1703535"/>
                  </a:lnTo>
                  <a:lnTo>
                    <a:pt x="4941954" y="1649226"/>
                  </a:lnTo>
                  <a:lnTo>
                    <a:pt x="5013576" y="1593261"/>
                  </a:lnTo>
                  <a:lnTo>
                    <a:pt x="5085199" y="1535588"/>
                  </a:lnTo>
                  <a:lnTo>
                    <a:pt x="5156821" y="1476156"/>
                  </a:lnTo>
                  <a:lnTo>
                    <a:pt x="5228444" y="1414911"/>
                  </a:lnTo>
                  <a:lnTo>
                    <a:pt x="5300066" y="1351798"/>
                  </a:lnTo>
                  <a:lnTo>
                    <a:pt x="5371689" y="1286759"/>
                  </a:lnTo>
                  <a:lnTo>
                    <a:pt x="5443311" y="1219736"/>
                  </a:lnTo>
                  <a:lnTo>
                    <a:pt x="5514934" y="1150669"/>
                  </a:lnTo>
                  <a:lnTo>
                    <a:pt x="5586557" y="1079494"/>
                  </a:lnTo>
                  <a:lnTo>
                    <a:pt x="5658179" y="1006148"/>
                  </a:lnTo>
                  <a:lnTo>
                    <a:pt x="5729802" y="930565"/>
                  </a:lnTo>
                  <a:lnTo>
                    <a:pt x="5801424" y="852675"/>
                  </a:lnTo>
                  <a:lnTo>
                    <a:pt x="5873047" y="772410"/>
                  </a:lnTo>
                  <a:lnTo>
                    <a:pt x="5944669" y="689696"/>
                  </a:lnTo>
                  <a:lnTo>
                    <a:pt x="6016292" y="604459"/>
                  </a:lnTo>
                  <a:lnTo>
                    <a:pt x="6087914" y="516621"/>
                  </a:lnTo>
                  <a:lnTo>
                    <a:pt x="6159537" y="426104"/>
                  </a:lnTo>
                  <a:lnTo>
                    <a:pt x="6231159" y="332825"/>
                  </a:lnTo>
                  <a:lnTo>
                    <a:pt x="6302782" y="236701"/>
                  </a:lnTo>
                  <a:lnTo>
                    <a:pt x="6374404" y="137644"/>
                  </a:lnTo>
                  <a:lnTo>
                    <a:pt x="6446027" y="35565"/>
                  </a:lnTo>
                  <a:lnTo>
                    <a:pt x="64702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500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2026-06-02T08:49:33Z</dcterms:modified>
  <cp:category/>
</cp:coreProperties>
</file>