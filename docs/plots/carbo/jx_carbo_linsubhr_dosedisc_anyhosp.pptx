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53409"/>
            </a:xfrm>
            <a:custGeom>
              <a:avLst/>
              <a:pathLst>
                <a:path w="7090630" h="3553409">
                  <a:moveTo>
                    <a:pt x="0" y="3132678"/>
                  </a:moveTo>
                  <a:lnTo>
                    <a:pt x="71622" y="3126360"/>
                  </a:lnTo>
                  <a:lnTo>
                    <a:pt x="143245" y="3119965"/>
                  </a:lnTo>
                  <a:lnTo>
                    <a:pt x="214867" y="3113492"/>
                  </a:lnTo>
                  <a:lnTo>
                    <a:pt x="286490" y="3106941"/>
                  </a:lnTo>
                  <a:lnTo>
                    <a:pt x="358112" y="3100310"/>
                  </a:lnTo>
                  <a:lnTo>
                    <a:pt x="429735" y="3093598"/>
                  </a:lnTo>
                  <a:lnTo>
                    <a:pt x="501357" y="3086805"/>
                  </a:lnTo>
                  <a:lnTo>
                    <a:pt x="572980" y="3079929"/>
                  </a:lnTo>
                  <a:lnTo>
                    <a:pt x="644602" y="3072970"/>
                  </a:lnTo>
                  <a:lnTo>
                    <a:pt x="716225" y="3065926"/>
                  </a:lnTo>
                  <a:lnTo>
                    <a:pt x="787847" y="3058797"/>
                  </a:lnTo>
                  <a:lnTo>
                    <a:pt x="859470" y="3051580"/>
                  </a:lnTo>
                  <a:lnTo>
                    <a:pt x="931092" y="3044277"/>
                  </a:lnTo>
                  <a:lnTo>
                    <a:pt x="1002715" y="3036884"/>
                  </a:lnTo>
                  <a:lnTo>
                    <a:pt x="1074337" y="3029402"/>
                  </a:lnTo>
                  <a:lnTo>
                    <a:pt x="1145960" y="3021829"/>
                  </a:lnTo>
                  <a:lnTo>
                    <a:pt x="1217582" y="3014163"/>
                  </a:lnTo>
                  <a:lnTo>
                    <a:pt x="1289205" y="3006405"/>
                  </a:lnTo>
                  <a:lnTo>
                    <a:pt x="1360827" y="2998552"/>
                  </a:lnTo>
                  <a:lnTo>
                    <a:pt x="1432450" y="2990604"/>
                  </a:lnTo>
                  <a:lnTo>
                    <a:pt x="1504073" y="2982559"/>
                  </a:lnTo>
                  <a:lnTo>
                    <a:pt x="1575695" y="2974417"/>
                  </a:lnTo>
                  <a:lnTo>
                    <a:pt x="1647318" y="2966175"/>
                  </a:lnTo>
                  <a:lnTo>
                    <a:pt x="1718940" y="2957834"/>
                  </a:lnTo>
                  <a:lnTo>
                    <a:pt x="1790563" y="2949391"/>
                  </a:lnTo>
                  <a:lnTo>
                    <a:pt x="1862185" y="2940845"/>
                  </a:lnTo>
                  <a:lnTo>
                    <a:pt x="1933808" y="2932196"/>
                  </a:lnTo>
                  <a:lnTo>
                    <a:pt x="2005430" y="2923442"/>
                  </a:lnTo>
                  <a:lnTo>
                    <a:pt x="2077053" y="2914581"/>
                  </a:lnTo>
                  <a:lnTo>
                    <a:pt x="2148675" y="2905612"/>
                  </a:lnTo>
                  <a:lnTo>
                    <a:pt x="2220298" y="2896535"/>
                  </a:lnTo>
                  <a:lnTo>
                    <a:pt x="2291920" y="2887347"/>
                  </a:lnTo>
                  <a:lnTo>
                    <a:pt x="2363543" y="2878048"/>
                  </a:lnTo>
                  <a:lnTo>
                    <a:pt x="2435165" y="2868635"/>
                  </a:lnTo>
                  <a:lnTo>
                    <a:pt x="2506788" y="2859108"/>
                  </a:lnTo>
                  <a:lnTo>
                    <a:pt x="2578410" y="2849466"/>
                  </a:lnTo>
                  <a:lnTo>
                    <a:pt x="2650033" y="2839706"/>
                  </a:lnTo>
                  <a:lnTo>
                    <a:pt x="2721655" y="2829828"/>
                  </a:lnTo>
                  <a:lnTo>
                    <a:pt x="2793278" y="2819829"/>
                  </a:lnTo>
                  <a:lnTo>
                    <a:pt x="2864901" y="2809710"/>
                  </a:lnTo>
                  <a:lnTo>
                    <a:pt x="2936523" y="2799467"/>
                  </a:lnTo>
                  <a:lnTo>
                    <a:pt x="3008146" y="2789100"/>
                  </a:lnTo>
                  <a:lnTo>
                    <a:pt x="3079768" y="2764418"/>
                  </a:lnTo>
                  <a:lnTo>
                    <a:pt x="3151391" y="2717971"/>
                  </a:lnTo>
                  <a:lnTo>
                    <a:pt x="3223013" y="2669095"/>
                  </a:lnTo>
                  <a:lnTo>
                    <a:pt x="3294636" y="2617663"/>
                  </a:lnTo>
                  <a:lnTo>
                    <a:pt x="3366258" y="2563542"/>
                  </a:lnTo>
                  <a:lnTo>
                    <a:pt x="3437881" y="2506591"/>
                  </a:lnTo>
                  <a:lnTo>
                    <a:pt x="3509503" y="2446661"/>
                  </a:lnTo>
                  <a:lnTo>
                    <a:pt x="3581126" y="2383598"/>
                  </a:lnTo>
                  <a:lnTo>
                    <a:pt x="3652748" y="2317237"/>
                  </a:lnTo>
                  <a:lnTo>
                    <a:pt x="3724371" y="2247406"/>
                  </a:lnTo>
                  <a:lnTo>
                    <a:pt x="3795993" y="2173923"/>
                  </a:lnTo>
                  <a:lnTo>
                    <a:pt x="3867616" y="2096598"/>
                  </a:lnTo>
                  <a:lnTo>
                    <a:pt x="3939238" y="2015229"/>
                  </a:lnTo>
                  <a:lnTo>
                    <a:pt x="4010861" y="1929605"/>
                  </a:lnTo>
                  <a:lnTo>
                    <a:pt x="4082483" y="1839504"/>
                  </a:lnTo>
                  <a:lnTo>
                    <a:pt x="4154106" y="1744691"/>
                  </a:lnTo>
                  <a:lnTo>
                    <a:pt x="4225729" y="1644921"/>
                  </a:lnTo>
                  <a:lnTo>
                    <a:pt x="4297351" y="1539933"/>
                  </a:lnTo>
                  <a:lnTo>
                    <a:pt x="4368974" y="1429455"/>
                  </a:lnTo>
                  <a:lnTo>
                    <a:pt x="4440596" y="1313200"/>
                  </a:lnTo>
                  <a:lnTo>
                    <a:pt x="4512219" y="1190866"/>
                  </a:lnTo>
                  <a:lnTo>
                    <a:pt x="4583841" y="1062134"/>
                  </a:lnTo>
                  <a:lnTo>
                    <a:pt x="4655464" y="926671"/>
                  </a:lnTo>
                  <a:lnTo>
                    <a:pt x="4727086" y="784125"/>
                  </a:lnTo>
                  <a:lnTo>
                    <a:pt x="4798709" y="634124"/>
                  </a:lnTo>
                  <a:lnTo>
                    <a:pt x="4870331" y="476280"/>
                  </a:lnTo>
                  <a:lnTo>
                    <a:pt x="4941954" y="310181"/>
                  </a:lnTo>
                  <a:lnTo>
                    <a:pt x="5013576" y="135397"/>
                  </a:lnTo>
                  <a:lnTo>
                    <a:pt x="5066302" y="0"/>
                  </a:lnTo>
                  <a:lnTo>
                    <a:pt x="7090630" y="0"/>
                  </a:lnTo>
                  <a:lnTo>
                    <a:pt x="7090630" y="1933639"/>
                  </a:lnTo>
                  <a:lnTo>
                    <a:pt x="7019007" y="1954277"/>
                  </a:lnTo>
                  <a:lnTo>
                    <a:pt x="6947385" y="1974667"/>
                  </a:lnTo>
                  <a:lnTo>
                    <a:pt x="6875762" y="1994812"/>
                  </a:lnTo>
                  <a:lnTo>
                    <a:pt x="6804139" y="2014715"/>
                  </a:lnTo>
                  <a:lnTo>
                    <a:pt x="6732517" y="2034379"/>
                  </a:lnTo>
                  <a:lnTo>
                    <a:pt x="6660894" y="2053807"/>
                  </a:lnTo>
                  <a:lnTo>
                    <a:pt x="6589272" y="2073002"/>
                  </a:lnTo>
                  <a:lnTo>
                    <a:pt x="6517649" y="2091966"/>
                  </a:lnTo>
                  <a:lnTo>
                    <a:pt x="6446027" y="2110703"/>
                  </a:lnTo>
                  <a:lnTo>
                    <a:pt x="6374404" y="2129215"/>
                  </a:lnTo>
                  <a:lnTo>
                    <a:pt x="6302782" y="2147504"/>
                  </a:lnTo>
                  <a:lnTo>
                    <a:pt x="6231159" y="2165574"/>
                  </a:lnTo>
                  <a:lnTo>
                    <a:pt x="6159537" y="2183427"/>
                  </a:lnTo>
                  <a:lnTo>
                    <a:pt x="6087914" y="2201066"/>
                  </a:lnTo>
                  <a:lnTo>
                    <a:pt x="6016292" y="2218493"/>
                  </a:lnTo>
                  <a:lnTo>
                    <a:pt x="5944669" y="2235711"/>
                  </a:lnTo>
                  <a:lnTo>
                    <a:pt x="5873047" y="2252722"/>
                  </a:lnTo>
                  <a:lnTo>
                    <a:pt x="5801424" y="2269529"/>
                  </a:lnTo>
                  <a:lnTo>
                    <a:pt x="5729802" y="2286134"/>
                  </a:lnTo>
                  <a:lnTo>
                    <a:pt x="5658179" y="2302539"/>
                  </a:lnTo>
                  <a:lnTo>
                    <a:pt x="5586557" y="2318748"/>
                  </a:lnTo>
                  <a:lnTo>
                    <a:pt x="5514934" y="2334762"/>
                  </a:lnTo>
                  <a:lnTo>
                    <a:pt x="5443311" y="2350584"/>
                  </a:lnTo>
                  <a:lnTo>
                    <a:pt x="5371689" y="2366216"/>
                  </a:lnTo>
                  <a:lnTo>
                    <a:pt x="5300066" y="2381660"/>
                  </a:lnTo>
                  <a:lnTo>
                    <a:pt x="5228444" y="2396919"/>
                  </a:lnTo>
                  <a:lnTo>
                    <a:pt x="5156821" y="2411995"/>
                  </a:lnTo>
                  <a:lnTo>
                    <a:pt x="5085199" y="2426889"/>
                  </a:lnTo>
                  <a:lnTo>
                    <a:pt x="5013576" y="2441605"/>
                  </a:lnTo>
                  <a:lnTo>
                    <a:pt x="4941954" y="2456144"/>
                  </a:lnTo>
                  <a:lnTo>
                    <a:pt x="4870331" y="2470509"/>
                  </a:lnTo>
                  <a:lnTo>
                    <a:pt x="4798709" y="2484701"/>
                  </a:lnTo>
                  <a:lnTo>
                    <a:pt x="4727086" y="2498723"/>
                  </a:lnTo>
                  <a:lnTo>
                    <a:pt x="4655464" y="2512576"/>
                  </a:lnTo>
                  <a:lnTo>
                    <a:pt x="4583841" y="2526263"/>
                  </a:lnTo>
                  <a:lnTo>
                    <a:pt x="4512219" y="2539786"/>
                  </a:lnTo>
                  <a:lnTo>
                    <a:pt x="4440596" y="2553146"/>
                  </a:lnTo>
                  <a:lnTo>
                    <a:pt x="4368974" y="2566346"/>
                  </a:lnTo>
                  <a:lnTo>
                    <a:pt x="4297351" y="2579388"/>
                  </a:lnTo>
                  <a:lnTo>
                    <a:pt x="4225729" y="2592273"/>
                  </a:lnTo>
                  <a:lnTo>
                    <a:pt x="4154106" y="2605003"/>
                  </a:lnTo>
                  <a:lnTo>
                    <a:pt x="4082483" y="2617581"/>
                  </a:lnTo>
                  <a:lnTo>
                    <a:pt x="4010861" y="2630007"/>
                  </a:lnTo>
                  <a:lnTo>
                    <a:pt x="3939238" y="2642284"/>
                  </a:lnTo>
                  <a:lnTo>
                    <a:pt x="3867616" y="2654414"/>
                  </a:lnTo>
                  <a:lnTo>
                    <a:pt x="3795993" y="2666399"/>
                  </a:lnTo>
                  <a:lnTo>
                    <a:pt x="3724371" y="2678239"/>
                  </a:lnTo>
                  <a:lnTo>
                    <a:pt x="3652748" y="2689937"/>
                  </a:lnTo>
                  <a:lnTo>
                    <a:pt x="3581126" y="2701495"/>
                  </a:lnTo>
                  <a:lnTo>
                    <a:pt x="3509503" y="2712914"/>
                  </a:lnTo>
                  <a:lnTo>
                    <a:pt x="3437881" y="2724196"/>
                  </a:lnTo>
                  <a:lnTo>
                    <a:pt x="3366258" y="2735342"/>
                  </a:lnTo>
                  <a:lnTo>
                    <a:pt x="3294636" y="2746355"/>
                  </a:lnTo>
                  <a:lnTo>
                    <a:pt x="3223013" y="2757236"/>
                  </a:lnTo>
                  <a:lnTo>
                    <a:pt x="3151391" y="2767985"/>
                  </a:lnTo>
                  <a:lnTo>
                    <a:pt x="3079768" y="2778606"/>
                  </a:lnTo>
                  <a:lnTo>
                    <a:pt x="3008146" y="2808557"/>
                  </a:lnTo>
                  <a:lnTo>
                    <a:pt x="2936523" y="2850502"/>
                  </a:lnTo>
                  <a:lnTo>
                    <a:pt x="2864901" y="2890364"/>
                  </a:lnTo>
                  <a:lnTo>
                    <a:pt x="2793278" y="2928244"/>
                  </a:lnTo>
                  <a:lnTo>
                    <a:pt x="2721655" y="2964242"/>
                  </a:lnTo>
                  <a:lnTo>
                    <a:pt x="2650033" y="2998451"/>
                  </a:lnTo>
                  <a:lnTo>
                    <a:pt x="2578410" y="3030960"/>
                  </a:lnTo>
                  <a:lnTo>
                    <a:pt x="2506788" y="3061853"/>
                  </a:lnTo>
                  <a:lnTo>
                    <a:pt x="2435165" y="3091212"/>
                  </a:lnTo>
                  <a:lnTo>
                    <a:pt x="2363543" y="3119111"/>
                  </a:lnTo>
                  <a:lnTo>
                    <a:pt x="2291920" y="3145624"/>
                  </a:lnTo>
                  <a:lnTo>
                    <a:pt x="2220298" y="3170820"/>
                  </a:lnTo>
                  <a:lnTo>
                    <a:pt x="2148675" y="3194763"/>
                  </a:lnTo>
                  <a:lnTo>
                    <a:pt x="2077053" y="3217517"/>
                  </a:lnTo>
                  <a:lnTo>
                    <a:pt x="2005430" y="3239140"/>
                  </a:lnTo>
                  <a:lnTo>
                    <a:pt x="1933808" y="3259688"/>
                  </a:lnTo>
                  <a:lnTo>
                    <a:pt x="1862185" y="3279216"/>
                  </a:lnTo>
                  <a:lnTo>
                    <a:pt x="1790563" y="3297773"/>
                  </a:lnTo>
                  <a:lnTo>
                    <a:pt x="1718940" y="3315407"/>
                  </a:lnTo>
                  <a:lnTo>
                    <a:pt x="1647318" y="3332166"/>
                  </a:lnTo>
                  <a:lnTo>
                    <a:pt x="1575695" y="3348091"/>
                  </a:lnTo>
                  <a:lnTo>
                    <a:pt x="1504073" y="3363226"/>
                  </a:lnTo>
                  <a:lnTo>
                    <a:pt x="1432450" y="3377608"/>
                  </a:lnTo>
                  <a:lnTo>
                    <a:pt x="1360827" y="3391275"/>
                  </a:lnTo>
                  <a:lnTo>
                    <a:pt x="1289205" y="3404264"/>
                  </a:lnTo>
                  <a:lnTo>
                    <a:pt x="1217582" y="3416606"/>
                  </a:lnTo>
                  <a:lnTo>
                    <a:pt x="1145960" y="3428336"/>
                  </a:lnTo>
                  <a:lnTo>
                    <a:pt x="1074337" y="3439482"/>
                  </a:lnTo>
                  <a:lnTo>
                    <a:pt x="1002715" y="3450075"/>
                  </a:lnTo>
                  <a:lnTo>
                    <a:pt x="931092" y="3460141"/>
                  </a:lnTo>
                  <a:lnTo>
                    <a:pt x="859470" y="3469708"/>
                  </a:lnTo>
                  <a:lnTo>
                    <a:pt x="787847" y="3478798"/>
                  </a:lnTo>
                  <a:lnTo>
                    <a:pt x="716225" y="3487437"/>
                  </a:lnTo>
                  <a:lnTo>
                    <a:pt x="644602" y="3495647"/>
                  </a:lnTo>
                  <a:lnTo>
                    <a:pt x="572980" y="3503449"/>
                  </a:lnTo>
                  <a:lnTo>
                    <a:pt x="501357" y="3510863"/>
                  </a:lnTo>
                  <a:lnTo>
                    <a:pt x="429735" y="3517908"/>
                  </a:lnTo>
                  <a:lnTo>
                    <a:pt x="358112" y="3524604"/>
                  </a:lnTo>
                  <a:lnTo>
                    <a:pt x="286490" y="3530966"/>
                  </a:lnTo>
                  <a:lnTo>
                    <a:pt x="214867" y="3537013"/>
                  </a:lnTo>
                  <a:lnTo>
                    <a:pt x="143245" y="3542759"/>
                  </a:lnTo>
                  <a:lnTo>
                    <a:pt x="71622" y="3548219"/>
                  </a:lnTo>
                  <a:lnTo>
                    <a:pt x="0" y="35534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066302" cy="3132678"/>
            </a:xfrm>
            <a:custGeom>
              <a:avLst/>
              <a:pathLst>
                <a:path w="5066302" h="3132678">
                  <a:moveTo>
                    <a:pt x="0" y="3132678"/>
                  </a:moveTo>
                  <a:lnTo>
                    <a:pt x="71622" y="3126360"/>
                  </a:lnTo>
                  <a:lnTo>
                    <a:pt x="143245" y="3119965"/>
                  </a:lnTo>
                  <a:lnTo>
                    <a:pt x="214867" y="3113492"/>
                  </a:lnTo>
                  <a:lnTo>
                    <a:pt x="286490" y="3106941"/>
                  </a:lnTo>
                  <a:lnTo>
                    <a:pt x="358112" y="3100310"/>
                  </a:lnTo>
                  <a:lnTo>
                    <a:pt x="429735" y="3093598"/>
                  </a:lnTo>
                  <a:lnTo>
                    <a:pt x="501357" y="3086805"/>
                  </a:lnTo>
                  <a:lnTo>
                    <a:pt x="572980" y="3079929"/>
                  </a:lnTo>
                  <a:lnTo>
                    <a:pt x="644602" y="3072970"/>
                  </a:lnTo>
                  <a:lnTo>
                    <a:pt x="716225" y="3065926"/>
                  </a:lnTo>
                  <a:lnTo>
                    <a:pt x="787847" y="3058797"/>
                  </a:lnTo>
                  <a:lnTo>
                    <a:pt x="859470" y="3051580"/>
                  </a:lnTo>
                  <a:lnTo>
                    <a:pt x="931092" y="3044277"/>
                  </a:lnTo>
                  <a:lnTo>
                    <a:pt x="1002715" y="3036884"/>
                  </a:lnTo>
                  <a:lnTo>
                    <a:pt x="1074337" y="3029402"/>
                  </a:lnTo>
                  <a:lnTo>
                    <a:pt x="1145960" y="3021829"/>
                  </a:lnTo>
                  <a:lnTo>
                    <a:pt x="1217582" y="3014163"/>
                  </a:lnTo>
                  <a:lnTo>
                    <a:pt x="1289205" y="3006405"/>
                  </a:lnTo>
                  <a:lnTo>
                    <a:pt x="1360827" y="2998552"/>
                  </a:lnTo>
                  <a:lnTo>
                    <a:pt x="1432450" y="2990604"/>
                  </a:lnTo>
                  <a:lnTo>
                    <a:pt x="1504073" y="2982559"/>
                  </a:lnTo>
                  <a:lnTo>
                    <a:pt x="1575695" y="2974417"/>
                  </a:lnTo>
                  <a:lnTo>
                    <a:pt x="1647318" y="2966175"/>
                  </a:lnTo>
                  <a:lnTo>
                    <a:pt x="1718940" y="2957834"/>
                  </a:lnTo>
                  <a:lnTo>
                    <a:pt x="1790563" y="2949391"/>
                  </a:lnTo>
                  <a:lnTo>
                    <a:pt x="1862185" y="2940845"/>
                  </a:lnTo>
                  <a:lnTo>
                    <a:pt x="1933808" y="2932196"/>
                  </a:lnTo>
                  <a:lnTo>
                    <a:pt x="2005430" y="2923442"/>
                  </a:lnTo>
                  <a:lnTo>
                    <a:pt x="2077053" y="2914581"/>
                  </a:lnTo>
                  <a:lnTo>
                    <a:pt x="2148675" y="2905612"/>
                  </a:lnTo>
                  <a:lnTo>
                    <a:pt x="2220298" y="2896535"/>
                  </a:lnTo>
                  <a:lnTo>
                    <a:pt x="2291920" y="2887347"/>
                  </a:lnTo>
                  <a:lnTo>
                    <a:pt x="2363543" y="2878048"/>
                  </a:lnTo>
                  <a:lnTo>
                    <a:pt x="2435165" y="2868635"/>
                  </a:lnTo>
                  <a:lnTo>
                    <a:pt x="2506788" y="2859108"/>
                  </a:lnTo>
                  <a:lnTo>
                    <a:pt x="2578410" y="2849466"/>
                  </a:lnTo>
                  <a:lnTo>
                    <a:pt x="2650033" y="2839706"/>
                  </a:lnTo>
                  <a:lnTo>
                    <a:pt x="2721655" y="2829828"/>
                  </a:lnTo>
                  <a:lnTo>
                    <a:pt x="2793278" y="2819829"/>
                  </a:lnTo>
                  <a:lnTo>
                    <a:pt x="2864901" y="2809710"/>
                  </a:lnTo>
                  <a:lnTo>
                    <a:pt x="2936523" y="2799467"/>
                  </a:lnTo>
                  <a:lnTo>
                    <a:pt x="3008146" y="2789100"/>
                  </a:lnTo>
                  <a:lnTo>
                    <a:pt x="3079768" y="2764418"/>
                  </a:lnTo>
                  <a:lnTo>
                    <a:pt x="3151391" y="2717971"/>
                  </a:lnTo>
                  <a:lnTo>
                    <a:pt x="3223013" y="2669095"/>
                  </a:lnTo>
                  <a:lnTo>
                    <a:pt x="3294636" y="2617663"/>
                  </a:lnTo>
                  <a:lnTo>
                    <a:pt x="3366258" y="2563542"/>
                  </a:lnTo>
                  <a:lnTo>
                    <a:pt x="3437881" y="2506591"/>
                  </a:lnTo>
                  <a:lnTo>
                    <a:pt x="3509503" y="2446661"/>
                  </a:lnTo>
                  <a:lnTo>
                    <a:pt x="3581126" y="2383598"/>
                  </a:lnTo>
                  <a:lnTo>
                    <a:pt x="3652748" y="2317237"/>
                  </a:lnTo>
                  <a:lnTo>
                    <a:pt x="3724371" y="2247406"/>
                  </a:lnTo>
                  <a:lnTo>
                    <a:pt x="3795993" y="2173923"/>
                  </a:lnTo>
                  <a:lnTo>
                    <a:pt x="3867616" y="2096598"/>
                  </a:lnTo>
                  <a:lnTo>
                    <a:pt x="3939238" y="2015229"/>
                  </a:lnTo>
                  <a:lnTo>
                    <a:pt x="4010861" y="1929605"/>
                  </a:lnTo>
                  <a:lnTo>
                    <a:pt x="4082483" y="1839504"/>
                  </a:lnTo>
                  <a:lnTo>
                    <a:pt x="4154106" y="1744691"/>
                  </a:lnTo>
                  <a:lnTo>
                    <a:pt x="4225729" y="1644921"/>
                  </a:lnTo>
                  <a:lnTo>
                    <a:pt x="4297351" y="1539933"/>
                  </a:lnTo>
                  <a:lnTo>
                    <a:pt x="4368974" y="1429455"/>
                  </a:lnTo>
                  <a:lnTo>
                    <a:pt x="4440596" y="1313200"/>
                  </a:lnTo>
                  <a:lnTo>
                    <a:pt x="4512219" y="1190866"/>
                  </a:lnTo>
                  <a:lnTo>
                    <a:pt x="4583841" y="1062134"/>
                  </a:lnTo>
                  <a:lnTo>
                    <a:pt x="4655464" y="926671"/>
                  </a:lnTo>
                  <a:lnTo>
                    <a:pt x="4727086" y="784125"/>
                  </a:lnTo>
                  <a:lnTo>
                    <a:pt x="4798709" y="634124"/>
                  </a:lnTo>
                  <a:lnTo>
                    <a:pt x="4870331" y="476280"/>
                  </a:lnTo>
                  <a:lnTo>
                    <a:pt x="4941954" y="310181"/>
                  </a:lnTo>
                  <a:lnTo>
                    <a:pt x="5013576" y="135397"/>
                  </a:lnTo>
                  <a:lnTo>
                    <a:pt x="50663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830203"/>
              <a:ext cx="7090630" cy="1619769"/>
            </a:xfrm>
            <a:custGeom>
              <a:avLst/>
              <a:pathLst>
                <a:path w="7090630" h="1619769">
                  <a:moveTo>
                    <a:pt x="7090630" y="0"/>
                  </a:moveTo>
                  <a:lnTo>
                    <a:pt x="7019007" y="20637"/>
                  </a:lnTo>
                  <a:lnTo>
                    <a:pt x="6947385" y="41027"/>
                  </a:lnTo>
                  <a:lnTo>
                    <a:pt x="6875762" y="61172"/>
                  </a:lnTo>
                  <a:lnTo>
                    <a:pt x="6804139" y="81075"/>
                  </a:lnTo>
                  <a:lnTo>
                    <a:pt x="6732517" y="100739"/>
                  </a:lnTo>
                  <a:lnTo>
                    <a:pt x="6660894" y="120167"/>
                  </a:lnTo>
                  <a:lnTo>
                    <a:pt x="6589272" y="139362"/>
                  </a:lnTo>
                  <a:lnTo>
                    <a:pt x="6517649" y="158327"/>
                  </a:lnTo>
                  <a:lnTo>
                    <a:pt x="6446027" y="177063"/>
                  </a:lnTo>
                  <a:lnTo>
                    <a:pt x="6374404" y="195575"/>
                  </a:lnTo>
                  <a:lnTo>
                    <a:pt x="6302782" y="213865"/>
                  </a:lnTo>
                  <a:lnTo>
                    <a:pt x="6231159" y="231935"/>
                  </a:lnTo>
                  <a:lnTo>
                    <a:pt x="6159537" y="249788"/>
                  </a:lnTo>
                  <a:lnTo>
                    <a:pt x="6087914" y="267426"/>
                  </a:lnTo>
                  <a:lnTo>
                    <a:pt x="6016292" y="284853"/>
                  </a:lnTo>
                  <a:lnTo>
                    <a:pt x="5944669" y="302071"/>
                  </a:lnTo>
                  <a:lnTo>
                    <a:pt x="5873047" y="319082"/>
                  </a:lnTo>
                  <a:lnTo>
                    <a:pt x="5801424" y="335889"/>
                  </a:lnTo>
                  <a:lnTo>
                    <a:pt x="5729802" y="352494"/>
                  </a:lnTo>
                  <a:lnTo>
                    <a:pt x="5658179" y="368899"/>
                  </a:lnTo>
                  <a:lnTo>
                    <a:pt x="5586557" y="385108"/>
                  </a:lnTo>
                  <a:lnTo>
                    <a:pt x="5514934" y="401122"/>
                  </a:lnTo>
                  <a:lnTo>
                    <a:pt x="5443311" y="416944"/>
                  </a:lnTo>
                  <a:lnTo>
                    <a:pt x="5371689" y="432576"/>
                  </a:lnTo>
                  <a:lnTo>
                    <a:pt x="5300066" y="448020"/>
                  </a:lnTo>
                  <a:lnTo>
                    <a:pt x="5228444" y="463279"/>
                  </a:lnTo>
                  <a:lnTo>
                    <a:pt x="5156821" y="478355"/>
                  </a:lnTo>
                  <a:lnTo>
                    <a:pt x="5085199" y="493249"/>
                  </a:lnTo>
                  <a:lnTo>
                    <a:pt x="5013576" y="507965"/>
                  </a:lnTo>
                  <a:lnTo>
                    <a:pt x="4941954" y="522504"/>
                  </a:lnTo>
                  <a:lnTo>
                    <a:pt x="4870331" y="536869"/>
                  </a:lnTo>
                  <a:lnTo>
                    <a:pt x="4798709" y="551061"/>
                  </a:lnTo>
                  <a:lnTo>
                    <a:pt x="4727086" y="565083"/>
                  </a:lnTo>
                  <a:lnTo>
                    <a:pt x="4655464" y="578936"/>
                  </a:lnTo>
                  <a:lnTo>
                    <a:pt x="4583841" y="592623"/>
                  </a:lnTo>
                  <a:lnTo>
                    <a:pt x="4512219" y="606146"/>
                  </a:lnTo>
                  <a:lnTo>
                    <a:pt x="4440596" y="619507"/>
                  </a:lnTo>
                  <a:lnTo>
                    <a:pt x="4368974" y="632707"/>
                  </a:lnTo>
                  <a:lnTo>
                    <a:pt x="4297351" y="645748"/>
                  </a:lnTo>
                  <a:lnTo>
                    <a:pt x="4225729" y="658633"/>
                  </a:lnTo>
                  <a:lnTo>
                    <a:pt x="4154106" y="671363"/>
                  </a:lnTo>
                  <a:lnTo>
                    <a:pt x="4082483" y="683941"/>
                  </a:lnTo>
                  <a:lnTo>
                    <a:pt x="4010861" y="696367"/>
                  </a:lnTo>
                  <a:lnTo>
                    <a:pt x="3939238" y="708645"/>
                  </a:lnTo>
                  <a:lnTo>
                    <a:pt x="3867616" y="720774"/>
                  </a:lnTo>
                  <a:lnTo>
                    <a:pt x="3795993" y="732759"/>
                  </a:lnTo>
                  <a:lnTo>
                    <a:pt x="3724371" y="744599"/>
                  </a:lnTo>
                  <a:lnTo>
                    <a:pt x="3652748" y="756297"/>
                  </a:lnTo>
                  <a:lnTo>
                    <a:pt x="3581126" y="767855"/>
                  </a:lnTo>
                  <a:lnTo>
                    <a:pt x="3509503" y="779274"/>
                  </a:lnTo>
                  <a:lnTo>
                    <a:pt x="3437881" y="790556"/>
                  </a:lnTo>
                  <a:lnTo>
                    <a:pt x="3366258" y="801703"/>
                  </a:lnTo>
                  <a:lnTo>
                    <a:pt x="3294636" y="812715"/>
                  </a:lnTo>
                  <a:lnTo>
                    <a:pt x="3223013" y="823596"/>
                  </a:lnTo>
                  <a:lnTo>
                    <a:pt x="3151391" y="834346"/>
                  </a:lnTo>
                  <a:lnTo>
                    <a:pt x="3079768" y="844966"/>
                  </a:lnTo>
                  <a:lnTo>
                    <a:pt x="3008146" y="874917"/>
                  </a:lnTo>
                  <a:lnTo>
                    <a:pt x="2936523" y="916863"/>
                  </a:lnTo>
                  <a:lnTo>
                    <a:pt x="2864901" y="956724"/>
                  </a:lnTo>
                  <a:lnTo>
                    <a:pt x="2793278" y="994604"/>
                  </a:lnTo>
                  <a:lnTo>
                    <a:pt x="2721655" y="1030602"/>
                  </a:lnTo>
                  <a:lnTo>
                    <a:pt x="2650033" y="1064811"/>
                  </a:lnTo>
                  <a:lnTo>
                    <a:pt x="2578410" y="1097320"/>
                  </a:lnTo>
                  <a:lnTo>
                    <a:pt x="2506788" y="1128214"/>
                  </a:lnTo>
                  <a:lnTo>
                    <a:pt x="2435165" y="1157572"/>
                  </a:lnTo>
                  <a:lnTo>
                    <a:pt x="2363543" y="1185471"/>
                  </a:lnTo>
                  <a:lnTo>
                    <a:pt x="2291920" y="1211985"/>
                  </a:lnTo>
                  <a:lnTo>
                    <a:pt x="2220298" y="1237180"/>
                  </a:lnTo>
                  <a:lnTo>
                    <a:pt x="2148675" y="1261123"/>
                  </a:lnTo>
                  <a:lnTo>
                    <a:pt x="2077053" y="1283877"/>
                  </a:lnTo>
                  <a:lnTo>
                    <a:pt x="2005430" y="1305500"/>
                  </a:lnTo>
                  <a:lnTo>
                    <a:pt x="1933808" y="1326048"/>
                  </a:lnTo>
                  <a:lnTo>
                    <a:pt x="1862185" y="1345576"/>
                  </a:lnTo>
                  <a:lnTo>
                    <a:pt x="1790563" y="1364133"/>
                  </a:lnTo>
                  <a:lnTo>
                    <a:pt x="1718940" y="1381767"/>
                  </a:lnTo>
                  <a:lnTo>
                    <a:pt x="1647318" y="1398526"/>
                  </a:lnTo>
                  <a:lnTo>
                    <a:pt x="1575695" y="1414451"/>
                  </a:lnTo>
                  <a:lnTo>
                    <a:pt x="1504073" y="1429586"/>
                  </a:lnTo>
                  <a:lnTo>
                    <a:pt x="1432450" y="1443968"/>
                  </a:lnTo>
                  <a:lnTo>
                    <a:pt x="1360827" y="1457635"/>
                  </a:lnTo>
                  <a:lnTo>
                    <a:pt x="1289205" y="1470624"/>
                  </a:lnTo>
                  <a:lnTo>
                    <a:pt x="1217582" y="1482966"/>
                  </a:lnTo>
                  <a:lnTo>
                    <a:pt x="1145960" y="1494696"/>
                  </a:lnTo>
                  <a:lnTo>
                    <a:pt x="1074337" y="1505843"/>
                  </a:lnTo>
                  <a:lnTo>
                    <a:pt x="1002715" y="1516435"/>
                  </a:lnTo>
                  <a:lnTo>
                    <a:pt x="931092" y="1526502"/>
                  </a:lnTo>
                  <a:lnTo>
                    <a:pt x="859470" y="1536068"/>
                  </a:lnTo>
                  <a:lnTo>
                    <a:pt x="787847" y="1545158"/>
                  </a:lnTo>
                  <a:lnTo>
                    <a:pt x="716225" y="1553797"/>
                  </a:lnTo>
                  <a:lnTo>
                    <a:pt x="644602" y="1562007"/>
                  </a:lnTo>
                  <a:lnTo>
                    <a:pt x="572980" y="1569809"/>
                  </a:lnTo>
                  <a:lnTo>
                    <a:pt x="501357" y="1577223"/>
                  </a:lnTo>
                  <a:lnTo>
                    <a:pt x="429735" y="1584268"/>
                  </a:lnTo>
                  <a:lnTo>
                    <a:pt x="358112" y="1590964"/>
                  </a:lnTo>
                  <a:lnTo>
                    <a:pt x="286490" y="1597326"/>
                  </a:lnTo>
                  <a:lnTo>
                    <a:pt x="214867" y="1603373"/>
                  </a:lnTo>
                  <a:lnTo>
                    <a:pt x="143245" y="1609119"/>
                  </a:lnTo>
                  <a:lnTo>
                    <a:pt x="71622" y="1614580"/>
                  </a:lnTo>
                  <a:lnTo>
                    <a:pt x="0" y="16197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310474" cy="3425490"/>
            </a:xfrm>
            <a:custGeom>
              <a:avLst/>
              <a:pathLst>
                <a:path w="6310474" h="3425490">
                  <a:moveTo>
                    <a:pt x="0" y="3425490"/>
                  </a:moveTo>
                  <a:lnTo>
                    <a:pt x="71622" y="3418215"/>
                  </a:lnTo>
                  <a:lnTo>
                    <a:pt x="143245" y="3410707"/>
                  </a:lnTo>
                  <a:lnTo>
                    <a:pt x="214867" y="3402959"/>
                  </a:lnTo>
                  <a:lnTo>
                    <a:pt x="286490" y="3394962"/>
                  </a:lnTo>
                  <a:lnTo>
                    <a:pt x="358112" y="3386710"/>
                  </a:lnTo>
                  <a:lnTo>
                    <a:pt x="429735" y="3378193"/>
                  </a:lnTo>
                  <a:lnTo>
                    <a:pt x="501357" y="3369403"/>
                  </a:lnTo>
                  <a:lnTo>
                    <a:pt x="572980" y="3360332"/>
                  </a:lnTo>
                  <a:lnTo>
                    <a:pt x="644602" y="3350970"/>
                  </a:lnTo>
                  <a:lnTo>
                    <a:pt x="716225" y="3341309"/>
                  </a:lnTo>
                  <a:lnTo>
                    <a:pt x="787847" y="3331338"/>
                  </a:lnTo>
                  <a:lnTo>
                    <a:pt x="859470" y="3321047"/>
                  </a:lnTo>
                  <a:lnTo>
                    <a:pt x="931092" y="3310427"/>
                  </a:lnTo>
                  <a:lnTo>
                    <a:pt x="1002715" y="3299467"/>
                  </a:lnTo>
                  <a:lnTo>
                    <a:pt x="1074337" y="3288156"/>
                  </a:lnTo>
                  <a:lnTo>
                    <a:pt x="1145960" y="3276483"/>
                  </a:lnTo>
                  <a:lnTo>
                    <a:pt x="1217582" y="3264436"/>
                  </a:lnTo>
                  <a:lnTo>
                    <a:pt x="1289205" y="3252003"/>
                  </a:lnTo>
                  <a:lnTo>
                    <a:pt x="1360827" y="3239172"/>
                  </a:lnTo>
                  <a:lnTo>
                    <a:pt x="1432450" y="3225930"/>
                  </a:lnTo>
                  <a:lnTo>
                    <a:pt x="1504073" y="3212264"/>
                  </a:lnTo>
                  <a:lnTo>
                    <a:pt x="1575695" y="3198160"/>
                  </a:lnTo>
                  <a:lnTo>
                    <a:pt x="1647318" y="3183604"/>
                  </a:lnTo>
                  <a:lnTo>
                    <a:pt x="1718940" y="3168583"/>
                  </a:lnTo>
                  <a:lnTo>
                    <a:pt x="1790563" y="3153080"/>
                  </a:lnTo>
                  <a:lnTo>
                    <a:pt x="1862185" y="3137081"/>
                  </a:lnTo>
                  <a:lnTo>
                    <a:pt x="1933808" y="3120569"/>
                  </a:lnTo>
                  <a:lnTo>
                    <a:pt x="2005430" y="3103528"/>
                  </a:lnTo>
                  <a:lnTo>
                    <a:pt x="2077053" y="3085942"/>
                  </a:lnTo>
                  <a:lnTo>
                    <a:pt x="2148675" y="3067793"/>
                  </a:lnTo>
                  <a:lnTo>
                    <a:pt x="2220298" y="3049062"/>
                  </a:lnTo>
                  <a:lnTo>
                    <a:pt x="2291920" y="3029731"/>
                  </a:lnTo>
                  <a:lnTo>
                    <a:pt x="2363543" y="3009781"/>
                  </a:lnTo>
                  <a:lnTo>
                    <a:pt x="2435165" y="2989193"/>
                  </a:lnTo>
                  <a:lnTo>
                    <a:pt x="2506788" y="2967945"/>
                  </a:lnTo>
                  <a:lnTo>
                    <a:pt x="2578410" y="2946016"/>
                  </a:lnTo>
                  <a:lnTo>
                    <a:pt x="2650033" y="2923385"/>
                  </a:lnTo>
                  <a:lnTo>
                    <a:pt x="2721655" y="2900030"/>
                  </a:lnTo>
                  <a:lnTo>
                    <a:pt x="2793278" y="2875926"/>
                  </a:lnTo>
                  <a:lnTo>
                    <a:pt x="2864901" y="2851050"/>
                  </a:lnTo>
                  <a:lnTo>
                    <a:pt x="2936523" y="2825378"/>
                  </a:lnTo>
                  <a:lnTo>
                    <a:pt x="3008146" y="2798884"/>
                  </a:lnTo>
                  <a:lnTo>
                    <a:pt x="3079768" y="2771541"/>
                  </a:lnTo>
                  <a:lnTo>
                    <a:pt x="3151391" y="2743322"/>
                  </a:lnTo>
                  <a:lnTo>
                    <a:pt x="3223013" y="2714199"/>
                  </a:lnTo>
                  <a:lnTo>
                    <a:pt x="3294636" y="2684144"/>
                  </a:lnTo>
                  <a:lnTo>
                    <a:pt x="3366258" y="2653127"/>
                  </a:lnTo>
                  <a:lnTo>
                    <a:pt x="3437881" y="2621115"/>
                  </a:lnTo>
                  <a:lnTo>
                    <a:pt x="3509503" y="2588079"/>
                  </a:lnTo>
                  <a:lnTo>
                    <a:pt x="3581126" y="2553985"/>
                  </a:lnTo>
                  <a:lnTo>
                    <a:pt x="3652748" y="2518799"/>
                  </a:lnTo>
                  <a:lnTo>
                    <a:pt x="3724371" y="2482485"/>
                  </a:lnTo>
                  <a:lnTo>
                    <a:pt x="3795993" y="2445009"/>
                  </a:lnTo>
                  <a:lnTo>
                    <a:pt x="3867616" y="2406333"/>
                  </a:lnTo>
                  <a:lnTo>
                    <a:pt x="3939238" y="2366418"/>
                  </a:lnTo>
                  <a:lnTo>
                    <a:pt x="4010861" y="2325224"/>
                  </a:lnTo>
                  <a:lnTo>
                    <a:pt x="4082483" y="2282712"/>
                  </a:lnTo>
                  <a:lnTo>
                    <a:pt x="4154106" y="2238838"/>
                  </a:lnTo>
                  <a:lnTo>
                    <a:pt x="4225729" y="2193558"/>
                  </a:lnTo>
                  <a:lnTo>
                    <a:pt x="4297351" y="2146829"/>
                  </a:lnTo>
                  <a:lnTo>
                    <a:pt x="4368974" y="2098603"/>
                  </a:lnTo>
                  <a:lnTo>
                    <a:pt x="4440596" y="2048832"/>
                  </a:lnTo>
                  <a:lnTo>
                    <a:pt x="4512219" y="1997467"/>
                  </a:lnTo>
                  <a:lnTo>
                    <a:pt x="4583841" y="1944458"/>
                  </a:lnTo>
                  <a:lnTo>
                    <a:pt x="4655464" y="1889750"/>
                  </a:lnTo>
                  <a:lnTo>
                    <a:pt x="4727086" y="1833291"/>
                  </a:lnTo>
                  <a:lnTo>
                    <a:pt x="4798709" y="1775023"/>
                  </a:lnTo>
                  <a:lnTo>
                    <a:pt x="4870331" y="1714890"/>
                  </a:lnTo>
                  <a:lnTo>
                    <a:pt x="4941954" y="1652830"/>
                  </a:lnTo>
                  <a:lnTo>
                    <a:pt x="5013576" y="1588783"/>
                  </a:lnTo>
                  <a:lnTo>
                    <a:pt x="5085199" y="1522685"/>
                  </a:lnTo>
                  <a:lnTo>
                    <a:pt x="5156821" y="1454469"/>
                  </a:lnTo>
                  <a:lnTo>
                    <a:pt x="5228444" y="1384069"/>
                  </a:lnTo>
                  <a:lnTo>
                    <a:pt x="5300066" y="1311415"/>
                  </a:lnTo>
                  <a:lnTo>
                    <a:pt x="5371689" y="1236433"/>
                  </a:lnTo>
                  <a:lnTo>
                    <a:pt x="5443311" y="1159050"/>
                  </a:lnTo>
                  <a:lnTo>
                    <a:pt x="5514934" y="1079189"/>
                  </a:lnTo>
                  <a:lnTo>
                    <a:pt x="5586557" y="996770"/>
                  </a:lnTo>
                  <a:lnTo>
                    <a:pt x="5658179" y="911711"/>
                  </a:lnTo>
                  <a:lnTo>
                    <a:pt x="5729802" y="823929"/>
                  </a:lnTo>
                  <a:lnTo>
                    <a:pt x="5801424" y="733335"/>
                  </a:lnTo>
                  <a:lnTo>
                    <a:pt x="5873047" y="639839"/>
                  </a:lnTo>
                  <a:lnTo>
                    <a:pt x="5944669" y="543349"/>
                  </a:lnTo>
                  <a:lnTo>
                    <a:pt x="6016292" y="443769"/>
                  </a:lnTo>
                  <a:lnTo>
                    <a:pt x="6087914" y="341000"/>
                  </a:lnTo>
                  <a:lnTo>
                    <a:pt x="6159537" y="234940"/>
                  </a:lnTo>
                  <a:lnTo>
                    <a:pt x="6231159" y="125482"/>
                  </a:lnTo>
                  <a:lnTo>
                    <a:pt x="6302782" y="12519"/>
                  </a:lnTo>
                  <a:lnTo>
                    <a:pt x="631047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2026-05-22T09:54:34Z</dcterms:modified>
  <cp:category/>
</cp:coreProperties>
</file>