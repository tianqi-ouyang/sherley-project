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40236"/>
            </a:xfrm>
            <a:custGeom>
              <a:avLst/>
              <a:pathLst>
                <a:path w="7090630" h="3540236">
                  <a:moveTo>
                    <a:pt x="0" y="3149206"/>
                  </a:moveTo>
                  <a:lnTo>
                    <a:pt x="71622" y="3142702"/>
                  </a:lnTo>
                  <a:lnTo>
                    <a:pt x="143245" y="3136114"/>
                  </a:lnTo>
                  <a:lnTo>
                    <a:pt x="214867" y="3129441"/>
                  </a:lnTo>
                  <a:lnTo>
                    <a:pt x="286490" y="3122681"/>
                  </a:lnTo>
                  <a:lnTo>
                    <a:pt x="358112" y="3115834"/>
                  </a:lnTo>
                  <a:lnTo>
                    <a:pt x="429735" y="3108899"/>
                  </a:lnTo>
                  <a:lnTo>
                    <a:pt x="501357" y="3101874"/>
                  </a:lnTo>
                  <a:lnTo>
                    <a:pt x="572980" y="3094758"/>
                  </a:lnTo>
                  <a:lnTo>
                    <a:pt x="644602" y="3087551"/>
                  </a:lnTo>
                  <a:lnTo>
                    <a:pt x="716225" y="3080250"/>
                  </a:lnTo>
                  <a:lnTo>
                    <a:pt x="787847" y="3072855"/>
                  </a:lnTo>
                  <a:lnTo>
                    <a:pt x="859470" y="3065365"/>
                  </a:lnTo>
                  <a:lnTo>
                    <a:pt x="931092" y="3057777"/>
                  </a:lnTo>
                  <a:lnTo>
                    <a:pt x="1002715" y="3050092"/>
                  </a:lnTo>
                  <a:lnTo>
                    <a:pt x="1074337" y="3042307"/>
                  </a:lnTo>
                  <a:lnTo>
                    <a:pt x="1145960" y="3034422"/>
                  </a:lnTo>
                  <a:lnTo>
                    <a:pt x="1217582" y="3026435"/>
                  </a:lnTo>
                  <a:lnTo>
                    <a:pt x="1289205" y="3018345"/>
                  </a:lnTo>
                  <a:lnTo>
                    <a:pt x="1360827" y="3010150"/>
                  </a:lnTo>
                  <a:lnTo>
                    <a:pt x="1432450" y="3001849"/>
                  </a:lnTo>
                  <a:lnTo>
                    <a:pt x="1504073" y="2993442"/>
                  </a:lnTo>
                  <a:lnTo>
                    <a:pt x="1575695" y="2984925"/>
                  </a:lnTo>
                  <a:lnTo>
                    <a:pt x="1647318" y="2976299"/>
                  </a:lnTo>
                  <a:lnTo>
                    <a:pt x="1718940" y="2967561"/>
                  </a:lnTo>
                  <a:lnTo>
                    <a:pt x="1790563" y="2958710"/>
                  </a:lnTo>
                  <a:lnTo>
                    <a:pt x="1862185" y="2949744"/>
                  </a:lnTo>
                  <a:lnTo>
                    <a:pt x="1933808" y="2940663"/>
                  </a:lnTo>
                  <a:lnTo>
                    <a:pt x="2005430" y="2931465"/>
                  </a:lnTo>
                  <a:lnTo>
                    <a:pt x="2077053" y="2922148"/>
                  </a:lnTo>
                  <a:lnTo>
                    <a:pt x="2148675" y="2912710"/>
                  </a:lnTo>
                  <a:lnTo>
                    <a:pt x="2220298" y="2903151"/>
                  </a:lnTo>
                  <a:lnTo>
                    <a:pt x="2291920" y="2893468"/>
                  </a:lnTo>
                  <a:lnTo>
                    <a:pt x="2363543" y="2883660"/>
                  </a:lnTo>
                  <a:lnTo>
                    <a:pt x="2435165" y="2873725"/>
                  </a:lnTo>
                  <a:lnTo>
                    <a:pt x="2506788" y="2863661"/>
                  </a:lnTo>
                  <a:lnTo>
                    <a:pt x="2578410" y="2853468"/>
                  </a:lnTo>
                  <a:lnTo>
                    <a:pt x="2650033" y="2843143"/>
                  </a:lnTo>
                  <a:lnTo>
                    <a:pt x="2721655" y="2832685"/>
                  </a:lnTo>
                  <a:lnTo>
                    <a:pt x="2793278" y="2822092"/>
                  </a:lnTo>
                  <a:lnTo>
                    <a:pt x="2864901" y="2811361"/>
                  </a:lnTo>
                  <a:lnTo>
                    <a:pt x="2936523" y="2800493"/>
                  </a:lnTo>
                  <a:lnTo>
                    <a:pt x="3008146" y="2789483"/>
                  </a:lnTo>
                  <a:lnTo>
                    <a:pt x="3079768" y="2765494"/>
                  </a:lnTo>
                  <a:lnTo>
                    <a:pt x="3151391" y="2721831"/>
                  </a:lnTo>
                  <a:lnTo>
                    <a:pt x="3223013" y="2676020"/>
                  </a:lnTo>
                  <a:lnTo>
                    <a:pt x="3294636" y="2627953"/>
                  </a:lnTo>
                  <a:lnTo>
                    <a:pt x="3366258" y="2577522"/>
                  </a:lnTo>
                  <a:lnTo>
                    <a:pt x="3437881" y="2524608"/>
                  </a:lnTo>
                  <a:lnTo>
                    <a:pt x="3509503" y="2469090"/>
                  </a:lnTo>
                  <a:lnTo>
                    <a:pt x="3581126" y="2410839"/>
                  </a:lnTo>
                  <a:lnTo>
                    <a:pt x="3652748" y="2349721"/>
                  </a:lnTo>
                  <a:lnTo>
                    <a:pt x="3724371" y="2285596"/>
                  </a:lnTo>
                  <a:lnTo>
                    <a:pt x="3795993" y="2218315"/>
                  </a:lnTo>
                  <a:lnTo>
                    <a:pt x="3867616" y="2147722"/>
                  </a:lnTo>
                  <a:lnTo>
                    <a:pt x="3939238" y="2073654"/>
                  </a:lnTo>
                  <a:lnTo>
                    <a:pt x="4010861" y="1995942"/>
                  </a:lnTo>
                  <a:lnTo>
                    <a:pt x="4082483" y="1914405"/>
                  </a:lnTo>
                  <a:lnTo>
                    <a:pt x="4154106" y="1828854"/>
                  </a:lnTo>
                  <a:lnTo>
                    <a:pt x="4225729" y="1739094"/>
                  </a:lnTo>
                  <a:lnTo>
                    <a:pt x="4297351" y="1644915"/>
                  </a:lnTo>
                  <a:lnTo>
                    <a:pt x="4368974" y="1546101"/>
                  </a:lnTo>
                  <a:lnTo>
                    <a:pt x="4440596" y="1442424"/>
                  </a:lnTo>
                  <a:lnTo>
                    <a:pt x="4512219" y="1333645"/>
                  </a:lnTo>
                  <a:lnTo>
                    <a:pt x="4583841" y="1219511"/>
                  </a:lnTo>
                  <a:lnTo>
                    <a:pt x="4655464" y="1099761"/>
                  </a:lnTo>
                  <a:lnTo>
                    <a:pt x="4727086" y="974116"/>
                  </a:lnTo>
                  <a:lnTo>
                    <a:pt x="4798709" y="842288"/>
                  </a:lnTo>
                  <a:lnTo>
                    <a:pt x="4870331" y="703972"/>
                  </a:lnTo>
                  <a:lnTo>
                    <a:pt x="4941954" y="558848"/>
                  </a:lnTo>
                  <a:lnTo>
                    <a:pt x="5013576" y="406582"/>
                  </a:lnTo>
                  <a:lnTo>
                    <a:pt x="5085199" y="246822"/>
                  </a:lnTo>
                  <a:lnTo>
                    <a:pt x="5156821" y="79199"/>
                  </a:lnTo>
                  <a:lnTo>
                    <a:pt x="5189074" y="0"/>
                  </a:lnTo>
                  <a:lnTo>
                    <a:pt x="7090630" y="0"/>
                  </a:lnTo>
                  <a:lnTo>
                    <a:pt x="7090630" y="1858484"/>
                  </a:lnTo>
                  <a:lnTo>
                    <a:pt x="7019007" y="1881368"/>
                  </a:lnTo>
                  <a:lnTo>
                    <a:pt x="6947385" y="1903960"/>
                  </a:lnTo>
                  <a:lnTo>
                    <a:pt x="6875762" y="1926264"/>
                  </a:lnTo>
                  <a:lnTo>
                    <a:pt x="6804139" y="1948283"/>
                  </a:lnTo>
                  <a:lnTo>
                    <a:pt x="6732517" y="1970022"/>
                  </a:lnTo>
                  <a:lnTo>
                    <a:pt x="6660894" y="1991483"/>
                  </a:lnTo>
                  <a:lnTo>
                    <a:pt x="6589272" y="2012671"/>
                  </a:lnTo>
                  <a:lnTo>
                    <a:pt x="6517649" y="2033588"/>
                  </a:lnTo>
                  <a:lnTo>
                    <a:pt x="6446027" y="2054238"/>
                  </a:lnTo>
                  <a:lnTo>
                    <a:pt x="6374404" y="2074626"/>
                  </a:lnTo>
                  <a:lnTo>
                    <a:pt x="6302782" y="2094753"/>
                  </a:lnTo>
                  <a:lnTo>
                    <a:pt x="6231159" y="2114623"/>
                  </a:lnTo>
                  <a:lnTo>
                    <a:pt x="6159537" y="2134240"/>
                  </a:lnTo>
                  <a:lnTo>
                    <a:pt x="6087914" y="2153607"/>
                  </a:lnTo>
                  <a:lnTo>
                    <a:pt x="6016292" y="2172726"/>
                  </a:lnTo>
                  <a:lnTo>
                    <a:pt x="5944669" y="2191602"/>
                  </a:lnTo>
                  <a:lnTo>
                    <a:pt x="5873047" y="2210237"/>
                  </a:lnTo>
                  <a:lnTo>
                    <a:pt x="5801424" y="2228635"/>
                  </a:lnTo>
                  <a:lnTo>
                    <a:pt x="5729802" y="2246797"/>
                  </a:lnTo>
                  <a:lnTo>
                    <a:pt x="5658179" y="2264728"/>
                  </a:lnTo>
                  <a:lnTo>
                    <a:pt x="5586557" y="2282431"/>
                  </a:lnTo>
                  <a:lnTo>
                    <a:pt x="5514934" y="2299907"/>
                  </a:lnTo>
                  <a:lnTo>
                    <a:pt x="5443311" y="2317161"/>
                  </a:lnTo>
                  <a:lnTo>
                    <a:pt x="5371689" y="2334195"/>
                  </a:lnTo>
                  <a:lnTo>
                    <a:pt x="5300066" y="2351011"/>
                  </a:lnTo>
                  <a:lnTo>
                    <a:pt x="5228444" y="2367613"/>
                  </a:lnTo>
                  <a:lnTo>
                    <a:pt x="5156821" y="2384003"/>
                  </a:lnTo>
                  <a:lnTo>
                    <a:pt x="5085199" y="2400184"/>
                  </a:lnTo>
                  <a:lnTo>
                    <a:pt x="5013576" y="2416159"/>
                  </a:lnTo>
                  <a:lnTo>
                    <a:pt x="4941954" y="2431930"/>
                  </a:lnTo>
                  <a:lnTo>
                    <a:pt x="4870331" y="2447500"/>
                  </a:lnTo>
                  <a:lnTo>
                    <a:pt x="4798709" y="2462871"/>
                  </a:lnTo>
                  <a:lnTo>
                    <a:pt x="4727086" y="2478046"/>
                  </a:lnTo>
                  <a:lnTo>
                    <a:pt x="4655464" y="2493027"/>
                  </a:lnTo>
                  <a:lnTo>
                    <a:pt x="4583841" y="2507818"/>
                  </a:lnTo>
                  <a:lnTo>
                    <a:pt x="4512219" y="2522420"/>
                  </a:lnTo>
                  <a:lnTo>
                    <a:pt x="4440596" y="2536835"/>
                  </a:lnTo>
                  <a:lnTo>
                    <a:pt x="4368974" y="2551067"/>
                  </a:lnTo>
                  <a:lnTo>
                    <a:pt x="4297351" y="2565117"/>
                  </a:lnTo>
                  <a:lnTo>
                    <a:pt x="4225729" y="2578988"/>
                  </a:lnTo>
                  <a:lnTo>
                    <a:pt x="4154106" y="2592682"/>
                  </a:lnTo>
                  <a:lnTo>
                    <a:pt x="4082483" y="2606202"/>
                  </a:lnTo>
                  <a:lnTo>
                    <a:pt x="4010861" y="2619549"/>
                  </a:lnTo>
                  <a:lnTo>
                    <a:pt x="3939238" y="2632726"/>
                  </a:lnTo>
                  <a:lnTo>
                    <a:pt x="3867616" y="2645734"/>
                  </a:lnTo>
                  <a:lnTo>
                    <a:pt x="3795993" y="2658577"/>
                  </a:lnTo>
                  <a:lnTo>
                    <a:pt x="3724371" y="2671256"/>
                  </a:lnTo>
                  <a:lnTo>
                    <a:pt x="3652748" y="2683773"/>
                  </a:lnTo>
                  <a:lnTo>
                    <a:pt x="3581126" y="2696131"/>
                  </a:lnTo>
                  <a:lnTo>
                    <a:pt x="3509503" y="2708331"/>
                  </a:lnTo>
                  <a:lnTo>
                    <a:pt x="3437881" y="2720375"/>
                  </a:lnTo>
                  <a:lnTo>
                    <a:pt x="3366258" y="2732266"/>
                  </a:lnTo>
                  <a:lnTo>
                    <a:pt x="3294636" y="2744005"/>
                  </a:lnTo>
                  <a:lnTo>
                    <a:pt x="3223013" y="2755595"/>
                  </a:lnTo>
                  <a:lnTo>
                    <a:pt x="3151391" y="2767036"/>
                  </a:lnTo>
                  <a:lnTo>
                    <a:pt x="3079768" y="2778332"/>
                  </a:lnTo>
                  <a:lnTo>
                    <a:pt x="3008146" y="2807108"/>
                  </a:lnTo>
                  <a:lnTo>
                    <a:pt x="2936523" y="2846770"/>
                  </a:lnTo>
                  <a:lnTo>
                    <a:pt x="2864901" y="2884572"/>
                  </a:lnTo>
                  <a:lnTo>
                    <a:pt x="2793278" y="2920601"/>
                  </a:lnTo>
                  <a:lnTo>
                    <a:pt x="2721655" y="2954940"/>
                  </a:lnTo>
                  <a:lnTo>
                    <a:pt x="2650033" y="2987667"/>
                  </a:lnTo>
                  <a:lnTo>
                    <a:pt x="2578410" y="3018860"/>
                  </a:lnTo>
                  <a:lnTo>
                    <a:pt x="2506788" y="3048590"/>
                  </a:lnTo>
                  <a:lnTo>
                    <a:pt x="2435165" y="3076925"/>
                  </a:lnTo>
                  <a:lnTo>
                    <a:pt x="2363543" y="3103930"/>
                  </a:lnTo>
                  <a:lnTo>
                    <a:pt x="2291920" y="3129669"/>
                  </a:lnTo>
                  <a:lnTo>
                    <a:pt x="2220298" y="3154201"/>
                  </a:lnTo>
                  <a:lnTo>
                    <a:pt x="2148675" y="3177582"/>
                  </a:lnTo>
                  <a:lnTo>
                    <a:pt x="2077053" y="3199866"/>
                  </a:lnTo>
                  <a:lnTo>
                    <a:pt x="2005430" y="3221105"/>
                  </a:lnTo>
                  <a:lnTo>
                    <a:pt x="1933808" y="3241348"/>
                  </a:lnTo>
                  <a:lnTo>
                    <a:pt x="1862185" y="3260641"/>
                  </a:lnTo>
                  <a:lnTo>
                    <a:pt x="1790563" y="3279029"/>
                  </a:lnTo>
                  <a:lnTo>
                    <a:pt x="1718940" y="3296554"/>
                  </a:lnTo>
                  <a:lnTo>
                    <a:pt x="1647318" y="3313258"/>
                  </a:lnTo>
                  <a:lnTo>
                    <a:pt x="1575695" y="3329178"/>
                  </a:lnTo>
                  <a:lnTo>
                    <a:pt x="1504073" y="3344351"/>
                  </a:lnTo>
                  <a:lnTo>
                    <a:pt x="1432450" y="3358812"/>
                  </a:lnTo>
                  <a:lnTo>
                    <a:pt x="1360827" y="3372595"/>
                  </a:lnTo>
                  <a:lnTo>
                    <a:pt x="1289205" y="3385732"/>
                  </a:lnTo>
                  <a:lnTo>
                    <a:pt x="1217582" y="3398252"/>
                  </a:lnTo>
                  <a:lnTo>
                    <a:pt x="1145960" y="3410185"/>
                  </a:lnTo>
                  <a:lnTo>
                    <a:pt x="1074337" y="3421558"/>
                  </a:lnTo>
                  <a:lnTo>
                    <a:pt x="1002715" y="3432398"/>
                  </a:lnTo>
                  <a:lnTo>
                    <a:pt x="931092" y="3442729"/>
                  </a:lnTo>
                  <a:lnTo>
                    <a:pt x="859470" y="3452576"/>
                  </a:lnTo>
                  <a:lnTo>
                    <a:pt x="787847" y="3461961"/>
                  </a:lnTo>
                  <a:lnTo>
                    <a:pt x="716225" y="3470905"/>
                  </a:lnTo>
                  <a:lnTo>
                    <a:pt x="644602" y="3479430"/>
                  </a:lnTo>
                  <a:lnTo>
                    <a:pt x="572980" y="3487555"/>
                  </a:lnTo>
                  <a:lnTo>
                    <a:pt x="501357" y="3495299"/>
                  </a:lnTo>
                  <a:lnTo>
                    <a:pt x="429735" y="3502680"/>
                  </a:lnTo>
                  <a:lnTo>
                    <a:pt x="358112" y="3509714"/>
                  </a:lnTo>
                  <a:lnTo>
                    <a:pt x="286490" y="3516419"/>
                  </a:lnTo>
                  <a:lnTo>
                    <a:pt x="214867" y="3522809"/>
                  </a:lnTo>
                  <a:lnTo>
                    <a:pt x="143245" y="3528899"/>
                  </a:lnTo>
                  <a:lnTo>
                    <a:pt x="71622" y="3534704"/>
                  </a:lnTo>
                  <a:lnTo>
                    <a:pt x="0" y="3540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189074" cy="3149206"/>
            </a:xfrm>
            <a:custGeom>
              <a:avLst/>
              <a:pathLst>
                <a:path w="5189074" h="3149206">
                  <a:moveTo>
                    <a:pt x="0" y="3149206"/>
                  </a:moveTo>
                  <a:lnTo>
                    <a:pt x="71622" y="3142702"/>
                  </a:lnTo>
                  <a:lnTo>
                    <a:pt x="143245" y="3136114"/>
                  </a:lnTo>
                  <a:lnTo>
                    <a:pt x="214867" y="3129441"/>
                  </a:lnTo>
                  <a:lnTo>
                    <a:pt x="286490" y="3122681"/>
                  </a:lnTo>
                  <a:lnTo>
                    <a:pt x="358112" y="3115834"/>
                  </a:lnTo>
                  <a:lnTo>
                    <a:pt x="429735" y="3108899"/>
                  </a:lnTo>
                  <a:lnTo>
                    <a:pt x="501357" y="3101874"/>
                  </a:lnTo>
                  <a:lnTo>
                    <a:pt x="572980" y="3094758"/>
                  </a:lnTo>
                  <a:lnTo>
                    <a:pt x="644602" y="3087551"/>
                  </a:lnTo>
                  <a:lnTo>
                    <a:pt x="716225" y="3080250"/>
                  </a:lnTo>
                  <a:lnTo>
                    <a:pt x="787847" y="3072855"/>
                  </a:lnTo>
                  <a:lnTo>
                    <a:pt x="859470" y="3065365"/>
                  </a:lnTo>
                  <a:lnTo>
                    <a:pt x="931092" y="3057777"/>
                  </a:lnTo>
                  <a:lnTo>
                    <a:pt x="1002715" y="3050092"/>
                  </a:lnTo>
                  <a:lnTo>
                    <a:pt x="1074337" y="3042307"/>
                  </a:lnTo>
                  <a:lnTo>
                    <a:pt x="1145960" y="3034422"/>
                  </a:lnTo>
                  <a:lnTo>
                    <a:pt x="1217582" y="3026435"/>
                  </a:lnTo>
                  <a:lnTo>
                    <a:pt x="1289205" y="3018345"/>
                  </a:lnTo>
                  <a:lnTo>
                    <a:pt x="1360827" y="3010150"/>
                  </a:lnTo>
                  <a:lnTo>
                    <a:pt x="1432450" y="3001849"/>
                  </a:lnTo>
                  <a:lnTo>
                    <a:pt x="1504073" y="2993442"/>
                  </a:lnTo>
                  <a:lnTo>
                    <a:pt x="1575695" y="2984925"/>
                  </a:lnTo>
                  <a:lnTo>
                    <a:pt x="1647318" y="2976299"/>
                  </a:lnTo>
                  <a:lnTo>
                    <a:pt x="1718940" y="2967561"/>
                  </a:lnTo>
                  <a:lnTo>
                    <a:pt x="1790563" y="2958710"/>
                  </a:lnTo>
                  <a:lnTo>
                    <a:pt x="1862185" y="2949744"/>
                  </a:lnTo>
                  <a:lnTo>
                    <a:pt x="1933808" y="2940663"/>
                  </a:lnTo>
                  <a:lnTo>
                    <a:pt x="2005430" y="2931465"/>
                  </a:lnTo>
                  <a:lnTo>
                    <a:pt x="2077053" y="2922148"/>
                  </a:lnTo>
                  <a:lnTo>
                    <a:pt x="2148675" y="2912710"/>
                  </a:lnTo>
                  <a:lnTo>
                    <a:pt x="2220298" y="2903151"/>
                  </a:lnTo>
                  <a:lnTo>
                    <a:pt x="2291920" y="2893468"/>
                  </a:lnTo>
                  <a:lnTo>
                    <a:pt x="2363543" y="2883660"/>
                  </a:lnTo>
                  <a:lnTo>
                    <a:pt x="2435165" y="2873725"/>
                  </a:lnTo>
                  <a:lnTo>
                    <a:pt x="2506788" y="2863661"/>
                  </a:lnTo>
                  <a:lnTo>
                    <a:pt x="2578410" y="2853468"/>
                  </a:lnTo>
                  <a:lnTo>
                    <a:pt x="2650033" y="2843143"/>
                  </a:lnTo>
                  <a:lnTo>
                    <a:pt x="2721655" y="2832685"/>
                  </a:lnTo>
                  <a:lnTo>
                    <a:pt x="2793278" y="2822092"/>
                  </a:lnTo>
                  <a:lnTo>
                    <a:pt x="2864901" y="2811361"/>
                  </a:lnTo>
                  <a:lnTo>
                    <a:pt x="2936523" y="2800493"/>
                  </a:lnTo>
                  <a:lnTo>
                    <a:pt x="3008146" y="2789483"/>
                  </a:lnTo>
                  <a:lnTo>
                    <a:pt x="3079768" y="2765494"/>
                  </a:lnTo>
                  <a:lnTo>
                    <a:pt x="3151391" y="2721831"/>
                  </a:lnTo>
                  <a:lnTo>
                    <a:pt x="3223013" y="2676020"/>
                  </a:lnTo>
                  <a:lnTo>
                    <a:pt x="3294636" y="2627953"/>
                  </a:lnTo>
                  <a:lnTo>
                    <a:pt x="3366258" y="2577522"/>
                  </a:lnTo>
                  <a:lnTo>
                    <a:pt x="3437881" y="2524608"/>
                  </a:lnTo>
                  <a:lnTo>
                    <a:pt x="3509503" y="2469090"/>
                  </a:lnTo>
                  <a:lnTo>
                    <a:pt x="3581126" y="2410839"/>
                  </a:lnTo>
                  <a:lnTo>
                    <a:pt x="3652748" y="2349721"/>
                  </a:lnTo>
                  <a:lnTo>
                    <a:pt x="3724371" y="2285596"/>
                  </a:lnTo>
                  <a:lnTo>
                    <a:pt x="3795993" y="2218315"/>
                  </a:lnTo>
                  <a:lnTo>
                    <a:pt x="3867616" y="2147722"/>
                  </a:lnTo>
                  <a:lnTo>
                    <a:pt x="3939238" y="2073654"/>
                  </a:lnTo>
                  <a:lnTo>
                    <a:pt x="4010861" y="1995942"/>
                  </a:lnTo>
                  <a:lnTo>
                    <a:pt x="4082483" y="1914405"/>
                  </a:lnTo>
                  <a:lnTo>
                    <a:pt x="4154106" y="1828854"/>
                  </a:lnTo>
                  <a:lnTo>
                    <a:pt x="4225729" y="1739094"/>
                  </a:lnTo>
                  <a:lnTo>
                    <a:pt x="4297351" y="1644915"/>
                  </a:lnTo>
                  <a:lnTo>
                    <a:pt x="4368974" y="1546101"/>
                  </a:lnTo>
                  <a:lnTo>
                    <a:pt x="4440596" y="1442424"/>
                  </a:lnTo>
                  <a:lnTo>
                    <a:pt x="4512219" y="1333645"/>
                  </a:lnTo>
                  <a:lnTo>
                    <a:pt x="4583841" y="1219511"/>
                  </a:lnTo>
                  <a:lnTo>
                    <a:pt x="4655464" y="1099761"/>
                  </a:lnTo>
                  <a:lnTo>
                    <a:pt x="4727086" y="974116"/>
                  </a:lnTo>
                  <a:lnTo>
                    <a:pt x="4798709" y="842288"/>
                  </a:lnTo>
                  <a:lnTo>
                    <a:pt x="4870331" y="703972"/>
                  </a:lnTo>
                  <a:lnTo>
                    <a:pt x="4941954" y="558848"/>
                  </a:lnTo>
                  <a:lnTo>
                    <a:pt x="5013576" y="406582"/>
                  </a:lnTo>
                  <a:lnTo>
                    <a:pt x="5085199" y="246822"/>
                  </a:lnTo>
                  <a:lnTo>
                    <a:pt x="5156821" y="79199"/>
                  </a:lnTo>
                  <a:lnTo>
                    <a:pt x="51890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755048"/>
              <a:ext cx="7090630" cy="1681751"/>
            </a:xfrm>
            <a:custGeom>
              <a:avLst/>
              <a:pathLst>
                <a:path w="7090630" h="1681751">
                  <a:moveTo>
                    <a:pt x="7090630" y="0"/>
                  </a:moveTo>
                  <a:lnTo>
                    <a:pt x="7019007" y="22883"/>
                  </a:lnTo>
                  <a:lnTo>
                    <a:pt x="6947385" y="45475"/>
                  </a:lnTo>
                  <a:lnTo>
                    <a:pt x="6875762" y="67779"/>
                  </a:lnTo>
                  <a:lnTo>
                    <a:pt x="6804139" y="89799"/>
                  </a:lnTo>
                  <a:lnTo>
                    <a:pt x="6732517" y="111537"/>
                  </a:lnTo>
                  <a:lnTo>
                    <a:pt x="6660894" y="132998"/>
                  </a:lnTo>
                  <a:lnTo>
                    <a:pt x="6589272" y="154186"/>
                  </a:lnTo>
                  <a:lnTo>
                    <a:pt x="6517649" y="175103"/>
                  </a:lnTo>
                  <a:lnTo>
                    <a:pt x="6446027" y="195754"/>
                  </a:lnTo>
                  <a:lnTo>
                    <a:pt x="6374404" y="216141"/>
                  </a:lnTo>
                  <a:lnTo>
                    <a:pt x="6302782" y="236268"/>
                  </a:lnTo>
                  <a:lnTo>
                    <a:pt x="6231159" y="256138"/>
                  </a:lnTo>
                  <a:lnTo>
                    <a:pt x="6159537" y="275755"/>
                  </a:lnTo>
                  <a:lnTo>
                    <a:pt x="6087914" y="295122"/>
                  </a:lnTo>
                  <a:lnTo>
                    <a:pt x="6016292" y="314242"/>
                  </a:lnTo>
                  <a:lnTo>
                    <a:pt x="5944669" y="333117"/>
                  </a:lnTo>
                  <a:lnTo>
                    <a:pt x="5873047" y="351752"/>
                  </a:lnTo>
                  <a:lnTo>
                    <a:pt x="5801424" y="370150"/>
                  </a:lnTo>
                  <a:lnTo>
                    <a:pt x="5729802" y="388313"/>
                  </a:lnTo>
                  <a:lnTo>
                    <a:pt x="5658179" y="406244"/>
                  </a:lnTo>
                  <a:lnTo>
                    <a:pt x="5586557" y="423946"/>
                  </a:lnTo>
                  <a:lnTo>
                    <a:pt x="5514934" y="441423"/>
                  </a:lnTo>
                  <a:lnTo>
                    <a:pt x="5443311" y="458676"/>
                  </a:lnTo>
                  <a:lnTo>
                    <a:pt x="5371689" y="475710"/>
                  </a:lnTo>
                  <a:lnTo>
                    <a:pt x="5300066" y="492526"/>
                  </a:lnTo>
                  <a:lnTo>
                    <a:pt x="5228444" y="509128"/>
                  </a:lnTo>
                  <a:lnTo>
                    <a:pt x="5156821" y="525518"/>
                  </a:lnTo>
                  <a:lnTo>
                    <a:pt x="5085199" y="541699"/>
                  </a:lnTo>
                  <a:lnTo>
                    <a:pt x="5013576" y="557674"/>
                  </a:lnTo>
                  <a:lnTo>
                    <a:pt x="4941954" y="573445"/>
                  </a:lnTo>
                  <a:lnTo>
                    <a:pt x="4870331" y="589015"/>
                  </a:lnTo>
                  <a:lnTo>
                    <a:pt x="4798709" y="604386"/>
                  </a:lnTo>
                  <a:lnTo>
                    <a:pt x="4727086" y="619561"/>
                  </a:lnTo>
                  <a:lnTo>
                    <a:pt x="4655464" y="634543"/>
                  </a:lnTo>
                  <a:lnTo>
                    <a:pt x="4583841" y="649333"/>
                  </a:lnTo>
                  <a:lnTo>
                    <a:pt x="4512219" y="663935"/>
                  </a:lnTo>
                  <a:lnTo>
                    <a:pt x="4440596" y="678351"/>
                  </a:lnTo>
                  <a:lnTo>
                    <a:pt x="4368974" y="692582"/>
                  </a:lnTo>
                  <a:lnTo>
                    <a:pt x="4297351" y="706633"/>
                  </a:lnTo>
                  <a:lnTo>
                    <a:pt x="4225729" y="720504"/>
                  </a:lnTo>
                  <a:lnTo>
                    <a:pt x="4154106" y="734198"/>
                  </a:lnTo>
                  <a:lnTo>
                    <a:pt x="4082483" y="747717"/>
                  </a:lnTo>
                  <a:lnTo>
                    <a:pt x="4010861" y="761064"/>
                  </a:lnTo>
                  <a:lnTo>
                    <a:pt x="3939238" y="774241"/>
                  </a:lnTo>
                  <a:lnTo>
                    <a:pt x="3867616" y="787250"/>
                  </a:lnTo>
                  <a:lnTo>
                    <a:pt x="3795993" y="800092"/>
                  </a:lnTo>
                  <a:lnTo>
                    <a:pt x="3724371" y="812771"/>
                  </a:lnTo>
                  <a:lnTo>
                    <a:pt x="3652748" y="825289"/>
                  </a:lnTo>
                  <a:lnTo>
                    <a:pt x="3581126" y="837646"/>
                  </a:lnTo>
                  <a:lnTo>
                    <a:pt x="3509503" y="849846"/>
                  </a:lnTo>
                  <a:lnTo>
                    <a:pt x="3437881" y="861891"/>
                  </a:lnTo>
                  <a:lnTo>
                    <a:pt x="3366258" y="873781"/>
                  </a:lnTo>
                  <a:lnTo>
                    <a:pt x="3294636" y="885520"/>
                  </a:lnTo>
                  <a:lnTo>
                    <a:pt x="3223013" y="897110"/>
                  </a:lnTo>
                  <a:lnTo>
                    <a:pt x="3151391" y="908551"/>
                  </a:lnTo>
                  <a:lnTo>
                    <a:pt x="3079768" y="919847"/>
                  </a:lnTo>
                  <a:lnTo>
                    <a:pt x="3008146" y="948623"/>
                  </a:lnTo>
                  <a:lnTo>
                    <a:pt x="2936523" y="988286"/>
                  </a:lnTo>
                  <a:lnTo>
                    <a:pt x="2864901" y="1026087"/>
                  </a:lnTo>
                  <a:lnTo>
                    <a:pt x="2793278" y="1062116"/>
                  </a:lnTo>
                  <a:lnTo>
                    <a:pt x="2721655" y="1096455"/>
                  </a:lnTo>
                  <a:lnTo>
                    <a:pt x="2650033" y="1129183"/>
                  </a:lnTo>
                  <a:lnTo>
                    <a:pt x="2578410" y="1160375"/>
                  </a:lnTo>
                  <a:lnTo>
                    <a:pt x="2506788" y="1190105"/>
                  </a:lnTo>
                  <a:lnTo>
                    <a:pt x="2435165" y="1218440"/>
                  </a:lnTo>
                  <a:lnTo>
                    <a:pt x="2363543" y="1245446"/>
                  </a:lnTo>
                  <a:lnTo>
                    <a:pt x="2291920" y="1271185"/>
                  </a:lnTo>
                  <a:lnTo>
                    <a:pt x="2220298" y="1295716"/>
                  </a:lnTo>
                  <a:lnTo>
                    <a:pt x="2148675" y="1319097"/>
                  </a:lnTo>
                  <a:lnTo>
                    <a:pt x="2077053" y="1341381"/>
                  </a:lnTo>
                  <a:lnTo>
                    <a:pt x="2005430" y="1362620"/>
                  </a:lnTo>
                  <a:lnTo>
                    <a:pt x="1933808" y="1382863"/>
                  </a:lnTo>
                  <a:lnTo>
                    <a:pt x="1862185" y="1402156"/>
                  </a:lnTo>
                  <a:lnTo>
                    <a:pt x="1790563" y="1420544"/>
                  </a:lnTo>
                  <a:lnTo>
                    <a:pt x="1718940" y="1438069"/>
                  </a:lnTo>
                  <a:lnTo>
                    <a:pt x="1647318" y="1454773"/>
                  </a:lnTo>
                  <a:lnTo>
                    <a:pt x="1575695" y="1470693"/>
                  </a:lnTo>
                  <a:lnTo>
                    <a:pt x="1504073" y="1485866"/>
                  </a:lnTo>
                  <a:lnTo>
                    <a:pt x="1432450" y="1500327"/>
                  </a:lnTo>
                  <a:lnTo>
                    <a:pt x="1360827" y="1514110"/>
                  </a:lnTo>
                  <a:lnTo>
                    <a:pt x="1289205" y="1527247"/>
                  </a:lnTo>
                  <a:lnTo>
                    <a:pt x="1217582" y="1539767"/>
                  </a:lnTo>
                  <a:lnTo>
                    <a:pt x="1145960" y="1551700"/>
                  </a:lnTo>
                  <a:lnTo>
                    <a:pt x="1074337" y="1563073"/>
                  </a:lnTo>
                  <a:lnTo>
                    <a:pt x="1002715" y="1573913"/>
                  </a:lnTo>
                  <a:lnTo>
                    <a:pt x="931092" y="1584244"/>
                  </a:lnTo>
                  <a:lnTo>
                    <a:pt x="859470" y="1594091"/>
                  </a:lnTo>
                  <a:lnTo>
                    <a:pt x="787847" y="1603476"/>
                  </a:lnTo>
                  <a:lnTo>
                    <a:pt x="716225" y="1612420"/>
                  </a:lnTo>
                  <a:lnTo>
                    <a:pt x="644602" y="1620945"/>
                  </a:lnTo>
                  <a:lnTo>
                    <a:pt x="572980" y="1629070"/>
                  </a:lnTo>
                  <a:lnTo>
                    <a:pt x="501357" y="1636814"/>
                  </a:lnTo>
                  <a:lnTo>
                    <a:pt x="429735" y="1644195"/>
                  </a:lnTo>
                  <a:lnTo>
                    <a:pt x="358112" y="1651230"/>
                  </a:lnTo>
                  <a:lnTo>
                    <a:pt x="286490" y="1657934"/>
                  </a:lnTo>
                  <a:lnTo>
                    <a:pt x="214867" y="1664324"/>
                  </a:lnTo>
                  <a:lnTo>
                    <a:pt x="143245" y="1670414"/>
                  </a:lnTo>
                  <a:lnTo>
                    <a:pt x="71622" y="1676219"/>
                  </a:lnTo>
                  <a:lnTo>
                    <a:pt x="0" y="1681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426491" cy="3414757"/>
            </a:xfrm>
            <a:custGeom>
              <a:avLst/>
              <a:pathLst>
                <a:path w="6426491" h="3414757">
                  <a:moveTo>
                    <a:pt x="0" y="3414757"/>
                  </a:moveTo>
                  <a:lnTo>
                    <a:pt x="71622" y="3407404"/>
                  </a:lnTo>
                  <a:lnTo>
                    <a:pt x="143245" y="3399824"/>
                  </a:lnTo>
                  <a:lnTo>
                    <a:pt x="214867" y="3392010"/>
                  </a:lnTo>
                  <a:lnTo>
                    <a:pt x="286490" y="3383954"/>
                  </a:lnTo>
                  <a:lnTo>
                    <a:pt x="358112" y="3375650"/>
                  </a:lnTo>
                  <a:lnTo>
                    <a:pt x="429735" y="3367088"/>
                  </a:lnTo>
                  <a:lnTo>
                    <a:pt x="501357" y="3358262"/>
                  </a:lnTo>
                  <a:lnTo>
                    <a:pt x="572980" y="3349163"/>
                  </a:lnTo>
                  <a:lnTo>
                    <a:pt x="644602" y="3339783"/>
                  </a:lnTo>
                  <a:lnTo>
                    <a:pt x="716225" y="3330113"/>
                  </a:lnTo>
                  <a:lnTo>
                    <a:pt x="787847" y="3320144"/>
                  </a:lnTo>
                  <a:lnTo>
                    <a:pt x="859470" y="3309867"/>
                  </a:lnTo>
                  <a:lnTo>
                    <a:pt x="931092" y="3299273"/>
                  </a:lnTo>
                  <a:lnTo>
                    <a:pt x="1002715" y="3288351"/>
                  </a:lnTo>
                  <a:lnTo>
                    <a:pt x="1074337" y="3277091"/>
                  </a:lnTo>
                  <a:lnTo>
                    <a:pt x="1145960" y="3265483"/>
                  </a:lnTo>
                  <a:lnTo>
                    <a:pt x="1217582" y="3253517"/>
                  </a:lnTo>
                  <a:lnTo>
                    <a:pt x="1289205" y="3241181"/>
                  </a:lnTo>
                  <a:lnTo>
                    <a:pt x="1360827" y="3228463"/>
                  </a:lnTo>
                  <a:lnTo>
                    <a:pt x="1432450" y="3215352"/>
                  </a:lnTo>
                  <a:lnTo>
                    <a:pt x="1504073" y="3201836"/>
                  </a:lnTo>
                  <a:lnTo>
                    <a:pt x="1575695" y="3187903"/>
                  </a:lnTo>
                  <a:lnTo>
                    <a:pt x="1647318" y="3173538"/>
                  </a:lnTo>
                  <a:lnTo>
                    <a:pt x="1718940" y="3158730"/>
                  </a:lnTo>
                  <a:lnTo>
                    <a:pt x="1790563" y="3143464"/>
                  </a:lnTo>
                  <a:lnTo>
                    <a:pt x="1862185" y="3127726"/>
                  </a:lnTo>
                  <a:lnTo>
                    <a:pt x="1933808" y="3111502"/>
                  </a:lnTo>
                  <a:lnTo>
                    <a:pt x="2005430" y="3094776"/>
                  </a:lnTo>
                  <a:lnTo>
                    <a:pt x="2077053" y="3077533"/>
                  </a:lnTo>
                  <a:lnTo>
                    <a:pt x="2148675" y="3059757"/>
                  </a:lnTo>
                  <a:lnTo>
                    <a:pt x="2220298" y="3041432"/>
                  </a:lnTo>
                  <a:lnTo>
                    <a:pt x="2291920" y="3022541"/>
                  </a:lnTo>
                  <a:lnTo>
                    <a:pt x="2363543" y="3003065"/>
                  </a:lnTo>
                  <a:lnTo>
                    <a:pt x="2435165" y="2982988"/>
                  </a:lnTo>
                  <a:lnTo>
                    <a:pt x="2506788" y="2962290"/>
                  </a:lnTo>
                  <a:lnTo>
                    <a:pt x="2578410" y="2940953"/>
                  </a:lnTo>
                  <a:lnTo>
                    <a:pt x="2650033" y="2918955"/>
                  </a:lnTo>
                  <a:lnTo>
                    <a:pt x="2721655" y="2896278"/>
                  </a:lnTo>
                  <a:lnTo>
                    <a:pt x="2793278" y="2872900"/>
                  </a:lnTo>
                  <a:lnTo>
                    <a:pt x="2864901" y="2848800"/>
                  </a:lnTo>
                  <a:lnTo>
                    <a:pt x="2936523" y="2823954"/>
                  </a:lnTo>
                  <a:lnTo>
                    <a:pt x="3008146" y="2798341"/>
                  </a:lnTo>
                  <a:lnTo>
                    <a:pt x="3079768" y="2771936"/>
                  </a:lnTo>
                  <a:lnTo>
                    <a:pt x="3151391" y="2744715"/>
                  </a:lnTo>
                  <a:lnTo>
                    <a:pt x="3223013" y="2716652"/>
                  </a:lnTo>
                  <a:lnTo>
                    <a:pt x="3294636" y="2687722"/>
                  </a:lnTo>
                  <a:lnTo>
                    <a:pt x="3366258" y="2657898"/>
                  </a:lnTo>
                  <a:lnTo>
                    <a:pt x="3437881" y="2627152"/>
                  </a:lnTo>
                  <a:lnTo>
                    <a:pt x="3509503" y="2595456"/>
                  </a:lnTo>
                  <a:lnTo>
                    <a:pt x="3581126" y="2562780"/>
                  </a:lnTo>
                  <a:lnTo>
                    <a:pt x="3652748" y="2529095"/>
                  </a:lnTo>
                  <a:lnTo>
                    <a:pt x="3724371" y="2494368"/>
                  </a:lnTo>
                  <a:lnTo>
                    <a:pt x="3795993" y="2458567"/>
                  </a:lnTo>
                  <a:lnTo>
                    <a:pt x="3867616" y="2421660"/>
                  </a:lnTo>
                  <a:lnTo>
                    <a:pt x="3939238" y="2383613"/>
                  </a:lnTo>
                  <a:lnTo>
                    <a:pt x="4010861" y="2344389"/>
                  </a:lnTo>
                  <a:lnTo>
                    <a:pt x="4082483" y="2303953"/>
                  </a:lnTo>
                  <a:lnTo>
                    <a:pt x="4154106" y="2262267"/>
                  </a:lnTo>
                  <a:lnTo>
                    <a:pt x="4225729" y="2219293"/>
                  </a:lnTo>
                  <a:lnTo>
                    <a:pt x="4297351" y="2174991"/>
                  </a:lnTo>
                  <a:lnTo>
                    <a:pt x="4368974" y="2129319"/>
                  </a:lnTo>
                  <a:lnTo>
                    <a:pt x="4440596" y="2082236"/>
                  </a:lnTo>
                  <a:lnTo>
                    <a:pt x="4512219" y="2033697"/>
                  </a:lnTo>
                  <a:lnTo>
                    <a:pt x="4583841" y="1983658"/>
                  </a:lnTo>
                  <a:lnTo>
                    <a:pt x="4655464" y="1932073"/>
                  </a:lnTo>
                  <a:lnTo>
                    <a:pt x="4727086" y="1878893"/>
                  </a:lnTo>
                  <a:lnTo>
                    <a:pt x="4798709" y="1824069"/>
                  </a:lnTo>
                  <a:lnTo>
                    <a:pt x="4870331" y="1767551"/>
                  </a:lnTo>
                  <a:lnTo>
                    <a:pt x="4941954" y="1709286"/>
                  </a:lnTo>
                  <a:lnTo>
                    <a:pt x="5013576" y="1649220"/>
                  </a:lnTo>
                  <a:lnTo>
                    <a:pt x="5085199" y="1587298"/>
                  </a:lnTo>
                  <a:lnTo>
                    <a:pt x="5156821" y="1523461"/>
                  </a:lnTo>
                  <a:lnTo>
                    <a:pt x="5228444" y="1457652"/>
                  </a:lnTo>
                  <a:lnTo>
                    <a:pt x="5300066" y="1389808"/>
                  </a:lnTo>
                  <a:lnTo>
                    <a:pt x="5371689" y="1319868"/>
                  </a:lnTo>
                  <a:lnTo>
                    <a:pt x="5443311" y="1247766"/>
                  </a:lnTo>
                  <a:lnTo>
                    <a:pt x="5514934" y="1173435"/>
                  </a:lnTo>
                  <a:lnTo>
                    <a:pt x="5586557" y="1096807"/>
                  </a:lnTo>
                  <a:lnTo>
                    <a:pt x="5658179" y="1017811"/>
                  </a:lnTo>
                  <a:lnTo>
                    <a:pt x="5729802" y="936372"/>
                  </a:lnTo>
                  <a:lnTo>
                    <a:pt x="5801424" y="852417"/>
                  </a:lnTo>
                  <a:lnTo>
                    <a:pt x="5873047" y="765867"/>
                  </a:lnTo>
                  <a:lnTo>
                    <a:pt x="5944669" y="676641"/>
                  </a:lnTo>
                  <a:lnTo>
                    <a:pt x="6016292" y="584658"/>
                  </a:lnTo>
                  <a:lnTo>
                    <a:pt x="6087914" y="489832"/>
                  </a:lnTo>
                  <a:lnTo>
                    <a:pt x="6159537" y="392075"/>
                  </a:lnTo>
                  <a:lnTo>
                    <a:pt x="6231159" y="291296"/>
                  </a:lnTo>
                  <a:lnTo>
                    <a:pt x="6302782" y="187402"/>
                  </a:lnTo>
                  <a:lnTo>
                    <a:pt x="6374404" y="80298"/>
                  </a:lnTo>
                  <a:lnTo>
                    <a:pt x="64264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2026-05-22T10:32:44Z</dcterms:modified>
  <cp:category/>
</cp:coreProperties>
</file>