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9201"/>
            </a:xfrm>
            <a:custGeom>
              <a:avLst/>
              <a:pathLst>
                <a:path w="7260303" h="3189201">
                  <a:moveTo>
                    <a:pt x="1743396" y="0"/>
                  </a:moveTo>
                  <a:lnTo>
                    <a:pt x="1754576" y="33153"/>
                  </a:lnTo>
                  <a:lnTo>
                    <a:pt x="1831044" y="244824"/>
                  </a:lnTo>
                  <a:lnTo>
                    <a:pt x="1907513" y="442398"/>
                  </a:lnTo>
                  <a:lnTo>
                    <a:pt x="1983981" y="626813"/>
                  </a:lnTo>
                  <a:lnTo>
                    <a:pt x="2060450" y="798947"/>
                  </a:lnTo>
                  <a:lnTo>
                    <a:pt x="2136918" y="959616"/>
                  </a:lnTo>
                  <a:lnTo>
                    <a:pt x="2213386" y="1109586"/>
                  </a:lnTo>
                  <a:lnTo>
                    <a:pt x="2289855" y="1249567"/>
                  </a:lnTo>
                  <a:lnTo>
                    <a:pt x="2366323" y="1380226"/>
                  </a:lnTo>
                  <a:lnTo>
                    <a:pt x="2442792" y="1502183"/>
                  </a:lnTo>
                  <a:lnTo>
                    <a:pt x="2519260" y="1616018"/>
                  </a:lnTo>
                  <a:lnTo>
                    <a:pt x="2595729" y="1722271"/>
                  </a:lnTo>
                  <a:lnTo>
                    <a:pt x="2672197" y="1821448"/>
                  </a:lnTo>
                  <a:lnTo>
                    <a:pt x="2748666" y="1914020"/>
                  </a:lnTo>
                  <a:lnTo>
                    <a:pt x="2825134" y="2000427"/>
                  </a:lnTo>
                  <a:lnTo>
                    <a:pt x="2901602" y="2081079"/>
                  </a:lnTo>
                  <a:lnTo>
                    <a:pt x="2978071" y="2156360"/>
                  </a:lnTo>
                  <a:lnTo>
                    <a:pt x="3054539" y="2226627"/>
                  </a:lnTo>
                  <a:lnTo>
                    <a:pt x="3131008" y="2292215"/>
                  </a:lnTo>
                  <a:lnTo>
                    <a:pt x="3207476" y="2353434"/>
                  </a:lnTo>
                  <a:lnTo>
                    <a:pt x="3283945" y="2410577"/>
                  </a:lnTo>
                  <a:lnTo>
                    <a:pt x="3360413" y="2444862"/>
                  </a:lnTo>
                  <a:lnTo>
                    <a:pt x="3436881" y="2438895"/>
                  </a:lnTo>
                  <a:lnTo>
                    <a:pt x="3513350" y="2432881"/>
                  </a:lnTo>
                  <a:lnTo>
                    <a:pt x="3589818" y="2426821"/>
                  </a:lnTo>
                  <a:lnTo>
                    <a:pt x="3666287" y="2420713"/>
                  </a:lnTo>
                  <a:lnTo>
                    <a:pt x="3742755" y="2414558"/>
                  </a:lnTo>
                  <a:lnTo>
                    <a:pt x="3819224" y="2408354"/>
                  </a:lnTo>
                  <a:lnTo>
                    <a:pt x="3895692" y="2402103"/>
                  </a:lnTo>
                  <a:lnTo>
                    <a:pt x="3972160" y="2395803"/>
                  </a:lnTo>
                  <a:lnTo>
                    <a:pt x="4048629" y="2389454"/>
                  </a:lnTo>
                  <a:lnTo>
                    <a:pt x="4125097" y="2383055"/>
                  </a:lnTo>
                  <a:lnTo>
                    <a:pt x="4201566" y="2376607"/>
                  </a:lnTo>
                  <a:lnTo>
                    <a:pt x="4278034" y="2370108"/>
                  </a:lnTo>
                  <a:lnTo>
                    <a:pt x="4354503" y="2363559"/>
                  </a:lnTo>
                  <a:lnTo>
                    <a:pt x="4430971" y="2356959"/>
                  </a:lnTo>
                  <a:lnTo>
                    <a:pt x="4507439" y="2350307"/>
                  </a:lnTo>
                  <a:lnTo>
                    <a:pt x="4583908" y="2343604"/>
                  </a:lnTo>
                  <a:lnTo>
                    <a:pt x="4660376" y="2336848"/>
                  </a:lnTo>
                  <a:lnTo>
                    <a:pt x="4736845" y="2330040"/>
                  </a:lnTo>
                  <a:lnTo>
                    <a:pt x="4813313" y="2323179"/>
                  </a:lnTo>
                  <a:lnTo>
                    <a:pt x="4889782" y="2316265"/>
                  </a:lnTo>
                  <a:lnTo>
                    <a:pt x="4966250" y="2309296"/>
                  </a:lnTo>
                  <a:lnTo>
                    <a:pt x="5042719" y="2302274"/>
                  </a:lnTo>
                  <a:lnTo>
                    <a:pt x="5119187" y="2295197"/>
                  </a:lnTo>
                  <a:lnTo>
                    <a:pt x="5195655" y="2288064"/>
                  </a:lnTo>
                  <a:lnTo>
                    <a:pt x="5272124" y="2280876"/>
                  </a:lnTo>
                  <a:lnTo>
                    <a:pt x="5348592" y="2273633"/>
                  </a:lnTo>
                  <a:lnTo>
                    <a:pt x="5425061" y="2266333"/>
                  </a:lnTo>
                  <a:lnTo>
                    <a:pt x="5501529" y="2258976"/>
                  </a:lnTo>
                  <a:lnTo>
                    <a:pt x="5577998" y="2251561"/>
                  </a:lnTo>
                  <a:lnTo>
                    <a:pt x="5654466" y="2244089"/>
                  </a:lnTo>
                  <a:lnTo>
                    <a:pt x="5730934" y="2236559"/>
                  </a:lnTo>
                  <a:lnTo>
                    <a:pt x="5807403" y="2228970"/>
                  </a:lnTo>
                  <a:lnTo>
                    <a:pt x="5883871" y="2221322"/>
                  </a:lnTo>
                  <a:lnTo>
                    <a:pt x="5960340" y="2213615"/>
                  </a:lnTo>
                  <a:lnTo>
                    <a:pt x="6036808" y="2205848"/>
                  </a:lnTo>
                  <a:lnTo>
                    <a:pt x="6113277" y="2198020"/>
                  </a:lnTo>
                  <a:lnTo>
                    <a:pt x="6189745" y="2190131"/>
                  </a:lnTo>
                  <a:lnTo>
                    <a:pt x="6266213" y="2182181"/>
                  </a:lnTo>
                  <a:lnTo>
                    <a:pt x="6342682" y="2174169"/>
                  </a:lnTo>
                  <a:lnTo>
                    <a:pt x="6419150" y="2166094"/>
                  </a:lnTo>
                  <a:lnTo>
                    <a:pt x="6495619" y="2157957"/>
                  </a:lnTo>
                  <a:lnTo>
                    <a:pt x="6572087" y="2149757"/>
                  </a:lnTo>
                  <a:lnTo>
                    <a:pt x="6648556" y="2141492"/>
                  </a:lnTo>
                  <a:lnTo>
                    <a:pt x="6725024" y="2133163"/>
                  </a:lnTo>
                  <a:lnTo>
                    <a:pt x="6801492" y="2124770"/>
                  </a:lnTo>
                  <a:lnTo>
                    <a:pt x="6877961" y="2116311"/>
                  </a:lnTo>
                  <a:lnTo>
                    <a:pt x="6954429" y="2107786"/>
                  </a:lnTo>
                  <a:lnTo>
                    <a:pt x="7030898" y="2099195"/>
                  </a:lnTo>
                  <a:lnTo>
                    <a:pt x="7107366" y="2090537"/>
                  </a:lnTo>
                  <a:lnTo>
                    <a:pt x="7183835" y="2081811"/>
                  </a:lnTo>
                  <a:lnTo>
                    <a:pt x="7260303" y="2073018"/>
                  </a:lnTo>
                  <a:lnTo>
                    <a:pt x="7260303" y="3189201"/>
                  </a:lnTo>
                  <a:lnTo>
                    <a:pt x="7183835" y="3187614"/>
                  </a:lnTo>
                  <a:lnTo>
                    <a:pt x="7107366" y="3185914"/>
                  </a:lnTo>
                  <a:lnTo>
                    <a:pt x="7030898" y="3184093"/>
                  </a:lnTo>
                  <a:lnTo>
                    <a:pt x="6954429" y="3182141"/>
                  </a:lnTo>
                  <a:lnTo>
                    <a:pt x="6877961" y="3180051"/>
                  </a:lnTo>
                  <a:lnTo>
                    <a:pt x="6801492" y="3177811"/>
                  </a:lnTo>
                  <a:lnTo>
                    <a:pt x="6725024" y="3175412"/>
                  </a:lnTo>
                  <a:lnTo>
                    <a:pt x="6648556" y="3172842"/>
                  </a:lnTo>
                  <a:lnTo>
                    <a:pt x="6572087" y="3170088"/>
                  </a:lnTo>
                  <a:lnTo>
                    <a:pt x="6495619" y="3167137"/>
                  </a:lnTo>
                  <a:lnTo>
                    <a:pt x="6419150" y="3163976"/>
                  </a:lnTo>
                  <a:lnTo>
                    <a:pt x="6342682" y="3160590"/>
                  </a:lnTo>
                  <a:lnTo>
                    <a:pt x="6266213" y="3156961"/>
                  </a:lnTo>
                  <a:lnTo>
                    <a:pt x="6189745" y="3153074"/>
                  </a:lnTo>
                  <a:lnTo>
                    <a:pt x="6113277" y="3148910"/>
                  </a:lnTo>
                  <a:lnTo>
                    <a:pt x="6036808" y="3144448"/>
                  </a:lnTo>
                  <a:lnTo>
                    <a:pt x="5960340" y="3139669"/>
                  </a:lnTo>
                  <a:lnTo>
                    <a:pt x="5883871" y="3134548"/>
                  </a:lnTo>
                  <a:lnTo>
                    <a:pt x="5807403" y="3129061"/>
                  </a:lnTo>
                  <a:lnTo>
                    <a:pt x="5730934" y="3123184"/>
                  </a:lnTo>
                  <a:lnTo>
                    <a:pt x="5654466" y="3116887"/>
                  </a:lnTo>
                  <a:lnTo>
                    <a:pt x="5577998" y="3110140"/>
                  </a:lnTo>
                  <a:lnTo>
                    <a:pt x="5501529" y="3102912"/>
                  </a:lnTo>
                  <a:lnTo>
                    <a:pt x="5425061" y="3095169"/>
                  </a:lnTo>
                  <a:lnTo>
                    <a:pt x="5348592" y="3086873"/>
                  </a:lnTo>
                  <a:lnTo>
                    <a:pt x="5272124" y="3077985"/>
                  </a:lnTo>
                  <a:lnTo>
                    <a:pt x="5195655" y="3068463"/>
                  </a:lnTo>
                  <a:lnTo>
                    <a:pt x="5119187" y="3058261"/>
                  </a:lnTo>
                  <a:lnTo>
                    <a:pt x="5042719" y="3047332"/>
                  </a:lnTo>
                  <a:lnTo>
                    <a:pt x="4966250" y="3035623"/>
                  </a:lnTo>
                  <a:lnTo>
                    <a:pt x="4889782" y="3023078"/>
                  </a:lnTo>
                  <a:lnTo>
                    <a:pt x="4813313" y="3009638"/>
                  </a:lnTo>
                  <a:lnTo>
                    <a:pt x="4736845" y="2995240"/>
                  </a:lnTo>
                  <a:lnTo>
                    <a:pt x="4660376" y="2979814"/>
                  </a:lnTo>
                  <a:lnTo>
                    <a:pt x="4583908" y="2963287"/>
                  </a:lnTo>
                  <a:lnTo>
                    <a:pt x="4507439" y="2945581"/>
                  </a:lnTo>
                  <a:lnTo>
                    <a:pt x="4430971" y="2926612"/>
                  </a:lnTo>
                  <a:lnTo>
                    <a:pt x="4354503" y="2906289"/>
                  </a:lnTo>
                  <a:lnTo>
                    <a:pt x="4278034" y="2884516"/>
                  </a:lnTo>
                  <a:lnTo>
                    <a:pt x="4201566" y="2861190"/>
                  </a:lnTo>
                  <a:lnTo>
                    <a:pt x="4125097" y="2836199"/>
                  </a:lnTo>
                  <a:lnTo>
                    <a:pt x="4048629" y="2809426"/>
                  </a:lnTo>
                  <a:lnTo>
                    <a:pt x="3972160" y="2780742"/>
                  </a:lnTo>
                  <a:lnTo>
                    <a:pt x="3895692" y="2750011"/>
                  </a:lnTo>
                  <a:lnTo>
                    <a:pt x="3819224" y="2717088"/>
                  </a:lnTo>
                  <a:lnTo>
                    <a:pt x="3742755" y="2681815"/>
                  </a:lnTo>
                  <a:lnTo>
                    <a:pt x="3666287" y="2644026"/>
                  </a:lnTo>
                  <a:lnTo>
                    <a:pt x="3589818" y="2603541"/>
                  </a:lnTo>
                  <a:lnTo>
                    <a:pt x="3513350" y="2560167"/>
                  </a:lnTo>
                  <a:lnTo>
                    <a:pt x="3436881" y="2513698"/>
                  </a:lnTo>
                  <a:lnTo>
                    <a:pt x="3360413" y="2463913"/>
                  </a:lnTo>
                  <a:lnTo>
                    <a:pt x="3283945" y="2450783"/>
                  </a:lnTo>
                  <a:lnTo>
                    <a:pt x="3207476" y="2456659"/>
                  </a:lnTo>
                  <a:lnTo>
                    <a:pt x="3131008" y="2462489"/>
                  </a:lnTo>
                  <a:lnTo>
                    <a:pt x="3054539" y="2468274"/>
                  </a:lnTo>
                  <a:lnTo>
                    <a:pt x="2978071" y="2474014"/>
                  </a:lnTo>
                  <a:lnTo>
                    <a:pt x="2901602" y="2479710"/>
                  </a:lnTo>
                  <a:lnTo>
                    <a:pt x="2825134" y="2485362"/>
                  </a:lnTo>
                  <a:lnTo>
                    <a:pt x="2748666" y="2490971"/>
                  </a:lnTo>
                  <a:lnTo>
                    <a:pt x="2672197" y="2496536"/>
                  </a:lnTo>
                  <a:lnTo>
                    <a:pt x="2595729" y="2502058"/>
                  </a:lnTo>
                  <a:lnTo>
                    <a:pt x="2519260" y="2507537"/>
                  </a:lnTo>
                  <a:lnTo>
                    <a:pt x="2442792" y="2512974"/>
                  </a:lnTo>
                  <a:lnTo>
                    <a:pt x="2366323" y="2518369"/>
                  </a:lnTo>
                  <a:lnTo>
                    <a:pt x="2289855" y="2523723"/>
                  </a:lnTo>
                  <a:lnTo>
                    <a:pt x="2213386" y="2529035"/>
                  </a:lnTo>
                  <a:lnTo>
                    <a:pt x="2136918" y="2534306"/>
                  </a:lnTo>
                  <a:lnTo>
                    <a:pt x="2060450" y="2539536"/>
                  </a:lnTo>
                  <a:lnTo>
                    <a:pt x="1983981" y="2544726"/>
                  </a:lnTo>
                  <a:lnTo>
                    <a:pt x="1907513" y="2549876"/>
                  </a:lnTo>
                  <a:lnTo>
                    <a:pt x="1831044" y="2554986"/>
                  </a:lnTo>
                  <a:lnTo>
                    <a:pt x="1754576" y="2560056"/>
                  </a:lnTo>
                  <a:lnTo>
                    <a:pt x="1678107" y="2565088"/>
                  </a:lnTo>
                  <a:lnTo>
                    <a:pt x="1601639" y="2570080"/>
                  </a:lnTo>
                  <a:lnTo>
                    <a:pt x="1525171" y="2575034"/>
                  </a:lnTo>
                  <a:lnTo>
                    <a:pt x="1448702" y="2579950"/>
                  </a:lnTo>
                  <a:lnTo>
                    <a:pt x="1372234" y="2584828"/>
                  </a:lnTo>
                  <a:lnTo>
                    <a:pt x="1295765" y="2589668"/>
                  </a:lnTo>
                  <a:lnTo>
                    <a:pt x="1219297" y="2594470"/>
                  </a:lnTo>
                  <a:lnTo>
                    <a:pt x="1142828" y="2599236"/>
                  </a:lnTo>
                  <a:lnTo>
                    <a:pt x="1066360" y="2603965"/>
                  </a:lnTo>
                  <a:lnTo>
                    <a:pt x="989892" y="2608657"/>
                  </a:lnTo>
                  <a:lnTo>
                    <a:pt x="913423" y="2613313"/>
                  </a:lnTo>
                  <a:lnTo>
                    <a:pt x="836955" y="2617933"/>
                  </a:lnTo>
                  <a:lnTo>
                    <a:pt x="760486" y="2622517"/>
                  </a:lnTo>
                  <a:lnTo>
                    <a:pt x="684018" y="2627066"/>
                  </a:lnTo>
                  <a:lnTo>
                    <a:pt x="607549" y="2631580"/>
                  </a:lnTo>
                  <a:lnTo>
                    <a:pt x="531081" y="2636059"/>
                  </a:lnTo>
                  <a:lnTo>
                    <a:pt x="454613" y="2640503"/>
                  </a:lnTo>
                  <a:lnTo>
                    <a:pt x="378144" y="2644913"/>
                  </a:lnTo>
                  <a:lnTo>
                    <a:pt x="301676" y="2649289"/>
                  </a:lnTo>
                  <a:lnTo>
                    <a:pt x="225207" y="2653632"/>
                  </a:lnTo>
                  <a:lnTo>
                    <a:pt x="148739" y="2657940"/>
                  </a:lnTo>
                  <a:lnTo>
                    <a:pt x="72270" y="2662215"/>
                  </a:lnTo>
                  <a:lnTo>
                    <a:pt x="0" y="26662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44862"/>
            </a:xfrm>
            <a:custGeom>
              <a:avLst/>
              <a:pathLst>
                <a:path w="5516906" h="2444862">
                  <a:moveTo>
                    <a:pt x="0" y="0"/>
                  </a:moveTo>
                  <a:lnTo>
                    <a:pt x="11179" y="33153"/>
                  </a:lnTo>
                  <a:lnTo>
                    <a:pt x="87647" y="244824"/>
                  </a:lnTo>
                  <a:lnTo>
                    <a:pt x="164116" y="442398"/>
                  </a:lnTo>
                  <a:lnTo>
                    <a:pt x="240584" y="626813"/>
                  </a:lnTo>
                  <a:lnTo>
                    <a:pt x="317053" y="798947"/>
                  </a:lnTo>
                  <a:lnTo>
                    <a:pt x="393521" y="959616"/>
                  </a:lnTo>
                  <a:lnTo>
                    <a:pt x="469990" y="1109586"/>
                  </a:lnTo>
                  <a:lnTo>
                    <a:pt x="546458" y="1249567"/>
                  </a:lnTo>
                  <a:lnTo>
                    <a:pt x="622926" y="1380226"/>
                  </a:lnTo>
                  <a:lnTo>
                    <a:pt x="699395" y="1502183"/>
                  </a:lnTo>
                  <a:lnTo>
                    <a:pt x="775863" y="1616018"/>
                  </a:lnTo>
                  <a:lnTo>
                    <a:pt x="852332" y="1722271"/>
                  </a:lnTo>
                  <a:lnTo>
                    <a:pt x="928800" y="1821448"/>
                  </a:lnTo>
                  <a:lnTo>
                    <a:pt x="1005269" y="1914020"/>
                  </a:lnTo>
                  <a:lnTo>
                    <a:pt x="1081737" y="2000427"/>
                  </a:lnTo>
                  <a:lnTo>
                    <a:pt x="1158205" y="2081079"/>
                  </a:lnTo>
                  <a:lnTo>
                    <a:pt x="1234674" y="2156360"/>
                  </a:lnTo>
                  <a:lnTo>
                    <a:pt x="1311142" y="2226627"/>
                  </a:lnTo>
                  <a:lnTo>
                    <a:pt x="1387611" y="2292215"/>
                  </a:lnTo>
                  <a:lnTo>
                    <a:pt x="1464079" y="2353434"/>
                  </a:lnTo>
                  <a:lnTo>
                    <a:pt x="1540548" y="2410577"/>
                  </a:lnTo>
                  <a:lnTo>
                    <a:pt x="1617016" y="2444862"/>
                  </a:lnTo>
                  <a:lnTo>
                    <a:pt x="1693485" y="2438895"/>
                  </a:lnTo>
                  <a:lnTo>
                    <a:pt x="1769953" y="2432881"/>
                  </a:lnTo>
                  <a:lnTo>
                    <a:pt x="1846421" y="2426821"/>
                  </a:lnTo>
                  <a:lnTo>
                    <a:pt x="1922890" y="2420713"/>
                  </a:lnTo>
                  <a:lnTo>
                    <a:pt x="1999358" y="2414558"/>
                  </a:lnTo>
                  <a:lnTo>
                    <a:pt x="2075827" y="2408354"/>
                  </a:lnTo>
                  <a:lnTo>
                    <a:pt x="2152295" y="2402103"/>
                  </a:lnTo>
                  <a:lnTo>
                    <a:pt x="2228764" y="2395803"/>
                  </a:lnTo>
                  <a:lnTo>
                    <a:pt x="2305232" y="2389454"/>
                  </a:lnTo>
                  <a:lnTo>
                    <a:pt x="2381700" y="2383055"/>
                  </a:lnTo>
                  <a:lnTo>
                    <a:pt x="2458169" y="2376607"/>
                  </a:lnTo>
                  <a:lnTo>
                    <a:pt x="2534637" y="2370108"/>
                  </a:lnTo>
                  <a:lnTo>
                    <a:pt x="2611106" y="2363559"/>
                  </a:lnTo>
                  <a:lnTo>
                    <a:pt x="2687574" y="2356959"/>
                  </a:lnTo>
                  <a:lnTo>
                    <a:pt x="2764043" y="2350307"/>
                  </a:lnTo>
                  <a:lnTo>
                    <a:pt x="2840511" y="2343604"/>
                  </a:lnTo>
                  <a:lnTo>
                    <a:pt x="2916979" y="2336848"/>
                  </a:lnTo>
                  <a:lnTo>
                    <a:pt x="2993448" y="2330040"/>
                  </a:lnTo>
                  <a:lnTo>
                    <a:pt x="3069916" y="2323179"/>
                  </a:lnTo>
                  <a:lnTo>
                    <a:pt x="3146385" y="2316265"/>
                  </a:lnTo>
                  <a:lnTo>
                    <a:pt x="3222853" y="2309296"/>
                  </a:lnTo>
                  <a:lnTo>
                    <a:pt x="3299322" y="2302274"/>
                  </a:lnTo>
                  <a:lnTo>
                    <a:pt x="3375790" y="2295197"/>
                  </a:lnTo>
                  <a:lnTo>
                    <a:pt x="3452258" y="2288064"/>
                  </a:lnTo>
                  <a:lnTo>
                    <a:pt x="3528727" y="2280876"/>
                  </a:lnTo>
                  <a:lnTo>
                    <a:pt x="3605195" y="2273633"/>
                  </a:lnTo>
                  <a:lnTo>
                    <a:pt x="3681664" y="2266333"/>
                  </a:lnTo>
                  <a:lnTo>
                    <a:pt x="3758132" y="2258976"/>
                  </a:lnTo>
                  <a:lnTo>
                    <a:pt x="3834601" y="2251561"/>
                  </a:lnTo>
                  <a:lnTo>
                    <a:pt x="3911069" y="2244089"/>
                  </a:lnTo>
                  <a:lnTo>
                    <a:pt x="3987538" y="2236559"/>
                  </a:lnTo>
                  <a:lnTo>
                    <a:pt x="4064006" y="2228970"/>
                  </a:lnTo>
                  <a:lnTo>
                    <a:pt x="4140474" y="2221322"/>
                  </a:lnTo>
                  <a:lnTo>
                    <a:pt x="4216943" y="2213615"/>
                  </a:lnTo>
                  <a:lnTo>
                    <a:pt x="4293411" y="2205848"/>
                  </a:lnTo>
                  <a:lnTo>
                    <a:pt x="4369880" y="2198020"/>
                  </a:lnTo>
                  <a:lnTo>
                    <a:pt x="4446348" y="2190131"/>
                  </a:lnTo>
                  <a:lnTo>
                    <a:pt x="4522817" y="2182181"/>
                  </a:lnTo>
                  <a:lnTo>
                    <a:pt x="4599285" y="2174169"/>
                  </a:lnTo>
                  <a:lnTo>
                    <a:pt x="4675753" y="2166094"/>
                  </a:lnTo>
                  <a:lnTo>
                    <a:pt x="4752222" y="2157957"/>
                  </a:lnTo>
                  <a:lnTo>
                    <a:pt x="4828690" y="2149757"/>
                  </a:lnTo>
                  <a:lnTo>
                    <a:pt x="4905159" y="2141492"/>
                  </a:lnTo>
                  <a:lnTo>
                    <a:pt x="4981627" y="2133163"/>
                  </a:lnTo>
                  <a:lnTo>
                    <a:pt x="5058096" y="2124770"/>
                  </a:lnTo>
                  <a:lnTo>
                    <a:pt x="5134564" y="2116311"/>
                  </a:lnTo>
                  <a:lnTo>
                    <a:pt x="5211032" y="2107786"/>
                  </a:lnTo>
                  <a:lnTo>
                    <a:pt x="5287501" y="2099195"/>
                  </a:lnTo>
                  <a:lnTo>
                    <a:pt x="5363969" y="2090537"/>
                  </a:lnTo>
                  <a:lnTo>
                    <a:pt x="5440438" y="2081811"/>
                  </a:lnTo>
                  <a:lnTo>
                    <a:pt x="5516906" y="2073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59953"/>
              <a:ext cx="7260303" cy="738417"/>
            </a:xfrm>
            <a:custGeom>
              <a:avLst/>
              <a:pathLst>
                <a:path w="7260303" h="738417">
                  <a:moveTo>
                    <a:pt x="7260303" y="738417"/>
                  </a:moveTo>
                  <a:lnTo>
                    <a:pt x="7183835" y="736830"/>
                  </a:lnTo>
                  <a:lnTo>
                    <a:pt x="7107366" y="735130"/>
                  </a:lnTo>
                  <a:lnTo>
                    <a:pt x="7030898" y="733309"/>
                  </a:lnTo>
                  <a:lnTo>
                    <a:pt x="6954429" y="731358"/>
                  </a:lnTo>
                  <a:lnTo>
                    <a:pt x="6877961" y="729267"/>
                  </a:lnTo>
                  <a:lnTo>
                    <a:pt x="6801492" y="727028"/>
                  </a:lnTo>
                  <a:lnTo>
                    <a:pt x="6725024" y="724628"/>
                  </a:lnTo>
                  <a:lnTo>
                    <a:pt x="6648556" y="722058"/>
                  </a:lnTo>
                  <a:lnTo>
                    <a:pt x="6572087" y="719304"/>
                  </a:lnTo>
                  <a:lnTo>
                    <a:pt x="6495619" y="716353"/>
                  </a:lnTo>
                  <a:lnTo>
                    <a:pt x="6419150" y="713192"/>
                  </a:lnTo>
                  <a:lnTo>
                    <a:pt x="6342682" y="709806"/>
                  </a:lnTo>
                  <a:lnTo>
                    <a:pt x="6266213" y="706177"/>
                  </a:lnTo>
                  <a:lnTo>
                    <a:pt x="6189745" y="702290"/>
                  </a:lnTo>
                  <a:lnTo>
                    <a:pt x="6113277" y="698126"/>
                  </a:lnTo>
                  <a:lnTo>
                    <a:pt x="6036808" y="693665"/>
                  </a:lnTo>
                  <a:lnTo>
                    <a:pt x="5960340" y="688885"/>
                  </a:lnTo>
                  <a:lnTo>
                    <a:pt x="5883871" y="683764"/>
                  </a:lnTo>
                  <a:lnTo>
                    <a:pt x="5807403" y="678278"/>
                  </a:lnTo>
                  <a:lnTo>
                    <a:pt x="5730934" y="672400"/>
                  </a:lnTo>
                  <a:lnTo>
                    <a:pt x="5654466" y="666103"/>
                  </a:lnTo>
                  <a:lnTo>
                    <a:pt x="5577998" y="659356"/>
                  </a:lnTo>
                  <a:lnTo>
                    <a:pt x="5501529" y="652128"/>
                  </a:lnTo>
                  <a:lnTo>
                    <a:pt x="5425061" y="644385"/>
                  </a:lnTo>
                  <a:lnTo>
                    <a:pt x="5348592" y="636089"/>
                  </a:lnTo>
                  <a:lnTo>
                    <a:pt x="5272124" y="627201"/>
                  </a:lnTo>
                  <a:lnTo>
                    <a:pt x="5195655" y="617679"/>
                  </a:lnTo>
                  <a:lnTo>
                    <a:pt x="5119187" y="607477"/>
                  </a:lnTo>
                  <a:lnTo>
                    <a:pt x="5042719" y="596548"/>
                  </a:lnTo>
                  <a:lnTo>
                    <a:pt x="4966250" y="584839"/>
                  </a:lnTo>
                  <a:lnTo>
                    <a:pt x="4889782" y="572294"/>
                  </a:lnTo>
                  <a:lnTo>
                    <a:pt x="4813313" y="558854"/>
                  </a:lnTo>
                  <a:lnTo>
                    <a:pt x="4736845" y="544456"/>
                  </a:lnTo>
                  <a:lnTo>
                    <a:pt x="4660376" y="529030"/>
                  </a:lnTo>
                  <a:lnTo>
                    <a:pt x="4583908" y="512503"/>
                  </a:lnTo>
                  <a:lnTo>
                    <a:pt x="4507439" y="494797"/>
                  </a:lnTo>
                  <a:lnTo>
                    <a:pt x="4430971" y="475828"/>
                  </a:lnTo>
                  <a:lnTo>
                    <a:pt x="4354503" y="455505"/>
                  </a:lnTo>
                  <a:lnTo>
                    <a:pt x="4278034" y="433732"/>
                  </a:lnTo>
                  <a:lnTo>
                    <a:pt x="4201566" y="410406"/>
                  </a:lnTo>
                  <a:lnTo>
                    <a:pt x="4125097" y="385416"/>
                  </a:lnTo>
                  <a:lnTo>
                    <a:pt x="4048629" y="358642"/>
                  </a:lnTo>
                  <a:lnTo>
                    <a:pt x="3972160" y="329958"/>
                  </a:lnTo>
                  <a:lnTo>
                    <a:pt x="3895692" y="299227"/>
                  </a:lnTo>
                  <a:lnTo>
                    <a:pt x="3819224" y="266304"/>
                  </a:lnTo>
                  <a:lnTo>
                    <a:pt x="3742755" y="231032"/>
                  </a:lnTo>
                  <a:lnTo>
                    <a:pt x="3666287" y="193242"/>
                  </a:lnTo>
                  <a:lnTo>
                    <a:pt x="3589818" y="152757"/>
                  </a:lnTo>
                  <a:lnTo>
                    <a:pt x="3513350" y="109383"/>
                  </a:lnTo>
                  <a:lnTo>
                    <a:pt x="3436881" y="62914"/>
                  </a:lnTo>
                  <a:lnTo>
                    <a:pt x="3360413" y="13129"/>
                  </a:lnTo>
                  <a:lnTo>
                    <a:pt x="3283945" y="0"/>
                  </a:lnTo>
                  <a:lnTo>
                    <a:pt x="3207476" y="5875"/>
                  </a:lnTo>
                  <a:lnTo>
                    <a:pt x="3131008" y="11705"/>
                  </a:lnTo>
                  <a:lnTo>
                    <a:pt x="3054539" y="17490"/>
                  </a:lnTo>
                  <a:lnTo>
                    <a:pt x="2978071" y="23230"/>
                  </a:lnTo>
                  <a:lnTo>
                    <a:pt x="2901602" y="28926"/>
                  </a:lnTo>
                  <a:lnTo>
                    <a:pt x="2825134" y="34578"/>
                  </a:lnTo>
                  <a:lnTo>
                    <a:pt x="2748666" y="40187"/>
                  </a:lnTo>
                  <a:lnTo>
                    <a:pt x="2672197" y="45752"/>
                  </a:lnTo>
                  <a:lnTo>
                    <a:pt x="2595729" y="51274"/>
                  </a:lnTo>
                  <a:lnTo>
                    <a:pt x="2519260" y="56753"/>
                  </a:lnTo>
                  <a:lnTo>
                    <a:pt x="2442792" y="62190"/>
                  </a:lnTo>
                  <a:lnTo>
                    <a:pt x="2366323" y="67585"/>
                  </a:lnTo>
                  <a:lnTo>
                    <a:pt x="2289855" y="72939"/>
                  </a:lnTo>
                  <a:lnTo>
                    <a:pt x="2213386" y="78251"/>
                  </a:lnTo>
                  <a:lnTo>
                    <a:pt x="2136918" y="83522"/>
                  </a:lnTo>
                  <a:lnTo>
                    <a:pt x="2060450" y="88752"/>
                  </a:lnTo>
                  <a:lnTo>
                    <a:pt x="1983981" y="93942"/>
                  </a:lnTo>
                  <a:lnTo>
                    <a:pt x="1907513" y="99092"/>
                  </a:lnTo>
                  <a:lnTo>
                    <a:pt x="1831044" y="104202"/>
                  </a:lnTo>
                  <a:lnTo>
                    <a:pt x="1754576" y="109272"/>
                  </a:lnTo>
                  <a:lnTo>
                    <a:pt x="1678107" y="114304"/>
                  </a:lnTo>
                  <a:lnTo>
                    <a:pt x="1601639" y="119296"/>
                  </a:lnTo>
                  <a:lnTo>
                    <a:pt x="1525171" y="124250"/>
                  </a:lnTo>
                  <a:lnTo>
                    <a:pt x="1448702" y="129166"/>
                  </a:lnTo>
                  <a:lnTo>
                    <a:pt x="1372234" y="134044"/>
                  </a:lnTo>
                  <a:lnTo>
                    <a:pt x="1295765" y="138884"/>
                  </a:lnTo>
                  <a:lnTo>
                    <a:pt x="1219297" y="143687"/>
                  </a:lnTo>
                  <a:lnTo>
                    <a:pt x="1142828" y="148452"/>
                  </a:lnTo>
                  <a:lnTo>
                    <a:pt x="1066360" y="153181"/>
                  </a:lnTo>
                  <a:lnTo>
                    <a:pt x="989892" y="157873"/>
                  </a:lnTo>
                  <a:lnTo>
                    <a:pt x="913423" y="162529"/>
                  </a:lnTo>
                  <a:lnTo>
                    <a:pt x="836955" y="167149"/>
                  </a:lnTo>
                  <a:lnTo>
                    <a:pt x="760486" y="171734"/>
                  </a:lnTo>
                  <a:lnTo>
                    <a:pt x="684018" y="176283"/>
                  </a:lnTo>
                  <a:lnTo>
                    <a:pt x="607549" y="180796"/>
                  </a:lnTo>
                  <a:lnTo>
                    <a:pt x="531081" y="185275"/>
                  </a:lnTo>
                  <a:lnTo>
                    <a:pt x="454613" y="189720"/>
                  </a:lnTo>
                  <a:lnTo>
                    <a:pt x="378144" y="194130"/>
                  </a:lnTo>
                  <a:lnTo>
                    <a:pt x="301676" y="198506"/>
                  </a:lnTo>
                  <a:lnTo>
                    <a:pt x="225207" y="202848"/>
                  </a:lnTo>
                  <a:lnTo>
                    <a:pt x="148739" y="207156"/>
                  </a:lnTo>
                  <a:lnTo>
                    <a:pt x="72270" y="211432"/>
                  </a:lnTo>
                  <a:lnTo>
                    <a:pt x="0" y="2154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18031"/>
              <a:ext cx="7260303" cy="2743464"/>
            </a:xfrm>
            <a:custGeom>
              <a:avLst/>
              <a:pathLst>
                <a:path w="7260303" h="2743464">
                  <a:moveTo>
                    <a:pt x="0" y="0"/>
                  </a:moveTo>
                  <a:lnTo>
                    <a:pt x="72270" y="82763"/>
                  </a:lnTo>
                  <a:lnTo>
                    <a:pt x="148739" y="167697"/>
                  </a:lnTo>
                  <a:lnTo>
                    <a:pt x="225207" y="250072"/>
                  </a:lnTo>
                  <a:lnTo>
                    <a:pt x="301676" y="329966"/>
                  </a:lnTo>
                  <a:lnTo>
                    <a:pt x="378144" y="407453"/>
                  </a:lnTo>
                  <a:lnTo>
                    <a:pt x="454613" y="482607"/>
                  </a:lnTo>
                  <a:lnTo>
                    <a:pt x="531081" y="555497"/>
                  </a:lnTo>
                  <a:lnTo>
                    <a:pt x="607549" y="626191"/>
                  </a:lnTo>
                  <a:lnTo>
                    <a:pt x="684018" y="694756"/>
                  </a:lnTo>
                  <a:lnTo>
                    <a:pt x="760486" y="761256"/>
                  </a:lnTo>
                  <a:lnTo>
                    <a:pt x="836955" y="825753"/>
                  </a:lnTo>
                  <a:lnTo>
                    <a:pt x="913423" y="888308"/>
                  </a:lnTo>
                  <a:lnTo>
                    <a:pt x="989892" y="948978"/>
                  </a:lnTo>
                  <a:lnTo>
                    <a:pt x="1066360" y="1007820"/>
                  </a:lnTo>
                  <a:lnTo>
                    <a:pt x="1142828" y="1064891"/>
                  </a:lnTo>
                  <a:lnTo>
                    <a:pt x="1219297" y="1120242"/>
                  </a:lnTo>
                  <a:lnTo>
                    <a:pt x="1295765" y="1173926"/>
                  </a:lnTo>
                  <a:lnTo>
                    <a:pt x="1372234" y="1225994"/>
                  </a:lnTo>
                  <a:lnTo>
                    <a:pt x="1448702" y="1276493"/>
                  </a:lnTo>
                  <a:lnTo>
                    <a:pt x="1525171" y="1325471"/>
                  </a:lnTo>
                  <a:lnTo>
                    <a:pt x="1601639" y="1372973"/>
                  </a:lnTo>
                  <a:lnTo>
                    <a:pt x="1678107" y="1419045"/>
                  </a:lnTo>
                  <a:lnTo>
                    <a:pt x="1754576" y="1463730"/>
                  </a:lnTo>
                  <a:lnTo>
                    <a:pt x="1831044" y="1507068"/>
                  </a:lnTo>
                  <a:lnTo>
                    <a:pt x="1907513" y="1549101"/>
                  </a:lnTo>
                  <a:lnTo>
                    <a:pt x="1983981" y="1589868"/>
                  </a:lnTo>
                  <a:lnTo>
                    <a:pt x="2060450" y="1629407"/>
                  </a:lnTo>
                  <a:lnTo>
                    <a:pt x="2136918" y="1667755"/>
                  </a:lnTo>
                  <a:lnTo>
                    <a:pt x="2213386" y="1704948"/>
                  </a:lnTo>
                  <a:lnTo>
                    <a:pt x="2289855" y="1741021"/>
                  </a:lnTo>
                  <a:lnTo>
                    <a:pt x="2366323" y="1776007"/>
                  </a:lnTo>
                  <a:lnTo>
                    <a:pt x="2442792" y="1809940"/>
                  </a:lnTo>
                  <a:lnTo>
                    <a:pt x="2519260" y="1842850"/>
                  </a:lnTo>
                  <a:lnTo>
                    <a:pt x="2595729" y="1874769"/>
                  </a:lnTo>
                  <a:lnTo>
                    <a:pt x="2672197" y="1905727"/>
                  </a:lnTo>
                  <a:lnTo>
                    <a:pt x="2748666" y="1935752"/>
                  </a:lnTo>
                  <a:lnTo>
                    <a:pt x="2825134" y="1964873"/>
                  </a:lnTo>
                  <a:lnTo>
                    <a:pt x="2901602" y="1993117"/>
                  </a:lnTo>
                  <a:lnTo>
                    <a:pt x="2978071" y="2020510"/>
                  </a:lnTo>
                  <a:lnTo>
                    <a:pt x="3054539" y="2047078"/>
                  </a:lnTo>
                  <a:lnTo>
                    <a:pt x="3131008" y="2072846"/>
                  </a:lnTo>
                  <a:lnTo>
                    <a:pt x="3207476" y="2097837"/>
                  </a:lnTo>
                  <a:lnTo>
                    <a:pt x="3283945" y="2122076"/>
                  </a:lnTo>
                  <a:lnTo>
                    <a:pt x="3360413" y="2145585"/>
                  </a:lnTo>
                  <a:lnTo>
                    <a:pt x="3436881" y="2168386"/>
                  </a:lnTo>
                  <a:lnTo>
                    <a:pt x="3513350" y="2190500"/>
                  </a:lnTo>
                  <a:lnTo>
                    <a:pt x="3589818" y="2211948"/>
                  </a:lnTo>
                  <a:lnTo>
                    <a:pt x="3666287" y="2232750"/>
                  </a:lnTo>
                  <a:lnTo>
                    <a:pt x="3742755" y="2252925"/>
                  </a:lnTo>
                  <a:lnTo>
                    <a:pt x="3819224" y="2272492"/>
                  </a:lnTo>
                  <a:lnTo>
                    <a:pt x="3895692" y="2291471"/>
                  </a:lnTo>
                  <a:lnTo>
                    <a:pt x="3972160" y="2309877"/>
                  </a:lnTo>
                  <a:lnTo>
                    <a:pt x="4048629" y="2327730"/>
                  </a:lnTo>
                  <a:lnTo>
                    <a:pt x="4125097" y="2345044"/>
                  </a:lnTo>
                  <a:lnTo>
                    <a:pt x="4201566" y="2361837"/>
                  </a:lnTo>
                  <a:lnTo>
                    <a:pt x="4278034" y="2378124"/>
                  </a:lnTo>
                  <a:lnTo>
                    <a:pt x="4354503" y="2393921"/>
                  </a:lnTo>
                  <a:lnTo>
                    <a:pt x="4430971" y="2409242"/>
                  </a:lnTo>
                  <a:lnTo>
                    <a:pt x="4507439" y="2424101"/>
                  </a:lnTo>
                  <a:lnTo>
                    <a:pt x="4583908" y="2438513"/>
                  </a:lnTo>
                  <a:lnTo>
                    <a:pt x="4660376" y="2452490"/>
                  </a:lnTo>
                  <a:lnTo>
                    <a:pt x="4736845" y="2466047"/>
                  </a:lnTo>
                  <a:lnTo>
                    <a:pt x="4813313" y="2479195"/>
                  </a:lnTo>
                  <a:lnTo>
                    <a:pt x="4889782" y="2491948"/>
                  </a:lnTo>
                  <a:lnTo>
                    <a:pt x="4966250" y="2504316"/>
                  </a:lnTo>
                  <a:lnTo>
                    <a:pt x="5042719" y="2516312"/>
                  </a:lnTo>
                  <a:lnTo>
                    <a:pt x="5119187" y="2527946"/>
                  </a:lnTo>
                  <a:lnTo>
                    <a:pt x="5195655" y="2539230"/>
                  </a:lnTo>
                  <a:lnTo>
                    <a:pt x="5272124" y="2550174"/>
                  </a:lnTo>
                  <a:lnTo>
                    <a:pt x="5348592" y="2560788"/>
                  </a:lnTo>
                  <a:lnTo>
                    <a:pt x="5425061" y="2571083"/>
                  </a:lnTo>
                  <a:lnTo>
                    <a:pt x="5501529" y="2581068"/>
                  </a:lnTo>
                  <a:lnTo>
                    <a:pt x="5577998" y="2590752"/>
                  </a:lnTo>
                  <a:lnTo>
                    <a:pt x="5654466" y="2600144"/>
                  </a:lnTo>
                  <a:lnTo>
                    <a:pt x="5730934" y="2609253"/>
                  </a:lnTo>
                  <a:lnTo>
                    <a:pt x="5807403" y="2618088"/>
                  </a:lnTo>
                  <a:lnTo>
                    <a:pt x="5883871" y="2626657"/>
                  </a:lnTo>
                  <a:lnTo>
                    <a:pt x="5960340" y="2634968"/>
                  </a:lnTo>
                  <a:lnTo>
                    <a:pt x="6036808" y="2643028"/>
                  </a:lnTo>
                  <a:lnTo>
                    <a:pt x="6113277" y="2650846"/>
                  </a:lnTo>
                  <a:lnTo>
                    <a:pt x="6189745" y="2658428"/>
                  </a:lnTo>
                  <a:lnTo>
                    <a:pt x="6266213" y="2665782"/>
                  </a:lnTo>
                  <a:lnTo>
                    <a:pt x="6342682" y="2672914"/>
                  </a:lnTo>
                  <a:lnTo>
                    <a:pt x="6419150" y="2679832"/>
                  </a:lnTo>
                  <a:lnTo>
                    <a:pt x="6495619" y="2686541"/>
                  </a:lnTo>
                  <a:lnTo>
                    <a:pt x="6572087" y="2693048"/>
                  </a:lnTo>
                  <a:lnTo>
                    <a:pt x="6648556" y="2699359"/>
                  </a:lnTo>
                  <a:lnTo>
                    <a:pt x="6725024" y="2705480"/>
                  </a:lnTo>
                  <a:lnTo>
                    <a:pt x="6801492" y="2711416"/>
                  </a:lnTo>
                  <a:lnTo>
                    <a:pt x="6877961" y="2717174"/>
                  </a:lnTo>
                  <a:lnTo>
                    <a:pt x="6954429" y="2722759"/>
                  </a:lnTo>
                  <a:lnTo>
                    <a:pt x="7030898" y="2728175"/>
                  </a:lnTo>
                  <a:lnTo>
                    <a:pt x="7107366" y="2733428"/>
                  </a:lnTo>
                  <a:lnTo>
                    <a:pt x="7183835" y="2738523"/>
                  </a:lnTo>
                  <a:lnTo>
                    <a:pt x="7260303" y="27434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2026-09-08T07:54:15Z</dcterms:modified>
  <cp:category/>
</cp:coreProperties>
</file>