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99713"/>
            </a:xfrm>
            <a:custGeom>
              <a:avLst/>
              <a:pathLst>
                <a:path w="7260303" h="3199713">
                  <a:moveTo>
                    <a:pt x="1987121" y="0"/>
                  </a:moveTo>
                  <a:lnTo>
                    <a:pt x="2060450" y="241493"/>
                  </a:lnTo>
                  <a:lnTo>
                    <a:pt x="2136918" y="473640"/>
                  </a:lnTo>
                  <a:lnTo>
                    <a:pt x="2213386" y="687641"/>
                  </a:lnTo>
                  <a:lnTo>
                    <a:pt x="2289855" y="884915"/>
                  </a:lnTo>
                  <a:lnTo>
                    <a:pt x="2366323" y="1066769"/>
                  </a:lnTo>
                  <a:lnTo>
                    <a:pt x="2442792" y="1234409"/>
                  </a:lnTo>
                  <a:lnTo>
                    <a:pt x="2519260" y="1388944"/>
                  </a:lnTo>
                  <a:lnTo>
                    <a:pt x="2595729" y="1531400"/>
                  </a:lnTo>
                  <a:lnTo>
                    <a:pt x="2672197" y="1662721"/>
                  </a:lnTo>
                  <a:lnTo>
                    <a:pt x="2748666" y="1783778"/>
                  </a:lnTo>
                  <a:lnTo>
                    <a:pt x="2825134" y="1895372"/>
                  </a:lnTo>
                  <a:lnTo>
                    <a:pt x="2901602" y="1998243"/>
                  </a:lnTo>
                  <a:lnTo>
                    <a:pt x="2978071" y="2093073"/>
                  </a:lnTo>
                  <a:lnTo>
                    <a:pt x="3054539" y="2180491"/>
                  </a:lnTo>
                  <a:lnTo>
                    <a:pt x="3131008" y="2261075"/>
                  </a:lnTo>
                  <a:lnTo>
                    <a:pt x="3207476" y="2335361"/>
                  </a:lnTo>
                  <a:lnTo>
                    <a:pt x="3283945" y="2403840"/>
                  </a:lnTo>
                  <a:lnTo>
                    <a:pt x="3360413" y="2448458"/>
                  </a:lnTo>
                  <a:lnTo>
                    <a:pt x="3436881" y="2453457"/>
                  </a:lnTo>
                  <a:lnTo>
                    <a:pt x="3513350" y="2458422"/>
                  </a:lnTo>
                  <a:lnTo>
                    <a:pt x="3589818" y="2463355"/>
                  </a:lnTo>
                  <a:lnTo>
                    <a:pt x="3666287" y="2468256"/>
                  </a:lnTo>
                  <a:lnTo>
                    <a:pt x="3742755" y="2473125"/>
                  </a:lnTo>
                  <a:lnTo>
                    <a:pt x="3819224" y="2477961"/>
                  </a:lnTo>
                  <a:lnTo>
                    <a:pt x="3895692" y="2482766"/>
                  </a:lnTo>
                  <a:lnTo>
                    <a:pt x="3972160" y="2487540"/>
                  </a:lnTo>
                  <a:lnTo>
                    <a:pt x="4048629" y="2492282"/>
                  </a:lnTo>
                  <a:lnTo>
                    <a:pt x="4125097" y="2496993"/>
                  </a:lnTo>
                  <a:lnTo>
                    <a:pt x="4201566" y="2501674"/>
                  </a:lnTo>
                  <a:lnTo>
                    <a:pt x="4278034" y="2506323"/>
                  </a:lnTo>
                  <a:lnTo>
                    <a:pt x="4354503" y="2510942"/>
                  </a:lnTo>
                  <a:lnTo>
                    <a:pt x="4430971" y="2515531"/>
                  </a:lnTo>
                  <a:lnTo>
                    <a:pt x="4507439" y="2520090"/>
                  </a:lnTo>
                  <a:lnTo>
                    <a:pt x="4583908" y="2524619"/>
                  </a:lnTo>
                  <a:lnTo>
                    <a:pt x="4660376" y="2529119"/>
                  </a:lnTo>
                  <a:lnTo>
                    <a:pt x="4736845" y="2533589"/>
                  </a:lnTo>
                  <a:lnTo>
                    <a:pt x="4813313" y="2538029"/>
                  </a:lnTo>
                  <a:lnTo>
                    <a:pt x="4889782" y="2542441"/>
                  </a:lnTo>
                  <a:lnTo>
                    <a:pt x="4966250" y="2546823"/>
                  </a:lnTo>
                  <a:lnTo>
                    <a:pt x="5042719" y="2551177"/>
                  </a:lnTo>
                  <a:lnTo>
                    <a:pt x="5119187" y="2555502"/>
                  </a:lnTo>
                  <a:lnTo>
                    <a:pt x="5195655" y="2559800"/>
                  </a:lnTo>
                  <a:lnTo>
                    <a:pt x="5272124" y="2564068"/>
                  </a:lnTo>
                  <a:lnTo>
                    <a:pt x="5348592" y="2568309"/>
                  </a:lnTo>
                  <a:lnTo>
                    <a:pt x="5425061" y="2572522"/>
                  </a:lnTo>
                  <a:lnTo>
                    <a:pt x="5501529" y="2576708"/>
                  </a:lnTo>
                  <a:lnTo>
                    <a:pt x="5577998" y="2580866"/>
                  </a:lnTo>
                  <a:lnTo>
                    <a:pt x="5654466" y="2584997"/>
                  </a:lnTo>
                  <a:lnTo>
                    <a:pt x="5730934" y="2589101"/>
                  </a:lnTo>
                  <a:lnTo>
                    <a:pt x="5807403" y="2593178"/>
                  </a:lnTo>
                  <a:lnTo>
                    <a:pt x="5883871" y="2597228"/>
                  </a:lnTo>
                  <a:lnTo>
                    <a:pt x="5960340" y="2601252"/>
                  </a:lnTo>
                  <a:lnTo>
                    <a:pt x="6036808" y="2605249"/>
                  </a:lnTo>
                  <a:lnTo>
                    <a:pt x="6113277" y="2609220"/>
                  </a:lnTo>
                  <a:lnTo>
                    <a:pt x="6189745" y="2613165"/>
                  </a:lnTo>
                  <a:lnTo>
                    <a:pt x="6266213" y="2617085"/>
                  </a:lnTo>
                  <a:lnTo>
                    <a:pt x="6342682" y="2620978"/>
                  </a:lnTo>
                  <a:lnTo>
                    <a:pt x="6419150" y="2624846"/>
                  </a:lnTo>
                  <a:lnTo>
                    <a:pt x="6495619" y="2628689"/>
                  </a:lnTo>
                  <a:lnTo>
                    <a:pt x="6572087" y="2632507"/>
                  </a:lnTo>
                  <a:lnTo>
                    <a:pt x="6648556" y="2636299"/>
                  </a:lnTo>
                  <a:lnTo>
                    <a:pt x="6725024" y="2640067"/>
                  </a:lnTo>
                  <a:lnTo>
                    <a:pt x="6801492" y="2643810"/>
                  </a:lnTo>
                  <a:lnTo>
                    <a:pt x="6877961" y="2647529"/>
                  </a:lnTo>
                  <a:lnTo>
                    <a:pt x="6954429" y="2651223"/>
                  </a:lnTo>
                  <a:lnTo>
                    <a:pt x="7030898" y="2654893"/>
                  </a:lnTo>
                  <a:lnTo>
                    <a:pt x="7107366" y="2658539"/>
                  </a:lnTo>
                  <a:lnTo>
                    <a:pt x="7183835" y="2662161"/>
                  </a:lnTo>
                  <a:lnTo>
                    <a:pt x="7260303" y="2665759"/>
                  </a:lnTo>
                  <a:lnTo>
                    <a:pt x="7260303" y="3199713"/>
                  </a:lnTo>
                  <a:lnTo>
                    <a:pt x="7183835" y="3198719"/>
                  </a:lnTo>
                  <a:lnTo>
                    <a:pt x="7107366" y="3197640"/>
                  </a:lnTo>
                  <a:lnTo>
                    <a:pt x="7030898" y="3196470"/>
                  </a:lnTo>
                  <a:lnTo>
                    <a:pt x="6954429" y="3195201"/>
                  </a:lnTo>
                  <a:lnTo>
                    <a:pt x="6877961" y="3193824"/>
                  </a:lnTo>
                  <a:lnTo>
                    <a:pt x="6801492" y="3192330"/>
                  </a:lnTo>
                  <a:lnTo>
                    <a:pt x="6725024" y="3190710"/>
                  </a:lnTo>
                  <a:lnTo>
                    <a:pt x="6648556" y="3188952"/>
                  </a:lnTo>
                  <a:lnTo>
                    <a:pt x="6572087" y="3187046"/>
                  </a:lnTo>
                  <a:lnTo>
                    <a:pt x="6495619" y="3184977"/>
                  </a:lnTo>
                  <a:lnTo>
                    <a:pt x="6419150" y="3182734"/>
                  </a:lnTo>
                  <a:lnTo>
                    <a:pt x="6342682" y="3180300"/>
                  </a:lnTo>
                  <a:lnTo>
                    <a:pt x="6266213" y="3177659"/>
                  </a:lnTo>
                  <a:lnTo>
                    <a:pt x="6189745" y="3174795"/>
                  </a:lnTo>
                  <a:lnTo>
                    <a:pt x="6113277" y="3171688"/>
                  </a:lnTo>
                  <a:lnTo>
                    <a:pt x="6036808" y="3168317"/>
                  </a:lnTo>
                  <a:lnTo>
                    <a:pt x="5960340" y="3164660"/>
                  </a:lnTo>
                  <a:lnTo>
                    <a:pt x="5883871" y="3160694"/>
                  </a:lnTo>
                  <a:lnTo>
                    <a:pt x="5807403" y="3156391"/>
                  </a:lnTo>
                  <a:lnTo>
                    <a:pt x="5730934" y="3151723"/>
                  </a:lnTo>
                  <a:lnTo>
                    <a:pt x="5654466" y="3146660"/>
                  </a:lnTo>
                  <a:lnTo>
                    <a:pt x="5577998" y="3141167"/>
                  </a:lnTo>
                  <a:lnTo>
                    <a:pt x="5501529" y="3135208"/>
                  </a:lnTo>
                  <a:lnTo>
                    <a:pt x="5425061" y="3128744"/>
                  </a:lnTo>
                  <a:lnTo>
                    <a:pt x="5348592" y="3121732"/>
                  </a:lnTo>
                  <a:lnTo>
                    <a:pt x="5272124" y="3114126"/>
                  </a:lnTo>
                  <a:lnTo>
                    <a:pt x="5195655" y="3105874"/>
                  </a:lnTo>
                  <a:lnTo>
                    <a:pt x="5119187" y="3096923"/>
                  </a:lnTo>
                  <a:lnTo>
                    <a:pt x="5042719" y="3087213"/>
                  </a:lnTo>
                  <a:lnTo>
                    <a:pt x="4966250" y="3076679"/>
                  </a:lnTo>
                  <a:lnTo>
                    <a:pt x="4889782" y="3065252"/>
                  </a:lnTo>
                  <a:lnTo>
                    <a:pt x="4813313" y="3052857"/>
                  </a:lnTo>
                  <a:lnTo>
                    <a:pt x="4736845" y="3039410"/>
                  </a:lnTo>
                  <a:lnTo>
                    <a:pt x="4660376" y="3024823"/>
                  </a:lnTo>
                  <a:lnTo>
                    <a:pt x="4583908" y="3008999"/>
                  </a:lnTo>
                  <a:lnTo>
                    <a:pt x="4507439" y="2991834"/>
                  </a:lnTo>
                  <a:lnTo>
                    <a:pt x="4430971" y="2973213"/>
                  </a:lnTo>
                  <a:lnTo>
                    <a:pt x="4354503" y="2953013"/>
                  </a:lnTo>
                  <a:lnTo>
                    <a:pt x="4278034" y="2931100"/>
                  </a:lnTo>
                  <a:lnTo>
                    <a:pt x="4201566" y="2907329"/>
                  </a:lnTo>
                  <a:lnTo>
                    <a:pt x="4125097" y="2881542"/>
                  </a:lnTo>
                  <a:lnTo>
                    <a:pt x="4048629" y="2853569"/>
                  </a:lnTo>
                  <a:lnTo>
                    <a:pt x="3972160" y="2823224"/>
                  </a:lnTo>
                  <a:lnTo>
                    <a:pt x="3895692" y="2790306"/>
                  </a:lnTo>
                  <a:lnTo>
                    <a:pt x="3819224" y="2754597"/>
                  </a:lnTo>
                  <a:lnTo>
                    <a:pt x="3742755" y="2715859"/>
                  </a:lnTo>
                  <a:lnTo>
                    <a:pt x="3666287" y="2673837"/>
                  </a:lnTo>
                  <a:lnTo>
                    <a:pt x="3589818" y="2628252"/>
                  </a:lnTo>
                  <a:lnTo>
                    <a:pt x="3513350" y="2578802"/>
                  </a:lnTo>
                  <a:lnTo>
                    <a:pt x="3436881" y="2525158"/>
                  </a:lnTo>
                  <a:lnTo>
                    <a:pt x="3360413" y="2466966"/>
                  </a:lnTo>
                  <a:lnTo>
                    <a:pt x="3283945" y="2443427"/>
                  </a:lnTo>
                  <a:lnTo>
                    <a:pt x="3207476" y="2438363"/>
                  </a:lnTo>
                  <a:lnTo>
                    <a:pt x="3131008" y="2433265"/>
                  </a:lnTo>
                  <a:lnTo>
                    <a:pt x="3054539" y="2428133"/>
                  </a:lnTo>
                  <a:lnTo>
                    <a:pt x="2978071" y="2422968"/>
                  </a:lnTo>
                  <a:lnTo>
                    <a:pt x="2901602" y="2417769"/>
                  </a:lnTo>
                  <a:lnTo>
                    <a:pt x="2825134" y="2412535"/>
                  </a:lnTo>
                  <a:lnTo>
                    <a:pt x="2748666" y="2407267"/>
                  </a:lnTo>
                  <a:lnTo>
                    <a:pt x="2672197" y="2401964"/>
                  </a:lnTo>
                  <a:lnTo>
                    <a:pt x="2595729" y="2396626"/>
                  </a:lnTo>
                  <a:lnTo>
                    <a:pt x="2519260" y="2391253"/>
                  </a:lnTo>
                  <a:lnTo>
                    <a:pt x="2442792" y="2385845"/>
                  </a:lnTo>
                  <a:lnTo>
                    <a:pt x="2366323" y="2380401"/>
                  </a:lnTo>
                  <a:lnTo>
                    <a:pt x="2289855" y="2374921"/>
                  </a:lnTo>
                  <a:lnTo>
                    <a:pt x="2213386" y="2369405"/>
                  </a:lnTo>
                  <a:lnTo>
                    <a:pt x="2136918" y="2363852"/>
                  </a:lnTo>
                  <a:lnTo>
                    <a:pt x="2060450" y="2358263"/>
                  </a:lnTo>
                  <a:lnTo>
                    <a:pt x="1983981" y="2352637"/>
                  </a:lnTo>
                  <a:lnTo>
                    <a:pt x="1907513" y="2346974"/>
                  </a:lnTo>
                  <a:lnTo>
                    <a:pt x="1831044" y="2341273"/>
                  </a:lnTo>
                  <a:lnTo>
                    <a:pt x="1754576" y="2335535"/>
                  </a:lnTo>
                  <a:lnTo>
                    <a:pt x="1678107" y="2329759"/>
                  </a:lnTo>
                  <a:lnTo>
                    <a:pt x="1601639" y="2323946"/>
                  </a:lnTo>
                  <a:lnTo>
                    <a:pt x="1525171" y="2318093"/>
                  </a:lnTo>
                  <a:lnTo>
                    <a:pt x="1448702" y="2312202"/>
                  </a:lnTo>
                  <a:lnTo>
                    <a:pt x="1372234" y="2306273"/>
                  </a:lnTo>
                  <a:lnTo>
                    <a:pt x="1295765" y="2300304"/>
                  </a:lnTo>
                  <a:lnTo>
                    <a:pt x="1219297" y="2294296"/>
                  </a:lnTo>
                  <a:lnTo>
                    <a:pt x="1142828" y="2288248"/>
                  </a:lnTo>
                  <a:lnTo>
                    <a:pt x="1066360" y="2282160"/>
                  </a:lnTo>
                  <a:lnTo>
                    <a:pt x="989892" y="2276032"/>
                  </a:lnTo>
                  <a:lnTo>
                    <a:pt x="913423" y="2269864"/>
                  </a:lnTo>
                  <a:lnTo>
                    <a:pt x="836955" y="2263655"/>
                  </a:lnTo>
                  <a:lnTo>
                    <a:pt x="760486" y="2257405"/>
                  </a:lnTo>
                  <a:lnTo>
                    <a:pt x="684018" y="2251114"/>
                  </a:lnTo>
                  <a:lnTo>
                    <a:pt x="607549" y="2244781"/>
                  </a:lnTo>
                  <a:lnTo>
                    <a:pt x="531081" y="2238407"/>
                  </a:lnTo>
                  <a:lnTo>
                    <a:pt x="454613" y="2231991"/>
                  </a:lnTo>
                  <a:lnTo>
                    <a:pt x="378144" y="2225532"/>
                  </a:lnTo>
                  <a:lnTo>
                    <a:pt x="301676" y="2219031"/>
                  </a:lnTo>
                  <a:lnTo>
                    <a:pt x="225207" y="2212487"/>
                  </a:lnTo>
                  <a:lnTo>
                    <a:pt x="148739" y="2205899"/>
                  </a:lnTo>
                  <a:lnTo>
                    <a:pt x="72270" y="2199269"/>
                  </a:lnTo>
                  <a:lnTo>
                    <a:pt x="0" y="21929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65759"/>
            </a:xfrm>
            <a:custGeom>
              <a:avLst/>
              <a:pathLst>
                <a:path w="5273182" h="2665759">
                  <a:moveTo>
                    <a:pt x="0" y="0"/>
                  </a:moveTo>
                  <a:lnTo>
                    <a:pt x="73329" y="241493"/>
                  </a:lnTo>
                  <a:lnTo>
                    <a:pt x="149797" y="473640"/>
                  </a:lnTo>
                  <a:lnTo>
                    <a:pt x="226265" y="687641"/>
                  </a:lnTo>
                  <a:lnTo>
                    <a:pt x="302734" y="884915"/>
                  </a:lnTo>
                  <a:lnTo>
                    <a:pt x="379202" y="1066769"/>
                  </a:lnTo>
                  <a:lnTo>
                    <a:pt x="455671" y="1234409"/>
                  </a:lnTo>
                  <a:lnTo>
                    <a:pt x="532139" y="1388944"/>
                  </a:lnTo>
                  <a:lnTo>
                    <a:pt x="608608" y="1531400"/>
                  </a:lnTo>
                  <a:lnTo>
                    <a:pt x="685076" y="1662721"/>
                  </a:lnTo>
                  <a:lnTo>
                    <a:pt x="761544" y="1783778"/>
                  </a:lnTo>
                  <a:lnTo>
                    <a:pt x="838013" y="1895372"/>
                  </a:lnTo>
                  <a:lnTo>
                    <a:pt x="914481" y="1998243"/>
                  </a:lnTo>
                  <a:lnTo>
                    <a:pt x="990950" y="2093073"/>
                  </a:lnTo>
                  <a:lnTo>
                    <a:pt x="1067418" y="2180491"/>
                  </a:lnTo>
                  <a:lnTo>
                    <a:pt x="1143887" y="2261075"/>
                  </a:lnTo>
                  <a:lnTo>
                    <a:pt x="1220355" y="2335361"/>
                  </a:lnTo>
                  <a:lnTo>
                    <a:pt x="1296823" y="2403840"/>
                  </a:lnTo>
                  <a:lnTo>
                    <a:pt x="1373292" y="2448458"/>
                  </a:lnTo>
                  <a:lnTo>
                    <a:pt x="1449760" y="2453457"/>
                  </a:lnTo>
                  <a:lnTo>
                    <a:pt x="1526229" y="2458422"/>
                  </a:lnTo>
                  <a:lnTo>
                    <a:pt x="1602697" y="2463355"/>
                  </a:lnTo>
                  <a:lnTo>
                    <a:pt x="1679166" y="2468256"/>
                  </a:lnTo>
                  <a:lnTo>
                    <a:pt x="1755634" y="2473125"/>
                  </a:lnTo>
                  <a:lnTo>
                    <a:pt x="1832103" y="2477961"/>
                  </a:lnTo>
                  <a:lnTo>
                    <a:pt x="1908571" y="2482766"/>
                  </a:lnTo>
                  <a:lnTo>
                    <a:pt x="1985039" y="2487540"/>
                  </a:lnTo>
                  <a:lnTo>
                    <a:pt x="2061508" y="2492282"/>
                  </a:lnTo>
                  <a:lnTo>
                    <a:pt x="2137976" y="2496993"/>
                  </a:lnTo>
                  <a:lnTo>
                    <a:pt x="2214445" y="2501674"/>
                  </a:lnTo>
                  <a:lnTo>
                    <a:pt x="2290913" y="2506323"/>
                  </a:lnTo>
                  <a:lnTo>
                    <a:pt x="2367382" y="2510942"/>
                  </a:lnTo>
                  <a:lnTo>
                    <a:pt x="2443850" y="2515531"/>
                  </a:lnTo>
                  <a:lnTo>
                    <a:pt x="2520318" y="2520090"/>
                  </a:lnTo>
                  <a:lnTo>
                    <a:pt x="2596787" y="2524619"/>
                  </a:lnTo>
                  <a:lnTo>
                    <a:pt x="2673255" y="2529119"/>
                  </a:lnTo>
                  <a:lnTo>
                    <a:pt x="2749724" y="2533589"/>
                  </a:lnTo>
                  <a:lnTo>
                    <a:pt x="2826192" y="2538029"/>
                  </a:lnTo>
                  <a:lnTo>
                    <a:pt x="2902661" y="2542441"/>
                  </a:lnTo>
                  <a:lnTo>
                    <a:pt x="2979129" y="2546823"/>
                  </a:lnTo>
                  <a:lnTo>
                    <a:pt x="3055597" y="2551177"/>
                  </a:lnTo>
                  <a:lnTo>
                    <a:pt x="3132066" y="2555502"/>
                  </a:lnTo>
                  <a:lnTo>
                    <a:pt x="3208534" y="2559800"/>
                  </a:lnTo>
                  <a:lnTo>
                    <a:pt x="3285003" y="2564068"/>
                  </a:lnTo>
                  <a:lnTo>
                    <a:pt x="3361471" y="2568309"/>
                  </a:lnTo>
                  <a:lnTo>
                    <a:pt x="3437940" y="2572522"/>
                  </a:lnTo>
                  <a:lnTo>
                    <a:pt x="3514408" y="2576708"/>
                  </a:lnTo>
                  <a:lnTo>
                    <a:pt x="3590876" y="2580866"/>
                  </a:lnTo>
                  <a:lnTo>
                    <a:pt x="3667345" y="2584997"/>
                  </a:lnTo>
                  <a:lnTo>
                    <a:pt x="3743813" y="2589101"/>
                  </a:lnTo>
                  <a:lnTo>
                    <a:pt x="3820282" y="2593178"/>
                  </a:lnTo>
                  <a:lnTo>
                    <a:pt x="3896750" y="2597228"/>
                  </a:lnTo>
                  <a:lnTo>
                    <a:pt x="3973219" y="2601252"/>
                  </a:lnTo>
                  <a:lnTo>
                    <a:pt x="4049687" y="2605249"/>
                  </a:lnTo>
                  <a:lnTo>
                    <a:pt x="4126156" y="2609220"/>
                  </a:lnTo>
                  <a:lnTo>
                    <a:pt x="4202624" y="2613165"/>
                  </a:lnTo>
                  <a:lnTo>
                    <a:pt x="4279092" y="2617085"/>
                  </a:lnTo>
                  <a:lnTo>
                    <a:pt x="4355561" y="2620978"/>
                  </a:lnTo>
                  <a:lnTo>
                    <a:pt x="4432029" y="2624846"/>
                  </a:lnTo>
                  <a:lnTo>
                    <a:pt x="4508498" y="2628689"/>
                  </a:lnTo>
                  <a:lnTo>
                    <a:pt x="4584966" y="2632507"/>
                  </a:lnTo>
                  <a:lnTo>
                    <a:pt x="4661435" y="2636299"/>
                  </a:lnTo>
                  <a:lnTo>
                    <a:pt x="4737903" y="2640067"/>
                  </a:lnTo>
                  <a:lnTo>
                    <a:pt x="4814371" y="2643810"/>
                  </a:lnTo>
                  <a:lnTo>
                    <a:pt x="4890840" y="2647529"/>
                  </a:lnTo>
                  <a:lnTo>
                    <a:pt x="4967308" y="2651223"/>
                  </a:lnTo>
                  <a:lnTo>
                    <a:pt x="5043777" y="2654893"/>
                  </a:lnTo>
                  <a:lnTo>
                    <a:pt x="5120245" y="2658539"/>
                  </a:lnTo>
                  <a:lnTo>
                    <a:pt x="5196714" y="2662161"/>
                  </a:lnTo>
                  <a:lnTo>
                    <a:pt x="5273182" y="26657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02130"/>
              <a:ext cx="7260303" cy="1006752"/>
            </a:xfrm>
            <a:custGeom>
              <a:avLst/>
              <a:pathLst>
                <a:path w="7260303" h="1006752">
                  <a:moveTo>
                    <a:pt x="7260303" y="1006752"/>
                  </a:moveTo>
                  <a:lnTo>
                    <a:pt x="7183835" y="1005758"/>
                  </a:lnTo>
                  <a:lnTo>
                    <a:pt x="7107366" y="1004679"/>
                  </a:lnTo>
                  <a:lnTo>
                    <a:pt x="7030898" y="1003509"/>
                  </a:lnTo>
                  <a:lnTo>
                    <a:pt x="6954429" y="1002240"/>
                  </a:lnTo>
                  <a:lnTo>
                    <a:pt x="6877961" y="1000863"/>
                  </a:lnTo>
                  <a:lnTo>
                    <a:pt x="6801492" y="999369"/>
                  </a:lnTo>
                  <a:lnTo>
                    <a:pt x="6725024" y="997749"/>
                  </a:lnTo>
                  <a:lnTo>
                    <a:pt x="6648556" y="995991"/>
                  </a:lnTo>
                  <a:lnTo>
                    <a:pt x="6572087" y="994085"/>
                  </a:lnTo>
                  <a:lnTo>
                    <a:pt x="6495619" y="992016"/>
                  </a:lnTo>
                  <a:lnTo>
                    <a:pt x="6419150" y="989772"/>
                  </a:lnTo>
                  <a:lnTo>
                    <a:pt x="6342682" y="987338"/>
                  </a:lnTo>
                  <a:lnTo>
                    <a:pt x="6266213" y="984698"/>
                  </a:lnTo>
                  <a:lnTo>
                    <a:pt x="6189745" y="981834"/>
                  </a:lnTo>
                  <a:lnTo>
                    <a:pt x="6113277" y="978726"/>
                  </a:lnTo>
                  <a:lnTo>
                    <a:pt x="6036808" y="975356"/>
                  </a:lnTo>
                  <a:lnTo>
                    <a:pt x="5960340" y="971699"/>
                  </a:lnTo>
                  <a:lnTo>
                    <a:pt x="5883871" y="967733"/>
                  </a:lnTo>
                  <a:lnTo>
                    <a:pt x="5807403" y="963430"/>
                  </a:lnTo>
                  <a:lnTo>
                    <a:pt x="5730934" y="958762"/>
                  </a:lnTo>
                  <a:lnTo>
                    <a:pt x="5654466" y="953699"/>
                  </a:lnTo>
                  <a:lnTo>
                    <a:pt x="5577998" y="948206"/>
                  </a:lnTo>
                  <a:lnTo>
                    <a:pt x="5501529" y="942247"/>
                  </a:lnTo>
                  <a:lnTo>
                    <a:pt x="5425061" y="935783"/>
                  </a:lnTo>
                  <a:lnTo>
                    <a:pt x="5348592" y="928771"/>
                  </a:lnTo>
                  <a:lnTo>
                    <a:pt x="5272124" y="921165"/>
                  </a:lnTo>
                  <a:lnTo>
                    <a:pt x="5195655" y="912913"/>
                  </a:lnTo>
                  <a:lnTo>
                    <a:pt x="5119187" y="903962"/>
                  </a:lnTo>
                  <a:lnTo>
                    <a:pt x="5042719" y="894252"/>
                  </a:lnTo>
                  <a:lnTo>
                    <a:pt x="4966250" y="883718"/>
                  </a:lnTo>
                  <a:lnTo>
                    <a:pt x="4889782" y="872291"/>
                  </a:lnTo>
                  <a:lnTo>
                    <a:pt x="4813313" y="859896"/>
                  </a:lnTo>
                  <a:lnTo>
                    <a:pt x="4736845" y="846449"/>
                  </a:lnTo>
                  <a:lnTo>
                    <a:pt x="4660376" y="831862"/>
                  </a:lnTo>
                  <a:lnTo>
                    <a:pt x="4583908" y="816038"/>
                  </a:lnTo>
                  <a:lnTo>
                    <a:pt x="4507439" y="798873"/>
                  </a:lnTo>
                  <a:lnTo>
                    <a:pt x="4430971" y="780251"/>
                  </a:lnTo>
                  <a:lnTo>
                    <a:pt x="4354503" y="760051"/>
                  </a:lnTo>
                  <a:lnTo>
                    <a:pt x="4278034" y="738139"/>
                  </a:lnTo>
                  <a:lnTo>
                    <a:pt x="4201566" y="714368"/>
                  </a:lnTo>
                  <a:lnTo>
                    <a:pt x="4125097" y="688581"/>
                  </a:lnTo>
                  <a:lnTo>
                    <a:pt x="4048629" y="660608"/>
                  </a:lnTo>
                  <a:lnTo>
                    <a:pt x="3972160" y="630263"/>
                  </a:lnTo>
                  <a:lnTo>
                    <a:pt x="3895692" y="597345"/>
                  </a:lnTo>
                  <a:lnTo>
                    <a:pt x="3819224" y="561635"/>
                  </a:lnTo>
                  <a:lnTo>
                    <a:pt x="3742755" y="522898"/>
                  </a:lnTo>
                  <a:lnTo>
                    <a:pt x="3666287" y="480876"/>
                  </a:lnTo>
                  <a:lnTo>
                    <a:pt x="3589818" y="435291"/>
                  </a:lnTo>
                  <a:lnTo>
                    <a:pt x="3513350" y="385841"/>
                  </a:lnTo>
                  <a:lnTo>
                    <a:pt x="3436881" y="332197"/>
                  </a:lnTo>
                  <a:lnTo>
                    <a:pt x="3360413" y="274005"/>
                  </a:lnTo>
                  <a:lnTo>
                    <a:pt x="3283945" y="250466"/>
                  </a:lnTo>
                  <a:lnTo>
                    <a:pt x="3207476" y="245402"/>
                  </a:lnTo>
                  <a:lnTo>
                    <a:pt x="3131008" y="240304"/>
                  </a:lnTo>
                  <a:lnTo>
                    <a:pt x="3054539" y="235172"/>
                  </a:lnTo>
                  <a:lnTo>
                    <a:pt x="2978071" y="230007"/>
                  </a:lnTo>
                  <a:lnTo>
                    <a:pt x="2901602" y="224808"/>
                  </a:lnTo>
                  <a:lnTo>
                    <a:pt x="2825134" y="219574"/>
                  </a:lnTo>
                  <a:lnTo>
                    <a:pt x="2748666" y="214306"/>
                  </a:lnTo>
                  <a:lnTo>
                    <a:pt x="2672197" y="209003"/>
                  </a:lnTo>
                  <a:lnTo>
                    <a:pt x="2595729" y="203665"/>
                  </a:lnTo>
                  <a:lnTo>
                    <a:pt x="2519260" y="198292"/>
                  </a:lnTo>
                  <a:lnTo>
                    <a:pt x="2442792" y="192884"/>
                  </a:lnTo>
                  <a:lnTo>
                    <a:pt x="2366323" y="187440"/>
                  </a:lnTo>
                  <a:lnTo>
                    <a:pt x="2289855" y="181960"/>
                  </a:lnTo>
                  <a:lnTo>
                    <a:pt x="2213386" y="176444"/>
                  </a:lnTo>
                  <a:lnTo>
                    <a:pt x="2136918" y="170891"/>
                  </a:lnTo>
                  <a:lnTo>
                    <a:pt x="2060450" y="165302"/>
                  </a:lnTo>
                  <a:lnTo>
                    <a:pt x="1983981" y="159676"/>
                  </a:lnTo>
                  <a:lnTo>
                    <a:pt x="1907513" y="154013"/>
                  </a:lnTo>
                  <a:lnTo>
                    <a:pt x="1831044" y="148312"/>
                  </a:lnTo>
                  <a:lnTo>
                    <a:pt x="1754576" y="142574"/>
                  </a:lnTo>
                  <a:lnTo>
                    <a:pt x="1678107" y="136798"/>
                  </a:lnTo>
                  <a:lnTo>
                    <a:pt x="1601639" y="130984"/>
                  </a:lnTo>
                  <a:lnTo>
                    <a:pt x="1525171" y="125132"/>
                  </a:lnTo>
                  <a:lnTo>
                    <a:pt x="1448702" y="119241"/>
                  </a:lnTo>
                  <a:lnTo>
                    <a:pt x="1372234" y="113311"/>
                  </a:lnTo>
                  <a:lnTo>
                    <a:pt x="1295765" y="107343"/>
                  </a:lnTo>
                  <a:lnTo>
                    <a:pt x="1219297" y="101334"/>
                  </a:lnTo>
                  <a:lnTo>
                    <a:pt x="1142828" y="95287"/>
                  </a:lnTo>
                  <a:lnTo>
                    <a:pt x="1066360" y="89199"/>
                  </a:lnTo>
                  <a:lnTo>
                    <a:pt x="989892" y="83071"/>
                  </a:lnTo>
                  <a:lnTo>
                    <a:pt x="913423" y="76903"/>
                  </a:lnTo>
                  <a:lnTo>
                    <a:pt x="836955" y="70694"/>
                  </a:lnTo>
                  <a:lnTo>
                    <a:pt x="760486" y="64444"/>
                  </a:lnTo>
                  <a:lnTo>
                    <a:pt x="684018" y="58153"/>
                  </a:lnTo>
                  <a:lnTo>
                    <a:pt x="607549" y="51820"/>
                  </a:lnTo>
                  <a:lnTo>
                    <a:pt x="531081" y="45446"/>
                  </a:lnTo>
                  <a:lnTo>
                    <a:pt x="454613" y="39030"/>
                  </a:lnTo>
                  <a:lnTo>
                    <a:pt x="378144" y="32571"/>
                  </a:lnTo>
                  <a:lnTo>
                    <a:pt x="301676" y="26070"/>
                  </a:lnTo>
                  <a:lnTo>
                    <a:pt x="225207" y="19526"/>
                  </a:lnTo>
                  <a:lnTo>
                    <a:pt x="148739" y="12938"/>
                  </a:lnTo>
                  <a:lnTo>
                    <a:pt x="72270" y="63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31448"/>
            </a:xfrm>
            <a:custGeom>
              <a:avLst/>
              <a:pathLst>
                <a:path w="6420054" h="3131448">
                  <a:moveTo>
                    <a:pt x="0" y="0"/>
                  </a:moveTo>
                  <a:lnTo>
                    <a:pt x="73174" y="132475"/>
                  </a:lnTo>
                  <a:lnTo>
                    <a:pt x="149643" y="264956"/>
                  </a:lnTo>
                  <a:lnTo>
                    <a:pt x="226111" y="391737"/>
                  </a:lnTo>
                  <a:lnTo>
                    <a:pt x="302579" y="513063"/>
                  </a:lnTo>
                  <a:lnTo>
                    <a:pt x="379048" y="629169"/>
                  </a:lnTo>
                  <a:lnTo>
                    <a:pt x="455516" y="740278"/>
                  </a:lnTo>
                  <a:lnTo>
                    <a:pt x="531985" y="846607"/>
                  </a:lnTo>
                  <a:lnTo>
                    <a:pt x="608453" y="948361"/>
                  </a:lnTo>
                  <a:lnTo>
                    <a:pt x="684922" y="1045737"/>
                  </a:lnTo>
                  <a:lnTo>
                    <a:pt x="761390" y="1138922"/>
                  </a:lnTo>
                  <a:lnTo>
                    <a:pt x="837858" y="1228098"/>
                  </a:lnTo>
                  <a:lnTo>
                    <a:pt x="914327" y="1313437"/>
                  </a:lnTo>
                  <a:lnTo>
                    <a:pt x="990795" y="1395104"/>
                  </a:lnTo>
                  <a:lnTo>
                    <a:pt x="1067264" y="1473258"/>
                  </a:lnTo>
                  <a:lnTo>
                    <a:pt x="1143732" y="1548048"/>
                  </a:lnTo>
                  <a:lnTo>
                    <a:pt x="1220201" y="1619620"/>
                  </a:lnTo>
                  <a:lnTo>
                    <a:pt x="1296669" y="1688113"/>
                  </a:lnTo>
                  <a:lnTo>
                    <a:pt x="1373138" y="1753658"/>
                  </a:lnTo>
                  <a:lnTo>
                    <a:pt x="1449606" y="1816384"/>
                  </a:lnTo>
                  <a:lnTo>
                    <a:pt x="1526074" y="1876410"/>
                  </a:lnTo>
                  <a:lnTo>
                    <a:pt x="1602543" y="1933854"/>
                  </a:lnTo>
                  <a:lnTo>
                    <a:pt x="1679011" y="1988825"/>
                  </a:lnTo>
                  <a:lnTo>
                    <a:pt x="1755480" y="2041432"/>
                  </a:lnTo>
                  <a:lnTo>
                    <a:pt x="1831948" y="2091775"/>
                  </a:lnTo>
                  <a:lnTo>
                    <a:pt x="1908417" y="2139952"/>
                  </a:lnTo>
                  <a:lnTo>
                    <a:pt x="1984885" y="2186056"/>
                  </a:lnTo>
                  <a:lnTo>
                    <a:pt x="2061353" y="2230176"/>
                  </a:lnTo>
                  <a:lnTo>
                    <a:pt x="2137822" y="2272397"/>
                  </a:lnTo>
                  <a:lnTo>
                    <a:pt x="2214290" y="2312802"/>
                  </a:lnTo>
                  <a:lnTo>
                    <a:pt x="2290759" y="2351469"/>
                  </a:lnTo>
                  <a:lnTo>
                    <a:pt x="2367227" y="2388472"/>
                  </a:lnTo>
                  <a:lnTo>
                    <a:pt x="2443696" y="2423882"/>
                  </a:lnTo>
                  <a:lnTo>
                    <a:pt x="2520164" y="2457769"/>
                  </a:lnTo>
                  <a:lnTo>
                    <a:pt x="2596632" y="2490198"/>
                  </a:lnTo>
                  <a:lnTo>
                    <a:pt x="2673101" y="2521232"/>
                  </a:lnTo>
                  <a:lnTo>
                    <a:pt x="2749569" y="2550930"/>
                  </a:lnTo>
                  <a:lnTo>
                    <a:pt x="2826038" y="2579350"/>
                  </a:lnTo>
                  <a:lnTo>
                    <a:pt x="2902506" y="2606548"/>
                  </a:lnTo>
                  <a:lnTo>
                    <a:pt x="2978975" y="2632575"/>
                  </a:lnTo>
                  <a:lnTo>
                    <a:pt x="3055443" y="2657482"/>
                  </a:lnTo>
                  <a:lnTo>
                    <a:pt x="3131911" y="2681318"/>
                  </a:lnTo>
                  <a:lnTo>
                    <a:pt x="3208380" y="2704128"/>
                  </a:lnTo>
                  <a:lnTo>
                    <a:pt x="3284848" y="2725956"/>
                  </a:lnTo>
                  <a:lnTo>
                    <a:pt x="3361317" y="2746846"/>
                  </a:lnTo>
                  <a:lnTo>
                    <a:pt x="3437785" y="2766836"/>
                  </a:lnTo>
                  <a:lnTo>
                    <a:pt x="3514254" y="2785966"/>
                  </a:lnTo>
                  <a:lnTo>
                    <a:pt x="3590722" y="2804274"/>
                  </a:lnTo>
                  <a:lnTo>
                    <a:pt x="3667190" y="2821793"/>
                  </a:lnTo>
                  <a:lnTo>
                    <a:pt x="3743659" y="2838559"/>
                  </a:lnTo>
                  <a:lnTo>
                    <a:pt x="3820127" y="2854603"/>
                  </a:lnTo>
                  <a:lnTo>
                    <a:pt x="3896596" y="2869957"/>
                  </a:lnTo>
                  <a:lnTo>
                    <a:pt x="3973064" y="2884650"/>
                  </a:lnTo>
                  <a:lnTo>
                    <a:pt x="4049533" y="2898711"/>
                  </a:lnTo>
                  <a:lnTo>
                    <a:pt x="4126001" y="2912167"/>
                  </a:lnTo>
                  <a:lnTo>
                    <a:pt x="4202470" y="2925044"/>
                  </a:lnTo>
                  <a:lnTo>
                    <a:pt x="4278938" y="2937367"/>
                  </a:lnTo>
                  <a:lnTo>
                    <a:pt x="4355406" y="2949160"/>
                  </a:lnTo>
                  <a:lnTo>
                    <a:pt x="4431875" y="2960445"/>
                  </a:lnTo>
                  <a:lnTo>
                    <a:pt x="4508343" y="2971245"/>
                  </a:lnTo>
                  <a:lnTo>
                    <a:pt x="4584812" y="2981580"/>
                  </a:lnTo>
                  <a:lnTo>
                    <a:pt x="4661280" y="2991471"/>
                  </a:lnTo>
                  <a:lnTo>
                    <a:pt x="4737749" y="3000935"/>
                  </a:lnTo>
                  <a:lnTo>
                    <a:pt x="4814217" y="3009993"/>
                  </a:lnTo>
                  <a:lnTo>
                    <a:pt x="4890685" y="3018661"/>
                  </a:lnTo>
                  <a:lnTo>
                    <a:pt x="4967154" y="3026956"/>
                  </a:lnTo>
                  <a:lnTo>
                    <a:pt x="5043622" y="3034894"/>
                  </a:lnTo>
                  <a:lnTo>
                    <a:pt x="5120091" y="3042490"/>
                  </a:lnTo>
                  <a:lnTo>
                    <a:pt x="5196559" y="3049759"/>
                  </a:lnTo>
                  <a:lnTo>
                    <a:pt x="5273028" y="3056716"/>
                  </a:lnTo>
                  <a:lnTo>
                    <a:pt x="5349496" y="3063374"/>
                  </a:lnTo>
                  <a:lnTo>
                    <a:pt x="5425964" y="3069745"/>
                  </a:lnTo>
                  <a:lnTo>
                    <a:pt x="5502433" y="3075841"/>
                  </a:lnTo>
                  <a:lnTo>
                    <a:pt x="5578901" y="3081676"/>
                  </a:lnTo>
                  <a:lnTo>
                    <a:pt x="5655370" y="3087259"/>
                  </a:lnTo>
                  <a:lnTo>
                    <a:pt x="5731838" y="3092603"/>
                  </a:lnTo>
                  <a:lnTo>
                    <a:pt x="5808307" y="3097716"/>
                  </a:lnTo>
                  <a:lnTo>
                    <a:pt x="5884775" y="3102609"/>
                  </a:lnTo>
                  <a:lnTo>
                    <a:pt x="5961243" y="3107292"/>
                  </a:lnTo>
                  <a:lnTo>
                    <a:pt x="6037712" y="3111773"/>
                  </a:lnTo>
                  <a:lnTo>
                    <a:pt x="6114180" y="3116062"/>
                  </a:lnTo>
                  <a:lnTo>
                    <a:pt x="6190649" y="3120165"/>
                  </a:lnTo>
                  <a:lnTo>
                    <a:pt x="6267117" y="3124093"/>
                  </a:lnTo>
                  <a:lnTo>
                    <a:pt x="6343586" y="3127851"/>
                  </a:lnTo>
                  <a:lnTo>
                    <a:pt x="6420054" y="31314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592970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2026-09-08T07:54:14Z</dcterms:modified>
  <cp:category/>
</cp:coreProperties>
</file>