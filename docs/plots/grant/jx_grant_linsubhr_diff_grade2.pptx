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3829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73666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090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4440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364365"/>
            </a:xfrm>
            <a:custGeom>
              <a:avLst/>
              <a:pathLst>
                <a:path w="0" h="3364365">
                  <a:moveTo>
                    <a:pt x="0" y="336436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364365"/>
            </a:xfrm>
            <a:custGeom>
              <a:avLst/>
              <a:pathLst>
                <a:path w="0" h="3364365">
                  <a:moveTo>
                    <a:pt x="0" y="336436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364365"/>
            </a:xfrm>
            <a:custGeom>
              <a:avLst/>
              <a:pathLst>
                <a:path w="0" h="3364365">
                  <a:moveTo>
                    <a:pt x="0" y="336436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364365"/>
            </a:xfrm>
            <a:custGeom>
              <a:avLst/>
              <a:pathLst>
                <a:path w="0" h="3364365">
                  <a:moveTo>
                    <a:pt x="0" y="336436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2060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5598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89135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2672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209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364365"/>
            </a:xfrm>
            <a:custGeom>
              <a:avLst/>
              <a:pathLst>
                <a:path w="0" h="3364365">
                  <a:moveTo>
                    <a:pt x="0" y="336436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364365"/>
            </a:xfrm>
            <a:custGeom>
              <a:avLst/>
              <a:pathLst>
                <a:path w="0" h="3364365">
                  <a:moveTo>
                    <a:pt x="0" y="336436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364365"/>
            </a:xfrm>
            <a:custGeom>
              <a:avLst/>
              <a:pathLst>
                <a:path w="0" h="3364365">
                  <a:moveTo>
                    <a:pt x="0" y="336436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364365"/>
            </a:xfrm>
            <a:custGeom>
              <a:avLst/>
              <a:pathLst>
                <a:path w="0" h="3364365">
                  <a:moveTo>
                    <a:pt x="0" y="336436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98429"/>
              <a:ext cx="7260303" cy="2976153"/>
            </a:xfrm>
            <a:custGeom>
              <a:avLst/>
              <a:pathLst>
                <a:path w="7260303" h="2976153">
                  <a:moveTo>
                    <a:pt x="0" y="0"/>
                  </a:moveTo>
                  <a:lnTo>
                    <a:pt x="72270" y="93823"/>
                  </a:lnTo>
                  <a:lnTo>
                    <a:pt x="148739" y="189944"/>
                  </a:lnTo>
                  <a:lnTo>
                    <a:pt x="225207" y="283015"/>
                  </a:lnTo>
                  <a:lnTo>
                    <a:pt x="301676" y="373132"/>
                  </a:lnTo>
                  <a:lnTo>
                    <a:pt x="378144" y="460388"/>
                  </a:lnTo>
                  <a:lnTo>
                    <a:pt x="454613" y="544874"/>
                  </a:lnTo>
                  <a:lnTo>
                    <a:pt x="531081" y="626679"/>
                  </a:lnTo>
                  <a:lnTo>
                    <a:pt x="607549" y="705888"/>
                  </a:lnTo>
                  <a:lnTo>
                    <a:pt x="684018" y="782582"/>
                  </a:lnTo>
                  <a:lnTo>
                    <a:pt x="760486" y="856842"/>
                  </a:lnTo>
                  <a:lnTo>
                    <a:pt x="836955" y="928745"/>
                  </a:lnTo>
                  <a:lnTo>
                    <a:pt x="913423" y="998366"/>
                  </a:lnTo>
                  <a:lnTo>
                    <a:pt x="989892" y="1065777"/>
                  </a:lnTo>
                  <a:lnTo>
                    <a:pt x="1066360" y="1131048"/>
                  </a:lnTo>
                  <a:lnTo>
                    <a:pt x="1142828" y="1194248"/>
                  </a:lnTo>
                  <a:lnTo>
                    <a:pt x="1219297" y="1255441"/>
                  </a:lnTo>
                  <a:lnTo>
                    <a:pt x="1295765" y="1314692"/>
                  </a:lnTo>
                  <a:lnTo>
                    <a:pt x="1372234" y="1372063"/>
                  </a:lnTo>
                  <a:lnTo>
                    <a:pt x="1448702" y="1427613"/>
                  </a:lnTo>
                  <a:lnTo>
                    <a:pt x="1525171" y="1481399"/>
                  </a:lnTo>
                  <a:lnTo>
                    <a:pt x="1601639" y="1533478"/>
                  </a:lnTo>
                  <a:lnTo>
                    <a:pt x="1678107" y="1583904"/>
                  </a:lnTo>
                  <a:lnTo>
                    <a:pt x="1754576" y="1632730"/>
                  </a:lnTo>
                  <a:lnTo>
                    <a:pt x="1831044" y="1680006"/>
                  </a:lnTo>
                  <a:lnTo>
                    <a:pt x="1907513" y="1725781"/>
                  </a:lnTo>
                  <a:lnTo>
                    <a:pt x="1983981" y="1770104"/>
                  </a:lnTo>
                  <a:lnTo>
                    <a:pt x="2060450" y="1813019"/>
                  </a:lnTo>
                  <a:lnTo>
                    <a:pt x="2136918" y="1854573"/>
                  </a:lnTo>
                  <a:lnTo>
                    <a:pt x="2213386" y="1894807"/>
                  </a:lnTo>
                  <a:lnTo>
                    <a:pt x="2289855" y="1933765"/>
                  </a:lnTo>
                  <a:lnTo>
                    <a:pt x="2366323" y="1971486"/>
                  </a:lnTo>
                  <a:lnTo>
                    <a:pt x="2442792" y="2008009"/>
                  </a:lnTo>
                  <a:lnTo>
                    <a:pt x="2519260" y="2043373"/>
                  </a:lnTo>
                  <a:lnTo>
                    <a:pt x="2595729" y="2077615"/>
                  </a:lnTo>
                  <a:lnTo>
                    <a:pt x="2672197" y="2110770"/>
                  </a:lnTo>
                  <a:lnTo>
                    <a:pt x="2748666" y="2142873"/>
                  </a:lnTo>
                  <a:lnTo>
                    <a:pt x="2825134" y="2173957"/>
                  </a:lnTo>
                  <a:lnTo>
                    <a:pt x="2901602" y="2204054"/>
                  </a:lnTo>
                  <a:lnTo>
                    <a:pt x="2978071" y="2233196"/>
                  </a:lnTo>
                  <a:lnTo>
                    <a:pt x="3054539" y="2261412"/>
                  </a:lnTo>
                  <a:lnTo>
                    <a:pt x="3131008" y="2288734"/>
                  </a:lnTo>
                  <a:lnTo>
                    <a:pt x="3207476" y="2315188"/>
                  </a:lnTo>
                  <a:lnTo>
                    <a:pt x="3283945" y="2340802"/>
                  </a:lnTo>
                  <a:lnTo>
                    <a:pt x="3360413" y="2356268"/>
                  </a:lnTo>
                  <a:lnTo>
                    <a:pt x="3436881" y="2352344"/>
                  </a:lnTo>
                  <a:lnTo>
                    <a:pt x="3513350" y="2348401"/>
                  </a:lnTo>
                  <a:lnTo>
                    <a:pt x="3589818" y="2344437"/>
                  </a:lnTo>
                  <a:lnTo>
                    <a:pt x="3666287" y="2340453"/>
                  </a:lnTo>
                  <a:lnTo>
                    <a:pt x="3742755" y="2336449"/>
                  </a:lnTo>
                  <a:lnTo>
                    <a:pt x="3819224" y="2332424"/>
                  </a:lnTo>
                  <a:lnTo>
                    <a:pt x="3895692" y="2328378"/>
                  </a:lnTo>
                  <a:lnTo>
                    <a:pt x="3972160" y="2324312"/>
                  </a:lnTo>
                  <a:lnTo>
                    <a:pt x="4048629" y="2320225"/>
                  </a:lnTo>
                  <a:lnTo>
                    <a:pt x="4125097" y="2316117"/>
                  </a:lnTo>
                  <a:lnTo>
                    <a:pt x="4201566" y="2311988"/>
                  </a:lnTo>
                  <a:lnTo>
                    <a:pt x="4278034" y="2307837"/>
                  </a:lnTo>
                  <a:lnTo>
                    <a:pt x="4354503" y="2303666"/>
                  </a:lnTo>
                  <a:lnTo>
                    <a:pt x="4430971" y="2299473"/>
                  </a:lnTo>
                  <a:lnTo>
                    <a:pt x="4507439" y="2295259"/>
                  </a:lnTo>
                  <a:lnTo>
                    <a:pt x="4583908" y="2291023"/>
                  </a:lnTo>
                  <a:lnTo>
                    <a:pt x="4660376" y="2286765"/>
                  </a:lnTo>
                  <a:lnTo>
                    <a:pt x="4736845" y="2282486"/>
                  </a:lnTo>
                  <a:lnTo>
                    <a:pt x="4813313" y="2278184"/>
                  </a:lnTo>
                  <a:lnTo>
                    <a:pt x="4889782" y="2273861"/>
                  </a:lnTo>
                  <a:lnTo>
                    <a:pt x="4966250" y="2269516"/>
                  </a:lnTo>
                  <a:lnTo>
                    <a:pt x="5042719" y="2265148"/>
                  </a:lnTo>
                  <a:lnTo>
                    <a:pt x="5119187" y="2260758"/>
                  </a:lnTo>
                  <a:lnTo>
                    <a:pt x="5195655" y="2256345"/>
                  </a:lnTo>
                  <a:lnTo>
                    <a:pt x="5272124" y="2251910"/>
                  </a:lnTo>
                  <a:lnTo>
                    <a:pt x="5348592" y="2247452"/>
                  </a:lnTo>
                  <a:lnTo>
                    <a:pt x="5425061" y="2242971"/>
                  </a:lnTo>
                  <a:lnTo>
                    <a:pt x="5501529" y="2238467"/>
                  </a:lnTo>
                  <a:lnTo>
                    <a:pt x="5577998" y="2233940"/>
                  </a:lnTo>
                  <a:lnTo>
                    <a:pt x="5654466" y="2229390"/>
                  </a:lnTo>
                  <a:lnTo>
                    <a:pt x="5730934" y="2224817"/>
                  </a:lnTo>
                  <a:lnTo>
                    <a:pt x="5807403" y="2220220"/>
                  </a:lnTo>
                  <a:lnTo>
                    <a:pt x="5883871" y="2215600"/>
                  </a:lnTo>
                  <a:lnTo>
                    <a:pt x="5960340" y="2210956"/>
                  </a:lnTo>
                  <a:lnTo>
                    <a:pt x="6036808" y="2206288"/>
                  </a:lnTo>
                  <a:lnTo>
                    <a:pt x="6113277" y="2201596"/>
                  </a:lnTo>
                  <a:lnTo>
                    <a:pt x="6189745" y="2196881"/>
                  </a:lnTo>
                  <a:lnTo>
                    <a:pt x="6266213" y="2192141"/>
                  </a:lnTo>
                  <a:lnTo>
                    <a:pt x="6342682" y="2187377"/>
                  </a:lnTo>
                  <a:lnTo>
                    <a:pt x="6419150" y="2182588"/>
                  </a:lnTo>
                  <a:lnTo>
                    <a:pt x="6495619" y="2177775"/>
                  </a:lnTo>
                  <a:lnTo>
                    <a:pt x="6572087" y="2172937"/>
                  </a:lnTo>
                  <a:lnTo>
                    <a:pt x="6648556" y="2168075"/>
                  </a:lnTo>
                  <a:lnTo>
                    <a:pt x="6725024" y="2163188"/>
                  </a:lnTo>
                  <a:lnTo>
                    <a:pt x="6801492" y="2158275"/>
                  </a:lnTo>
                  <a:lnTo>
                    <a:pt x="6877961" y="2153337"/>
                  </a:lnTo>
                  <a:lnTo>
                    <a:pt x="6954429" y="2148375"/>
                  </a:lnTo>
                  <a:lnTo>
                    <a:pt x="7030898" y="2143386"/>
                  </a:lnTo>
                  <a:lnTo>
                    <a:pt x="7107366" y="2138372"/>
                  </a:lnTo>
                  <a:lnTo>
                    <a:pt x="7183835" y="2133333"/>
                  </a:lnTo>
                  <a:lnTo>
                    <a:pt x="7260303" y="2128267"/>
                  </a:lnTo>
                  <a:lnTo>
                    <a:pt x="7260303" y="2976153"/>
                  </a:lnTo>
                  <a:lnTo>
                    <a:pt x="7183835" y="2971366"/>
                  </a:lnTo>
                  <a:lnTo>
                    <a:pt x="7107366" y="2966422"/>
                  </a:lnTo>
                  <a:lnTo>
                    <a:pt x="7030898" y="2961316"/>
                  </a:lnTo>
                  <a:lnTo>
                    <a:pt x="6954429" y="2956043"/>
                  </a:lnTo>
                  <a:lnTo>
                    <a:pt x="6877961" y="2950597"/>
                  </a:lnTo>
                  <a:lnTo>
                    <a:pt x="6801492" y="2944972"/>
                  </a:lnTo>
                  <a:lnTo>
                    <a:pt x="6725024" y="2939163"/>
                  </a:lnTo>
                  <a:lnTo>
                    <a:pt x="6648556" y="2933164"/>
                  </a:lnTo>
                  <a:lnTo>
                    <a:pt x="6572087" y="2926967"/>
                  </a:lnTo>
                  <a:lnTo>
                    <a:pt x="6495619" y="2920568"/>
                  </a:lnTo>
                  <a:lnTo>
                    <a:pt x="6419150" y="2913959"/>
                  </a:lnTo>
                  <a:lnTo>
                    <a:pt x="6342682" y="2907133"/>
                  </a:lnTo>
                  <a:lnTo>
                    <a:pt x="6266213" y="2900084"/>
                  </a:lnTo>
                  <a:lnTo>
                    <a:pt x="6189745" y="2892804"/>
                  </a:lnTo>
                  <a:lnTo>
                    <a:pt x="6113277" y="2885284"/>
                  </a:lnTo>
                  <a:lnTo>
                    <a:pt x="6036808" y="2877519"/>
                  </a:lnTo>
                  <a:lnTo>
                    <a:pt x="5960340" y="2869498"/>
                  </a:lnTo>
                  <a:lnTo>
                    <a:pt x="5883871" y="2861215"/>
                  </a:lnTo>
                  <a:lnTo>
                    <a:pt x="5807403" y="2852661"/>
                  </a:lnTo>
                  <a:lnTo>
                    <a:pt x="5730934" y="2843826"/>
                  </a:lnTo>
                  <a:lnTo>
                    <a:pt x="5654466" y="2834701"/>
                  </a:lnTo>
                  <a:lnTo>
                    <a:pt x="5577998" y="2825277"/>
                  </a:lnTo>
                  <a:lnTo>
                    <a:pt x="5501529" y="2815544"/>
                  </a:lnTo>
                  <a:lnTo>
                    <a:pt x="5425061" y="2805492"/>
                  </a:lnTo>
                  <a:lnTo>
                    <a:pt x="5348592" y="2795111"/>
                  </a:lnTo>
                  <a:lnTo>
                    <a:pt x="5272124" y="2784390"/>
                  </a:lnTo>
                  <a:lnTo>
                    <a:pt x="5195655" y="2773316"/>
                  </a:lnTo>
                  <a:lnTo>
                    <a:pt x="5119187" y="2761880"/>
                  </a:lnTo>
                  <a:lnTo>
                    <a:pt x="5042719" y="2750069"/>
                  </a:lnTo>
                  <a:lnTo>
                    <a:pt x="4966250" y="2737871"/>
                  </a:lnTo>
                  <a:lnTo>
                    <a:pt x="4889782" y="2725273"/>
                  </a:lnTo>
                  <a:lnTo>
                    <a:pt x="4813313" y="2712262"/>
                  </a:lnTo>
                  <a:lnTo>
                    <a:pt x="4736845" y="2698825"/>
                  </a:lnTo>
                  <a:lnTo>
                    <a:pt x="4660376" y="2684947"/>
                  </a:lnTo>
                  <a:lnTo>
                    <a:pt x="4583908" y="2670614"/>
                  </a:lnTo>
                  <a:lnTo>
                    <a:pt x="4507439" y="2655811"/>
                  </a:lnTo>
                  <a:lnTo>
                    <a:pt x="4430971" y="2640523"/>
                  </a:lnTo>
                  <a:lnTo>
                    <a:pt x="4354503" y="2624734"/>
                  </a:lnTo>
                  <a:lnTo>
                    <a:pt x="4278034" y="2608427"/>
                  </a:lnTo>
                  <a:lnTo>
                    <a:pt x="4201566" y="2591586"/>
                  </a:lnTo>
                  <a:lnTo>
                    <a:pt x="4125097" y="2574192"/>
                  </a:lnTo>
                  <a:lnTo>
                    <a:pt x="4048629" y="2556229"/>
                  </a:lnTo>
                  <a:lnTo>
                    <a:pt x="3972160" y="2537676"/>
                  </a:lnTo>
                  <a:lnTo>
                    <a:pt x="3895692" y="2518516"/>
                  </a:lnTo>
                  <a:lnTo>
                    <a:pt x="3819224" y="2498727"/>
                  </a:lnTo>
                  <a:lnTo>
                    <a:pt x="3742755" y="2478290"/>
                  </a:lnTo>
                  <a:lnTo>
                    <a:pt x="3666287" y="2457182"/>
                  </a:lnTo>
                  <a:lnTo>
                    <a:pt x="3589818" y="2435383"/>
                  </a:lnTo>
                  <a:lnTo>
                    <a:pt x="3513350" y="2412869"/>
                  </a:lnTo>
                  <a:lnTo>
                    <a:pt x="3436881" y="2389617"/>
                  </a:lnTo>
                  <a:lnTo>
                    <a:pt x="3360413" y="2365603"/>
                  </a:lnTo>
                  <a:lnTo>
                    <a:pt x="3283945" y="2360171"/>
                  </a:lnTo>
                  <a:lnTo>
                    <a:pt x="3207476" y="2364054"/>
                  </a:lnTo>
                  <a:lnTo>
                    <a:pt x="3131008" y="2367918"/>
                  </a:lnTo>
                  <a:lnTo>
                    <a:pt x="3054539" y="2371762"/>
                  </a:lnTo>
                  <a:lnTo>
                    <a:pt x="2978071" y="2375587"/>
                  </a:lnTo>
                  <a:lnTo>
                    <a:pt x="2901602" y="2379392"/>
                  </a:lnTo>
                  <a:lnTo>
                    <a:pt x="2825134" y="2383177"/>
                  </a:lnTo>
                  <a:lnTo>
                    <a:pt x="2748666" y="2386943"/>
                  </a:lnTo>
                  <a:lnTo>
                    <a:pt x="2672197" y="2390690"/>
                  </a:lnTo>
                  <a:lnTo>
                    <a:pt x="2595729" y="2394418"/>
                  </a:lnTo>
                  <a:lnTo>
                    <a:pt x="2519260" y="2398127"/>
                  </a:lnTo>
                  <a:lnTo>
                    <a:pt x="2442792" y="2401817"/>
                  </a:lnTo>
                  <a:lnTo>
                    <a:pt x="2366323" y="2405489"/>
                  </a:lnTo>
                  <a:lnTo>
                    <a:pt x="2289855" y="2409141"/>
                  </a:lnTo>
                  <a:lnTo>
                    <a:pt x="2213386" y="2412775"/>
                  </a:lnTo>
                  <a:lnTo>
                    <a:pt x="2136918" y="2416391"/>
                  </a:lnTo>
                  <a:lnTo>
                    <a:pt x="2060450" y="2419988"/>
                  </a:lnTo>
                  <a:lnTo>
                    <a:pt x="1983981" y="2423566"/>
                  </a:lnTo>
                  <a:lnTo>
                    <a:pt x="1907513" y="2427127"/>
                  </a:lnTo>
                  <a:lnTo>
                    <a:pt x="1831044" y="2430669"/>
                  </a:lnTo>
                  <a:lnTo>
                    <a:pt x="1754576" y="2434193"/>
                  </a:lnTo>
                  <a:lnTo>
                    <a:pt x="1678107" y="2437699"/>
                  </a:lnTo>
                  <a:lnTo>
                    <a:pt x="1601639" y="2441188"/>
                  </a:lnTo>
                  <a:lnTo>
                    <a:pt x="1525171" y="2444658"/>
                  </a:lnTo>
                  <a:lnTo>
                    <a:pt x="1448702" y="2448111"/>
                  </a:lnTo>
                  <a:lnTo>
                    <a:pt x="1372234" y="2451547"/>
                  </a:lnTo>
                  <a:lnTo>
                    <a:pt x="1295765" y="2454965"/>
                  </a:lnTo>
                  <a:lnTo>
                    <a:pt x="1219297" y="2458365"/>
                  </a:lnTo>
                  <a:lnTo>
                    <a:pt x="1142828" y="2461748"/>
                  </a:lnTo>
                  <a:lnTo>
                    <a:pt x="1066360" y="2465114"/>
                  </a:lnTo>
                  <a:lnTo>
                    <a:pt x="989892" y="2468463"/>
                  </a:lnTo>
                  <a:lnTo>
                    <a:pt x="913423" y="2471794"/>
                  </a:lnTo>
                  <a:lnTo>
                    <a:pt x="836955" y="2475109"/>
                  </a:lnTo>
                  <a:lnTo>
                    <a:pt x="760486" y="2478407"/>
                  </a:lnTo>
                  <a:lnTo>
                    <a:pt x="684018" y="2481687"/>
                  </a:lnTo>
                  <a:lnTo>
                    <a:pt x="607549" y="2484952"/>
                  </a:lnTo>
                  <a:lnTo>
                    <a:pt x="531081" y="2488199"/>
                  </a:lnTo>
                  <a:lnTo>
                    <a:pt x="454613" y="2491430"/>
                  </a:lnTo>
                  <a:lnTo>
                    <a:pt x="378144" y="2494645"/>
                  </a:lnTo>
                  <a:lnTo>
                    <a:pt x="301676" y="2497843"/>
                  </a:lnTo>
                  <a:lnTo>
                    <a:pt x="225207" y="2501025"/>
                  </a:lnTo>
                  <a:lnTo>
                    <a:pt x="148739" y="2504191"/>
                  </a:lnTo>
                  <a:lnTo>
                    <a:pt x="72270" y="2507340"/>
                  </a:lnTo>
                  <a:lnTo>
                    <a:pt x="0" y="251030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15645" y="2298429"/>
              <a:ext cx="7260303" cy="2356268"/>
            </a:xfrm>
            <a:custGeom>
              <a:avLst/>
              <a:pathLst>
                <a:path w="7260303" h="2356268">
                  <a:moveTo>
                    <a:pt x="0" y="0"/>
                  </a:moveTo>
                  <a:lnTo>
                    <a:pt x="72270" y="93823"/>
                  </a:lnTo>
                  <a:lnTo>
                    <a:pt x="148739" y="189944"/>
                  </a:lnTo>
                  <a:lnTo>
                    <a:pt x="225207" y="283015"/>
                  </a:lnTo>
                  <a:lnTo>
                    <a:pt x="301676" y="373132"/>
                  </a:lnTo>
                  <a:lnTo>
                    <a:pt x="378144" y="460388"/>
                  </a:lnTo>
                  <a:lnTo>
                    <a:pt x="454613" y="544874"/>
                  </a:lnTo>
                  <a:lnTo>
                    <a:pt x="531081" y="626679"/>
                  </a:lnTo>
                  <a:lnTo>
                    <a:pt x="607549" y="705888"/>
                  </a:lnTo>
                  <a:lnTo>
                    <a:pt x="684018" y="782582"/>
                  </a:lnTo>
                  <a:lnTo>
                    <a:pt x="760486" y="856842"/>
                  </a:lnTo>
                  <a:lnTo>
                    <a:pt x="836955" y="928745"/>
                  </a:lnTo>
                  <a:lnTo>
                    <a:pt x="913423" y="998366"/>
                  </a:lnTo>
                  <a:lnTo>
                    <a:pt x="989892" y="1065777"/>
                  </a:lnTo>
                  <a:lnTo>
                    <a:pt x="1066360" y="1131048"/>
                  </a:lnTo>
                  <a:lnTo>
                    <a:pt x="1142828" y="1194248"/>
                  </a:lnTo>
                  <a:lnTo>
                    <a:pt x="1219297" y="1255441"/>
                  </a:lnTo>
                  <a:lnTo>
                    <a:pt x="1295765" y="1314692"/>
                  </a:lnTo>
                  <a:lnTo>
                    <a:pt x="1372234" y="1372063"/>
                  </a:lnTo>
                  <a:lnTo>
                    <a:pt x="1448702" y="1427613"/>
                  </a:lnTo>
                  <a:lnTo>
                    <a:pt x="1525171" y="1481399"/>
                  </a:lnTo>
                  <a:lnTo>
                    <a:pt x="1601639" y="1533478"/>
                  </a:lnTo>
                  <a:lnTo>
                    <a:pt x="1678107" y="1583904"/>
                  </a:lnTo>
                  <a:lnTo>
                    <a:pt x="1754576" y="1632730"/>
                  </a:lnTo>
                  <a:lnTo>
                    <a:pt x="1831044" y="1680006"/>
                  </a:lnTo>
                  <a:lnTo>
                    <a:pt x="1907513" y="1725781"/>
                  </a:lnTo>
                  <a:lnTo>
                    <a:pt x="1983981" y="1770104"/>
                  </a:lnTo>
                  <a:lnTo>
                    <a:pt x="2060450" y="1813019"/>
                  </a:lnTo>
                  <a:lnTo>
                    <a:pt x="2136918" y="1854573"/>
                  </a:lnTo>
                  <a:lnTo>
                    <a:pt x="2213386" y="1894807"/>
                  </a:lnTo>
                  <a:lnTo>
                    <a:pt x="2289855" y="1933765"/>
                  </a:lnTo>
                  <a:lnTo>
                    <a:pt x="2366323" y="1971486"/>
                  </a:lnTo>
                  <a:lnTo>
                    <a:pt x="2442792" y="2008009"/>
                  </a:lnTo>
                  <a:lnTo>
                    <a:pt x="2519260" y="2043373"/>
                  </a:lnTo>
                  <a:lnTo>
                    <a:pt x="2595729" y="2077615"/>
                  </a:lnTo>
                  <a:lnTo>
                    <a:pt x="2672197" y="2110770"/>
                  </a:lnTo>
                  <a:lnTo>
                    <a:pt x="2748666" y="2142873"/>
                  </a:lnTo>
                  <a:lnTo>
                    <a:pt x="2825134" y="2173957"/>
                  </a:lnTo>
                  <a:lnTo>
                    <a:pt x="2901602" y="2204054"/>
                  </a:lnTo>
                  <a:lnTo>
                    <a:pt x="2978071" y="2233196"/>
                  </a:lnTo>
                  <a:lnTo>
                    <a:pt x="3054539" y="2261412"/>
                  </a:lnTo>
                  <a:lnTo>
                    <a:pt x="3131008" y="2288734"/>
                  </a:lnTo>
                  <a:lnTo>
                    <a:pt x="3207476" y="2315188"/>
                  </a:lnTo>
                  <a:lnTo>
                    <a:pt x="3283945" y="2340802"/>
                  </a:lnTo>
                  <a:lnTo>
                    <a:pt x="3360413" y="2356268"/>
                  </a:lnTo>
                  <a:lnTo>
                    <a:pt x="3436881" y="2352344"/>
                  </a:lnTo>
                  <a:lnTo>
                    <a:pt x="3513350" y="2348401"/>
                  </a:lnTo>
                  <a:lnTo>
                    <a:pt x="3589818" y="2344437"/>
                  </a:lnTo>
                  <a:lnTo>
                    <a:pt x="3666287" y="2340453"/>
                  </a:lnTo>
                  <a:lnTo>
                    <a:pt x="3742755" y="2336449"/>
                  </a:lnTo>
                  <a:lnTo>
                    <a:pt x="3819224" y="2332424"/>
                  </a:lnTo>
                  <a:lnTo>
                    <a:pt x="3895692" y="2328378"/>
                  </a:lnTo>
                  <a:lnTo>
                    <a:pt x="3972160" y="2324312"/>
                  </a:lnTo>
                  <a:lnTo>
                    <a:pt x="4048629" y="2320225"/>
                  </a:lnTo>
                  <a:lnTo>
                    <a:pt x="4125097" y="2316117"/>
                  </a:lnTo>
                  <a:lnTo>
                    <a:pt x="4201566" y="2311988"/>
                  </a:lnTo>
                  <a:lnTo>
                    <a:pt x="4278034" y="2307837"/>
                  </a:lnTo>
                  <a:lnTo>
                    <a:pt x="4354503" y="2303666"/>
                  </a:lnTo>
                  <a:lnTo>
                    <a:pt x="4430971" y="2299473"/>
                  </a:lnTo>
                  <a:lnTo>
                    <a:pt x="4507439" y="2295259"/>
                  </a:lnTo>
                  <a:lnTo>
                    <a:pt x="4583908" y="2291023"/>
                  </a:lnTo>
                  <a:lnTo>
                    <a:pt x="4660376" y="2286765"/>
                  </a:lnTo>
                  <a:lnTo>
                    <a:pt x="4736845" y="2282486"/>
                  </a:lnTo>
                  <a:lnTo>
                    <a:pt x="4813313" y="2278184"/>
                  </a:lnTo>
                  <a:lnTo>
                    <a:pt x="4889782" y="2273861"/>
                  </a:lnTo>
                  <a:lnTo>
                    <a:pt x="4966250" y="2269516"/>
                  </a:lnTo>
                  <a:lnTo>
                    <a:pt x="5042719" y="2265148"/>
                  </a:lnTo>
                  <a:lnTo>
                    <a:pt x="5119187" y="2260758"/>
                  </a:lnTo>
                  <a:lnTo>
                    <a:pt x="5195655" y="2256345"/>
                  </a:lnTo>
                  <a:lnTo>
                    <a:pt x="5272124" y="2251910"/>
                  </a:lnTo>
                  <a:lnTo>
                    <a:pt x="5348592" y="2247452"/>
                  </a:lnTo>
                  <a:lnTo>
                    <a:pt x="5425061" y="2242971"/>
                  </a:lnTo>
                  <a:lnTo>
                    <a:pt x="5501529" y="2238467"/>
                  </a:lnTo>
                  <a:lnTo>
                    <a:pt x="5577998" y="2233940"/>
                  </a:lnTo>
                  <a:lnTo>
                    <a:pt x="5654466" y="2229390"/>
                  </a:lnTo>
                  <a:lnTo>
                    <a:pt x="5730934" y="2224817"/>
                  </a:lnTo>
                  <a:lnTo>
                    <a:pt x="5807403" y="2220220"/>
                  </a:lnTo>
                  <a:lnTo>
                    <a:pt x="5883871" y="2215600"/>
                  </a:lnTo>
                  <a:lnTo>
                    <a:pt x="5960340" y="2210956"/>
                  </a:lnTo>
                  <a:lnTo>
                    <a:pt x="6036808" y="2206288"/>
                  </a:lnTo>
                  <a:lnTo>
                    <a:pt x="6113277" y="2201596"/>
                  </a:lnTo>
                  <a:lnTo>
                    <a:pt x="6189745" y="2196881"/>
                  </a:lnTo>
                  <a:lnTo>
                    <a:pt x="6266213" y="2192141"/>
                  </a:lnTo>
                  <a:lnTo>
                    <a:pt x="6342682" y="2187377"/>
                  </a:lnTo>
                  <a:lnTo>
                    <a:pt x="6419150" y="2182588"/>
                  </a:lnTo>
                  <a:lnTo>
                    <a:pt x="6495619" y="2177775"/>
                  </a:lnTo>
                  <a:lnTo>
                    <a:pt x="6572087" y="2172937"/>
                  </a:lnTo>
                  <a:lnTo>
                    <a:pt x="6648556" y="2168075"/>
                  </a:lnTo>
                  <a:lnTo>
                    <a:pt x="6725024" y="2163188"/>
                  </a:lnTo>
                  <a:lnTo>
                    <a:pt x="6801492" y="2158275"/>
                  </a:lnTo>
                  <a:lnTo>
                    <a:pt x="6877961" y="2153337"/>
                  </a:lnTo>
                  <a:lnTo>
                    <a:pt x="6954429" y="2148375"/>
                  </a:lnTo>
                  <a:lnTo>
                    <a:pt x="7030898" y="2143386"/>
                  </a:lnTo>
                  <a:lnTo>
                    <a:pt x="7107366" y="2138372"/>
                  </a:lnTo>
                  <a:lnTo>
                    <a:pt x="7183835" y="2133333"/>
                  </a:lnTo>
                  <a:lnTo>
                    <a:pt x="7260303" y="21282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4658600"/>
              <a:ext cx="7260303" cy="615981"/>
            </a:xfrm>
            <a:custGeom>
              <a:avLst/>
              <a:pathLst>
                <a:path w="7260303" h="615981">
                  <a:moveTo>
                    <a:pt x="7260303" y="615981"/>
                  </a:moveTo>
                  <a:lnTo>
                    <a:pt x="7183835" y="611194"/>
                  </a:lnTo>
                  <a:lnTo>
                    <a:pt x="7107366" y="606250"/>
                  </a:lnTo>
                  <a:lnTo>
                    <a:pt x="7030898" y="601145"/>
                  </a:lnTo>
                  <a:lnTo>
                    <a:pt x="6954429" y="595871"/>
                  </a:lnTo>
                  <a:lnTo>
                    <a:pt x="6877961" y="590425"/>
                  </a:lnTo>
                  <a:lnTo>
                    <a:pt x="6801492" y="584801"/>
                  </a:lnTo>
                  <a:lnTo>
                    <a:pt x="6725024" y="578992"/>
                  </a:lnTo>
                  <a:lnTo>
                    <a:pt x="6648556" y="572992"/>
                  </a:lnTo>
                  <a:lnTo>
                    <a:pt x="6572087" y="566796"/>
                  </a:lnTo>
                  <a:lnTo>
                    <a:pt x="6495619" y="560397"/>
                  </a:lnTo>
                  <a:lnTo>
                    <a:pt x="6419150" y="553788"/>
                  </a:lnTo>
                  <a:lnTo>
                    <a:pt x="6342682" y="546962"/>
                  </a:lnTo>
                  <a:lnTo>
                    <a:pt x="6266213" y="539913"/>
                  </a:lnTo>
                  <a:lnTo>
                    <a:pt x="6189745" y="532632"/>
                  </a:lnTo>
                  <a:lnTo>
                    <a:pt x="6113277" y="525113"/>
                  </a:lnTo>
                  <a:lnTo>
                    <a:pt x="6036808" y="517347"/>
                  </a:lnTo>
                  <a:lnTo>
                    <a:pt x="5960340" y="509327"/>
                  </a:lnTo>
                  <a:lnTo>
                    <a:pt x="5883871" y="501044"/>
                  </a:lnTo>
                  <a:lnTo>
                    <a:pt x="5807403" y="492489"/>
                  </a:lnTo>
                  <a:lnTo>
                    <a:pt x="5730934" y="483654"/>
                  </a:lnTo>
                  <a:lnTo>
                    <a:pt x="5654466" y="474529"/>
                  </a:lnTo>
                  <a:lnTo>
                    <a:pt x="5577998" y="465106"/>
                  </a:lnTo>
                  <a:lnTo>
                    <a:pt x="5501529" y="455373"/>
                  </a:lnTo>
                  <a:lnTo>
                    <a:pt x="5425061" y="445321"/>
                  </a:lnTo>
                  <a:lnTo>
                    <a:pt x="5348592" y="434940"/>
                  </a:lnTo>
                  <a:lnTo>
                    <a:pt x="5272124" y="424218"/>
                  </a:lnTo>
                  <a:lnTo>
                    <a:pt x="5195655" y="413145"/>
                  </a:lnTo>
                  <a:lnTo>
                    <a:pt x="5119187" y="401709"/>
                  </a:lnTo>
                  <a:lnTo>
                    <a:pt x="5042719" y="389898"/>
                  </a:lnTo>
                  <a:lnTo>
                    <a:pt x="4966250" y="377700"/>
                  </a:lnTo>
                  <a:lnTo>
                    <a:pt x="4889782" y="365102"/>
                  </a:lnTo>
                  <a:lnTo>
                    <a:pt x="4813313" y="352091"/>
                  </a:lnTo>
                  <a:lnTo>
                    <a:pt x="4736845" y="338653"/>
                  </a:lnTo>
                  <a:lnTo>
                    <a:pt x="4660376" y="324775"/>
                  </a:lnTo>
                  <a:lnTo>
                    <a:pt x="4583908" y="310442"/>
                  </a:lnTo>
                  <a:lnTo>
                    <a:pt x="4507439" y="295640"/>
                  </a:lnTo>
                  <a:lnTo>
                    <a:pt x="4430971" y="280352"/>
                  </a:lnTo>
                  <a:lnTo>
                    <a:pt x="4354503" y="264562"/>
                  </a:lnTo>
                  <a:lnTo>
                    <a:pt x="4278034" y="248256"/>
                  </a:lnTo>
                  <a:lnTo>
                    <a:pt x="4201566" y="231414"/>
                  </a:lnTo>
                  <a:lnTo>
                    <a:pt x="4125097" y="214021"/>
                  </a:lnTo>
                  <a:lnTo>
                    <a:pt x="4048629" y="196057"/>
                  </a:lnTo>
                  <a:lnTo>
                    <a:pt x="3972160" y="177505"/>
                  </a:lnTo>
                  <a:lnTo>
                    <a:pt x="3895692" y="158344"/>
                  </a:lnTo>
                  <a:lnTo>
                    <a:pt x="3819224" y="138556"/>
                  </a:lnTo>
                  <a:lnTo>
                    <a:pt x="3742755" y="118118"/>
                  </a:lnTo>
                  <a:lnTo>
                    <a:pt x="3666287" y="97011"/>
                  </a:lnTo>
                  <a:lnTo>
                    <a:pt x="3589818" y="75212"/>
                  </a:lnTo>
                  <a:lnTo>
                    <a:pt x="3513350" y="52698"/>
                  </a:lnTo>
                  <a:lnTo>
                    <a:pt x="3436881" y="29446"/>
                  </a:lnTo>
                  <a:lnTo>
                    <a:pt x="3360413" y="5432"/>
                  </a:lnTo>
                  <a:lnTo>
                    <a:pt x="3283945" y="0"/>
                  </a:lnTo>
                  <a:lnTo>
                    <a:pt x="3207476" y="3883"/>
                  </a:lnTo>
                  <a:lnTo>
                    <a:pt x="3131008" y="7747"/>
                  </a:lnTo>
                  <a:lnTo>
                    <a:pt x="3054539" y="11591"/>
                  </a:lnTo>
                  <a:lnTo>
                    <a:pt x="2978071" y="15415"/>
                  </a:lnTo>
                  <a:lnTo>
                    <a:pt x="2901602" y="19220"/>
                  </a:lnTo>
                  <a:lnTo>
                    <a:pt x="2825134" y="23006"/>
                  </a:lnTo>
                  <a:lnTo>
                    <a:pt x="2748666" y="26772"/>
                  </a:lnTo>
                  <a:lnTo>
                    <a:pt x="2672197" y="30519"/>
                  </a:lnTo>
                  <a:lnTo>
                    <a:pt x="2595729" y="34247"/>
                  </a:lnTo>
                  <a:lnTo>
                    <a:pt x="2519260" y="37956"/>
                  </a:lnTo>
                  <a:lnTo>
                    <a:pt x="2442792" y="41646"/>
                  </a:lnTo>
                  <a:lnTo>
                    <a:pt x="2366323" y="45317"/>
                  </a:lnTo>
                  <a:lnTo>
                    <a:pt x="2289855" y="48970"/>
                  </a:lnTo>
                  <a:lnTo>
                    <a:pt x="2213386" y="52604"/>
                  </a:lnTo>
                  <a:lnTo>
                    <a:pt x="2136918" y="56219"/>
                  </a:lnTo>
                  <a:lnTo>
                    <a:pt x="2060450" y="59816"/>
                  </a:lnTo>
                  <a:lnTo>
                    <a:pt x="1983981" y="63395"/>
                  </a:lnTo>
                  <a:lnTo>
                    <a:pt x="1907513" y="66955"/>
                  </a:lnTo>
                  <a:lnTo>
                    <a:pt x="1831044" y="70498"/>
                  </a:lnTo>
                  <a:lnTo>
                    <a:pt x="1754576" y="74022"/>
                  </a:lnTo>
                  <a:lnTo>
                    <a:pt x="1678107" y="77528"/>
                  </a:lnTo>
                  <a:lnTo>
                    <a:pt x="1601639" y="81016"/>
                  </a:lnTo>
                  <a:lnTo>
                    <a:pt x="1525171" y="84487"/>
                  </a:lnTo>
                  <a:lnTo>
                    <a:pt x="1448702" y="87940"/>
                  </a:lnTo>
                  <a:lnTo>
                    <a:pt x="1372234" y="91375"/>
                  </a:lnTo>
                  <a:lnTo>
                    <a:pt x="1295765" y="94793"/>
                  </a:lnTo>
                  <a:lnTo>
                    <a:pt x="1219297" y="98194"/>
                  </a:lnTo>
                  <a:lnTo>
                    <a:pt x="1142828" y="101577"/>
                  </a:lnTo>
                  <a:lnTo>
                    <a:pt x="1066360" y="104942"/>
                  </a:lnTo>
                  <a:lnTo>
                    <a:pt x="989892" y="108291"/>
                  </a:lnTo>
                  <a:lnTo>
                    <a:pt x="913423" y="111623"/>
                  </a:lnTo>
                  <a:lnTo>
                    <a:pt x="836955" y="114937"/>
                  </a:lnTo>
                  <a:lnTo>
                    <a:pt x="760486" y="118235"/>
                  </a:lnTo>
                  <a:lnTo>
                    <a:pt x="684018" y="121516"/>
                  </a:lnTo>
                  <a:lnTo>
                    <a:pt x="607549" y="124780"/>
                  </a:lnTo>
                  <a:lnTo>
                    <a:pt x="531081" y="128028"/>
                  </a:lnTo>
                  <a:lnTo>
                    <a:pt x="454613" y="131259"/>
                  </a:lnTo>
                  <a:lnTo>
                    <a:pt x="378144" y="134473"/>
                  </a:lnTo>
                  <a:lnTo>
                    <a:pt x="301676" y="137672"/>
                  </a:lnTo>
                  <a:lnTo>
                    <a:pt x="225207" y="140853"/>
                  </a:lnTo>
                  <a:lnTo>
                    <a:pt x="148739" y="144019"/>
                  </a:lnTo>
                  <a:lnTo>
                    <a:pt x="72270" y="147169"/>
                  </a:lnTo>
                  <a:lnTo>
                    <a:pt x="0" y="1501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15645" y="4038451"/>
              <a:ext cx="7260303" cy="1001187"/>
            </a:xfrm>
            <a:custGeom>
              <a:avLst/>
              <a:pathLst>
                <a:path w="7260303" h="1001187">
                  <a:moveTo>
                    <a:pt x="0" y="0"/>
                  </a:moveTo>
                  <a:lnTo>
                    <a:pt x="72270" y="17623"/>
                  </a:lnTo>
                  <a:lnTo>
                    <a:pt x="148739" y="36018"/>
                  </a:lnTo>
                  <a:lnTo>
                    <a:pt x="225207" y="54166"/>
                  </a:lnTo>
                  <a:lnTo>
                    <a:pt x="301676" y="72069"/>
                  </a:lnTo>
                  <a:lnTo>
                    <a:pt x="378144" y="89730"/>
                  </a:lnTo>
                  <a:lnTo>
                    <a:pt x="454613" y="107154"/>
                  </a:lnTo>
                  <a:lnTo>
                    <a:pt x="531081" y="124342"/>
                  </a:lnTo>
                  <a:lnTo>
                    <a:pt x="607549" y="141299"/>
                  </a:lnTo>
                  <a:lnTo>
                    <a:pt x="684018" y="158027"/>
                  </a:lnTo>
                  <a:lnTo>
                    <a:pt x="760486" y="174530"/>
                  </a:lnTo>
                  <a:lnTo>
                    <a:pt x="836955" y="190810"/>
                  </a:lnTo>
                  <a:lnTo>
                    <a:pt x="913423" y="206871"/>
                  </a:lnTo>
                  <a:lnTo>
                    <a:pt x="989892" y="222715"/>
                  </a:lnTo>
                  <a:lnTo>
                    <a:pt x="1066360" y="238346"/>
                  </a:lnTo>
                  <a:lnTo>
                    <a:pt x="1142828" y="253766"/>
                  </a:lnTo>
                  <a:lnTo>
                    <a:pt x="1219297" y="268978"/>
                  </a:lnTo>
                  <a:lnTo>
                    <a:pt x="1295765" y="283985"/>
                  </a:lnTo>
                  <a:lnTo>
                    <a:pt x="1372234" y="298789"/>
                  </a:lnTo>
                  <a:lnTo>
                    <a:pt x="1448702" y="313394"/>
                  </a:lnTo>
                  <a:lnTo>
                    <a:pt x="1525171" y="327802"/>
                  </a:lnTo>
                  <a:lnTo>
                    <a:pt x="1601639" y="342016"/>
                  </a:lnTo>
                  <a:lnTo>
                    <a:pt x="1678107" y="356039"/>
                  </a:lnTo>
                  <a:lnTo>
                    <a:pt x="1754576" y="369872"/>
                  </a:lnTo>
                  <a:lnTo>
                    <a:pt x="1831044" y="383519"/>
                  </a:lnTo>
                  <a:lnTo>
                    <a:pt x="1907513" y="396982"/>
                  </a:lnTo>
                  <a:lnTo>
                    <a:pt x="1983981" y="410263"/>
                  </a:lnTo>
                  <a:lnTo>
                    <a:pt x="2060450" y="423365"/>
                  </a:lnTo>
                  <a:lnTo>
                    <a:pt x="2136918" y="436291"/>
                  </a:lnTo>
                  <a:lnTo>
                    <a:pt x="2213386" y="449042"/>
                  </a:lnTo>
                  <a:lnTo>
                    <a:pt x="2289855" y="461622"/>
                  </a:lnTo>
                  <a:lnTo>
                    <a:pt x="2366323" y="474031"/>
                  </a:lnTo>
                  <a:lnTo>
                    <a:pt x="2442792" y="486274"/>
                  </a:lnTo>
                  <a:lnTo>
                    <a:pt x="2519260" y="498352"/>
                  </a:lnTo>
                  <a:lnTo>
                    <a:pt x="2595729" y="510266"/>
                  </a:lnTo>
                  <a:lnTo>
                    <a:pt x="2672197" y="522020"/>
                  </a:lnTo>
                  <a:lnTo>
                    <a:pt x="2748666" y="533616"/>
                  </a:lnTo>
                  <a:lnTo>
                    <a:pt x="2825134" y="545055"/>
                  </a:lnTo>
                  <a:lnTo>
                    <a:pt x="2901602" y="556340"/>
                  </a:lnTo>
                  <a:lnTo>
                    <a:pt x="2978071" y="567473"/>
                  </a:lnTo>
                  <a:lnTo>
                    <a:pt x="3054539" y="578456"/>
                  </a:lnTo>
                  <a:lnTo>
                    <a:pt x="3131008" y="589291"/>
                  </a:lnTo>
                  <a:lnTo>
                    <a:pt x="3207476" y="599980"/>
                  </a:lnTo>
                  <a:lnTo>
                    <a:pt x="3283945" y="610525"/>
                  </a:lnTo>
                  <a:lnTo>
                    <a:pt x="3360413" y="620927"/>
                  </a:lnTo>
                  <a:lnTo>
                    <a:pt x="3436881" y="631189"/>
                  </a:lnTo>
                  <a:lnTo>
                    <a:pt x="3513350" y="641313"/>
                  </a:lnTo>
                  <a:lnTo>
                    <a:pt x="3589818" y="651301"/>
                  </a:lnTo>
                  <a:lnTo>
                    <a:pt x="3666287" y="661153"/>
                  </a:lnTo>
                  <a:lnTo>
                    <a:pt x="3742755" y="670873"/>
                  </a:lnTo>
                  <a:lnTo>
                    <a:pt x="3819224" y="680462"/>
                  </a:lnTo>
                  <a:lnTo>
                    <a:pt x="3895692" y="689922"/>
                  </a:lnTo>
                  <a:lnTo>
                    <a:pt x="3972160" y="699254"/>
                  </a:lnTo>
                  <a:lnTo>
                    <a:pt x="4048629" y="708460"/>
                  </a:lnTo>
                  <a:lnTo>
                    <a:pt x="4125097" y="717543"/>
                  </a:lnTo>
                  <a:lnTo>
                    <a:pt x="4201566" y="726502"/>
                  </a:lnTo>
                  <a:lnTo>
                    <a:pt x="4278034" y="735341"/>
                  </a:lnTo>
                  <a:lnTo>
                    <a:pt x="4354503" y="744061"/>
                  </a:lnTo>
                  <a:lnTo>
                    <a:pt x="4430971" y="752664"/>
                  </a:lnTo>
                  <a:lnTo>
                    <a:pt x="4507439" y="761150"/>
                  </a:lnTo>
                  <a:lnTo>
                    <a:pt x="4583908" y="769522"/>
                  </a:lnTo>
                  <a:lnTo>
                    <a:pt x="4660376" y="777781"/>
                  </a:lnTo>
                  <a:lnTo>
                    <a:pt x="4736845" y="785928"/>
                  </a:lnTo>
                  <a:lnTo>
                    <a:pt x="4813313" y="793966"/>
                  </a:lnTo>
                  <a:lnTo>
                    <a:pt x="4889782" y="801896"/>
                  </a:lnTo>
                  <a:lnTo>
                    <a:pt x="4966250" y="809718"/>
                  </a:lnTo>
                  <a:lnTo>
                    <a:pt x="5042719" y="817436"/>
                  </a:lnTo>
                  <a:lnTo>
                    <a:pt x="5119187" y="825049"/>
                  </a:lnTo>
                  <a:lnTo>
                    <a:pt x="5195655" y="832559"/>
                  </a:lnTo>
                  <a:lnTo>
                    <a:pt x="5272124" y="839968"/>
                  </a:lnTo>
                  <a:lnTo>
                    <a:pt x="5348592" y="847278"/>
                  </a:lnTo>
                  <a:lnTo>
                    <a:pt x="5425061" y="854488"/>
                  </a:lnTo>
                  <a:lnTo>
                    <a:pt x="5501529" y="861602"/>
                  </a:lnTo>
                  <a:lnTo>
                    <a:pt x="5577998" y="868620"/>
                  </a:lnTo>
                  <a:lnTo>
                    <a:pt x="5654466" y="875543"/>
                  </a:lnTo>
                  <a:lnTo>
                    <a:pt x="5730934" y="882373"/>
                  </a:lnTo>
                  <a:lnTo>
                    <a:pt x="5807403" y="889110"/>
                  </a:lnTo>
                  <a:lnTo>
                    <a:pt x="5883871" y="895757"/>
                  </a:lnTo>
                  <a:lnTo>
                    <a:pt x="5960340" y="902314"/>
                  </a:lnTo>
                  <a:lnTo>
                    <a:pt x="6036808" y="908783"/>
                  </a:lnTo>
                  <a:lnTo>
                    <a:pt x="6113277" y="915165"/>
                  </a:lnTo>
                  <a:lnTo>
                    <a:pt x="6189745" y="921460"/>
                  </a:lnTo>
                  <a:lnTo>
                    <a:pt x="6266213" y="927671"/>
                  </a:lnTo>
                  <a:lnTo>
                    <a:pt x="6342682" y="933798"/>
                  </a:lnTo>
                  <a:lnTo>
                    <a:pt x="6419150" y="939842"/>
                  </a:lnTo>
                  <a:lnTo>
                    <a:pt x="6495619" y="945805"/>
                  </a:lnTo>
                  <a:lnTo>
                    <a:pt x="6572087" y="951688"/>
                  </a:lnTo>
                  <a:lnTo>
                    <a:pt x="6648556" y="957491"/>
                  </a:lnTo>
                  <a:lnTo>
                    <a:pt x="6725024" y="963216"/>
                  </a:lnTo>
                  <a:lnTo>
                    <a:pt x="6801492" y="968864"/>
                  </a:lnTo>
                  <a:lnTo>
                    <a:pt x="6877961" y="974436"/>
                  </a:lnTo>
                  <a:lnTo>
                    <a:pt x="6954429" y="979932"/>
                  </a:lnTo>
                  <a:lnTo>
                    <a:pt x="7030898" y="985355"/>
                  </a:lnTo>
                  <a:lnTo>
                    <a:pt x="7107366" y="990704"/>
                  </a:lnTo>
                  <a:lnTo>
                    <a:pt x="7183835" y="995981"/>
                  </a:lnTo>
                  <a:lnTo>
                    <a:pt x="7260303" y="100118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5598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364365"/>
            </a:xfrm>
            <a:custGeom>
              <a:avLst/>
              <a:pathLst>
                <a:path w="0" h="3364365">
                  <a:moveTo>
                    <a:pt x="0" y="336436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3696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0500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40374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7574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1117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51993" y="5653245"/>
              <a:ext cx="24478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-0.2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53245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53245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53245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688337" y="5834415"/>
              <a:ext cx="2138873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=  (eGFR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827210" y="5905308"/>
              <a:ext cx="89885" cy="892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7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917095" y="5905308"/>
              <a:ext cx="89885" cy="892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7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006981" y="5884826"/>
              <a:ext cx="68305" cy="1097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79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−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5075286" y="5905308"/>
              <a:ext cx="89885" cy="892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7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5165172" y="5905308"/>
              <a:ext cx="83027" cy="892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7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5248199" y="5905308"/>
              <a:ext cx="83027" cy="892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7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5331227" y="5834415"/>
              <a:ext cx="55814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− CrCl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5889377" y="5905308"/>
              <a:ext cx="89885" cy="892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7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979262" y="5905308"/>
              <a:ext cx="96743" cy="892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7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76006" y="5834415"/>
              <a:ext cx="562904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) / CrCl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638910" y="5905308"/>
              <a:ext cx="89885" cy="892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7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728796" y="5905308"/>
              <a:ext cx="96743" cy="892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7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-37527" y="3827572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915645" y="1977589"/>
              <a:ext cx="5929701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0.86 (95% CI 0.69-1.06), p = 0.154   (per 0.1-unit increase in eGFR difference)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915645" y="1688767"/>
              <a:ext cx="359176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2026-09-08T07:54:15Z</dcterms:modified>
  <cp:category/>
</cp:coreProperties>
</file>