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3829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736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0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444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206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89135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267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209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49035"/>
            </a:xfrm>
            <a:custGeom>
              <a:avLst/>
              <a:pathLst>
                <a:path w="7260303" h="3149035">
                  <a:moveTo>
                    <a:pt x="1087793" y="0"/>
                  </a:moveTo>
                  <a:lnTo>
                    <a:pt x="1142828" y="111615"/>
                  </a:lnTo>
                  <a:lnTo>
                    <a:pt x="1219297" y="259309"/>
                  </a:lnTo>
                  <a:lnTo>
                    <a:pt x="1295765" y="399966"/>
                  </a:lnTo>
                  <a:lnTo>
                    <a:pt x="1372234" y="533921"/>
                  </a:lnTo>
                  <a:lnTo>
                    <a:pt x="1448702" y="661494"/>
                  </a:lnTo>
                  <a:lnTo>
                    <a:pt x="1525171" y="782989"/>
                  </a:lnTo>
                  <a:lnTo>
                    <a:pt x="1601639" y="898694"/>
                  </a:lnTo>
                  <a:lnTo>
                    <a:pt x="1678107" y="1008887"/>
                  </a:lnTo>
                  <a:lnTo>
                    <a:pt x="1754576" y="1113830"/>
                  </a:lnTo>
                  <a:lnTo>
                    <a:pt x="1831044" y="1213773"/>
                  </a:lnTo>
                  <a:lnTo>
                    <a:pt x="1907513" y="1308953"/>
                  </a:lnTo>
                  <a:lnTo>
                    <a:pt x="1983981" y="1399599"/>
                  </a:lnTo>
                  <a:lnTo>
                    <a:pt x="2060450" y="1485926"/>
                  </a:lnTo>
                  <a:lnTo>
                    <a:pt x="2136918" y="1568140"/>
                  </a:lnTo>
                  <a:lnTo>
                    <a:pt x="2213386" y="1646436"/>
                  </a:lnTo>
                  <a:lnTo>
                    <a:pt x="2289855" y="1721002"/>
                  </a:lnTo>
                  <a:lnTo>
                    <a:pt x="2366323" y="1792016"/>
                  </a:lnTo>
                  <a:lnTo>
                    <a:pt x="2442792" y="1859645"/>
                  </a:lnTo>
                  <a:lnTo>
                    <a:pt x="2519260" y="1924053"/>
                  </a:lnTo>
                  <a:lnTo>
                    <a:pt x="2595729" y="1985392"/>
                  </a:lnTo>
                  <a:lnTo>
                    <a:pt x="2672197" y="2043808"/>
                  </a:lnTo>
                  <a:lnTo>
                    <a:pt x="2748666" y="2099441"/>
                  </a:lnTo>
                  <a:lnTo>
                    <a:pt x="2825134" y="2152423"/>
                  </a:lnTo>
                  <a:lnTo>
                    <a:pt x="2901602" y="2202881"/>
                  </a:lnTo>
                  <a:lnTo>
                    <a:pt x="2978071" y="2250934"/>
                  </a:lnTo>
                  <a:lnTo>
                    <a:pt x="3054539" y="2296699"/>
                  </a:lnTo>
                  <a:lnTo>
                    <a:pt x="3131008" y="2340282"/>
                  </a:lnTo>
                  <a:lnTo>
                    <a:pt x="3207476" y="2381789"/>
                  </a:lnTo>
                  <a:lnTo>
                    <a:pt x="3283945" y="2421319"/>
                  </a:lnTo>
                  <a:lnTo>
                    <a:pt x="3360413" y="2441731"/>
                  </a:lnTo>
                  <a:lnTo>
                    <a:pt x="3436881" y="2426045"/>
                  </a:lnTo>
                  <a:lnTo>
                    <a:pt x="3513350" y="2410039"/>
                  </a:lnTo>
                  <a:lnTo>
                    <a:pt x="3589818" y="2393707"/>
                  </a:lnTo>
                  <a:lnTo>
                    <a:pt x="3666287" y="2377042"/>
                  </a:lnTo>
                  <a:lnTo>
                    <a:pt x="3742755" y="2360037"/>
                  </a:lnTo>
                  <a:lnTo>
                    <a:pt x="3819224" y="2342686"/>
                  </a:lnTo>
                  <a:lnTo>
                    <a:pt x="3895692" y="2324982"/>
                  </a:lnTo>
                  <a:lnTo>
                    <a:pt x="3972160" y="2306916"/>
                  </a:lnTo>
                  <a:lnTo>
                    <a:pt x="4048629" y="2288482"/>
                  </a:lnTo>
                  <a:lnTo>
                    <a:pt x="4125097" y="2269673"/>
                  </a:lnTo>
                  <a:lnTo>
                    <a:pt x="4201566" y="2250481"/>
                  </a:lnTo>
                  <a:lnTo>
                    <a:pt x="4278034" y="2230897"/>
                  </a:lnTo>
                  <a:lnTo>
                    <a:pt x="4354503" y="2210914"/>
                  </a:lnTo>
                  <a:lnTo>
                    <a:pt x="4430971" y="2190524"/>
                  </a:lnTo>
                  <a:lnTo>
                    <a:pt x="4507439" y="2169718"/>
                  </a:lnTo>
                  <a:lnTo>
                    <a:pt x="4583908" y="2148489"/>
                  </a:lnTo>
                  <a:lnTo>
                    <a:pt x="4660376" y="2126826"/>
                  </a:lnTo>
                  <a:lnTo>
                    <a:pt x="4736845" y="2104722"/>
                  </a:lnTo>
                  <a:lnTo>
                    <a:pt x="4813313" y="2082168"/>
                  </a:lnTo>
                  <a:lnTo>
                    <a:pt x="4889782" y="2059154"/>
                  </a:lnTo>
                  <a:lnTo>
                    <a:pt x="4966250" y="2035672"/>
                  </a:lnTo>
                  <a:lnTo>
                    <a:pt x="5042719" y="2011710"/>
                  </a:lnTo>
                  <a:lnTo>
                    <a:pt x="5119187" y="1987260"/>
                  </a:lnTo>
                  <a:lnTo>
                    <a:pt x="5195655" y="1962312"/>
                  </a:lnTo>
                  <a:lnTo>
                    <a:pt x="5272124" y="1936856"/>
                  </a:lnTo>
                  <a:lnTo>
                    <a:pt x="5348592" y="1910881"/>
                  </a:lnTo>
                  <a:lnTo>
                    <a:pt x="5425061" y="1884376"/>
                  </a:lnTo>
                  <a:lnTo>
                    <a:pt x="5501529" y="1857331"/>
                  </a:lnTo>
                  <a:lnTo>
                    <a:pt x="5577998" y="1829735"/>
                  </a:lnTo>
                  <a:lnTo>
                    <a:pt x="5654466" y="1801577"/>
                  </a:lnTo>
                  <a:lnTo>
                    <a:pt x="5730934" y="1772845"/>
                  </a:lnTo>
                  <a:lnTo>
                    <a:pt x="5807403" y="1743527"/>
                  </a:lnTo>
                  <a:lnTo>
                    <a:pt x="5883871" y="1713612"/>
                  </a:lnTo>
                  <a:lnTo>
                    <a:pt x="5960340" y="1683087"/>
                  </a:lnTo>
                  <a:lnTo>
                    <a:pt x="6036808" y="1651941"/>
                  </a:lnTo>
                  <a:lnTo>
                    <a:pt x="6113277" y="1620159"/>
                  </a:lnTo>
                  <a:lnTo>
                    <a:pt x="6189745" y="1587730"/>
                  </a:lnTo>
                  <a:lnTo>
                    <a:pt x="6266213" y="1554639"/>
                  </a:lnTo>
                  <a:lnTo>
                    <a:pt x="6342682" y="1520875"/>
                  </a:lnTo>
                  <a:lnTo>
                    <a:pt x="6419150" y="1486422"/>
                  </a:lnTo>
                  <a:lnTo>
                    <a:pt x="6495619" y="1451267"/>
                  </a:lnTo>
                  <a:lnTo>
                    <a:pt x="6572087" y="1415396"/>
                  </a:lnTo>
                  <a:lnTo>
                    <a:pt x="6648556" y="1378794"/>
                  </a:lnTo>
                  <a:lnTo>
                    <a:pt x="6725024" y="1341446"/>
                  </a:lnTo>
                  <a:lnTo>
                    <a:pt x="6801492" y="1303336"/>
                  </a:lnTo>
                  <a:lnTo>
                    <a:pt x="6877961" y="1264450"/>
                  </a:lnTo>
                  <a:lnTo>
                    <a:pt x="6954429" y="1224772"/>
                  </a:lnTo>
                  <a:lnTo>
                    <a:pt x="7030898" y="1184285"/>
                  </a:lnTo>
                  <a:lnTo>
                    <a:pt x="7107366" y="1142973"/>
                  </a:lnTo>
                  <a:lnTo>
                    <a:pt x="7183835" y="1100819"/>
                  </a:lnTo>
                  <a:lnTo>
                    <a:pt x="7260303" y="1057805"/>
                  </a:lnTo>
                  <a:lnTo>
                    <a:pt x="7260303" y="3149035"/>
                  </a:lnTo>
                  <a:lnTo>
                    <a:pt x="7183835" y="3145913"/>
                  </a:lnTo>
                  <a:lnTo>
                    <a:pt x="7107366" y="3142635"/>
                  </a:lnTo>
                  <a:lnTo>
                    <a:pt x="7030898" y="3139193"/>
                  </a:lnTo>
                  <a:lnTo>
                    <a:pt x="6954429" y="3135578"/>
                  </a:lnTo>
                  <a:lnTo>
                    <a:pt x="6877961" y="3131783"/>
                  </a:lnTo>
                  <a:lnTo>
                    <a:pt x="6801492" y="3127798"/>
                  </a:lnTo>
                  <a:lnTo>
                    <a:pt x="6725024" y="3123613"/>
                  </a:lnTo>
                  <a:lnTo>
                    <a:pt x="6648556" y="3119219"/>
                  </a:lnTo>
                  <a:lnTo>
                    <a:pt x="6572087" y="3114606"/>
                  </a:lnTo>
                  <a:lnTo>
                    <a:pt x="6495619" y="3109761"/>
                  </a:lnTo>
                  <a:lnTo>
                    <a:pt x="6419150" y="3104674"/>
                  </a:lnTo>
                  <a:lnTo>
                    <a:pt x="6342682" y="3099333"/>
                  </a:lnTo>
                  <a:lnTo>
                    <a:pt x="6266213" y="3093724"/>
                  </a:lnTo>
                  <a:lnTo>
                    <a:pt x="6189745" y="3087835"/>
                  </a:lnTo>
                  <a:lnTo>
                    <a:pt x="6113277" y="3081651"/>
                  </a:lnTo>
                  <a:lnTo>
                    <a:pt x="6036808" y="3075158"/>
                  </a:lnTo>
                  <a:lnTo>
                    <a:pt x="5960340" y="3068340"/>
                  </a:lnTo>
                  <a:lnTo>
                    <a:pt x="5883871" y="3061180"/>
                  </a:lnTo>
                  <a:lnTo>
                    <a:pt x="5807403" y="3053663"/>
                  </a:lnTo>
                  <a:lnTo>
                    <a:pt x="5730934" y="3045769"/>
                  </a:lnTo>
                  <a:lnTo>
                    <a:pt x="5654466" y="3037481"/>
                  </a:lnTo>
                  <a:lnTo>
                    <a:pt x="5577998" y="3028778"/>
                  </a:lnTo>
                  <a:lnTo>
                    <a:pt x="5501529" y="3019640"/>
                  </a:lnTo>
                  <a:lnTo>
                    <a:pt x="5425061" y="3010044"/>
                  </a:lnTo>
                  <a:lnTo>
                    <a:pt x="5348592" y="2999968"/>
                  </a:lnTo>
                  <a:lnTo>
                    <a:pt x="5272124" y="2989388"/>
                  </a:lnTo>
                  <a:lnTo>
                    <a:pt x="5195655" y="2978279"/>
                  </a:lnTo>
                  <a:lnTo>
                    <a:pt x="5119187" y="2966614"/>
                  </a:lnTo>
                  <a:lnTo>
                    <a:pt x="5042719" y="2954366"/>
                  </a:lnTo>
                  <a:lnTo>
                    <a:pt x="4966250" y="2941504"/>
                  </a:lnTo>
                  <a:lnTo>
                    <a:pt x="4889782" y="2928000"/>
                  </a:lnTo>
                  <a:lnTo>
                    <a:pt x="4813313" y="2913819"/>
                  </a:lnTo>
                  <a:lnTo>
                    <a:pt x="4736845" y="2898929"/>
                  </a:lnTo>
                  <a:lnTo>
                    <a:pt x="4660376" y="2883295"/>
                  </a:lnTo>
                  <a:lnTo>
                    <a:pt x="4583908" y="2866878"/>
                  </a:lnTo>
                  <a:lnTo>
                    <a:pt x="4507439" y="2849639"/>
                  </a:lnTo>
                  <a:lnTo>
                    <a:pt x="4430971" y="2831539"/>
                  </a:lnTo>
                  <a:lnTo>
                    <a:pt x="4354503" y="2812532"/>
                  </a:lnTo>
                  <a:lnTo>
                    <a:pt x="4278034" y="2792575"/>
                  </a:lnTo>
                  <a:lnTo>
                    <a:pt x="4201566" y="2771620"/>
                  </a:lnTo>
                  <a:lnTo>
                    <a:pt x="4125097" y="2749616"/>
                  </a:lnTo>
                  <a:lnTo>
                    <a:pt x="4048629" y="2726511"/>
                  </a:lnTo>
                  <a:lnTo>
                    <a:pt x="3972160" y="2702250"/>
                  </a:lnTo>
                  <a:lnTo>
                    <a:pt x="3895692" y="2676775"/>
                  </a:lnTo>
                  <a:lnTo>
                    <a:pt x="3819224" y="2650026"/>
                  </a:lnTo>
                  <a:lnTo>
                    <a:pt x="3742755" y="2621939"/>
                  </a:lnTo>
                  <a:lnTo>
                    <a:pt x="3666287" y="2592447"/>
                  </a:lnTo>
                  <a:lnTo>
                    <a:pt x="3589818" y="2561479"/>
                  </a:lnTo>
                  <a:lnTo>
                    <a:pt x="3513350" y="2528961"/>
                  </a:lnTo>
                  <a:lnTo>
                    <a:pt x="3436881" y="2494817"/>
                  </a:lnTo>
                  <a:lnTo>
                    <a:pt x="3360413" y="2458965"/>
                  </a:lnTo>
                  <a:lnTo>
                    <a:pt x="3283945" y="2457104"/>
                  </a:lnTo>
                  <a:lnTo>
                    <a:pt x="3207476" y="2472170"/>
                  </a:lnTo>
                  <a:lnTo>
                    <a:pt x="3131008" y="2486934"/>
                  </a:lnTo>
                  <a:lnTo>
                    <a:pt x="3054539" y="2501405"/>
                  </a:lnTo>
                  <a:lnTo>
                    <a:pt x="2978071" y="2515586"/>
                  </a:lnTo>
                  <a:lnTo>
                    <a:pt x="2901602" y="2529483"/>
                  </a:lnTo>
                  <a:lnTo>
                    <a:pt x="2825134" y="2543104"/>
                  </a:lnTo>
                  <a:lnTo>
                    <a:pt x="2748666" y="2556452"/>
                  </a:lnTo>
                  <a:lnTo>
                    <a:pt x="2672197" y="2569534"/>
                  </a:lnTo>
                  <a:lnTo>
                    <a:pt x="2595729" y="2582354"/>
                  </a:lnTo>
                  <a:lnTo>
                    <a:pt x="2519260" y="2594918"/>
                  </a:lnTo>
                  <a:lnTo>
                    <a:pt x="2442792" y="2607232"/>
                  </a:lnTo>
                  <a:lnTo>
                    <a:pt x="2366323" y="2619299"/>
                  </a:lnTo>
                  <a:lnTo>
                    <a:pt x="2289855" y="2631126"/>
                  </a:lnTo>
                  <a:lnTo>
                    <a:pt x="2213386" y="2642716"/>
                  </a:lnTo>
                  <a:lnTo>
                    <a:pt x="2136918" y="2654075"/>
                  </a:lnTo>
                  <a:lnTo>
                    <a:pt x="2060450" y="2665206"/>
                  </a:lnTo>
                  <a:lnTo>
                    <a:pt x="1983981" y="2676116"/>
                  </a:lnTo>
                  <a:lnTo>
                    <a:pt x="1907513" y="2686808"/>
                  </a:lnTo>
                  <a:lnTo>
                    <a:pt x="1831044" y="2697286"/>
                  </a:lnTo>
                  <a:lnTo>
                    <a:pt x="1754576" y="2707555"/>
                  </a:lnTo>
                  <a:lnTo>
                    <a:pt x="1678107" y="2717618"/>
                  </a:lnTo>
                  <a:lnTo>
                    <a:pt x="1601639" y="2727481"/>
                  </a:lnTo>
                  <a:lnTo>
                    <a:pt x="1525171" y="2737147"/>
                  </a:lnTo>
                  <a:lnTo>
                    <a:pt x="1448702" y="2746620"/>
                  </a:lnTo>
                  <a:lnTo>
                    <a:pt x="1372234" y="2755903"/>
                  </a:lnTo>
                  <a:lnTo>
                    <a:pt x="1295765" y="2765001"/>
                  </a:lnTo>
                  <a:lnTo>
                    <a:pt x="1219297" y="2773918"/>
                  </a:lnTo>
                  <a:lnTo>
                    <a:pt x="1142828" y="2782656"/>
                  </a:lnTo>
                  <a:lnTo>
                    <a:pt x="1066360" y="2791220"/>
                  </a:lnTo>
                  <a:lnTo>
                    <a:pt x="989892" y="2799613"/>
                  </a:lnTo>
                  <a:lnTo>
                    <a:pt x="913423" y="2807838"/>
                  </a:lnTo>
                  <a:lnTo>
                    <a:pt x="836955" y="2815899"/>
                  </a:lnTo>
                  <a:lnTo>
                    <a:pt x="760486" y="2823799"/>
                  </a:lnTo>
                  <a:lnTo>
                    <a:pt x="684018" y="2831541"/>
                  </a:lnTo>
                  <a:lnTo>
                    <a:pt x="607549" y="2839128"/>
                  </a:lnTo>
                  <a:lnTo>
                    <a:pt x="531081" y="2846564"/>
                  </a:lnTo>
                  <a:lnTo>
                    <a:pt x="454613" y="2853852"/>
                  </a:lnTo>
                  <a:lnTo>
                    <a:pt x="378144" y="2860993"/>
                  </a:lnTo>
                  <a:lnTo>
                    <a:pt x="301676" y="2867993"/>
                  </a:lnTo>
                  <a:lnTo>
                    <a:pt x="225207" y="2874852"/>
                  </a:lnTo>
                  <a:lnTo>
                    <a:pt x="148739" y="2881575"/>
                  </a:lnTo>
                  <a:lnTo>
                    <a:pt x="72270" y="2888163"/>
                  </a:lnTo>
                  <a:lnTo>
                    <a:pt x="0" y="2894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41731"/>
            </a:xfrm>
            <a:custGeom>
              <a:avLst/>
              <a:pathLst>
                <a:path w="6172509" h="2441731">
                  <a:moveTo>
                    <a:pt x="0" y="0"/>
                  </a:moveTo>
                  <a:lnTo>
                    <a:pt x="55035" y="111615"/>
                  </a:lnTo>
                  <a:lnTo>
                    <a:pt x="131503" y="259309"/>
                  </a:lnTo>
                  <a:lnTo>
                    <a:pt x="207972" y="399966"/>
                  </a:lnTo>
                  <a:lnTo>
                    <a:pt x="284440" y="533921"/>
                  </a:lnTo>
                  <a:lnTo>
                    <a:pt x="360909" y="661494"/>
                  </a:lnTo>
                  <a:lnTo>
                    <a:pt x="437377" y="782989"/>
                  </a:lnTo>
                  <a:lnTo>
                    <a:pt x="513845" y="898694"/>
                  </a:lnTo>
                  <a:lnTo>
                    <a:pt x="590314" y="1008887"/>
                  </a:lnTo>
                  <a:lnTo>
                    <a:pt x="666782" y="1113830"/>
                  </a:lnTo>
                  <a:lnTo>
                    <a:pt x="743251" y="1213773"/>
                  </a:lnTo>
                  <a:lnTo>
                    <a:pt x="819719" y="1308953"/>
                  </a:lnTo>
                  <a:lnTo>
                    <a:pt x="896188" y="1399599"/>
                  </a:lnTo>
                  <a:lnTo>
                    <a:pt x="972656" y="1485926"/>
                  </a:lnTo>
                  <a:lnTo>
                    <a:pt x="1049124" y="1568140"/>
                  </a:lnTo>
                  <a:lnTo>
                    <a:pt x="1125593" y="1646436"/>
                  </a:lnTo>
                  <a:lnTo>
                    <a:pt x="1202061" y="1721002"/>
                  </a:lnTo>
                  <a:lnTo>
                    <a:pt x="1278530" y="1792016"/>
                  </a:lnTo>
                  <a:lnTo>
                    <a:pt x="1354998" y="1859645"/>
                  </a:lnTo>
                  <a:lnTo>
                    <a:pt x="1431467" y="1924053"/>
                  </a:lnTo>
                  <a:lnTo>
                    <a:pt x="1507935" y="1985392"/>
                  </a:lnTo>
                  <a:lnTo>
                    <a:pt x="1584403" y="2043808"/>
                  </a:lnTo>
                  <a:lnTo>
                    <a:pt x="1660872" y="2099441"/>
                  </a:lnTo>
                  <a:lnTo>
                    <a:pt x="1737340" y="2152423"/>
                  </a:lnTo>
                  <a:lnTo>
                    <a:pt x="1813809" y="2202881"/>
                  </a:lnTo>
                  <a:lnTo>
                    <a:pt x="1890277" y="2250934"/>
                  </a:lnTo>
                  <a:lnTo>
                    <a:pt x="1966746" y="2296699"/>
                  </a:lnTo>
                  <a:lnTo>
                    <a:pt x="2043214" y="2340282"/>
                  </a:lnTo>
                  <a:lnTo>
                    <a:pt x="2119683" y="2381789"/>
                  </a:lnTo>
                  <a:lnTo>
                    <a:pt x="2196151" y="2421319"/>
                  </a:lnTo>
                  <a:lnTo>
                    <a:pt x="2272619" y="2441731"/>
                  </a:lnTo>
                  <a:lnTo>
                    <a:pt x="2349088" y="2426045"/>
                  </a:lnTo>
                  <a:lnTo>
                    <a:pt x="2425556" y="2410039"/>
                  </a:lnTo>
                  <a:lnTo>
                    <a:pt x="2502025" y="2393707"/>
                  </a:lnTo>
                  <a:lnTo>
                    <a:pt x="2578493" y="2377042"/>
                  </a:lnTo>
                  <a:lnTo>
                    <a:pt x="2654962" y="2360037"/>
                  </a:lnTo>
                  <a:lnTo>
                    <a:pt x="2731430" y="2342686"/>
                  </a:lnTo>
                  <a:lnTo>
                    <a:pt x="2807898" y="2324982"/>
                  </a:lnTo>
                  <a:lnTo>
                    <a:pt x="2884367" y="2306916"/>
                  </a:lnTo>
                  <a:lnTo>
                    <a:pt x="2960835" y="2288482"/>
                  </a:lnTo>
                  <a:lnTo>
                    <a:pt x="3037304" y="2269673"/>
                  </a:lnTo>
                  <a:lnTo>
                    <a:pt x="3113772" y="2250481"/>
                  </a:lnTo>
                  <a:lnTo>
                    <a:pt x="3190241" y="2230897"/>
                  </a:lnTo>
                  <a:lnTo>
                    <a:pt x="3266709" y="2210914"/>
                  </a:lnTo>
                  <a:lnTo>
                    <a:pt x="3343177" y="2190524"/>
                  </a:lnTo>
                  <a:lnTo>
                    <a:pt x="3419646" y="2169718"/>
                  </a:lnTo>
                  <a:lnTo>
                    <a:pt x="3496114" y="2148489"/>
                  </a:lnTo>
                  <a:lnTo>
                    <a:pt x="3572583" y="2126826"/>
                  </a:lnTo>
                  <a:lnTo>
                    <a:pt x="3649051" y="2104722"/>
                  </a:lnTo>
                  <a:lnTo>
                    <a:pt x="3725520" y="2082168"/>
                  </a:lnTo>
                  <a:lnTo>
                    <a:pt x="3801988" y="2059154"/>
                  </a:lnTo>
                  <a:lnTo>
                    <a:pt x="3878456" y="2035672"/>
                  </a:lnTo>
                  <a:lnTo>
                    <a:pt x="3954925" y="2011710"/>
                  </a:lnTo>
                  <a:lnTo>
                    <a:pt x="4031393" y="1987260"/>
                  </a:lnTo>
                  <a:lnTo>
                    <a:pt x="4107862" y="1962312"/>
                  </a:lnTo>
                  <a:lnTo>
                    <a:pt x="4184330" y="1936856"/>
                  </a:lnTo>
                  <a:lnTo>
                    <a:pt x="4260799" y="1910881"/>
                  </a:lnTo>
                  <a:lnTo>
                    <a:pt x="4337267" y="1884376"/>
                  </a:lnTo>
                  <a:lnTo>
                    <a:pt x="4413736" y="1857331"/>
                  </a:lnTo>
                  <a:lnTo>
                    <a:pt x="4490204" y="1829735"/>
                  </a:lnTo>
                  <a:lnTo>
                    <a:pt x="4566672" y="1801577"/>
                  </a:lnTo>
                  <a:lnTo>
                    <a:pt x="4643141" y="1772845"/>
                  </a:lnTo>
                  <a:lnTo>
                    <a:pt x="4719609" y="1743527"/>
                  </a:lnTo>
                  <a:lnTo>
                    <a:pt x="4796078" y="1713612"/>
                  </a:lnTo>
                  <a:lnTo>
                    <a:pt x="4872546" y="1683087"/>
                  </a:lnTo>
                  <a:lnTo>
                    <a:pt x="4949015" y="1651941"/>
                  </a:lnTo>
                  <a:lnTo>
                    <a:pt x="5025483" y="1620159"/>
                  </a:lnTo>
                  <a:lnTo>
                    <a:pt x="5101951" y="1587730"/>
                  </a:lnTo>
                  <a:lnTo>
                    <a:pt x="5178420" y="1554639"/>
                  </a:lnTo>
                  <a:lnTo>
                    <a:pt x="5254888" y="1520875"/>
                  </a:lnTo>
                  <a:lnTo>
                    <a:pt x="5331357" y="1486422"/>
                  </a:lnTo>
                  <a:lnTo>
                    <a:pt x="5407825" y="1451267"/>
                  </a:lnTo>
                  <a:lnTo>
                    <a:pt x="5484294" y="1415396"/>
                  </a:lnTo>
                  <a:lnTo>
                    <a:pt x="5560762" y="1378794"/>
                  </a:lnTo>
                  <a:lnTo>
                    <a:pt x="5637230" y="1341446"/>
                  </a:lnTo>
                  <a:lnTo>
                    <a:pt x="5713699" y="1303336"/>
                  </a:lnTo>
                  <a:lnTo>
                    <a:pt x="5790167" y="1264450"/>
                  </a:lnTo>
                  <a:lnTo>
                    <a:pt x="5866636" y="1224772"/>
                  </a:lnTo>
                  <a:lnTo>
                    <a:pt x="5943104" y="1184285"/>
                  </a:lnTo>
                  <a:lnTo>
                    <a:pt x="6019573" y="1142973"/>
                  </a:lnTo>
                  <a:lnTo>
                    <a:pt x="6096041" y="1100819"/>
                  </a:lnTo>
                  <a:lnTo>
                    <a:pt x="6172509" y="1057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6273"/>
              <a:ext cx="7260303" cy="691931"/>
            </a:xfrm>
            <a:custGeom>
              <a:avLst/>
              <a:pathLst>
                <a:path w="7260303" h="691931">
                  <a:moveTo>
                    <a:pt x="7260303" y="691931"/>
                  </a:moveTo>
                  <a:lnTo>
                    <a:pt x="7183835" y="688809"/>
                  </a:lnTo>
                  <a:lnTo>
                    <a:pt x="7107366" y="685531"/>
                  </a:lnTo>
                  <a:lnTo>
                    <a:pt x="7030898" y="682089"/>
                  </a:lnTo>
                  <a:lnTo>
                    <a:pt x="6954429" y="678474"/>
                  </a:lnTo>
                  <a:lnTo>
                    <a:pt x="6877961" y="674679"/>
                  </a:lnTo>
                  <a:lnTo>
                    <a:pt x="6801492" y="670694"/>
                  </a:lnTo>
                  <a:lnTo>
                    <a:pt x="6725024" y="666509"/>
                  </a:lnTo>
                  <a:lnTo>
                    <a:pt x="6648556" y="662115"/>
                  </a:lnTo>
                  <a:lnTo>
                    <a:pt x="6572087" y="657501"/>
                  </a:lnTo>
                  <a:lnTo>
                    <a:pt x="6495619" y="652657"/>
                  </a:lnTo>
                  <a:lnTo>
                    <a:pt x="6419150" y="647570"/>
                  </a:lnTo>
                  <a:lnTo>
                    <a:pt x="6342682" y="642229"/>
                  </a:lnTo>
                  <a:lnTo>
                    <a:pt x="6266213" y="636620"/>
                  </a:lnTo>
                  <a:lnTo>
                    <a:pt x="6189745" y="630731"/>
                  </a:lnTo>
                  <a:lnTo>
                    <a:pt x="6113277" y="624547"/>
                  </a:lnTo>
                  <a:lnTo>
                    <a:pt x="6036808" y="618054"/>
                  </a:lnTo>
                  <a:lnTo>
                    <a:pt x="5960340" y="611235"/>
                  </a:lnTo>
                  <a:lnTo>
                    <a:pt x="5883871" y="604076"/>
                  </a:lnTo>
                  <a:lnTo>
                    <a:pt x="5807403" y="596559"/>
                  </a:lnTo>
                  <a:lnTo>
                    <a:pt x="5730934" y="588665"/>
                  </a:lnTo>
                  <a:lnTo>
                    <a:pt x="5654466" y="580377"/>
                  </a:lnTo>
                  <a:lnTo>
                    <a:pt x="5577998" y="571674"/>
                  </a:lnTo>
                  <a:lnTo>
                    <a:pt x="5501529" y="562535"/>
                  </a:lnTo>
                  <a:lnTo>
                    <a:pt x="5425061" y="552940"/>
                  </a:lnTo>
                  <a:lnTo>
                    <a:pt x="5348592" y="542864"/>
                  </a:lnTo>
                  <a:lnTo>
                    <a:pt x="5272124" y="532284"/>
                  </a:lnTo>
                  <a:lnTo>
                    <a:pt x="5195655" y="521175"/>
                  </a:lnTo>
                  <a:lnTo>
                    <a:pt x="5119187" y="509510"/>
                  </a:lnTo>
                  <a:lnTo>
                    <a:pt x="5042719" y="497262"/>
                  </a:lnTo>
                  <a:lnTo>
                    <a:pt x="4966250" y="484400"/>
                  </a:lnTo>
                  <a:lnTo>
                    <a:pt x="4889782" y="470896"/>
                  </a:lnTo>
                  <a:lnTo>
                    <a:pt x="4813313" y="456715"/>
                  </a:lnTo>
                  <a:lnTo>
                    <a:pt x="4736845" y="441825"/>
                  </a:lnTo>
                  <a:lnTo>
                    <a:pt x="4660376" y="426191"/>
                  </a:lnTo>
                  <a:lnTo>
                    <a:pt x="4583908" y="409774"/>
                  </a:lnTo>
                  <a:lnTo>
                    <a:pt x="4507439" y="392535"/>
                  </a:lnTo>
                  <a:lnTo>
                    <a:pt x="4430971" y="374435"/>
                  </a:lnTo>
                  <a:lnTo>
                    <a:pt x="4354503" y="355428"/>
                  </a:lnTo>
                  <a:lnTo>
                    <a:pt x="4278034" y="335471"/>
                  </a:lnTo>
                  <a:lnTo>
                    <a:pt x="4201566" y="314516"/>
                  </a:lnTo>
                  <a:lnTo>
                    <a:pt x="4125097" y="292512"/>
                  </a:lnTo>
                  <a:lnTo>
                    <a:pt x="4048629" y="269407"/>
                  </a:lnTo>
                  <a:lnTo>
                    <a:pt x="3972160" y="245146"/>
                  </a:lnTo>
                  <a:lnTo>
                    <a:pt x="3895692" y="219671"/>
                  </a:lnTo>
                  <a:lnTo>
                    <a:pt x="3819224" y="192922"/>
                  </a:lnTo>
                  <a:lnTo>
                    <a:pt x="3742755" y="164835"/>
                  </a:lnTo>
                  <a:lnTo>
                    <a:pt x="3666287" y="135342"/>
                  </a:lnTo>
                  <a:lnTo>
                    <a:pt x="3589818" y="104375"/>
                  </a:lnTo>
                  <a:lnTo>
                    <a:pt x="3513350" y="71857"/>
                  </a:lnTo>
                  <a:lnTo>
                    <a:pt x="3436881" y="37713"/>
                  </a:lnTo>
                  <a:lnTo>
                    <a:pt x="3360413" y="1861"/>
                  </a:lnTo>
                  <a:lnTo>
                    <a:pt x="3283945" y="0"/>
                  </a:lnTo>
                  <a:lnTo>
                    <a:pt x="3207476" y="15065"/>
                  </a:lnTo>
                  <a:lnTo>
                    <a:pt x="3131008" y="29830"/>
                  </a:lnTo>
                  <a:lnTo>
                    <a:pt x="3054539" y="44300"/>
                  </a:lnTo>
                  <a:lnTo>
                    <a:pt x="2978071" y="58481"/>
                  </a:lnTo>
                  <a:lnTo>
                    <a:pt x="2901602" y="72379"/>
                  </a:lnTo>
                  <a:lnTo>
                    <a:pt x="2825134" y="86000"/>
                  </a:lnTo>
                  <a:lnTo>
                    <a:pt x="2748666" y="99348"/>
                  </a:lnTo>
                  <a:lnTo>
                    <a:pt x="2672197" y="112429"/>
                  </a:lnTo>
                  <a:lnTo>
                    <a:pt x="2595729" y="125250"/>
                  </a:lnTo>
                  <a:lnTo>
                    <a:pt x="2519260" y="137814"/>
                  </a:lnTo>
                  <a:lnTo>
                    <a:pt x="2442792" y="150128"/>
                  </a:lnTo>
                  <a:lnTo>
                    <a:pt x="2366323" y="162195"/>
                  </a:lnTo>
                  <a:lnTo>
                    <a:pt x="2289855" y="174021"/>
                  </a:lnTo>
                  <a:lnTo>
                    <a:pt x="2213386" y="185612"/>
                  </a:lnTo>
                  <a:lnTo>
                    <a:pt x="2136918" y="196970"/>
                  </a:lnTo>
                  <a:lnTo>
                    <a:pt x="2060450" y="208102"/>
                  </a:lnTo>
                  <a:lnTo>
                    <a:pt x="1983981" y="219012"/>
                  </a:lnTo>
                  <a:lnTo>
                    <a:pt x="1907513" y="229704"/>
                  </a:lnTo>
                  <a:lnTo>
                    <a:pt x="1831044" y="240182"/>
                  </a:lnTo>
                  <a:lnTo>
                    <a:pt x="1754576" y="250451"/>
                  </a:lnTo>
                  <a:lnTo>
                    <a:pt x="1678107" y="260514"/>
                  </a:lnTo>
                  <a:lnTo>
                    <a:pt x="1601639" y="270377"/>
                  </a:lnTo>
                  <a:lnTo>
                    <a:pt x="1525171" y="280043"/>
                  </a:lnTo>
                  <a:lnTo>
                    <a:pt x="1448702" y="289516"/>
                  </a:lnTo>
                  <a:lnTo>
                    <a:pt x="1372234" y="298799"/>
                  </a:lnTo>
                  <a:lnTo>
                    <a:pt x="1295765" y="307897"/>
                  </a:lnTo>
                  <a:lnTo>
                    <a:pt x="1219297" y="316814"/>
                  </a:lnTo>
                  <a:lnTo>
                    <a:pt x="1142828" y="325552"/>
                  </a:lnTo>
                  <a:lnTo>
                    <a:pt x="1066360" y="334116"/>
                  </a:lnTo>
                  <a:lnTo>
                    <a:pt x="989892" y="342509"/>
                  </a:lnTo>
                  <a:lnTo>
                    <a:pt x="913423" y="350734"/>
                  </a:lnTo>
                  <a:lnTo>
                    <a:pt x="836955" y="358795"/>
                  </a:lnTo>
                  <a:lnTo>
                    <a:pt x="760486" y="366695"/>
                  </a:lnTo>
                  <a:lnTo>
                    <a:pt x="684018" y="374437"/>
                  </a:lnTo>
                  <a:lnTo>
                    <a:pt x="607549" y="382024"/>
                  </a:lnTo>
                  <a:lnTo>
                    <a:pt x="531081" y="389460"/>
                  </a:lnTo>
                  <a:lnTo>
                    <a:pt x="454613" y="396747"/>
                  </a:lnTo>
                  <a:lnTo>
                    <a:pt x="378144" y="403889"/>
                  </a:lnTo>
                  <a:lnTo>
                    <a:pt x="301676" y="410889"/>
                  </a:lnTo>
                  <a:lnTo>
                    <a:pt x="225207" y="417748"/>
                  </a:lnTo>
                  <a:lnTo>
                    <a:pt x="148739" y="424470"/>
                  </a:lnTo>
                  <a:lnTo>
                    <a:pt x="72270" y="431059"/>
                  </a:lnTo>
                  <a:lnTo>
                    <a:pt x="0" y="437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992546"/>
              <a:ext cx="7260303" cy="1061463"/>
            </a:xfrm>
            <a:custGeom>
              <a:avLst/>
              <a:pathLst>
                <a:path w="7260303" h="1061463">
                  <a:moveTo>
                    <a:pt x="0" y="0"/>
                  </a:moveTo>
                  <a:lnTo>
                    <a:pt x="72270" y="19207"/>
                  </a:lnTo>
                  <a:lnTo>
                    <a:pt x="148739" y="39240"/>
                  </a:lnTo>
                  <a:lnTo>
                    <a:pt x="225207" y="58989"/>
                  </a:lnTo>
                  <a:lnTo>
                    <a:pt x="301676" y="78457"/>
                  </a:lnTo>
                  <a:lnTo>
                    <a:pt x="378144" y="97649"/>
                  </a:lnTo>
                  <a:lnTo>
                    <a:pt x="454613" y="116567"/>
                  </a:lnTo>
                  <a:lnTo>
                    <a:pt x="531081" y="135216"/>
                  </a:lnTo>
                  <a:lnTo>
                    <a:pt x="607549" y="153600"/>
                  </a:lnTo>
                  <a:lnTo>
                    <a:pt x="684018" y="171723"/>
                  </a:lnTo>
                  <a:lnTo>
                    <a:pt x="760486" y="189588"/>
                  </a:lnTo>
                  <a:lnTo>
                    <a:pt x="836955" y="207199"/>
                  </a:lnTo>
                  <a:lnTo>
                    <a:pt x="913423" y="224559"/>
                  </a:lnTo>
                  <a:lnTo>
                    <a:pt x="989892" y="241673"/>
                  </a:lnTo>
                  <a:lnTo>
                    <a:pt x="1066360" y="258543"/>
                  </a:lnTo>
                  <a:lnTo>
                    <a:pt x="1142828" y="275174"/>
                  </a:lnTo>
                  <a:lnTo>
                    <a:pt x="1219297" y="291568"/>
                  </a:lnTo>
                  <a:lnTo>
                    <a:pt x="1295765" y="307729"/>
                  </a:lnTo>
                  <a:lnTo>
                    <a:pt x="1372234" y="323660"/>
                  </a:lnTo>
                  <a:lnTo>
                    <a:pt x="1448702" y="339364"/>
                  </a:lnTo>
                  <a:lnTo>
                    <a:pt x="1525171" y="354845"/>
                  </a:lnTo>
                  <a:lnTo>
                    <a:pt x="1601639" y="370106"/>
                  </a:lnTo>
                  <a:lnTo>
                    <a:pt x="1678107" y="385150"/>
                  </a:lnTo>
                  <a:lnTo>
                    <a:pt x="1754576" y="399980"/>
                  </a:lnTo>
                  <a:lnTo>
                    <a:pt x="1831044" y="414600"/>
                  </a:lnTo>
                  <a:lnTo>
                    <a:pt x="1907513" y="429011"/>
                  </a:lnTo>
                  <a:lnTo>
                    <a:pt x="1983981" y="443217"/>
                  </a:lnTo>
                  <a:lnTo>
                    <a:pt x="2060450" y="457222"/>
                  </a:lnTo>
                  <a:lnTo>
                    <a:pt x="2136918" y="471027"/>
                  </a:lnTo>
                  <a:lnTo>
                    <a:pt x="2213386" y="484636"/>
                  </a:lnTo>
                  <a:lnTo>
                    <a:pt x="2289855" y="498051"/>
                  </a:lnTo>
                  <a:lnTo>
                    <a:pt x="2366323" y="511276"/>
                  </a:lnTo>
                  <a:lnTo>
                    <a:pt x="2442792" y="524312"/>
                  </a:lnTo>
                  <a:lnTo>
                    <a:pt x="2519260" y="537164"/>
                  </a:lnTo>
                  <a:lnTo>
                    <a:pt x="2595729" y="549832"/>
                  </a:lnTo>
                  <a:lnTo>
                    <a:pt x="2672197" y="562321"/>
                  </a:lnTo>
                  <a:lnTo>
                    <a:pt x="2748666" y="574631"/>
                  </a:lnTo>
                  <a:lnTo>
                    <a:pt x="2825134" y="586767"/>
                  </a:lnTo>
                  <a:lnTo>
                    <a:pt x="2901602" y="598730"/>
                  </a:lnTo>
                  <a:lnTo>
                    <a:pt x="2978071" y="610523"/>
                  </a:lnTo>
                  <a:lnTo>
                    <a:pt x="3054539" y="622148"/>
                  </a:lnTo>
                  <a:lnTo>
                    <a:pt x="3131008" y="633608"/>
                  </a:lnTo>
                  <a:lnTo>
                    <a:pt x="3207476" y="644905"/>
                  </a:lnTo>
                  <a:lnTo>
                    <a:pt x="3283945" y="656042"/>
                  </a:lnTo>
                  <a:lnTo>
                    <a:pt x="3360413" y="667020"/>
                  </a:lnTo>
                  <a:lnTo>
                    <a:pt x="3436881" y="677842"/>
                  </a:lnTo>
                  <a:lnTo>
                    <a:pt x="3513350" y="688510"/>
                  </a:lnTo>
                  <a:lnTo>
                    <a:pt x="3589818" y="699026"/>
                  </a:lnTo>
                  <a:lnTo>
                    <a:pt x="3666287" y="709393"/>
                  </a:lnTo>
                  <a:lnTo>
                    <a:pt x="3742755" y="719612"/>
                  </a:lnTo>
                  <a:lnTo>
                    <a:pt x="3819224" y="729686"/>
                  </a:lnTo>
                  <a:lnTo>
                    <a:pt x="3895692" y="739617"/>
                  </a:lnTo>
                  <a:lnTo>
                    <a:pt x="3972160" y="749407"/>
                  </a:lnTo>
                  <a:lnTo>
                    <a:pt x="4048629" y="759057"/>
                  </a:lnTo>
                  <a:lnTo>
                    <a:pt x="4125097" y="768570"/>
                  </a:lnTo>
                  <a:lnTo>
                    <a:pt x="4201566" y="777948"/>
                  </a:lnTo>
                  <a:lnTo>
                    <a:pt x="4278034" y="787193"/>
                  </a:lnTo>
                  <a:lnTo>
                    <a:pt x="4354503" y="796306"/>
                  </a:lnTo>
                  <a:lnTo>
                    <a:pt x="4430971" y="805289"/>
                  </a:lnTo>
                  <a:lnTo>
                    <a:pt x="4507439" y="814145"/>
                  </a:lnTo>
                  <a:lnTo>
                    <a:pt x="4583908" y="822875"/>
                  </a:lnTo>
                  <a:lnTo>
                    <a:pt x="4660376" y="831481"/>
                  </a:lnTo>
                  <a:lnTo>
                    <a:pt x="4736845" y="839964"/>
                  </a:lnTo>
                  <a:lnTo>
                    <a:pt x="4813313" y="848327"/>
                  </a:lnTo>
                  <a:lnTo>
                    <a:pt x="4889782" y="856571"/>
                  </a:lnTo>
                  <a:lnTo>
                    <a:pt x="4966250" y="864697"/>
                  </a:lnTo>
                  <a:lnTo>
                    <a:pt x="5042719" y="872708"/>
                  </a:lnTo>
                  <a:lnTo>
                    <a:pt x="5119187" y="880605"/>
                  </a:lnTo>
                  <a:lnTo>
                    <a:pt x="5195655" y="888390"/>
                  </a:lnTo>
                  <a:lnTo>
                    <a:pt x="5272124" y="896064"/>
                  </a:lnTo>
                  <a:lnTo>
                    <a:pt x="5348592" y="903629"/>
                  </a:lnTo>
                  <a:lnTo>
                    <a:pt x="5425061" y="911086"/>
                  </a:lnTo>
                  <a:lnTo>
                    <a:pt x="5501529" y="918438"/>
                  </a:lnTo>
                  <a:lnTo>
                    <a:pt x="5577998" y="925684"/>
                  </a:lnTo>
                  <a:lnTo>
                    <a:pt x="5654466" y="932828"/>
                  </a:lnTo>
                  <a:lnTo>
                    <a:pt x="5730934" y="939870"/>
                  </a:lnTo>
                  <a:lnTo>
                    <a:pt x="5807403" y="946812"/>
                  </a:lnTo>
                  <a:lnTo>
                    <a:pt x="5883871" y="953656"/>
                  </a:lnTo>
                  <a:lnTo>
                    <a:pt x="5960340" y="960402"/>
                  </a:lnTo>
                  <a:lnTo>
                    <a:pt x="6036808" y="967052"/>
                  </a:lnTo>
                  <a:lnTo>
                    <a:pt x="6113277" y="973607"/>
                  </a:lnTo>
                  <a:lnTo>
                    <a:pt x="6189745" y="980070"/>
                  </a:lnTo>
                  <a:lnTo>
                    <a:pt x="6266213" y="986440"/>
                  </a:lnTo>
                  <a:lnTo>
                    <a:pt x="6342682" y="992720"/>
                  </a:lnTo>
                  <a:lnTo>
                    <a:pt x="6419150" y="998910"/>
                  </a:lnTo>
                  <a:lnTo>
                    <a:pt x="6495619" y="1005013"/>
                  </a:lnTo>
                  <a:lnTo>
                    <a:pt x="6572087" y="1011029"/>
                  </a:lnTo>
                  <a:lnTo>
                    <a:pt x="6648556" y="1016959"/>
                  </a:lnTo>
                  <a:lnTo>
                    <a:pt x="6725024" y="1022805"/>
                  </a:lnTo>
                  <a:lnTo>
                    <a:pt x="6801492" y="1028567"/>
                  </a:lnTo>
                  <a:lnTo>
                    <a:pt x="6877961" y="1034248"/>
                  </a:lnTo>
                  <a:lnTo>
                    <a:pt x="6954429" y="1039848"/>
                  </a:lnTo>
                  <a:lnTo>
                    <a:pt x="7030898" y="1045368"/>
                  </a:lnTo>
                  <a:lnTo>
                    <a:pt x="7107366" y="1050810"/>
                  </a:lnTo>
                  <a:lnTo>
                    <a:pt x="7183835" y="1056175"/>
                  </a:lnTo>
                  <a:lnTo>
                    <a:pt x="7260303" y="10614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5598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364365"/>
            </a:xfrm>
            <a:custGeom>
              <a:avLst/>
              <a:pathLst>
                <a:path w="0" h="3364365">
                  <a:moveTo>
                    <a:pt x="0" y="336436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3696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0500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4037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757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111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51993" y="5653245"/>
              <a:ext cx="24478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-0.2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53245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688337" y="5834415"/>
              <a:ext cx="2138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=  (eGFR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272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917095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06981" y="5884826"/>
              <a:ext cx="68305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75286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165172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248199" y="5905308"/>
              <a:ext cx="83027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331227" y="5834415"/>
              <a:ext cx="55814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− CrCl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5889377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979262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76006" y="5834415"/>
              <a:ext cx="56290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) / CrCl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638910" y="5905308"/>
              <a:ext cx="89885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28796" y="5905308"/>
              <a:ext cx="96743" cy="89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7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-37527" y="3827572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915645" y="1977589"/>
              <a:ext cx="592970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difference)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2026-09-08T07:54:14Z</dcterms:modified>
  <cp:category/>
</cp:coreProperties>
</file>