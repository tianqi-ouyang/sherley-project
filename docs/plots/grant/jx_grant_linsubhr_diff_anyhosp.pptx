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3829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7366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0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444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206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5598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89135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2672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209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63876"/>
            </a:xfrm>
            <a:custGeom>
              <a:avLst/>
              <a:pathLst>
                <a:path w="7260303" h="3163876">
                  <a:moveTo>
                    <a:pt x="1307491" y="0"/>
                  </a:moveTo>
                  <a:lnTo>
                    <a:pt x="1372234" y="144379"/>
                  </a:lnTo>
                  <a:lnTo>
                    <a:pt x="1448702" y="305926"/>
                  </a:lnTo>
                  <a:lnTo>
                    <a:pt x="1525171" y="458964"/>
                  </a:lnTo>
                  <a:lnTo>
                    <a:pt x="1601639" y="603941"/>
                  </a:lnTo>
                  <a:lnTo>
                    <a:pt x="1678107" y="741282"/>
                  </a:lnTo>
                  <a:lnTo>
                    <a:pt x="1754576" y="871389"/>
                  </a:lnTo>
                  <a:lnTo>
                    <a:pt x="1831044" y="994643"/>
                  </a:lnTo>
                  <a:lnTo>
                    <a:pt x="1907513" y="1111405"/>
                  </a:lnTo>
                  <a:lnTo>
                    <a:pt x="1983981" y="1222017"/>
                  </a:lnTo>
                  <a:lnTo>
                    <a:pt x="2060450" y="1326803"/>
                  </a:lnTo>
                  <a:lnTo>
                    <a:pt x="2136918" y="1426070"/>
                  </a:lnTo>
                  <a:lnTo>
                    <a:pt x="2213386" y="1520108"/>
                  </a:lnTo>
                  <a:lnTo>
                    <a:pt x="2289855" y="1609193"/>
                  </a:lnTo>
                  <a:lnTo>
                    <a:pt x="2366323" y="1693586"/>
                  </a:lnTo>
                  <a:lnTo>
                    <a:pt x="2442792" y="1773533"/>
                  </a:lnTo>
                  <a:lnTo>
                    <a:pt x="2519260" y="1849270"/>
                  </a:lnTo>
                  <a:lnTo>
                    <a:pt x="2595729" y="1921018"/>
                  </a:lnTo>
                  <a:lnTo>
                    <a:pt x="2672197" y="1988986"/>
                  </a:lnTo>
                  <a:lnTo>
                    <a:pt x="2748666" y="2053375"/>
                  </a:lnTo>
                  <a:lnTo>
                    <a:pt x="2825134" y="2114372"/>
                  </a:lnTo>
                  <a:lnTo>
                    <a:pt x="2901602" y="2172156"/>
                  </a:lnTo>
                  <a:lnTo>
                    <a:pt x="2978071" y="2226896"/>
                  </a:lnTo>
                  <a:lnTo>
                    <a:pt x="3054539" y="2278754"/>
                  </a:lnTo>
                  <a:lnTo>
                    <a:pt x="3131008" y="2327880"/>
                  </a:lnTo>
                  <a:lnTo>
                    <a:pt x="3207476" y="2374418"/>
                  </a:lnTo>
                  <a:lnTo>
                    <a:pt x="3283945" y="2418505"/>
                  </a:lnTo>
                  <a:lnTo>
                    <a:pt x="3360413" y="2450345"/>
                  </a:lnTo>
                  <a:lnTo>
                    <a:pt x="3436881" y="2461014"/>
                  </a:lnTo>
                  <a:lnTo>
                    <a:pt x="3513350" y="2471533"/>
                  </a:lnTo>
                  <a:lnTo>
                    <a:pt x="3589818" y="2481904"/>
                  </a:lnTo>
                  <a:lnTo>
                    <a:pt x="3666287" y="2492131"/>
                  </a:lnTo>
                  <a:lnTo>
                    <a:pt x="3742755" y="2502213"/>
                  </a:lnTo>
                  <a:lnTo>
                    <a:pt x="3819224" y="2512155"/>
                  </a:lnTo>
                  <a:lnTo>
                    <a:pt x="3895692" y="2521957"/>
                  </a:lnTo>
                  <a:lnTo>
                    <a:pt x="3972160" y="2531622"/>
                  </a:lnTo>
                  <a:lnTo>
                    <a:pt x="4048629" y="2541151"/>
                  </a:lnTo>
                  <a:lnTo>
                    <a:pt x="4125097" y="2550547"/>
                  </a:lnTo>
                  <a:lnTo>
                    <a:pt x="4201566" y="2559811"/>
                  </a:lnTo>
                  <a:lnTo>
                    <a:pt x="4278034" y="2568945"/>
                  </a:lnTo>
                  <a:lnTo>
                    <a:pt x="4354503" y="2577951"/>
                  </a:lnTo>
                  <a:lnTo>
                    <a:pt x="4430971" y="2586831"/>
                  </a:lnTo>
                  <a:lnTo>
                    <a:pt x="4507439" y="2595586"/>
                  </a:lnTo>
                  <a:lnTo>
                    <a:pt x="4583908" y="2604219"/>
                  </a:lnTo>
                  <a:lnTo>
                    <a:pt x="4660376" y="2612730"/>
                  </a:lnTo>
                  <a:lnTo>
                    <a:pt x="4736845" y="2621123"/>
                  </a:lnTo>
                  <a:lnTo>
                    <a:pt x="4813313" y="2629397"/>
                  </a:lnTo>
                  <a:lnTo>
                    <a:pt x="4889782" y="2637556"/>
                  </a:lnTo>
                  <a:lnTo>
                    <a:pt x="4966250" y="2645601"/>
                  </a:lnTo>
                  <a:lnTo>
                    <a:pt x="5042719" y="2653532"/>
                  </a:lnTo>
                  <a:lnTo>
                    <a:pt x="5119187" y="2661352"/>
                  </a:lnTo>
                  <a:lnTo>
                    <a:pt x="5195655" y="2669063"/>
                  </a:lnTo>
                  <a:lnTo>
                    <a:pt x="5272124" y="2676666"/>
                  </a:lnTo>
                  <a:lnTo>
                    <a:pt x="5348592" y="2684162"/>
                  </a:lnTo>
                  <a:lnTo>
                    <a:pt x="5425061" y="2691553"/>
                  </a:lnTo>
                  <a:lnTo>
                    <a:pt x="5501529" y="2698841"/>
                  </a:lnTo>
                  <a:lnTo>
                    <a:pt x="5577998" y="2706026"/>
                  </a:lnTo>
                  <a:lnTo>
                    <a:pt x="5654466" y="2713110"/>
                  </a:lnTo>
                  <a:lnTo>
                    <a:pt x="5730934" y="2720096"/>
                  </a:lnTo>
                  <a:lnTo>
                    <a:pt x="5807403" y="2726983"/>
                  </a:lnTo>
                  <a:lnTo>
                    <a:pt x="5883871" y="2733774"/>
                  </a:lnTo>
                  <a:lnTo>
                    <a:pt x="5960340" y="2740469"/>
                  </a:lnTo>
                  <a:lnTo>
                    <a:pt x="6036808" y="2747071"/>
                  </a:lnTo>
                  <a:lnTo>
                    <a:pt x="6113277" y="2753580"/>
                  </a:lnTo>
                  <a:lnTo>
                    <a:pt x="6189745" y="2759998"/>
                  </a:lnTo>
                  <a:lnTo>
                    <a:pt x="6266213" y="2766326"/>
                  </a:lnTo>
                  <a:lnTo>
                    <a:pt x="6342682" y="2772566"/>
                  </a:lnTo>
                  <a:lnTo>
                    <a:pt x="6419150" y="2778718"/>
                  </a:lnTo>
                  <a:lnTo>
                    <a:pt x="6495619" y="2784783"/>
                  </a:lnTo>
                  <a:lnTo>
                    <a:pt x="6572087" y="2790764"/>
                  </a:lnTo>
                  <a:lnTo>
                    <a:pt x="6648556" y="2796661"/>
                  </a:lnTo>
                  <a:lnTo>
                    <a:pt x="6725024" y="2802475"/>
                  </a:lnTo>
                  <a:lnTo>
                    <a:pt x="6801492" y="2808207"/>
                  </a:lnTo>
                  <a:lnTo>
                    <a:pt x="6877961" y="2813860"/>
                  </a:lnTo>
                  <a:lnTo>
                    <a:pt x="6954429" y="2819433"/>
                  </a:lnTo>
                  <a:lnTo>
                    <a:pt x="7030898" y="2824928"/>
                  </a:lnTo>
                  <a:lnTo>
                    <a:pt x="7107366" y="2830345"/>
                  </a:lnTo>
                  <a:lnTo>
                    <a:pt x="7183835" y="2835687"/>
                  </a:lnTo>
                  <a:lnTo>
                    <a:pt x="7260303" y="2840954"/>
                  </a:lnTo>
                  <a:lnTo>
                    <a:pt x="7260303" y="3163876"/>
                  </a:lnTo>
                  <a:lnTo>
                    <a:pt x="7183835" y="3161232"/>
                  </a:lnTo>
                  <a:lnTo>
                    <a:pt x="7107366" y="3158440"/>
                  </a:lnTo>
                  <a:lnTo>
                    <a:pt x="7030898" y="3155494"/>
                  </a:lnTo>
                  <a:lnTo>
                    <a:pt x="6954429" y="3152383"/>
                  </a:lnTo>
                  <a:lnTo>
                    <a:pt x="6877961" y="3149100"/>
                  </a:lnTo>
                  <a:lnTo>
                    <a:pt x="6801492" y="3145633"/>
                  </a:lnTo>
                  <a:lnTo>
                    <a:pt x="6725024" y="3141975"/>
                  </a:lnTo>
                  <a:lnTo>
                    <a:pt x="6648556" y="3138112"/>
                  </a:lnTo>
                  <a:lnTo>
                    <a:pt x="6572087" y="3134035"/>
                  </a:lnTo>
                  <a:lnTo>
                    <a:pt x="6495619" y="3129732"/>
                  </a:lnTo>
                  <a:lnTo>
                    <a:pt x="6419150" y="3125189"/>
                  </a:lnTo>
                  <a:lnTo>
                    <a:pt x="6342682" y="3120393"/>
                  </a:lnTo>
                  <a:lnTo>
                    <a:pt x="6266213" y="3115331"/>
                  </a:lnTo>
                  <a:lnTo>
                    <a:pt x="6189745" y="3109988"/>
                  </a:lnTo>
                  <a:lnTo>
                    <a:pt x="6113277" y="3104347"/>
                  </a:lnTo>
                  <a:lnTo>
                    <a:pt x="6036808" y="3098392"/>
                  </a:lnTo>
                  <a:lnTo>
                    <a:pt x="5960340" y="3092107"/>
                  </a:lnTo>
                  <a:lnTo>
                    <a:pt x="5883871" y="3085472"/>
                  </a:lnTo>
                  <a:lnTo>
                    <a:pt x="5807403" y="3078468"/>
                  </a:lnTo>
                  <a:lnTo>
                    <a:pt x="5730934" y="3071075"/>
                  </a:lnTo>
                  <a:lnTo>
                    <a:pt x="5654466" y="3063271"/>
                  </a:lnTo>
                  <a:lnTo>
                    <a:pt x="5577998" y="3055033"/>
                  </a:lnTo>
                  <a:lnTo>
                    <a:pt x="5501529" y="3046337"/>
                  </a:lnTo>
                  <a:lnTo>
                    <a:pt x="5425061" y="3037157"/>
                  </a:lnTo>
                  <a:lnTo>
                    <a:pt x="5348592" y="3027467"/>
                  </a:lnTo>
                  <a:lnTo>
                    <a:pt x="5272124" y="3017238"/>
                  </a:lnTo>
                  <a:lnTo>
                    <a:pt x="5195655" y="3006440"/>
                  </a:lnTo>
                  <a:lnTo>
                    <a:pt x="5119187" y="2995042"/>
                  </a:lnTo>
                  <a:lnTo>
                    <a:pt x="5042719" y="2983011"/>
                  </a:lnTo>
                  <a:lnTo>
                    <a:pt x="4966250" y="2970310"/>
                  </a:lnTo>
                  <a:lnTo>
                    <a:pt x="4889782" y="2956903"/>
                  </a:lnTo>
                  <a:lnTo>
                    <a:pt x="4813313" y="2942751"/>
                  </a:lnTo>
                  <a:lnTo>
                    <a:pt x="4736845" y="2927812"/>
                  </a:lnTo>
                  <a:lnTo>
                    <a:pt x="4660376" y="2912042"/>
                  </a:lnTo>
                  <a:lnTo>
                    <a:pt x="4583908" y="2895396"/>
                  </a:lnTo>
                  <a:lnTo>
                    <a:pt x="4507439" y="2877824"/>
                  </a:lnTo>
                  <a:lnTo>
                    <a:pt x="4430971" y="2859275"/>
                  </a:lnTo>
                  <a:lnTo>
                    <a:pt x="4354503" y="2839694"/>
                  </a:lnTo>
                  <a:lnTo>
                    <a:pt x="4278034" y="2819025"/>
                  </a:lnTo>
                  <a:lnTo>
                    <a:pt x="4201566" y="2797207"/>
                  </a:lnTo>
                  <a:lnTo>
                    <a:pt x="4125097" y="2774176"/>
                  </a:lnTo>
                  <a:lnTo>
                    <a:pt x="4048629" y="2749864"/>
                  </a:lnTo>
                  <a:lnTo>
                    <a:pt x="3972160" y="2724200"/>
                  </a:lnTo>
                  <a:lnTo>
                    <a:pt x="3895692" y="2697110"/>
                  </a:lnTo>
                  <a:lnTo>
                    <a:pt x="3819224" y="2668513"/>
                  </a:lnTo>
                  <a:lnTo>
                    <a:pt x="3742755" y="2638326"/>
                  </a:lnTo>
                  <a:lnTo>
                    <a:pt x="3666287" y="2606461"/>
                  </a:lnTo>
                  <a:lnTo>
                    <a:pt x="3589818" y="2572824"/>
                  </a:lnTo>
                  <a:lnTo>
                    <a:pt x="3513350" y="2537317"/>
                  </a:lnTo>
                  <a:lnTo>
                    <a:pt x="3436881" y="2499836"/>
                  </a:lnTo>
                  <a:lnTo>
                    <a:pt x="3360413" y="2460270"/>
                  </a:lnTo>
                  <a:lnTo>
                    <a:pt x="3283945" y="2439525"/>
                  </a:lnTo>
                  <a:lnTo>
                    <a:pt x="3207476" y="2428551"/>
                  </a:lnTo>
                  <a:lnTo>
                    <a:pt x="3131008" y="2417421"/>
                  </a:lnTo>
                  <a:lnTo>
                    <a:pt x="3054539" y="2406133"/>
                  </a:lnTo>
                  <a:lnTo>
                    <a:pt x="2978071" y="2394684"/>
                  </a:lnTo>
                  <a:lnTo>
                    <a:pt x="2901602" y="2383072"/>
                  </a:lnTo>
                  <a:lnTo>
                    <a:pt x="2825134" y="2371296"/>
                  </a:lnTo>
                  <a:lnTo>
                    <a:pt x="2748666" y="2359352"/>
                  </a:lnTo>
                  <a:lnTo>
                    <a:pt x="2672197" y="2347238"/>
                  </a:lnTo>
                  <a:lnTo>
                    <a:pt x="2595729" y="2334952"/>
                  </a:lnTo>
                  <a:lnTo>
                    <a:pt x="2519260" y="2322491"/>
                  </a:lnTo>
                  <a:lnTo>
                    <a:pt x="2442792" y="2309853"/>
                  </a:lnTo>
                  <a:lnTo>
                    <a:pt x="2366323" y="2297036"/>
                  </a:lnTo>
                  <a:lnTo>
                    <a:pt x="2289855" y="2284036"/>
                  </a:lnTo>
                  <a:lnTo>
                    <a:pt x="2213386" y="2270851"/>
                  </a:lnTo>
                  <a:lnTo>
                    <a:pt x="2136918" y="2257479"/>
                  </a:lnTo>
                  <a:lnTo>
                    <a:pt x="2060450" y="2243917"/>
                  </a:lnTo>
                  <a:lnTo>
                    <a:pt x="1983981" y="2230162"/>
                  </a:lnTo>
                  <a:lnTo>
                    <a:pt x="1907513" y="2216212"/>
                  </a:lnTo>
                  <a:lnTo>
                    <a:pt x="1831044" y="2202063"/>
                  </a:lnTo>
                  <a:lnTo>
                    <a:pt x="1754576" y="2187713"/>
                  </a:lnTo>
                  <a:lnTo>
                    <a:pt x="1678107" y="2173159"/>
                  </a:lnTo>
                  <a:lnTo>
                    <a:pt x="1601639" y="2158398"/>
                  </a:lnTo>
                  <a:lnTo>
                    <a:pt x="1525171" y="2143427"/>
                  </a:lnTo>
                  <a:lnTo>
                    <a:pt x="1448702" y="2128244"/>
                  </a:lnTo>
                  <a:lnTo>
                    <a:pt x="1372234" y="2112844"/>
                  </a:lnTo>
                  <a:lnTo>
                    <a:pt x="1295765" y="2097226"/>
                  </a:lnTo>
                  <a:lnTo>
                    <a:pt x="1219297" y="2081386"/>
                  </a:lnTo>
                  <a:lnTo>
                    <a:pt x="1142828" y="2065320"/>
                  </a:lnTo>
                  <a:lnTo>
                    <a:pt x="1066360" y="2049026"/>
                  </a:lnTo>
                  <a:lnTo>
                    <a:pt x="989892" y="2032500"/>
                  </a:lnTo>
                  <a:lnTo>
                    <a:pt x="913423" y="2015740"/>
                  </a:lnTo>
                  <a:lnTo>
                    <a:pt x="836955" y="1998741"/>
                  </a:lnTo>
                  <a:lnTo>
                    <a:pt x="760486" y="1981500"/>
                  </a:lnTo>
                  <a:lnTo>
                    <a:pt x="684018" y="1964015"/>
                  </a:lnTo>
                  <a:lnTo>
                    <a:pt x="607549" y="1946280"/>
                  </a:lnTo>
                  <a:lnTo>
                    <a:pt x="531081" y="1928294"/>
                  </a:lnTo>
                  <a:lnTo>
                    <a:pt x="454613" y="1910052"/>
                  </a:lnTo>
                  <a:lnTo>
                    <a:pt x="378144" y="1891551"/>
                  </a:lnTo>
                  <a:lnTo>
                    <a:pt x="301676" y="1872786"/>
                  </a:lnTo>
                  <a:lnTo>
                    <a:pt x="225207" y="1853755"/>
                  </a:lnTo>
                  <a:lnTo>
                    <a:pt x="148739" y="1834453"/>
                  </a:lnTo>
                  <a:lnTo>
                    <a:pt x="72270" y="1814877"/>
                  </a:lnTo>
                  <a:lnTo>
                    <a:pt x="0" y="179611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23136" y="2209169"/>
              <a:ext cx="5952812" cy="2840954"/>
            </a:xfrm>
            <a:custGeom>
              <a:avLst/>
              <a:pathLst>
                <a:path w="5952812" h="2840954">
                  <a:moveTo>
                    <a:pt x="0" y="0"/>
                  </a:moveTo>
                  <a:lnTo>
                    <a:pt x="64742" y="144379"/>
                  </a:lnTo>
                  <a:lnTo>
                    <a:pt x="141211" y="305926"/>
                  </a:lnTo>
                  <a:lnTo>
                    <a:pt x="217679" y="458964"/>
                  </a:lnTo>
                  <a:lnTo>
                    <a:pt x="294148" y="603941"/>
                  </a:lnTo>
                  <a:lnTo>
                    <a:pt x="370616" y="741282"/>
                  </a:lnTo>
                  <a:lnTo>
                    <a:pt x="447084" y="871389"/>
                  </a:lnTo>
                  <a:lnTo>
                    <a:pt x="523553" y="994643"/>
                  </a:lnTo>
                  <a:lnTo>
                    <a:pt x="600021" y="1111405"/>
                  </a:lnTo>
                  <a:lnTo>
                    <a:pt x="676490" y="1222017"/>
                  </a:lnTo>
                  <a:lnTo>
                    <a:pt x="752958" y="1326803"/>
                  </a:lnTo>
                  <a:lnTo>
                    <a:pt x="829427" y="1426070"/>
                  </a:lnTo>
                  <a:lnTo>
                    <a:pt x="905895" y="1520108"/>
                  </a:lnTo>
                  <a:lnTo>
                    <a:pt x="982363" y="1609193"/>
                  </a:lnTo>
                  <a:lnTo>
                    <a:pt x="1058832" y="1693586"/>
                  </a:lnTo>
                  <a:lnTo>
                    <a:pt x="1135300" y="1773533"/>
                  </a:lnTo>
                  <a:lnTo>
                    <a:pt x="1211769" y="1849270"/>
                  </a:lnTo>
                  <a:lnTo>
                    <a:pt x="1288237" y="1921018"/>
                  </a:lnTo>
                  <a:lnTo>
                    <a:pt x="1364706" y="1988986"/>
                  </a:lnTo>
                  <a:lnTo>
                    <a:pt x="1441174" y="2053375"/>
                  </a:lnTo>
                  <a:lnTo>
                    <a:pt x="1517642" y="2114372"/>
                  </a:lnTo>
                  <a:lnTo>
                    <a:pt x="1594111" y="2172156"/>
                  </a:lnTo>
                  <a:lnTo>
                    <a:pt x="1670579" y="2226896"/>
                  </a:lnTo>
                  <a:lnTo>
                    <a:pt x="1747048" y="2278754"/>
                  </a:lnTo>
                  <a:lnTo>
                    <a:pt x="1823516" y="2327880"/>
                  </a:lnTo>
                  <a:lnTo>
                    <a:pt x="1899985" y="2374418"/>
                  </a:lnTo>
                  <a:lnTo>
                    <a:pt x="1976453" y="2418505"/>
                  </a:lnTo>
                  <a:lnTo>
                    <a:pt x="2052921" y="2450345"/>
                  </a:lnTo>
                  <a:lnTo>
                    <a:pt x="2129390" y="2461014"/>
                  </a:lnTo>
                  <a:lnTo>
                    <a:pt x="2205858" y="2471533"/>
                  </a:lnTo>
                  <a:lnTo>
                    <a:pt x="2282327" y="2481904"/>
                  </a:lnTo>
                  <a:lnTo>
                    <a:pt x="2358795" y="2492131"/>
                  </a:lnTo>
                  <a:lnTo>
                    <a:pt x="2435264" y="2502213"/>
                  </a:lnTo>
                  <a:lnTo>
                    <a:pt x="2511732" y="2512155"/>
                  </a:lnTo>
                  <a:lnTo>
                    <a:pt x="2588201" y="2521957"/>
                  </a:lnTo>
                  <a:lnTo>
                    <a:pt x="2664669" y="2531622"/>
                  </a:lnTo>
                  <a:lnTo>
                    <a:pt x="2741137" y="2541151"/>
                  </a:lnTo>
                  <a:lnTo>
                    <a:pt x="2817606" y="2550547"/>
                  </a:lnTo>
                  <a:lnTo>
                    <a:pt x="2894074" y="2559811"/>
                  </a:lnTo>
                  <a:lnTo>
                    <a:pt x="2970543" y="2568945"/>
                  </a:lnTo>
                  <a:lnTo>
                    <a:pt x="3047011" y="2577951"/>
                  </a:lnTo>
                  <a:lnTo>
                    <a:pt x="3123480" y="2586831"/>
                  </a:lnTo>
                  <a:lnTo>
                    <a:pt x="3199948" y="2595586"/>
                  </a:lnTo>
                  <a:lnTo>
                    <a:pt x="3276416" y="2604219"/>
                  </a:lnTo>
                  <a:lnTo>
                    <a:pt x="3352885" y="2612730"/>
                  </a:lnTo>
                  <a:lnTo>
                    <a:pt x="3429353" y="2621123"/>
                  </a:lnTo>
                  <a:lnTo>
                    <a:pt x="3505822" y="2629397"/>
                  </a:lnTo>
                  <a:lnTo>
                    <a:pt x="3582290" y="2637556"/>
                  </a:lnTo>
                  <a:lnTo>
                    <a:pt x="3658759" y="2645601"/>
                  </a:lnTo>
                  <a:lnTo>
                    <a:pt x="3735227" y="2653532"/>
                  </a:lnTo>
                  <a:lnTo>
                    <a:pt x="3811695" y="2661352"/>
                  </a:lnTo>
                  <a:lnTo>
                    <a:pt x="3888164" y="2669063"/>
                  </a:lnTo>
                  <a:lnTo>
                    <a:pt x="3964632" y="2676666"/>
                  </a:lnTo>
                  <a:lnTo>
                    <a:pt x="4041101" y="2684162"/>
                  </a:lnTo>
                  <a:lnTo>
                    <a:pt x="4117569" y="2691553"/>
                  </a:lnTo>
                  <a:lnTo>
                    <a:pt x="4194038" y="2698841"/>
                  </a:lnTo>
                  <a:lnTo>
                    <a:pt x="4270506" y="2706026"/>
                  </a:lnTo>
                  <a:lnTo>
                    <a:pt x="4346974" y="2713110"/>
                  </a:lnTo>
                  <a:lnTo>
                    <a:pt x="4423443" y="2720096"/>
                  </a:lnTo>
                  <a:lnTo>
                    <a:pt x="4499911" y="2726983"/>
                  </a:lnTo>
                  <a:lnTo>
                    <a:pt x="4576380" y="2733774"/>
                  </a:lnTo>
                  <a:lnTo>
                    <a:pt x="4652848" y="2740469"/>
                  </a:lnTo>
                  <a:lnTo>
                    <a:pt x="4729317" y="2747071"/>
                  </a:lnTo>
                  <a:lnTo>
                    <a:pt x="4805785" y="2753580"/>
                  </a:lnTo>
                  <a:lnTo>
                    <a:pt x="4882254" y="2759998"/>
                  </a:lnTo>
                  <a:lnTo>
                    <a:pt x="4958722" y="2766326"/>
                  </a:lnTo>
                  <a:lnTo>
                    <a:pt x="5035190" y="2772566"/>
                  </a:lnTo>
                  <a:lnTo>
                    <a:pt x="5111659" y="2778718"/>
                  </a:lnTo>
                  <a:lnTo>
                    <a:pt x="5188127" y="2784783"/>
                  </a:lnTo>
                  <a:lnTo>
                    <a:pt x="5264596" y="2790764"/>
                  </a:lnTo>
                  <a:lnTo>
                    <a:pt x="5341064" y="2796661"/>
                  </a:lnTo>
                  <a:lnTo>
                    <a:pt x="5417533" y="2802475"/>
                  </a:lnTo>
                  <a:lnTo>
                    <a:pt x="5494001" y="2808207"/>
                  </a:lnTo>
                  <a:lnTo>
                    <a:pt x="5570469" y="2813860"/>
                  </a:lnTo>
                  <a:lnTo>
                    <a:pt x="5646938" y="2819433"/>
                  </a:lnTo>
                  <a:lnTo>
                    <a:pt x="5723406" y="2824928"/>
                  </a:lnTo>
                  <a:lnTo>
                    <a:pt x="5799875" y="2830345"/>
                  </a:lnTo>
                  <a:lnTo>
                    <a:pt x="5876343" y="2835687"/>
                  </a:lnTo>
                  <a:lnTo>
                    <a:pt x="5952812" y="2840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005282"/>
              <a:ext cx="7260303" cy="1367763"/>
            </a:xfrm>
            <a:custGeom>
              <a:avLst/>
              <a:pathLst>
                <a:path w="7260303" h="1367763">
                  <a:moveTo>
                    <a:pt x="7260303" y="1367763"/>
                  </a:moveTo>
                  <a:lnTo>
                    <a:pt x="7183835" y="1365119"/>
                  </a:lnTo>
                  <a:lnTo>
                    <a:pt x="7107366" y="1362327"/>
                  </a:lnTo>
                  <a:lnTo>
                    <a:pt x="7030898" y="1359381"/>
                  </a:lnTo>
                  <a:lnTo>
                    <a:pt x="6954429" y="1356270"/>
                  </a:lnTo>
                  <a:lnTo>
                    <a:pt x="6877961" y="1352986"/>
                  </a:lnTo>
                  <a:lnTo>
                    <a:pt x="6801492" y="1349520"/>
                  </a:lnTo>
                  <a:lnTo>
                    <a:pt x="6725024" y="1345862"/>
                  </a:lnTo>
                  <a:lnTo>
                    <a:pt x="6648556" y="1341999"/>
                  </a:lnTo>
                  <a:lnTo>
                    <a:pt x="6572087" y="1337922"/>
                  </a:lnTo>
                  <a:lnTo>
                    <a:pt x="6495619" y="1333619"/>
                  </a:lnTo>
                  <a:lnTo>
                    <a:pt x="6419150" y="1329076"/>
                  </a:lnTo>
                  <a:lnTo>
                    <a:pt x="6342682" y="1324280"/>
                  </a:lnTo>
                  <a:lnTo>
                    <a:pt x="6266213" y="1319218"/>
                  </a:lnTo>
                  <a:lnTo>
                    <a:pt x="6189745" y="1313874"/>
                  </a:lnTo>
                  <a:lnTo>
                    <a:pt x="6113277" y="1308234"/>
                  </a:lnTo>
                  <a:lnTo>
                    <a:pt x="6036808" y="1302279"/>
                  </a:lnTo>
                  <a:lnTo>
                    <a:pt x="5960340" y="1295994"/>
                  </a:lnTo>
                  <a:lnTo>
                    <a:pt x="5883871" y="1289359"/>
                  </a:lnTo>
                  <a:lnTo>
                    <a:pt x="5807403" y="1282355"/>
                  </a:lnTo>
                  <a:lnTo>
                    <a:pt x="5730934" y="1274962"/>
                  </a:lnTo>
                  <a:lnTo>
                    <a:pt x="5654466" y="1267158"/>
                  </a:lnTo>
                  <a:lnTo>
                    <a:pt x="5577998" y="1258920"/>
                  </a:lnTo>
                  <a:lnTo>
                    <a:pt x="5501529" y="1250224"/>
                  </a:lnTo>
                  <a:lnTo>
                    <a:pt x="5425061" y="1241044"/>
                  </a:lnTo>
                  <a:lnTo>
                    <a:pt x="5348592" y="1231354"/>
                  </a:lnTo>
                  <a:lnTo>
                    <a:pt x="5272124" y="1221125"/>
                  </a:lnTo>
                  <a:lnTo>
                    <a:pt x="5195655" y="1210327"/>
                  </a:lnTo>
                  <a:lnTo>
                    <a:pt x="5119187" y="1198929"/>
                  </a:lnTo>
                  <a:lnTo>
                    <a:pt x="5042719" y="1186898"/>
                  </a:lnTo>
                  <a:lnTo>
                    <a:pt x="4966250" y="1174197"/>
                  </a:lnTo>
                  <a:lnTo>
                    <a:pt x="4889782" y="1160790"/>
                  </a:lnTo>
                  <a:lnTo>
                    <a:pt x="4813313" y="1146638"/>
                  </a:lnTo>
                  <a:lnTo>
                    <a:pt x="4736845" y="1131699"/>
                  </a:lnTo>
                  <a:lnTo>
                    <a:pt x="4660376" y="1115929"/>
                  </a:lnTo>
                  <a:lnTo>
                    <a:pt x="4583908" y="1099283"/>
                  </a:lnTo>
                  <a:lnTo>
                    <a:pt x="4507439" y="1081711"/>
                  </a:lnTo>
                  <a:lnTo>
                    <a:pt x="4430971" y="1063162"/>
                  </a:lnTo>
                  <a:lnTo>
                    <a:pt x="4354503" y="1043581"/>
                  </a:lnTo>
                  <a:lnTo>
                    <a:pt x="4278034" y="1022912"/>
                  </a:lnTo>
                  <a:lnTo>
                    <a:pt x="4201566" y="1001094"/>
                  </a:lnTo>
                  <a:lnTo>
                    <a:pt x="4125097" y="978062"/>
                  </a:lnTo>
                  <a:lnTo>
                    <a:pt x="4048629" y="953751"/>
                  </a:lnTo>
                  <a:lnTo>
                    <a:pt x="3972160" y="928087"/>
                  </a:lnTo>
                  <a:lnTo>
                    <a:pt x="3895692" y="900996"/>
                  </a:lnTo>
                  <a:lnTo>
                    <a:pt x="3819224" y="872400"/>
                  </a:lnTo>
                  <a:lnTo>
                    <a:pt x="3742755" y="842213"/>
                  </a:lnTo>
                  <a:lnTo>
                    <a:pt x="3666287" y="810348"/>
                  </a:lnTo>
                  <a:lnTo>
                    <a:pt x="3589818" y="776711"/>
                  </a:lnTo>
                  <a:lnTo>
                    <a:pt x="3513350" y="741204"/>
                  </a:lnTo>
                  <a:lnTo>
                    <a:pt x="3436881" y="703723"/>
                  </a:lnTo>
                  <a:lnTo>
                    <a:pt x="3360413" y="664157"/>
                  </a:lnTo>
                  <a:lnTo>
                    <a:pt x="3283945" y="643412"/>
                  </a:lnTo>
                  <a:lnTo>
                    <a:pt x="3207476" y="632438"/>
                  </a:lnTo>
                  <a:lnTo>
                    <a:pt x="3131008" y="621308"/>
                  </a:lnTo>
                  <a:lnTo>
                    <a:pt x="3054539" y="610020"/>
                  </a:lnTo>
                  <a:lnTo>
                    <a:pt x="2978071" y="598571"/>
                  </a:lnTo>
                  <a:lnTo>
                    <a:pt x="2901602" y="586959"/>
                  </a:lnTo>
                  <a:lnTo>
                    <a:pt x="2825134" y="575183"/>
                  </a:lnTo>
                  <a:lnTo>
                    <a:pt x="2748666" y="563239"/>
                  </a:lnTo>
                  <a:lnTo>
                    <a:pt x="2672197" y="551125"/>
                  </a:lnTo>
                  <a:lnTo>
                    <a:pt x="2595729" y="538839"/>
                  </a:lnTo>
                  <a:lnTo>
                    <a:pt x="2519260" y="526378"/>
                  </a:lnTo>
                  <a:lnTo>
                    <a:pt x="2442792" y="513740"/>
                  </a:lnTo>
                  <a:lnTo>
                    <a:pt x="2366323" y="500923"/>
                  </a:lnTo>
                  <a:lnTo>
                    <a:pt x="2289855" y="487923"/>
                  </a:lnTo>
                  <a:lnTo>
                    <a:pt x="2213386" y="474738"/>
                  </a:lnTo>
                  <a:lnTo>
                    <a:pt x="2136918" y="461366"/>
                  </a:lnTo>
                  <a:lnTo>
                    <a:pt x="2060450" y="447804"/>
                  </a:lnTo>
                  <a:lnTo>
                    <a:pt x="1983981" y="434049"/>
                  </a:lnTo>
                  <a:lnTo>
                    <a:pt x="1907513" y="420099"/>
                  </a:lnTo>
                  <a:lnTo>
                    <a:pt x="1831044" y="405950"/>
                  </a:lnTo>
                  <a:lnTo>
                    <a:pt x="1754576" y="391600"/>
                  </a:lnTo>
                  <a:lnTo>
                    <a:pt x="1678107" y="377046"/>
                  </a:lnTo>
                  <a:lnTo>
                    <a:pt x="1601639" y="362285"/>
                  </a:lnTo>
                  <a:lnTo>
                    <a:pt x="1525171" y="347314"/>
                  </a:lnTo>
                  <a:lnTo>
                    <a:pt x="1448702" y="332131"/>
                  </a:lnTo>
                  <a:lnTo>
                    <a:pt x="1372234" y="316731"/>
                  </a:lnTo>
                  <a:lnTo>
                    <a:pt x="1295765" y="301113"/>
                  </a:lnTo>
                  <a:lnTo>
                    <a:pt x="1219297" y="285272"/>
                  </a:lnTo>
                  <a:lnTo>
                    <a:pt x="1142828" y="269207"/>
                  </a:lnTo>
                  <a:lnTo>
                    <a:pt x="1066360" y="252913"/>
                  </a:lnTo>
                  <a:lnTo>
                    <a:pt x="989892" y="236387"/>
                  </a:lnTo>
                  <a:lnTo>
                    <a:pt x="913423" y="219627"/>
                  </a:lnTo>
                  <a:lnTo>
                    <a:pt x="836955" y="202628"/>
                  </a:lnTo>
                  <a:lnTo>
                    <a:pt x="760486" y="185387"/>
                  </a:lnTo>
                  <a:lnTo>
                    <a:pt x="684018" y="167902"/>
                  </a:lnTo>
                  <a:lnTo>
                    <a:pt x="607549" y="150167"/>
                  </a:lnTo>
                  <a:lnTo>
                    <a:pt x="531081" y="132181"/>
                  </a:lnTo>
                  <a:lnTo>
                    <a:pt x="454613" y="113939"/>
                  </a:lnTo>
                  <a:lnTo>
                    <a:pt x="378144" y="95438"/>
                  </a:lnTo>
                  <a:lnTo>
                    <a:pt x="301676" y="76673"/>
                  </a:lnTo>
                  <a:lnTo>
                    <a:pt x="225207" y="57642"/>
                  </a:lnTo>
                  <a:lnTo>
                    <a:pt x="148739" y="38340"/>
                  </a:lnTo>
                  <a:lnTo>
                    <a:pt x="72270" y="187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34353" y="2209169"/>
              <a:ext cx="7141594" cy="3078694"/>
            </a:xfrm>
            <a:custGeom>
              <a:avLst/>
              <a:pathLst>
                <a:path w="7141594" h="3078694">
                  <a:moveTo>
                    <a:pt x="0" y="0"/>
                  </a:moveTo>
                  <a:lnTo>
                    <a:pt x="30030" y="43177"/>
                  </a:lnTo>
                  <a:lnTo>
                    <a:pt x="106499" y="149433"/>
                  </a:lnTo>
                  <a:lnTo>
                    <a:pt x="182967" y="252125"/>
                  </a:lnTo>
                  <a:lnTo>
                    <a:pt x="259435" y="351374"/>
                  </a:lnTo>
                  <a:lnTo>
                    <a:pt x="335904" y="447294"/>
                  </a:lnTo>
                  <a:lnTo>
                    <a:pt x="412372" y="539997"/>
                  </a:lnTo>
                  <a:lnTo>
                    <a:pt x="488841" y="629591"/>
                  </a:lnTo>
                  <a:lnTo>
                    <a:pt x="565309" y="716180"/>
                  </a:lnTo>
                  <a:lnTo>
                    <a:pt x="641778" y="799865"/>
                  </a:lnTo>
                  <a:lnTo>
                    <a:pt x="718246" y="880744"/>
                  </a:lnTo>
                  <a:lnTo>
                    <a:pt x="794715" y="958910"/>
                  </a:lnTo>
                  <a:lnTo>
                    <a:pt x="871183" y="1034455"/>
                  </a:lnTo>
                  <a:lnTo>
                    <a:pt x="947651" y="1107466"/>
                  </a:lnTo>
                  <a:lnTo>
                    <a:pt x="1024120" y="1178028"/>
                  </a:lnTo>
                  <a:lnTo>
                    <a:pt x="1100588" y="1246224"/>
                  </a:lnTo>
                  <a:lnTo>
                    <a:pt x="1177057" y="1312133"/>
                  </a:lnTo>
                  <a:lnTo>
                    <a:pt x="1253525" y="1375831"/>
                  </a:lnTo>
                  <a:lnTo>
                    <a:pt x="1329994" y="1437393"/>
                  </a:lnTo>
                  <a:lnTo>
                    <a:pt x="1406462" y="1496891"/>
                  </a:lnTo>
                  <a:lnTo>
                    <a:pt x="1482930" y="1554393"/>
                  </a:lnTo>
                  <a:lnTo>
                    <a:pt x="1559399" y="1609966"/>
                  </a:lnTo>
                  <a:lnTo>
                    <a:pt x="1635867" y="1663676"/>
                  </a:lnTo>
                  <a:lnTo>
                    <a:pt x="1712336" y="1715584"/>
                  </a:lnTo>
                  <a:lnTo>
                    <a:pt x="1788804" y="1765752"/>
                  </a:lnTo>
                  <a:lnTo>
                    <a:pt x="1865273" y="1814237"/>
                  </a:lnTo>
                  <a:lnTo>
                    <a:pt x="1941741" y="1861096"/>
                  </a:lnTo>
                  <a:lnTo>
                    <a:pt x="2018209" y="1906383"/>
                  </a:lnTo>
                  <a:lnTo>
                    <a:pt x="2094678" y="1950152"/>
                  </a:lnTo>
                  <a:lnTo>
                    <a:pt x="2171146" y="1992452"/>
                  </a:lnTo>
                  <a:lnTo>
                    <a:pt x="2247615" y="2033334"/>
                  </a:lnTo>
                  <a:lnTo>
                    <a:pt x="2324083" y="2072845"/>
                  </a:lnTo>
                  <a:lnTo>
                    <a:pt x="2400552" y="2111031"/>
                  </a:lnTo>
                  <a:lnTo>
                    <a:pt x="2477020" y="2147936"/>
                  </a:lnTo>
                  <a:lnTo>
                    <a:pt x="2553488" y="2183604"/>
                  </a:lnTo>
                  <a:lnTo>
                    <a:pt x="2629957" y="2218075"/>
                  </a:lnTo>
                  <a:lnTo>
                    <a:pt x="2706425" y="2251390"/>
                  </a:lnTo>
                  <a:lnTo>
                    <a:pt x="2782894" y="2283588"/>
                  </a:lnTo>
                  <a:lnTo>
                    <a:pt x="2859362" y="2314706"/>
                  </a:lnTo>
                  <a:lnTo>
                    <a:pt x="2935831" y="2344780"/>
                  </a:lnTo>
                  <a:lnTo>
                    <a:pt x="3012299" y="2373846"/>
                  </a:lnTo>
                  <a:lnTo>
                    <a:pt x="3088768" y="2401937"/>
                  </a:lnTo>
                  <a:lnTo>
                    <a:pt x="3165236" y="2429086"/>
                  </a:lnTo>
                  <a:lnTo>
                    <a:pt x="3241704" y="2455324"/>
                  </a:lnTo>
                  <a:lnTo>
                    <a:pt x="3318173" y="2480683"/>
                  </a:lnTo>
                  <a:lnTo>
                    <a:pt x="3394641" y="2505190"/>
                  </a:lnTo>
                  <a:lnTo>
                    <a:pt x="3471110" y="2528876"/>
                  </a:lnTo>
                  <a:lnTo>
                    <a:pt x="3547578" y="2551768"/>
                  </a:lnTo>
                  <a:lnTo>
                    <a:pt x="3624047" y="2573892"/>
                  </a:lnTo>
                  <a:lnTo>
                    <a:pt x="3700515" y="2595274"/>
                  </a:lnTo>
                  <a:lnTo>
                    <a:pt x="3776983" y="2615938"/>
                  </a:lnTo>
                  <a:lnTo>
                    <a:pt x="3853452" y="2635910"/>
                  </a:lnTo>
                  <a:lnTo>
                    <a:pt x="3929920" y="2655212"/>
                  </a:lnTo>
                  <a:lnTo>
                    <a:pt x="4006389" y="2673867"/>
                  </a:lnTo>
                  <a:lnTo>
                    <a:pt x="4082857" y="2691896"/>
                  </a:lnTo>
                  <a:lnTo>
                    <a:pt x="4159326" y="2709320"/>
                  </a:lnTo>
                  <a:lnTo>
                    <a:pt x="4235794" y="2726160"/>
                  </a:lnTo>
                  <a:lnTo>
                    <a:pt x="4312262" y="2742435"/>
                  </a:lnTo>
                  <a:lnTo>
                    <a:pt x="4388731" y="2758164"/>
                  </a:lnTo>
                  <a:lnTo>
                    <a:pt x="4465199" y="2773366"/>
                  </a:lnTo>
                  <a:lnTo>
                    <a:pt x="4541668" y="2788058"/>
                  </a:lnTo>
                  <a:lnTo>
                    <a:pt x="4618136" y="2802257"/>
                  </a:lnTo>
                  <a:lnTo>
                    <a:pt x="4694605" y="2815980"/>
                  </a:lnTo>
                  <a:lnTo>
                    <a:pt x="4771073" y="2829243"/>
                  </a:lnTo>
                  <a:lnTo>
                    <a:pt x="4847541" y="2842061"/>
                  </a:lnTo>
                  <a:lnTo>
                    <a:pt x="4924010" y="2854449"/>
                  </a:lnTo>
                  <a:lnTo>
                    <a:pt x="5000478" y="2866422"/>
                  </a:lnTo>
                  <a:lnTo>
                    <a:pt x="5076947" y="2877993"/>
                  </a:lnTo>
                  <a:lnTo>
                    <a:pt x="5153415" y="2889176"/>
                  </a:lnTo>
                  <a:lnTo>
                    <a:pt x="5229884" y="2899984"/>
                  </a:lnTo>
                  <a:lnTo>
                    <a:pt x="5306352" y="2910429"/>
                  </a:lnTo>
                  <a:lnTo>
                    <a:pt x="5382821" y="2920524"/>
                  </a:lnTo>
                  <a:lnTo>
                    <a:pt x="5459289" y="2930281"/>
                  </a:lnTo>
                  <a:lnTo>
                    <a:pt x="5535757" y="2939710"/>
                  </a:lnTo>
                  <a:lnTo>
                    <a:pt x="5612226" y="2948824"/>
                  </a:lnTo>
                  <a:lnTo>
                    <a:pt x="5688694" y="2957631"/>
                  </a:lnTo>
                  <a:lnTo>
                    <a:pt x="5765163" y="2966143"/>
                  </a:lnTo>
                  <a:lnTo>
                    <a:pt x="5841631" y="2974370"/>
                  </a:lnTo>
                  <a:lnTo>
                    <a:pt x="5918100" y="2982321"/>
                  </a:lnTo>
                  <a:lnTo>
                    <a:pt x="5994568" y="2990005"/>
                  </a:lnTo>
                  <a:lnTo>
                    <a:pt x="6071036" y="2997431"/>
                  </a:lnTo>
                  <a:lnTo>
                    <a:pt x="6147505" y="3004609"/>
                  </a:lnTo>
                  <a:lnTo>
                    <a:pt x="6223973" y="3011545"/>
                  </a:lnTo>
                  <a:lnTo>
                    <a:pt x="6300442" y="3018249"/>
                  </a:lnTo>
                  <a:lnTo>
                    <a:pt x="6376910" y="3024728"/>
                  </a:lnTo>
                  <a:lnTo>
                    <a:pt x="6453379" y="3030990"/>
                  </a:lnTo>
                  <a:lnTo>
                    <a:pt x="6529847" y="3037042"/>
                  </a:lnTo>
                  <a:lnTo>
                    <a:pt x="6606315" y="3042891"/>
                  </a:lnTo>
                  <a:lnTo>
                    <a:pt x="6682784" y="3048544"/>
                  </a:lnTo>
                  <a:lnTo>
                    <a:pt x="6759252" y="3054007"/>
                  </a:lnTo>
                  <a:lnTo>
                    <a:pt x="6835721" y="3059287"/>
                  </a:lnTo>
                  <a:lnTo>
                    <a:pt x="6912189" y="3064390"/>
                  </a:lnTo>
                  <a:lnTo>
                    <a:pt x="6988658" y="3069321"/>
                  </a:lnTo>
                  <a:lnTo>
                    <a:pt x="7065126" y="3074088"/>
                  </a:lnTo>
                  <a:lnTo>
                    <a:pt x="7141594" y="30786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5598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3696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0500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4037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7574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111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51993" y="5653245"/>
              <a:ext cx="24478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-0.2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688337" y="5834415"/>
              <a:ext cx="213887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=  (eGFR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27210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917095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006981" y="5884826"/>
              <a:ext cx="68305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75286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165172" y="5905308"/>
              <a:ext cx="83027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5248199" y="5905308"/>
              <a:ext cx="83027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5331227" y="5834415"/>
              <a:ext cx="55814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− CrCl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889377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979262" y="5905308"/>
              <a:ext cx="96743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76006" y="5834415"/>
              <a:ext cx="56290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) / CrCl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638910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728796" y="5905308"/>
              <a:ext cx="96743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-37527" y="3827572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915645" y="1977589"/>
              <a:ext cx="601867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0.54-0.85), p = &lt;0.001   (per 0.1-unit increase in eGFR difference)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2026-09-08T07:54:15Z</dcterms:modified>
  <cp:category/>
</cp:coreProperties>
</file>