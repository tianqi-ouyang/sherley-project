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34151" y="5072327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34151" y="4247669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34151" y="3423012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019773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853490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687207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520923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34151" y="5484655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34151" y="4659998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34151" y="3835341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34151" y="3010683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102915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6632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770348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604065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437781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77973" y="3034080"/>
              <a:ext cx="6876437" cy="2206136"/>
            </a:xfrm>
            <a:custGeom>
              <a:avLst/>
              <a:pathLst>
                <a:path w="6876437" h="2206136">
                  <a:moveTo>
                    <a:pt x="0" y="2206136"/>
                  </a:moveTo>
                  <a:lnTo>
                    <a:pt x="275057" y="2206136"/>
                  </a:lnTo>
                  <a:lnTo>
                    <a:pt x="275057" y="2081740"/>
                  </a:lnTo>
                  <a:lnTo>
                    <a:pt x="366743" y="2081740"/>
                  </a:lnTo>
                  <a:lnTo>
                    <a:pt x="366743" y="1722818"/>
                  </a:lnTo>
                  <a:lnTo>
                    <a:pt x="550114" y="1722818"/>
                  </a:lnTo>
                  <a:lnTo>
                    <a:pt x="550114" y="1482465"/>
                  </a:lnTo>
                  <a:lnTo>
                    <a:pt x="825172" y="1482465"/>
                  </a:lnTo>
                  <a:lnTo>
                    <a:pt x="825172" y="1364002"/>
                  </a:lnTo>
                  <a:lnTo>
                    <a:pt x="916858" y="1364002"/>
                  </a:lnTo>
                  <a:lnTo>
                    <a:pt x="916858" y="1126953"/>
                  </a:lnTo>
                  <a:lnTo>
                    <a:pt x="1466973" y="1126953"/>
                  </a:lnTo>
                  <a:lnTo>
                    <a:pt x="1466973" y="890351"/>
                  </a:lnTo>
                  <a:lnTo>
                    <a:pt x="2292145" y="890351"/>
                  </a:lnTo>
                  <a:lnTo>
                    <a:pt x="2292145" y="774026"/>
                  </a:lnTo>
                  <a:lnTo>
                    <a:pt x="2383831" y="774026"/>
                  </a:lnTo>
                  <a:lnTo>
                    <a:pt x="2383831" y="546410"/>
                  </a:lnTo>
                  <a:lnTo>
                    <a:pt x="2842260" y="546410"/>
                  </a:lnTo>
                  <a:lnTo>
                    <a:pt x="2842260" y="433753"/>
                  </a:lnTo>
                  <a:lnTo>
                    <a:pt x="3117318" y="433753"/>
                  </a:lnTo>
                  <a:lnTo>
                    <a:pt x="3117318" y="323290"/>
                  </a:lnTo>
                  <a:lnTo>
                    <a:pt x="3392375" y="323290"/>
                  </a:lnTo>
                  <a:lnTo>
                    <a:pt x="3392375" y="214583"/>
                  </a:lnTo>
                  <a:lnTo>
                    <a:pt x="3942490" y="214583"/>
                  </a:lnTo>
                  <a:lnTo>
                    <a:pt x="3942490" y="107483"/>
                  </a:lnTo>
                  <a:lnTo>
                    <a:pt x="6876437" y="107483"/>
                  </a:lnTo>
                  <a:lnTo>
                    <a:pt x="6876437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77973" y="4513881"/>
              <a:ext cx="6876437" cy="885822"/>
            </a:xfrm>
            <a:custGeom>
              <a:avLst/>
              <a:pathLst>
                <a:path w="6876437" h="885822">
                  <a:moveTo>
                    <a:pt x="0" y="885822"/>
                  </a:moveTo>
                  <a:lnTo>
                    <a:pt x="275057" y="885822"/>
                  </a:lnTo>
                  <a:lnTo>
                    <a:pt x="275057" y="841699"/>
                  </a:lnTo>
                  <a:lnTo>
                    <a:pt x="366743" y="841699"/>
                  </a:lnTo>
                  <a:lnTo>
                    <a:pt x="366743" y="710893"/>
                  </a:lnTo>
                  <a:lnTo>
                    <a:pt x="550114" y="710893"/>
                  </a:lnTo>
                  <a:lnTo>
                    <a:pt x="550114" y="620274"/>
                  </a:lnTo>
                  <a:lnTo>
                    <a:pt x="825172" y="620274"/>
                  </a:lnTo>
                  <a:lnTo>
                    <a:pt x="825172" y="574680"/>
                  </a:lnTo>
                  <a:lnTo>
                    <a:pt x="916858" y="574680"/>
                  </a:lnTo>
                  <a:lnTo>
                    <a:pt x="916858" y="481532"/>
                  </a:lnTo>
                  <a:lnTo>
                    <a:pt x="1466973" y="481532"/>
                  </a:lnTo>
                  <a:lnTo>
                    <a:pt x="1466973" y="385916"/>
                  </a:lnTo>
                  <a:lnTo>
                    <a:pt x="2292145" y="385916"/>
                  </a:lnTo>
                  <a:lnTo>
                    <a:pt x="2292145" y="337898"/>
                  </a:lnTo>
                  <a:lnTo>
                    <a:pt x="2383831" y="337898"/>
                  </a:lnTo>
                  <a:lnTo>
                    <a:pt x="2383831" y="241939"/>
                  </a:lnTo>
                  <a:lnTo>
                    <a:pt x="2842260" y="241939"/>
                  </a:lnTo>
                  <a:lnTo>
                    <a:pt x="2842260" y="193430"/>
                  </a:lnTo>
                  <a:lnTo>
                    <a:pt x="3117318" y="193430"/>
                  </a:lnTo>
                  <a:lnTo>
                    <a:pt x="3117318" y="145191"/>
                  </a:lnTo>
                  <a:lnTo>
                    <a:pt x="3392375" y="145191"/>
                  </a:lnTo>
                  <a:lnTo>
                    <a:pt x="3392375" y="97050"/>
                  </a:lnTo>
                  <a:lnTo>
                    <a:pt x="3942490" y="97050"/>
                  </a:lnTo>
                  <a:lnTo>
                    <a:pt x="3942490" y="48953"/>
                  </a:lnTo>
                  <a:lnTo>
                    <a:pt x="6876437" y="48953"/>
                  </a:lnTo>
                  <a:lnTo>
                    <a:pt x="6876437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756929" y="5433678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756929" y="4609020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756929" y="3784363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756929" y="2959705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063413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85762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691344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525061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35877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055456" y="5870717"/>
              <a:ext cx="152147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235221" y="4134324"/>
              <a:ext cx="16895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2747189" y="240746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956030" y="240746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3033267" y="2356487"/>
              <a:ext cx="1812249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 &lt; -10 % (exposed)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242108" y="2356487"/>
              <a:ext cx="166503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 ≥ -10 % (others)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034151" y="1977589"/>
              <a:ext cx="6060917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eGFR diff &lt; -10% (n = 39) vs others (n = 82): subHR = 2.92 (95% CI 1.04-8.20), p = 0.042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034151" y="1688767"/>
              <a:ext cx="605113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Hospitalisation — eGFR diff &lt; -10 % vs others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2026-09-28T17:37:09Z</dcterms:modified>
  <cp:category/>
</cp:coreProperties>
</file>