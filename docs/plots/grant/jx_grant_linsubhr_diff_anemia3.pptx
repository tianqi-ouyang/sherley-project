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3829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7366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0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444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206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5598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89135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2672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209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79625"/>
            </a:xfrm>
            <a:custGeom>
              <a:avLst/>
              <a:pathLst>
                <a:path w="7260303" h="3179625">
                  <a:moveTo>
                    <a:pt x="1564336" y="0"/>
                  </a:moveTo>
                  <a:lnTo>
                    <a:pt x="1601639" y="97085"/>
                  </a:lnTo>
                  <a:lnTo>
                    <a:pt x="1678107" y="284147"/>
                  </a:lnTo>
                  <a:lnTo>
                    <a:pt x="1754576" y="459975"/>
                  </a:lnTo>
                  <a:lnTo>
                    <a:pt x="1831044" y="625241"/>
                  </a:lnTo>
                  <a:lnTo>
                    <a:pt x="1907513" y="780580"/>
                  </a:lnTo>
                  <a:lnTo>
                    <a:pt x="1983981" y="926589"/>
                  </a:lnTo>
                  <a:lnTo>
                    <a:pt x="2060450" y="1063828"/>
                  </a:lnTo>
                  <a:lnTo>
                    <a:pt x="2136918" y="1192824"/>
                  </a:lnTo>
                  <a:lnTo>
                    <a:pt x="2213386" y="1314071"/>
                  </a:lnTo>
                  <a:lnTo>
                    <a:pt x="2289855" y="1428036"/>
                  </a:lnTo>
                  <a:lnTo>
                    <a:pt x="2366323" y="1535156"/>
                  </a:lnTo>
                  <a:lnTo>
                    <a:pt x="2442792" y="1635841"/>
                  </a:lnTo>
                  <a:lnTo>
                    <a:pt x="2519260" y="1730479"/>
                  </a:lnTo>
                  <a:lnTo>
                    <a:pt x="2595729" y="1819433"/>
                  </a:lnTo>
                  <a:lnTo>
                    <a:pt x="2672197" y="1903043"/>
                  </a:lnTo>
                  <a:lnTo>
                    <a:pt x="2748666" y="1981632"/>
                  </a:lnTo>
                  <a:lnTo>
                    <a:pt x="2825134" y="2055500"/>
                  </a:lnTo>
                  <a:lnTo>
                    <a:pt x="2901602" y="2124931"/>
                  </a:lnTo>
                  <a:lnTo>
                    <a:pt x="2978071" y="2190192"/>
                  </a:lnTo>
                  <a:lnTo>
                    <a:pt x="3054539" y="2251533"/>
                  </a:lnTo>
                  <a:lnTo>
                    <a:pt x="3131008" y="2309189"/>
                  </a:lnTo>
                  <a:lnTo>
                    <a:pt x="3207476" y="2363383"/>
                  </a:lnTo>
                  <a:lnTo>
                    <a:pt x="3283945" y="2414321"/>
                  </a:lnTo>
                  <a:lnTo>
                    <a:pt x="3360413" y="2443895"/>
                  </a:lnTo>
                  <a:lnTo>
                    <a:pt x="3436881" y="2434944"/>
                  </a:lnTo>
                  <a:lnTo>
                    <a:pt x="3513350" y="2425889"/>
                  </a:lnTo>
                  <a:lnTo>
                    <a:pt x="3589818" y="2416728"/>
                  </a:lnTo>
                  <a:lnTo>
                    <a:pt x="3666287" y="2407460"/>
                  </a:lnTo>
                  <a:lnTo>
                    <a:pt x="3742755" y="2398084"/>
                  </a:lnTo>
                  <a:lnTo>
                    <a:pt x="3819224" y="2388599"/>
                  </a:lnTo>
                  <a:lnTo>
                    <a:pt x="3895692" y="2379003"/>
                  </a:lnTo>
                  <a:lnTo>
                    <a:pt x="3972160" y="2369296"/>
                  </a:lnTo>
                  <a:lnTo>
                    <a:pt x="4048629" y="2359475"/>
                  </a:lnTo>
                  <a:lnTo>
                    <a:pt x="4125097" y="2349539"/>
                  </a:lnTo>
                  <a:lnTo>
                    <a:pt x="4201566" y="2339488"/>
                  </a:lnTo>
                  <a:lnTo>
                    <a:pt x="4278034" y="2329319"/>
                  </a:lnTo>
                  <a:lnTo>
                    <a:pt x="4354503" y="2319032"/>
                  </a:lnTo>
                  <a:lnTo>
                    <a:pt x="4430971" y="2308625"/>
                  </a:lnTo>
                  <a:lnTo>
                    <a:pt x="4507439" y="2298097"/>
                  </a:lnTo>
                  <a:lnTo>
                    <a:pt x="4583908" y="2287446"/>
                  </a:lnTo>
                  <a:lnTo>
                    <a:pt x="4660376" y="2276670"/>
                  </a:lnTo>
                  <a:lnTo>
                    <a:pt x="4736845" y="2265769"/>
                  </a:lnTo>
                  <a:lnTo>
                    <a:pt x="4813313" y="2254741"/>
                  </a:lnTo>
                  <a:lnTo>
                    <a:pt x="4889782" y="2243584"/>
                  </a:lnTo>
                  <a:lnTo>
                    <a:pt x="4966250" y="2232297"/>
                  </a:lnTo>
                  <a:lnTo>
                    <a:pt x="5042719" y="2220878"/>
                  </a:lnTo>
                  <a:lnTo>
                    <a:pt x="5119187" y="2209327"/>
                  </a:lnTo>
                  <a:lnTo>
                    <a:pt x="5195655" y="2197640"/>
                  </a:lnTo>
                  <a:lnTo>
                    <a:pt x="5272124" y="2185817"/>
                  </a:lnTo>
                  <a:lnTo>
                    <a:pt x="5348592" y="2173857"/>
                  </a:lnTo>
                  <a:lnTo>
                    <a:pt x="5425061" y="2161757"/>
                  </a:lnTo>
                  <a:lnTo>
                    <a:pt x="5501529" y="2149516"/>
                  </a:lnTo>
                  <a:lnTo>
                    <a:pt x="5577998" y="2137132"/>
                  </a:lnTo>
                  <a:lnTo>
                    <a:pt x="5654466" y="2124603"/>
                  </a:lnTo>
                  <a:lnTo>
                    <a:pt x="5730934" y="2111929"/>
                  </a:lnTo>
                  <a:lnTo>
                    <a:pt x="5807403" y="2099106"/>
                  </a:lnTo>
                  <a:lnTo>
                    <a:pt x="5883871" y="2086135"/>
                  </a:lnTo>
                  <a:lnTo>
                    <a:pt x="5960340" y="2073011"/>
                  </a:lnTo>
                  <a:lnTo>
                    <a:pt x="6036808" y="2059735"/>
                  </a:lnTo>
                  <a:lnTo>
                    <a:pt x="6113277" y="2046304"/>
                  </a:lnTo>
                  <a:lnTo>
                    <a:pt x="6189745" y="2032717"/>
                  </a:lnTo>
                  <a:lnTo>
                    <a:pt x="6266213" y="2018971"/>
                  </a:lnTo>
                  <a:lnTo>
                    <a:pt x="6342682" y="2005064"/>
                  </a:lnTo>
                  <a:lnTo>
                    <a:pt x="6419150" y="1990996"/>
                  </a:lnTo>
                  <a:lnTo>
                    <a:pt x="6495619" y="1976763"/>
                  </a:lnTo>
                  <a:lnTo>
                    <a:pt x="6572087" y="1962365"/>
                  </a:lnTo>
                  <a:lnTo>
                    <a:pt x="6648556" y="1947798"/>
                  </a:lnTo>
                  <a:lnTo>
                    <a:pt x="6725024" y="1933062"/>
                  </a:lnTo>
                  <a:lnTo>
                    <a:pt x="6801492" y="1918154"/>
                  </a:lnTo>
                  <a:lnTo>
                    <a:pt x="6877961" y="1903072"/>
                  </a:lnTo>
                  <a:lnTo>
                    <a:pt x="6954429" y="1887814"/>
                  </a:lnTo>
                  <a:lnTo>
                    <a:pt x="7030898" y="1872378"/>
                  </a:lnTo>
                  <a:lnTo>
                    <a:pt x="7107366" y="1856762"/>
                  </a:lnTo>
                  <a:lnTo>
                    <a:pt x="7183835" y="1840964"/>
                  </a:lnTo>
                  <a:lnTo>
                    <a:pt x="7260303" y="1824982"/>
                  </a:lnTo>
                  <a:lnTo>
                    <a:pt x="7260303" y="3179625"/>
                  </a:lnTo>
                  <a:lnTo>
                    <a:pt x="7183835" y="3177592"/>
                  </a:lnTo>
                  <a:lnTo>
                    <a:pt x="7107366" y="3175429"/>
                  </a:lnTo>
                  <a:lnTo>
                    <a:pt x="7030898" y="3173128"/>
                  </a:lnTo>
                  <a:lnTo>
                    <a:pt x="6954429" y="3170680"/>
                  </a:lnTo>
                  <a:lnTo>
                    <a:pt x="6877961" y="3168076"/>
                  </a:lnTo>
                  <a:lnTo>
                    <a:pt x="6801492" y="3165304"/>
                  </a:lnTo>
                  <a:lnTo>
                    <a:pt x="6725024" y="3162356"/>
                  </a:lnTo>
                  <a:lnTo>
                    <a:pt x="6648556" y="3159220"/>
                  </a:lnTo>
                  <a:lnTo>
                    <a:pt x="6572087" y="3155883"/>
                  </a:lnTo>
                  <a:lnTo>
                    <a:pt x="6495619" y="3152333"/>
                  </a:lnTo>
                  <a:lnTo>
                    <a:pt x="6419150" y="3148555"/>
                  </a:lnTo>
                  <a:lnTo>
                    <a:pt x="6342682" y="3144537"/>
                  </a:lnTo>
                  <a:lnTo>
                    <a:pt x="6266213" y="3140262"/>
                  </a:lnTo>
                  <a:lnTo>
                    <a:pt x="6189745" y="3135713"/>
                  </a:lnTo>
                  <a:lnTo>
                    <a:pt x="6113277" y="3130874"/>
                  </a:lnTo>
                  <a:lnTo>
                    <a:pt x="6036808" y="3125726"/>
                  </a:lnTo>
                  <a:lnTo>
                    <a:pt x="5960340" y="3120248"/>
                  </a:lnTo>
                  <a:lnTo>
                    <a:pt x="5883871" y="3114421"/>
                  </a:lnTo>
                  <a:lnTo>
                    <a:pt x="5807403" y="3108221"/>
                  </a:lnTo>
                  <a:lnTo>
                    <a:pt x="5730934" y="3101625"/>
                  </a:lnTo>
                  <a:lnTo>
                    <a:pt x="5654466" y="3094608"/>
                  </a:lnTo>
                  <a:lnTo>
                    <a:pt x="5577998" y="3087142"/>
                  </a:lnTo>
                  <a:lnTo>
                    <a:pt x="5501529" y="3079199"/>
                  </a:lnTo>
                  <a:lnTo>
                    <a:pt x="5425061" y="3070749"/>
                  </a:lnTo>
                  <a:lnTo>
                    <a:pt x="5348592" y="3061758"/>
                  </a:lnTo>
                  <a:lnTo>
                    <a:pt x="5272124" y="3052193"/>
                  </a:lnTo>
                  <a:lnTo>
                    <a:pt x="5195655" y="3042017"/>
                  </a:lnTo>
                  <a:lnTo>
                    <a:pt x="5119187" y="3031190"/>
                  </a:lnTo>
                  <a:lnTo>
                    <a:pt x="5042719" y="3019672"/>
                  </a:lnTo>
                  <a:lnTo>
                    <a:pt x="4966250" y="3007417"/>
                  </a:lnTo>
                  <a:lnTo>
                    <a:pt x="4889782" y="2994379"/>
                  </a:lnTo>
                  <a:lnTo>
                    <a:pt x="4813313" y="2980509"/>
                  </a:lnTo>
                  <a:lnTo>
                    <a:pt x="4736845" y="2965751"/>
                  </a:lnTo>
                  <a:lnTo>
                    <a:pt x="4660376" y="2950051"/>
                  </a:lnTo>
                  <a:lnTo>
                    <a:pt x="4583908" y="2933348"/>
                  </a:lnTo>
                  <a:lnTo>
                    <a:pt x="4507439" y="2915577"/>
                  </a:lnTo>
                  <a:lnTo>
                    <a:pt x="4430971" y="2896670"/>
                  </a:lnTo>
                  <a:lnTo>
                    <a:pt x="4354503" y="2876556"/>
                  </a:lnTo>
                  <a:lnTo>
                    <a:pt x="4278034" y="2855155"/>
                  </a:lnTo>
                  <a:lnTo>
                    <a:pt x="4201566" y="2832388"/>
                  </a:lnTo>
                  <a:lnTo>
                    <a:pt x="4125097" y="2808165"/>
                  </a:lnTo>
                  <a:lnTo>
                    <a:pt x="4048629" y="2782395"/>
                  </a:lnTo>
                  <a:lnTo>
                    <a:pt x="3972160" y="2754978"/>
                  </a:lnTo>
                  <a:lnTo>
                    <a:pt x="3895692" y="2725808"/>
                  </a:lnTo>
                  <a:lnTo>
                    <a:pt x="3819224" y="2694775"/>
                  </a:lnTo>
                  <a:lnTo>
                    <a:pt x="3742755" y="2661759"/>
                  </a:lnTo>
                  <a:lnTo>
                    <a:pt x="3666287" y="2626632"/>
                  </a:lnTo>
                  <a:lnTo>
                    <a:pt x="3589818" y="2589261"/>
                  </a:lnTo>
                  <a:lnTo>
                    <a:pt x="3513350" y="2549502"/>
                  </a:lnTo>
                  <a:lnTo>
                    <a:pt x="3436881" y="2507203"/>
                  </a:lnTo>
                  <a:lnTo>
                    <a:pt x="3360413" y="2462200"/>
                  </a:lnTo>
                  <a:lnTo>
                    <a:pt x="3283945" y="2452743"/>
                  </a:lnTo>
                  <a:lnTo>
                    <a:pt x="3207476" y="2461489"/>
                  </a:lnTo>
                  <a:lnTo>
                    <a:pt x="3131008" y="2470134"/>
                  </a:lnTo>
                  <a:lnTo>
                    <a:pt x="3054539" y="2478679"/>
                  </a:lnTo>
                  <a:lnTo>
                    <a:pt x="2978071" y="2487126"/>
                  </a:lnTo>
                  <a:lnTo>
                    <a:pt x="2901602" y="2495475"/>
                  </a:lnTo>
                  <a:lnTo>
                    <a:pt x="2825134" y="2503729"/>
                  </a:lnTo>
                  <a:lnTo>
                    <a:pt x="2748666" y="2511887"/>
                  </a:lnTo>
                  <a:lnTo>
                    <a:pt x="2672197" y="2519951"/>
                  </a:lnTo>
                  <a:lnTo>
                    <a:pt x="2595729" y="2527922"/>
                  </a:lnTo>
                  <a:lnTo>
                    <a:pt x="2519260" y="2535801"/>
                  </a:lnTo>
                  <a:lnTo>
                    <a:pt x="2442792" y="2543589"/>
                  </a:lnTo>
                  <a:lnTo>
                    <a:pt x="2366323" y="2551288"/>
                  </a:lnTo>
                  <a:lnTo>
                    <a:pt x="2289855" y="2558898"/>
                  </a:lnTo>
                  <a:lnTo>
                    <a:pt x="2213386" y="2566420"/>
                  </a:lnTo>
                  <a:lnTo>
                    <a:pt x="2136918" y="2573855"/>
                  </a:lnTo>
                  <a:lnTo>
                    <a:pt x="2060450" y="2581205"/>
                  </a:lnTo>
                  <a:lnTo>
                    <a:pt x="1983981" y="2588470"/>
                  </a:lnTo>
                  <a:lnTo>
                    <a:pt x="1907513" y="2595651"/>
                  </a:lnTo>
                  <a:lnTo>
                    <a:pt x="1831044" y="2602749"/>
                  </a:lnTo>
                  <a:lnTo>
                    <a:pt x="1754576" y="2609766"/>
                  </a:lnTo>
                  <a:lnTo>
                    <a:pt x="1678107" y="2616702"/>
                  </a:lnTo>
                  <a:lnTo>
                    <a:pt x="1601639" y="2623558"/>
                  </a:lnTo>
                  <a:lnTo>
                    <a:pt x="1525171" y="2630334"/>
                  </a:lnTo>
                  <a:lnTo>
                    <a:pt x="1448702" y="2637033"/>
                  </a:lnTo>
                  <a:lnTo>
                    <a:pt x="1372234" y="2643654"/>
                  </a:lnTo>
                  <a:lnTo>
                    <a:pt x="1295765" y="2650199"/>
                  </a:lnTo>
                  <a:lnTo>
                    <a:pt x="1219297" y="2656669"/>
                  </a:lnTo>
                  <a:lnTo>
                    <a:pt x="1142828" y="2663064"/>
                  </a:lnTo>
                  <a:lnTo>
                    <a:pt x="1066360" y="2669385"/>
                  </a:lnTo>
                  <a:lnTo>
                    <a:pt x="989892" y="2675634"/>
                  </a:lnTo>
                  <a:lnTo>
                    <a:pt x="913423" y="2681810"/>
                  </a:lnTo>
                  <a:lnTo>
                    <a:pt x="836955" y="2687916"/>
                  </a:lnTo>
                  <a:lnTo>
                    <a:pt x="760486" y="2693950"/>
                  </a:lnTo>
                  <a:lnTo>
                    <a:pt x="684018" y="2699916"/>
                  </a:lnTo>
                  <a:lnTo>
                    <a:pt x="607549" y="2705812"/>
                  </a:lnTo>
                  <a:lnTo>
                    <a:pt x="531081" y="2711641"/>
                  </a:lnTo>
                  <a:lnTo>
                    <a:pt x="454613" y="2717402"/>
                  </a:lnTo>
                  <a:lnTo>
                    <a:pt x="378144" y="2723097"/>
                  </a:lnTo>
                  <a:lnTo>
                    <a:pt x="301676" y="2728726"/>
                  </a:lnTo>
                  <a:lnTo>
                    <a:pt x="225207" y="2734291"/>
                  </a:lnTo>
                  <a:lnTo>
                    <a:pt x="148739" y="2739791"/>
                  </a:lnTo>
                  <a:lnTo>
                    <a:pt x="72270" y="2745228"/>
                  </a:lnTo>
                  <a:lnTo>
                    <a:pt x="0" y="27503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79981" y="2209169"/>
              <a:ext cx="5695967" cy="2443895"/>
            </a:xfrm>
            <a:custGeom>
              <a:avLst/>
              <a:pathLst>
                <a:path w="5695967" h="2443895">
                  <a:moveTo>
                    <a:pt x="0" y="0"/>
                  </a:moveTo>
                  <a:lnTo>
                    <a:pt x="37303" y="97085"/>
                  </a:lnTo>
                  <a:lnTo>
                    <a:pt x="113771" y="284147"/>
                  </a:lnTo>
                  <a:lnTo>
                    <a:pt x="190239" y="459975"/>
                  </a:lnTo>
                  <a:lnTo>
                    <a:pt x="266708" y="625241"/>
                  </a:lnTo>
                  <a:lnTo>
                    <a:pt x="343176" y="780580"/>
                  </a:lnTo>
                  <a:lnTo>
                    <a:pt x="419645" y="926589"/>
                  </a:lnTo>
                  <a:lnTo>
                    <a:pt x="496113" y="1063828"/>
                  </a:lnTo>
                  <a:lnTo>
                    <a:pt x="572582" y="1192824"/>
                  </a:lnTo>
                  <a:lnTo>
                    <a:pt x="649050" y="1314071"/>
                  </a:lnTo>
                  <a:lnTo>
                    <a:pt x="725518" y="1428036"/>
                  </a:lnTo>
                  <a:lnTo>
                    <a:pt x="801987" y="1535156"/>
                  </a:lnTo>
                  <a:lnTo>
                    <a:pt x="878455" y="1635841"/>
                  </a:lnTo>
                  <a:lnTo>
                    <a:pt x="954924" y="1730479"/>
                  </a:lnTo>
                  <a:lnTo>
                    <a:pt x="1031392" y="1819433"/>
                  </a:lnTo>
                  <a:lnTo>
                    <a:pt x="1107861" y="1903043"/>
                  </a:lnTo>
                  <a:lnTo>
                    <a:pt x="1184329" y="1981632"/>
                  </a:lnTo>
                  <a:lnTo>
                    <a:pt x="1260798" y="2055500"/>
                  </a:lnTo>
                  <a:lnTo>
                    <a:pt x="1337266" y="2124931"/>
                  </a:lnTo>
                  <a:lnTo>
                    <a:pt x="1413734" y="2190192"/>
                  </a:lnTo>
                  <a:lnTo>
                    <a:pt x="1490203" y="2251533"/>
                  </a:lnTo>
                  <a:lnTo>
                    <a:pt x="1566671" y="2309189"/>
                  </a:lnTo>
                  <a:lnTo>
                    <a:pt x="1643140" y="2363383"/>
                  </a:lnTo>
                  <a:lnTo>
                    <a:pt x="1719608" y="2414321"/>
                  </a:lnTo>
                  <a:lnTo>
                    <a:pt x="1796077" y="2443895"/>
                  </a:lnTo>
                  <a:lnTo>
                    <a:pt x="1872545" y="2434944"/>
                  </a:lnTo>
                  <a:lnTo>
                    <a:pt x="1949013" y="2425889"/>
                  </a:lnTo>
                  <a:lnTo>
                    <a:pt x="2025482" y="2416728"/>
                  </a:lnTo>
                  <a:lnTo>
                    <a:pt x="2101950" y="2407460"/>
                  </a:lnTo>
                  <a:lnTo>
                    <a:pt x="2178419" y="2398084"/>
                  </a:lnTo>
                  <a:lnTo>
                    <a:pt x="2254887" y="2388599"/>
                  </a:lnTo>
                  <a:lnTo>
                    <a:pt x="2331356" y="2379003"/>
                  </a:lnTo>
                  <a:lnTo>
                    <a:pt x="2407824" y="2369296"/>
                  </a:lnTo>
                  <a:lnTo>
                    <a:pt x="2484292" y="2359475"/>
                  </a:lnTo>
                  <a:lnTo>
                    <a:pt x="2560761" y="2349539"/>
                  </a:lnTo>
                  <a:lnTo>
                    <a:pt x="2637229" y="2339488"/>
                  </a:lnTo>
                  <a:lnTo>
                    <a:pt x="2713698" y="2329319"/>
                  </a:lnTo>
                  <a:lnTo>
                    <a:pt x="2790166" y="2319032"/>
                  </a:lnTo>
                  <a:lnTo>
                    <a:pt x="2866635" y="2308625"/>
                  </a:lnTo>
                  <a:lnTo>
                    <a:pt x="2943103" y="2298097"/>
                  </a:lnTo>
                  <a:lnTo>
                    <a:pt x="3019571" y="2287446"/>
                  </a:lnTo>
                  <a:lnTo>
                    <a:pt x="3096040" y="2276670"/>
                  </a:lnTo>
                  <a:lnTo>
                    <a:pt x="3172508" y="2265769"/>
                  </a:lnTo>
                  <a:lnTo>
                    <a:pt x="3248977" y="2254741"/>
                  </a:lnTo>
                  <a:lnTo>
                    <a:pt x="3325445" y="2243584"/>
                  </a:lnTo>
                  <a:lnTo>
                    <a:pt x="3401914" y="2232297"/>
                  </a:lnTo>
                  <a:lnTo>
                    <a:pt x="3478382" y="2220878"/>
                  </a:lnTo>
                  <a:lnTo>
                    <a:pt x="3554851" y="2209327"/>
                  </a:lnTo>
                  <a:lnTo>
                    <a:pt x="3631319" y="2197640"/>
                  </a:lnTo>
                  <a:lnTo>
                    <a:pt x="3707787" y="2185817"/>
                  </a:lnTo>
                  <a:lnTo>
                    <a:pt x="3784256" y="2173857"/>
                  </a:lnTo>
                  <a:lnTo>
                    <a:pt x="3860724" y="2161757"/>
                  </a:lnTo>
                  <a:lnTo>
                    <a:pt x="3937193" y="2149516"/>
                  </a:lnTo>
                  <a:lnTo>
                    <a:pt x="4013661" y="2137132"/>
                  </a:lnTo>
                  <a:lnTo>
                    <a:pt x="4090130" y="2124603"/>
                  </a:lnTo>
                  <a:lnTo>
                    <a:pt x="4166598" y="2111929"/>
                  </a:lnTo>
                  <a:lnTo>
                    <a:pt x="4243066" y="2099106"/>
                  </a:lnTo>
                  <a:lnTo>
                    <a:pt x="4319535" y="2086135"/>
                  </a:lnTo>
                  <a:lnTo>
                    <a:pt x="4396003" y="2073011"/>
                  </a:lnTo>
                  <a:lnTo>
                    <a:pt x="4472472" y="2059735"/>
                  </a:lnTo>
                  <a:lnTo>
                    <a:pt x="4548940" y="2046304"/>
                  </a:lnTo>
                  <a:lnTo>
                    <a:pt x="4625409" y="2032717"/>
                  </a:lnTo>
                  <a:lnTo>
                    <a:pt x="4701877" y="2018971"/>
                  </a:lnTo>
                  <a:lnTo>
                    <a:pt x="4778345" y="2005064"/>
                  </a:lnTo>
                  <a:lnTo>
                    <a:pt x="4854814" y="1990996"/>
                  </a:lnTo>
                  <a:lnTo>
                    <a:pt x="4931282" y="1976763"/>
                  </a:lnTo>
                  <a:lnTo>
                    <a:pt x="5007751" y="1962365"/>
                  </a:lnTo>
                  <a:lnTo>
                    <a:pt x="5084219" y="1947798"/>
                  </a:lnTo>
                  <a:lnTo>
                    <a:pt x="5160688" y="1933062"/>
                  </a:lnTo>
                  <a:lnTo>
                    <a:pt x="5237156" y="1918154"/>
                  </a:lnTo>
                  <a:lnTo>
                    <a:pt x="5313624" y="1903072"/>
                  </a:lnTo>
                  <a:lnTo>
                    <a:pt x="5390093" y="1887814"/>
                  </a:lnTo>
                  <a:lnTo>
                    <a:pt x="5466561" y="1872378"/>
                  </a:lnTo>
                  <a:lnTo>
                    <a:pt x="5543030" y="1856762"/>
                  </a:lnTo>
                  <a:lnTo>
                    <a:pt x="5619498" y="1840964"/>
                  </a:lnTo>
                  <a:lnTo>
                    <a:pt x="5695967" y="18249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61912"/>
              <a:ext cx="7260303" cy="726882"/>
            </a:xfrm>
            <a:custGeom>
              <a:avLst/>
              <a:pathLst>
                <a:path w="7260303" h="726882">
                  <a:moveTo>
                    <a:pt x="7260303" y="726882"/>
                  </a:moveTo>
                  <a:lnTo>
                    <a:pt x="7183835" y="724849"/>
                  </a:lnTo>
                  <a:lnTo>
                    <a:pt x="7107366" y="722686"/>
                  </a:lnTo>
                  <a:lnTo>
                    <a:pt x="7030898" y="720385"/>
                  </a:lnTo>
                  <a:lnTo>
                    <a:pt x="6954429" y="717937"/>
                  </a:lnTo>
                  <a:lnTo>
                    <a:pt x="6877961" y="715332"/>
                  </a:lnTo>
                  <a:lnTo>
                    <a:pt x="6801492" y="712561"/>
                  </a:lnTo>
                  <a:lnTo>
                    <a:pt x="6725024" y="709613"/>
                  </a:lnTo>
                  <a:lnTo>
                    <a:pt x="6648556" y="706476"/>
                  </a:lnTo>
                  <a:lnTo>
                    <a:pt x="6572087" y="703139"/>
                  </a:lnTo>
                  <a:lnTo>
                    <a:pt x="6495619" y="699589"/>
                  </a:lnTo>
                  <a:lnTo>
                    <a:pt x="6419150" y="695812"/>
                  </a:lnTo>
                  <a:lnTo>
                    <a:pt x="6342682" y="691793"/>
                  </a:lnTo>
                  <a:lnTo>
                    <a:pt x="6266213" y="687518"/>
                  </a:lnTo>
                  <a:lnTo>
                    <a:pt x="6189745" y="682970"/>
                  </a:lnTo>
                  <a:lnTo>
                    <a:pt x="6113277" y="678131"/>
                  </a:lnTo>
                  <a:lnTo>
                    <a:pt x="6036808" y="672982"/>
                  </a:lnTo>
                  <a:lnTo>
                    <a:pt x="5960340" y="667505"/>
                  </a:lnTo>
                  <a:lnTo>
                    <a:pt x="5883871" y="661677"/>
                  </a:lnTo>
                  <a:lnTo>
                    <a:pt x="5807403" y="655478"/>
                  </a:lnTo>
                  <a:lnTo>
                    <a:pt x="5730934" y="648882"/>
                  </a:lnTo>
                  <a:lnTo>
                    <a:pt x="5654466" y="641864"/>
                  </a:lnTo>
                  <a:lnTo>
                    <a:pt x="5577998" y="634398"/>
                  </a:lnTo>
                  <a:lnTo>
                    <a:pt x="5501529" y="626456"/>
                  </a:lnTo>
                  <a:lnTo>
                    <a:pt x="5425061" y="618005"/>
                  </a:lnTo>
                  <a:lnTo>
                    <a:pt x="5348592" y="609014"/>
                  </a:lnTo>
                  <a:lnTo>
                    <a:pt x="5272124" y="599449"/>
                  </a:lnTo>
                  <a:lnTo>
                    <a:pt x="5195655" y="589273"/>
                  </a:lnTo>
                  <a:lnTo>
                    <a:pt x="5119187" y="578446"/>
                  </a:lnTo>
                  <a:lnTo>
                    <a:pt x="5042719" y="566928"/>
                  </a:lnTo>
                  <a:lnTo>
                    <a:pt x="4966250" y="554673"/>
                  </a:lnTo>
                  <a:lnTo>
                    <a:pt x="4889782" y="541636"/>
                  </a:lnTo>
                  <a:lnTo>
                    <a:pt x="4813313" y="527765"/>
                  </a:lnTo>
                  <a:lnTo>
                    <a:pt x="4736845" y="513008"/>
                  </a:lnTo>
                  <a:lnTo>
                    <a:pt x="4660376" y="497308"/>
                  </a:lnTo>
                  <a:lnTo>
                    <a:pt x="4583908" y="480604"/>
                  </a:lnTo>
                  <a:lnTo>
                    <a:pt x="4507439" y="462833"/>
                  </a:lnTo>
                  <a:lnTo>
                    <a:pt x="4430971" y="443927"/>
                  </a:lnTo>
                  <a:lnTo>
                    <a:pt x="4354503" y="423812"/>
                  </a:lnTo>
                  <a:lnTo>
                    <a:pt x="4278034" y="402412"/>
                  </a:lnTo>
                  <a:lnTo>
                    <a:pt x="4201566" y="379644"/>
                  </a:lnTo>
                  <a:lnTo>
                    <a:pt x="4125097" y="355422"/>
                  </a:lnTo>
                  <a:lnTo>
                    <a:pt x="4048629" y="329651"/>
                  </a:lnTo>
                  <a:lnTo>
                    <a:pt x="3972160" y="302234"/>
                  </a:lnTo>
                  <a:lnTo>
                    <a:pt x="3895692" y="273065"/>
                  </a:lnTo>
                  <a:lnTo>
                    <a:pt x="3819224" y="242031"/>
                  </a:lnTo>
                  <a:lnTo>
                    <a:pt x="3742755" y="209015"/>
                  </a:lnTo>
                  <a:lnTo>
                    <a:pt x="3666287" y="173889"/>
                  </a:lnTo>
                  <a:lnTo>
                    <a:pt x="3589818" y="136518"/>
                  </a:lnTo>
                  <a:lnTo>
                    <a:pt x="3513350" y="96759"/>
                  </a:lnTo>
                  <a:lnTo>
                    <a:pt x="3436881" y="54459"/>
                  </a:lnTo>
                  <a:lnTo>
                    <a:pt x="3360413" y="9456"/>
                  </a:lnTo>
                  <a:lnTo>
                    <a:pt x="3283945" y="0"/>
                  </a:lnTo>
                  <a:lnTo>
                    <a:pt x="3207476" y="8745"/>
                  </a:lnTo>
                  <a:lnTo>
                    <a:pt x="3131008" y="17390"/>
                  </a:lnTo>
                  <a:lnTo>
                    <a:pt x="3054539" y="25936"/>
                  </a:lnTo>
                  <a:lnTo>
                    <a:pt x="2978071" y="34382"/>
                  </a:lnTo>
                  <a:lnTo>
                    <a:pt x="2901602" y="42732"/>
                  </a:lnTo>
                  <a:lnTo>
                    <a:pt x="2825134" y="50985"/>
                  </a:lnTo>
                  <a:lnTo>
                    <a:pt x="2748666" y="59143"/>
                  </a:lnTo>
                  <a:lnTo>
                    <a:pt x="2672197" y="67207"/>
                  </a:lnTo>
                  <a:lnTo>
                    <a:pt x="2595729" y="75178"/>
                  </a:lnTo>
                  <a:lnTo>
                    <a:pt x="2519260" y="83057"/>
                  </a:lnTo>
                  <a:lnTo>
                    <a:pt x="2442792" y="90846"/>
                  </a:lnTo>
                  <a:lnTo>
                    <a:pt x="2366323" y="98544"/>
                  </a:lnTo>
                  <a:lnTo>
                    <a:pt x="2289855" y="106154"/>
                  </a:lnTo>
                  <a:lnTo>
                    <a:pt x="2213386" y="113676"/>
                  </a:lnTo>
                  <a:lnTo>
                    <a:pt x="2136918" y="121112"/>
                  </a:lnTo>
                  <a:lnTo>
                    <a:pt x="2060450" y="128461"/>
                  </a:lnTo>
                  <a:lnTo>
                    <a:pt x="1983981" y="135726"/>
                  </a:lnTo>
                  <a:lnTo>
                    <a:pt x="1907513" y="142907"/>
                  </a:lnTo>
                  <a:lnTo>
                    <a:pt x="1831044" y="150006"/>
                  </a:lnTo>
                  <a:lnTo>
                    <a:pt x="1754576" y="157022"/>
                  </a:lnTo>
                  <a:lnTo>
                    <a:pt x="1678107" y="163958"/>
                  </a:lnTo>
                  <a:lnTo>
                    <a:pt x="1601639" y="170814"/>
                  </a:lnTo>
                  <a:lnTo>
                    <a:pt x="1525171" y="177591"/>
                  </a:lnTo>
                  <a:lnTo>
                    <a:pt x="1448702" y="184289"/>
                  </a:lnTo>
                  <a:lnTo>
                    <a:pt x="1372234" y="190911"/>
                  </a:lnTo>
                  <a:lnTo>
                    <a:pt x="1295765" y="197456"/>
                  </a:lnTo>
                  <a:lnTo>
                    <a:pt x="1219297" y="203925"/>
                  </a:lnTo>
                  <a:lnTo>
                    <a:pt x="1142828" y="210320"/>
                  </a:lnTo>
                  <a:lnTo>
                    <a:pt x="1066360" y="216642"/>
                  </a:lnTo>
                  <a:lnTo>
                    <a:pt x="989892" y="222890"/>
                  </a:lnTo>
                  <a:lnTo>
                    <a:pt x="913423" y="229067"/>
                  </a:lnTo>
                  <a:lnTo>
                    <a:pt x="836955" y="235172"/>
                  </a:lnTo>
                  <a:lnTo>
                    <a:pt x="760486" y="241207"/>
                  </a:lnTo>
                  <a:lnTo>
                    <a:pt x="684018" y="247172"/>
                  </a:lnTo>
                  <a:lnTo>
                    <a:pt x="607549" y="253069"/>
                  </a:lnTo>
                  <a:lnTo>
                    <a:pt x="531081" y="258897"/>
                  </a:lnTo>
                  <a:lnTo>
                    <a:pt x="454613" y="264659"/>
                  </a:lnTo>
                  <a:lnTo>
                    <a:pt x="378144" y="270354"/>
                  </a:lnTo>
                  <a:lnTo>
                    <a:pt x="301676" y="275983"/>
                  </a:lnTo>
                  <a:lnTo>
                    <a:pt x="225207" y="281547"/>
                  </a:lnTo>
                  <a:lnTo>
                    <a:pt x="148739" y="287048"/>
                  </a:lnTo>
                  <a:lnTo>
                    <a:pt x="72270" y="292484"/>
                  </a:lnTo>
                  <a:lnTo>
                    <a:pt x="0" y="2975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127967"/>
              <a:ext cx="7260303" cy="2082621"/>
            </a:xfrm>
            <a:custGeom>
              <a:avLst/>
              <a:pathLst>
                <a:path w="7260303" h="2082621">
                  <a:moveTo>
                    <a:pt x="0" y="0"/>
                  </a:moveTo>
                  <a:lnTo>
                    <a:pt x="72270" y="53941"/>
                  </a:lnTo>
                  <a:lnTo>
                    <a:pt x="148739" y="109597"/>
                  </a:lnTo>
                  <a:lnTo>
                    <a:pt x="225207" y="163869"/>
                  </a:lnTo>
                  <a:lnTo>
                    <a:pt x="301676" y="216792"/>
                  </a:lnTo>
                  <a:lnTo>
                    <a:pt x="378144" y="268399"/>
                  </a:lnTo>
                  <a:lnTo>
                    <a:pt x="454613" y="318723"/>
                  </a:lnTo>
                  <a:lnTo>
                    <a:pt x="531081" y="367796"/>
                  </a:lnTo>
                  <a:lnTo>
                    <a:pt x="607549" y="415649"/>
                  </a:lnTo>
                  <a:lnTo>
                    <a:pt x="684018" y="462312"/>
                  </a:lnTo>
                  <a:lnTo>
                    <a:pt x="760486" y="507816"/>
                  </a:lnTo>
                  <a:lnTo>
                    <a:pt x="836955" y="552188"/>
                  </a:lnTo>
                  <a:lnTo>
                    <a:pt x="913423" y="595457"/>
                  </a:lnTo>
                  <a:lnTo>
                    <a:pt x="989892" y="637650"/>
                  </a:lnTo>
                  <a:lnTo>
                    <a:pt x="1066360" y="678794"/>
                  </a:lnTo>
                  <a:lnTo>
                    <a:pt x="1142828" y="718916"/>
                  </a:lnTo>
                  <a:lnTo>
                    <a:pt x="1219297" y="758040"/>
                  </a:lnTo>
                  <a:lnTo>
                    <a:pt x="1295765" y="796191"/>
                  </a:lnTo>
                  <a:lnTo>
                    <a:pt x="1372234" y="833394"/>
                  </a:lnTo>
                  <a:lnTo>
                    <a:pt x="1448702" y="869672"/>
                  </a:lnTo>
                  <a:lnTo>
                    <a:pt x="1525171" y="905048"/>
                  </a:lnTo>
                  <a:lnTo>
                    <a:pt x="1601639" y="939544"/>
                  </a:lnTo>
                  <a:lnTo>
                    <a:pt x="1678107" y="973183"/>
                  </a:lnTo>
                  <a:lnTo>
                    <a:pt x="1754576" y="1005986"/>
                  </a:lnTo>
                  <a:lnTo>
                    <a:pt x="1831044" y="1037973"/>
                  </a:lnTo>
                  <a:lnTo>
                    <a:pt x="1907513" y="1069165"/>
                  </a:lnTo>
                  <a:lnTo>
                    <a:pt x="1983981" y="1099582"/>
                  </a:lnTo>
                  <a:lnTo>
                    <a:pt x="2060450" y="1129242"/>
                  </a:lnTo>
                  <a:lnTo>
                    <a:pt x="2136918" y="1158165"/>
                  </a:lnTo>
                  <a:lnTo>
                    <a:pt x="2213386" y="1186369"/>
                  </a:lnTo>
                  <a:lnTo>
                    <a:pt x="2289855" y="1213872"/>
                  </a:lnTo>
                  <a:lnTo>
                    <a:pt x="2366323" y="1240691"/>
                  </a:lnTo>
                  <a:lnTo>
                    <a:pt x="2442792" y="1266843"/>
                  </a:lnTo>
                  <a:lnTo>
                    <a:pt x="2519260" y="1292345"/>
                  </a:lnTo>
                  <a:lnTo>
                    <a:pt x="2595729" y="1317213"/>
                  </a:lnTo>
                  <a:lnTo>
                    <a:pt x="2672197" y="1341463"/>
                  </a:lnTo>
                  <a:lnTo>
                    <a:pt x="2748666" y="1365110"/>
                  </a:lnTo>
                  <a:lnTo>
                    <a:pt x="2825134" y="1388169"/>
                  </a:lnTo>
                  <a:lnTo>
                    <a:pt x="2901602" y="1410655"/>
                  </a:lnTo>
                  <a:lnTo>
                    <a:pt x="2978071" y="1432582"/>
                  </a:lnTo>
                  <a:lnTo>
                    <a:pt x="3054539" y="1453963"/>
                  </a:lnTo>
                  <a:lnTo>
                    <a:pt x="3131008" y="1474814"/>
                  </a:lnTo>
                  <a:lnTo>
                    <a:pt x="3207476" y="1495145"/>
                  </a:lnTo>
                  <a:lnTo>
                    <a:pt x="3283945" y="1514972"/>
                  </a:lnTo>
                  <a:lnTo>
                    <a:pt x="3360413" y="1534305"/>
                  </a:lnTo>
                  <a:lnTo>
                    <a:pt x="3436881" y="1553158"/>
                  </a:lnTo>
                  <a:lnTo>
                    <a:pt x="3513350" y="1571542"/>
                  </a:lnTo>
                  <a:lnTo>
                    <a:pt x="3589818" y="1589469"/>
                  </a:lnTo>
                  <a:lnTo>
                    <a:pt x="3666287" y="1606950"/>
                  </a:lnTo>
                  <a:lnTo>
                    <a:pt x="3742755" y="1623997"/>
                  </a:lnTo>
                  <a:lnTo>
                    <a:pt x="3819224" y="1640620"/>
                  </a:lnTo>
                  <a:lnTo>
                    <a:pt x="3895692" y="1656830"/>
                  </a:lnTo>
                  <a:lnTo>
                    <a:pt x="3972160" y="1672637"/>
                  </a:lnTo>
                  <a:lnTo>
                    <a:pt x="4048629" y="1688050"/>
                  </a:lnTo>
                  <a:lnTo>
                    <a:pt x="4125097" y="1703081"/>
                  </a:lnTo>
                  <a:lnTo>
                    <a:pt x="4201566" y="1717738"/>
                  </a:lnTo>
                  <a:lnTo>
                    <a:pt x="4278034" y="1732030"/>
                  </a:lnTo>
                  <a:lnTo>
                    <a:pt x="4354503" y="1745968"/>
                  </a:lnTo>
                  <a:lnTo>
                    <a:pt x="4430971" y="1759558"/>
                  </a:lnTo>
                  <a:lnTo>
                    <a:pt x="4507439" y="1772811"/>
                  </a:lnTo>
                  <a:lnTo>
                    <a:pt x="4583908" y="1785734"/>
                  </a:lnTo>
                  <a:lnTo>
                    <a:pt x="4660376" y="1798337"/>
                  </a:lnTo>
                  <a:lnTo>
                    <a:pt x="4736845" y="1810625"/>
                  </a:lnTo>
                  <a:lnTo>
                    <a:pt x="4813313" y="1822609"/>
                  </a:lnTo>
                  <a:lnTo>
                    <a:pt x="4889782" y="1834294"/>
                  </a:lnTo>
                  <a:lnTo>
                    <a:pt x="4966250" y="1845689"/>
                  </a:lnTo>
                  <a:lnTo>
                    <a:pt x="5042719" y="1856800"/>
                  </a:lnTo>
                  <a:lnTo>
                    <a:pt x="5119187" y="1867636"/>
                  </a:lnTo>
                  <a:lnTo>
                    <a:pt x="5195655" y="1878202"/>
                  </a:lnTo>
                  <a:lnTo>
                    <a:pt x="5272124" y="1888505"/>
                  </a:lnTo>
                  <a:lnTo>
                    <a:pt x="5348592" y="1898552"/>
                  </a:lnTo>
                  <a:lnTo>
                    <a:pt x="5425061" y="1908349"/>
                  </a:lnTo>
                  <a:lnTo>
                    <a:pt x="5501529" y="1917903"/>
                  </a:lnTo>
                  <a:lnTo>
                    <a:pt x="5577998" y="1927219"/>
                  </a:lnTo>
                  <a:lnTo>
                    <a:pt x="5654466" y="1936304"/>
                  </a:lnTo>
                  <a:lnTo>
                    <a:pt x="5730934" y="1945163"/>
                  </a:lnTo>
                  <a:lnTo>
                    <a:pt x="5807403" y="1953801"/>
                  </a:lnTo>
                  <a:lnTo>
                    <a:pt x="5883871" y="1962225"/>
                  </a:lnTo>
                  <a:lnTo>
                    <a:pt x="5960340" y="1970440"/>
                  </a:lnTo>
                  <a:lnTo>
                    <a:pt x="6036808" y="1978450"/>
                  </a:lnTo>
                  <a:lnTo>
                    <a:pt x="6113277" y="1986261"/>
                  </a:lnTo>
                  <a:lnTo>
                    <a:pt x="6189745" y="1993878"/>
                  </a:lnTo>
                  <a:lnTo>
                    <a:pt x="6266213" y="2001305"/>
                  </a:lnTo>
                  <a:lnTo>
                    <a:pt x="6342682" y="2008548"/>
                  </a:lnTo>
                  <a:lnTo>
                    <a:pt x="6419150" y="2015611"/>
                  </a:lnTo>
                  <a:lnTo>
                    <a:pt x="6495619" y="2022498"/>
                  </a:lnTo>
                  <a:lnTo>
                    <a:pt x="6572087" y="2029214"/>
                  </a:lnTo>
                  <a:lnTo>
                    <a:pt x="6648556" y="2035763"/>
                  </a:lnTo>
                  <a:lnTo>
                    <a:pt x="6725024" y="2042149"/>
                  </a:lnTo>
                  <a:lnTo>
                    <a:pt x="6801492" y="2048377"/>
                  </a:lnTo>
                  <a:lnTo>
                    <a:pt x="6877961" y="2054449"/>
                  </a:lnTo>
                  <a:lnTo>
                    <a:pt x="6954429" y="2060371"/>
                  </a:lnTo>
                  <a:lnTo>
                    <a:pt x="7030898" y="2066145"/>
                  </a:lnTo>
                  <a:lnTo>
                    <a:pt x="7107366" y="2071776"/>
                  </a:lnTo>
                  <a:lnTo>
                    <a:pt x="7183835" y="2077267"/>
                  </a:lnTo>
                  <a:lnTo>
                    <a:pt x="7260303" y="20826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5598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3696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0500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4037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7574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111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51993" y="5653245"/>
              <a:ext cx="24478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-0.2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688337" y="5834415"/>
              <a:ext cx="213887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=  (eGFR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27210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917095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006981" y="5884826"/>
              <a:ext cx="68305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75286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165172" y="5905308"/>
              <a:ext cx="83027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5248199" y="5905308"/>
              <a:ext cx="83027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5331227" y="5834415"/>
              <a:ext cx="55814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− CrCl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5889377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979262" y="5905308"/>
              <a:ext cx="96743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76006" y="5834415"/>
              <a:ext cx="56290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) / CrCl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638910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728796" y="5905308"/>
              <a:ext cx="96743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-37527" y="3827572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915645" y="1977589"/>
              <a:ext cx="5929701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0.75 (95% CI 0.49-1.14), p = 0.180   (per 0.1-unit increase in eGFR difference)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2026-09-08T07:54:14Z</dcterms:modified>
  <cp:category/>
</cp:coreProperties>
</file>