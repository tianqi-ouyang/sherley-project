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640"/>
            </a:xfrm>
            <a:custGeom>
              <a:avLst/>
              <a:pathLst>
                <a:path w="7260303" h="3210640">
                  <a:moveTo>
                    <a:pt x="2515003" y="0"/>
                  </a:moveTo>
                  <a:lnTo>
                    <a:pt x="2519260" y="25382"/>
                  </a:lnTo>
                  <a:lnTo>
                    <a:pt x="2595729" y="424196"/>
                  </a:lnTo>
                  <a:lnTo>
                    <a:pt x="2672197" y="773089"/>
                  </a:lnTo>
                  <a:lnTo>
                    <a:pt x="2748666" y="1078309"/>
                  </a:lnTo>
                  <a:lnTo>
                    <a:pt x="2825134" y="1345323"/>
                  </a:lnTo>
                  <a:lnTo>
                    <a:pt x="2901602" y="1578913"/>
                  </a:lnTo>
                  <a:lnTo>
                    <a:pt x="2978071" y="1783264"/>
                  </a:lnTo>
                  <a:lnTo>
                    <a:pt x="3054539" y="1962036"/>
                  </a:lnTo>
                  <a:lnTo>
                    <a:pt x="3131008" y="2118430"/>
                  </a:lnTo>
                  <a:lnTo>
                    <a:pt x="3207476" y="2255247"/>
                  </a:lnTo>
                  <a:lnTo>
                    <a:pt x="3283945" y="2374938"/>
                  </a:lnTo>
                  <a:lnTo>
                    <a:pt x="3360413" y="2452925"/>
                  </a:lnTo>
                  <a:lnTo>
                    <a:pt x="3436881" y="2471253"/>
                  </a:lnTo>
                  <a:lnTo>
                    <a:pt x="3513350" y="2489139"/>
                  </a:lnTo>
                  <a:lnTo>
                    <a:pt x="3589818" y="2506592"/>
                  </a:lnTo>
                  <a:lnTo>
                    <a:pt x="3666287" y="2523624"/>
                  </a:lnTo>
                  <a:lnTo>
                    <a:pt x="3742755" y="2540244"/>
                  </a:lnTo>
                  <a:lnTo>
                    <a:pt x="3819224" y="2556463"/>
                  </a:lnTo>
                  <a:lnTo>
                    <a:pt x="3895692" y="2572289"/>
                  </a:lnTo>
                  <a:lnTo>
                    <a:pt x="3972160" y="2587733"/>
                  </a:lnTo>
                  <a:lnTo>
                    <a:pt x="4048629" y="2602804"/>
                  </a:lnTo>
                  <a:lnTo>
                    <a:pt x="4125097" y="2617511"/>
                  </a:lnTo>
                  <a:lnTo>
                    <a:pt x="4201566" y="2631863"/>
                  </a:lnTo>
                  <a:lnTo>
                    <a:pt x="4278034" y="2645867"/>
                  </a:lnTo>
                  <a:lnTo>
                    <a:pt x="4354503" y="2659534"/>
                  </a:lnTo>
                  <a:lnTo>
                    <a:pt x="4430971" y="2672870"/>
                  </a:lnTo>
                  <a:lnTo>
                    <a:pt x="4507439" y="2685883"/>
                  </a:lnTo>
                  <a:lnTo>
                    <a:pt x="4583908" y="2698583"/>
                  </a:lnTo>
                  <a:lnTo>
                    <a:pt x="4660376" y="2710975"/>
                  </a:lnTo>
                  <a:lnTo>
                    <a:pt x="4736845" y="2723068"/>
                  </a:lnTo>
                  <a:lnTo>
                    <a:pt x="4813313" y="2734869"/>
                  </a:lnTo>
                  <a:lnTo>
                    <a:pt x="4889782" y="2746385"/>
                  </a:lnTo>
                  <a:lnTo>
                    <a:pt x="4966250" y="2757622"/>
                  </a:lnTo>
                  <a:lnTo>
                    <a:pt x="5042719" y="2768588"/>
                  </a:lnTo>
                  <a:lnTo>
                    <a:pt x="5119187" y="2779289"/>
                  </a:lnTo>
                  <a:lnTo>
                    <a:pt x="5195655" y="2789731"/>
                  </a:lnTo>
                  <a:lnTo>
                    <a:pt x="5272124" y="2799921"/>
                  </a:lnTo>
                  <a:lnTo>
                    <a:pt x="5348592" y="2809865"/>
                  </a:lnTo>
                  <a:lnTo>
                    <a:pt x="5425061" y="2819568"/>
                  </a:lnTo>
                  <a:lnTo>
                    <a:pt x="5501529" y="2829037"/>
                  </a:lnTo>
                  <a:lnTo>
                    <a:pt x="5577998" y="2838278"/>
                  </a:lnTo>
                  <a:lnTo>
                    <a:pt x="5654466" y="2847295"/>
                  </a:lnTo>
                  <a:lnTo>
                    <a:pt x="5730934" y="2856094"/>
                  </a:lnTo>
                  <a:lnTo>
                    <a:pt x="5807403" y="2864680"/>
                  </a:lnTo>
                  <a:lnTo>
                    <a:pt x="5883871" y="2873059"/>
                  </a:lnTo>
                  <a:lnTo>
                    <a:pt x="5960340" y="2881235"/>
                  </a:lnTo>
                  <a:lnTo>
                    <a:pt x="6036808" y="2889214"/>
                  </a:lnTo>
                  <a:lnTo>
                    <a:pt x="6113277" y="2897000"/>
                  </a:lnTo>
                  <a:lnTo>
                    <a:pt x="6189745" y="2904598"/>
                  </a:lnTo>
                  <a:lnTo>
                    <a:pt x="6266213" y="2912013"/>
                  </a:lnTo>
                  <a:lnTo>
                    <a:pt x="6342682" y="2919248"/>
                  </a:lnTo>
                  <a:lnTo>
                    <a:pt x="6419150" y="2926308"/>
                  </a:lnTo>
                  <a:lnTo>
                    <a:pt x="6495619" y="2933198"/>
                  </a:lnTo>
                  <a:lnTo>
                    <a:pt x="6572087" y="2939922"/>
                  </a:lnTo>
                  <a:lnTo>
                    <a:pt x="6648556" y="2946482"/>
                  </a:lnTo>
                  <a:lnTo>
                    <a:pt x="6725024" y="2952885"/>
                  </a:lnTo>
                  <a:lnTo>
                    <a:pt x="6801492" y="2959132"/>
                  </a:lnTo>
                  <a:lnTo>
                    <a:pt x="6877961" y="2965229"/>
                  </a:lnTo>
                  <a:lnTo>
                    <a:pt x="6954429" y="2971178"/>
                  </a:lnTo>
                  <a:lnTo>
                    <a:pt x="7030898" y="2976984"/>
                  </a:lnTo>
                  <a:lnTo>
                    <a:pt x="7107366" y="2982649"/>
                  </a:lnTo>
                  <a:lnTo>
                    <a:pt x="7183835" y="2988178"/>
                  </a:lnTo>
                  <a:lnTo>
                    <a:pt x="7260303" y="2993572"/>
                  </a:lnTo>
                  <a:lnTo>
                    <a:pt x="7260303" y="3210640"/>
                  </a:lnTo>
                  <a:lnTo>
                    <a:pt x="7183835" y="3210526"/>
                  </a:lnTo>
                  <a:lnTo>
                    <a:pt x="7107366" y="3210396"/>
                  </a:lnTo>
                  <a:lnTo>
                    <a:pt x="7030898" y="3210246"/>
                  </a:lnTo>
                  <a:lnTo>
                    <a:pt x="6954429" y="3210076"/>
                  </a:lnTo>
                  <a:lnTo>
                    <a:pt x="6877961" y="3209880"/>
                  </a:lnTo>
                  <a:lnTo>
                    <a:pt x="6801492" y="3209657"/>
                  </a:lnTo>
                  <a:lnTo>
                    <a:pt x="6725024" y="3209402"/>
                  </a:lnTo>
                  <a:lnTo>
                    <a:pt x="6648556" y="3209111"/>
                  </a:lnTo>
                  <a:lnTo>
                    <a:pt x="6572087" y="3208778"/>
                  </a:lnTo>
                  <a:lnTo>
                    <a:pt x="6495619" y="3208397"/>
                  </a:lnTo>
                  <a:lnTo>
                    <a:pt x="6419150" y="3207962"/>
                  </a:lnTo>
                  <a:lnTo>
                    <a:pt x="6342682" y="3207464"/>
                  </a:lnTo>
                  <a:lnTo>
                    <a:pt x="6266213" y="3206896"/>
                  </a:lnTo>
                  <a:lnTo>
                    <a:pt x="6189745" y="3206245"/>
                  </a:lnTo>
                  <a:lnTo>
                    <a:pt x="6113277" y="3205502"/>
                  </a:lnTo>
                  <a:lnTo>
                    <a:pt x="6036808" y="3204653"/>
                  </a:lnTo>
                  <a:lnTo>
                    <a:pt x="5960340" y="3203682"/>
                  </a:lnTo>
                  <a:lnTo>
                    <a:pt x="5883871" y="3202572"/>
                  </a:lnTo>
                  <a:lnTo>
                    <a:pt x="5807403" y="3201303"/>
                  </a:lnTo>
                  <a:lnTo>
                    <a:pt x="5730934" y="3199853"/>
                  </a:lnTo>
                  <a:lnTo>
                    <a:pt x="5654466" y="3198195"/>
                  </a:lnTo>
                  <a:lnTo>
                    <a:pt x="5577998" y="3196300"/>
                  </a:lnTo>
                  <a:lnTo>
                    <a:pt x="5501529" y="3194134"/>
                  </a:lnTo>
                  <a:lnTo>
                    <a:pt x="5425061" y="3191658"/>
                  </a:lnTo>
                  <a:lnTo>
                    <a:pt x="5348592" y="3188827"/>
                  </a:lnTo>
                  <a:lnTo>
                    <a:pt x="5272124" y="3185592"/>
                  </a:lnTo>
                  <a:lnTo>
                    <a:pt x="5195655" y="3181893"/>
                  </a:lnTo>
                  <a:lnTo>
                    <a:pt x="5119187" y="3177666"/>
                  </a:lnTo>
                  <a:lnTo>
                    <a:pt x="5042719" y="3172833"/>
                  </a:lnTo>
                  <a:lnTo>
                    <a:pt x="4966250" y="3167309"/>
                  </a:lnTo>
                  <a:lnTo>
                    <a:pt x="4889782" y="3160995"/>
                  </a:lnTo>
                  <a:lnTo>
                    <a:pt x="4813313" y="3153777"/>
                  </a:lnTo>
                  <a:lnTo>
                    <a:pt x="4736845" y="3145526"/>
                  </a:lnTo>
                  <a:lnTo>
                    <a:pt x="4660376" y="3136095"/>
                  </a:lnTo>
                  <a:lnTo>
                    <a:pt x="4583908" y="3125314"/>
                  </a:lnTo>
                  <a:lnTo>
                    <a:pt x="4507439" y="3112991"/>
                  </a:lnTo>
                  <a:lnTo>
                    <a:pt x="4430971" y="3098905"/>
                  </a:lnTo>
                  <a:lnTo>
                    <a:pt x="4354503" y="3082803"/>
                  </a:lnTo>
                  <a:lnTo>
                    <a:pt x="4278034" y="3064396"/>
                  </a:lnTo>
                  <a:lnTo>
                    <a:pt x="4201566" y="3043357"/>
                  </a:lnTo>
                  <a:lnTo>
                    <a:pt x="4125097" y="3019307"/>
                  </a:lnTo>
                  <a:lnTo>
                    <a:pt x="4048629" y="2991815"/>
                  </a:lnTo>
                  <a:lnTo>
                    <a:pt x="3972160" y="2960390"/>
                  </a:lnTo>
                  <a:lnTo>
                    <a:pt x="3895692" y="2924469"/>
                  </a:lnTo>
                  <a:lnTo>
                    <a:pt x="3819224" y="2883408"/>
                  </a:lnTo>
                  <a:lnTo>
                    <a:pt x="3742755" y="2836471"/>
                  </a:lnTo>
                  <a:lnTo>
                    <a:pt x="3666287" y="2782819"/>
                  </a:lnTo>
                  <a:lnTo>
                    <a:pt x="3589818" y="2721489"/>
                  </a:lnTo>
                  <a:lnTo>
                    <a:pt x="3513350" y="2651384"/>
                  </a:lnTo>
                  <a:lnTo>
                    <a:pt x="3436881" y="2571249"/>
                  </a:lnTo>
                  <a:lnTo>
                    <a:pt x="3360413" y="2479647"/>
                  </a:lnTo>
                  <a:lnTo>
                    <a:pt x="3283945" y="2434143"/>
                  </a:lnTo>
                  <a:lnTo>
                    <a:pt x="3207476" y="2414895"/>
                  </a:lnTo>
                  <a:lnTo>
                    <a:pt x="3131008" y="2395171"/>
                  </a:lnTo>
                  <a:lnTo>
                    <a:pt x="3054539" y="2374959"/>
                  </a:lnTo>
                  <a:lnTo>
                    <a:pt x="2978071" y="2354246"/>
                  </a:lnTo>
                  <a:lnTo>
                    <a:pt x="2901602" y="2333020"/>
                  </a:lnTo>
                  <a:lnTo>
                    <a:pt x="2825134" y="2311269"/>
                  </a:lnTo>
                  <a:lnTo>
                    <a:pt x="2748666" y="2288979"/>
                  </a:lnTo>
                  <a:lnTo>
                    <a:pt x="2672197" y="2266137"/>
                  </a:lnTo>
                  <a:lnTo>
                    <a:pt x="2595729" y="2242729"/>
                  </a:lnTo>
                  <a:lnTo>
                    <a:pt x="2519260" y="2218742"/>
                  </a:lnTo>
                  <a:lnTo>
                    <a:pt x="2442792" y="2194161"/>
                  </a:lnTo>
                  <a:lnTo>
                    <a:pt x="2366323" y="2168971"/>
                  </a:lnTo>
                  <a:lnTo>
                    <a:pt x="2289855" y="2143158"/>
                  </a:lnTo>
                  <a:lnTo>
                    <a:pt x="2213386" y="2116705"/>
                  </a:lnTo>
                  <a:lnTo>
                    <a:pt x="2136918" y="2089597"/>
                  </a:lnTo>
                  <a:lnTo>
                    <a:pt x="2060450" y="2061818"/>
                  </a:lnTo>
                  <a:lnTo>
                    <a:pt x="1983981" y="2033351"/>
                  </a:lnTo>
                  <a:lnTo>
                    <a:pt x="1907513" y="2004180"/>
                  </a:lnTo>
                  <a:lnTo>
                    <a:pt x="1831044" y="1974285"/>
                  </a:lnTo>
                  <a:lnTo>
                    <a:pt x="1754576" y="1943651"/>
                  </a:lnTo>
                  <a:lnTo>
                    <a:pt x="1678107" y="1912258"/>
                  </a:lnTo>
                  <a:lnTo>
                    <a:pt x="1601639" y="1880088"/>
                  </a:lnTo>
                  <a:lnTo>
                    <a:pt x="1525171" y="1847121"/>
                  </a:lnTo>
                  <a:lnTo>
                    <a:pt x="1448702" y="1813338"/>
                  </a:lnTo>
                  <a:lnTo>
                    <a:pt x="1372234" y="1778718"/>
                  </a:lnTo>
                  <a:lnTo>
                    <a:pt x="1295765" y="1743241"/>
                  </a:lnTo>
                  <a:lnTo>
                    <a:pt x="1219297" y="1706886"/>
                  </a:lnTo>
                  <a:lnTo>
                    <a:pt x="1142828" y="1669630"/>
                  </a:lnTo>
                  <a:lnTo>
                    <a:pt x="1066360" y="1631452"/>
                  </a:lnTo>
                  <a:lnTo>
                    <a:pt x="989892" y="1592328"/>
                  </a:lnTo>
                  <a:lnTo>
                    <a:pt x="913423" y="1552236"/>
                  </a:lnTo>
                  <a:lnTo>
                    <a:pt x="836955" y="1511151"/>
                  </a:lnTo>
                  <a:lnTo>
                    <a:pt x="760486" y="1469048"/>
                  </a:lnTo>
                  <a:lnTo>
                    <a:pt x="684018" y="1425903"/>
                  </a:lnTo>
                  <a:lnTo>
                    <a:pt x="607549" y="1381690"/>
                  </a:lnTo>
                  <a:lnTo>
                    <a:pt x="531081" y="1336382"/>
                  </a:lnTo>
                  <a:lnTo>
                    <a:pt x="454613" y="1289952"/>
                  </a:lnTo>
                  <a:lnTo>
                    <a:pt x="378144" y="1242372"/>
                  </a:lnTo>
                  <a:lnTo>
                    <a:pt x="301676" y="1193614"/>
                  </a:lnTo>
                  <a:lnTo>
                    <a:pt x="225207" y="1143649"/>
                  </a:lnTo>
                  <a:lnTo>
                    <a:pt x="148739" y="1092446"/>
                  </a:lnTo>
                  <a:lnTo>
                    <a:pt x="72270" y="1039976"/>
                  </a:lnTo>
                  <a:lnTo>
                    <a:pt x="0" y="989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2993572"/>
            </a:xfrm>
            <a:custGeom>
              <a:avLst/>
              <a:pathLst>
                <a:path w="4745300" h="2993572">
                  <a:moveTo>
                    <a:pt x="0" y="0"/>
                  </a:moveTo>
                  <a:lnTo>
                    <a:pt x="4257" y="25382"/>
                  </a:lnTo>
                  <a:lnTo>
                    <a:pt x="80726" y="424196"/>
                  </a:lnTo>
                  <a:lnTo>
                    <a:pt x="157194" y="773089"/>
                  </a:lnTo>
                  <a:lnTo>
                    <a:pt x="233662" y="1078309"/>
                  </a:lnTo>
                  <a:lnTo>
                    <a:pt x="310131" y="1345323"/>
                  </a:lnTo>
                  <a:lnTo>
                    <a:pt x="386599" y="1578913"/>
                  </a:lnTo>
                  <a:lnTo>
                    <a:pt x="463068" y="1783264"/>
                  </a:lnTo>
                  <a:lnTo>
                    <a:pt x="539536" y="1962036"/>
                  </a:lnTo>
                  <a:lnTo>
                    <a:pt x="616005" y="2118430"/>
                  </a:lnTo>
                  <a:lnTo>
                    <a:pt x="692473" y="2255247"/>
                  </a:lnTo>
                  <a:lnTo>
                    <a:pt x="768941" y="2374938"/>
                  </a:lnTo>
                  <a:lnTo>
                    <a:pt x="845410" y="2452925"/>
                  </a:lnTo>
                  <a:lnTo>
                    <a:pt x="921878" y="2471253"/>
                  </a:lnTo>
                  <a:lnTo>
                    <a:pt x="998347" y="2489139"/>
                  </a:lnTo>
                  <a:lnTo>
                    <a:pt x="1074815" y="2506592"/>
                  </a:lnTo>
                  <a:lnTo>
                    <a:pt x="1151284" y="2523624"/>
                  </a:lnTo>
                  <a:lnTo>
                    <a:pt x="1227752" y="2540244"/>
                  </a:lnTo>
                  <a:lnTo>
                    <a:pt x="1304220" y="2556463"/>
                  </a:lnTo>
                  <a:lnTo>
                    <a:pt x="1380689" y="2572289"/>
                  </a:lnTo>
                  <a:lnTo>
                    <a:pt x="1457157" y="2587733"/>
                  </a:lnTo>
                  <a:lnTo>
                    <a:pt x="1533626" y="2602804"/>
                  </a:lnTo>
                  <a:lnTo>
                    <a:pt x="1610094" y="2617511"/>
                  </a:lnTo>
                  <a:lnTo>
                    <a:pt x="1686563" y="2631863"/>
                  </a:lnTo>
                  <a:lnTo>
                    <a:pt x="1763031" y="2645867"/>
                  </a:lnTo>
                  <a:lnTo>
                    <a:pt x="1839500" y="2659534"/>
                  </a:lnTo>
                  <a:lnTo>
                    <a:pt x="1915968" y="2672870"/>
                  </a:lnTo>
                  <a:lnTo>
                    <a:pt x="1992436" y="2685883"/>
                  </a:lnTo>
                  <a:lnTo>
                    <a:pt x="2068905" y="2698583"/>
                  </a:lnTo>
                  <a:lnTo>
                    <a:pt x="2145373" y="2710975"/>
                  </a:lnTo>
                  <a:lnTo>
                    <a:pt x="2221842" y="2723068"/>
                  </a:lnTo>
                  <a:lnTo>
                    <a:pt x="2298310" y="2734869"/>
                  </a:lnTo>
                  <a:lnTo>
                    <a:pt x="2374779" y="2746385"/>
                  </a:lnTo>
                  <a:lnTo>
                    <a:pt x="2451247" y="2757622"/>
                  </a:lnTo>
                  <a:lnTo>
                    <a:pt x="2527715" y="2768588"/>
                  </a:lnTo>
                  <a:lnTo>
                    <a:pt x="2604184" y="2779289"/>
                  </a:lnTo>
                  <a:lnTo>
                    <a:pt x="2680652" y="2789731"/>
                  </a:lnTo>
                  <a:lnTo>
                    <a:pt x="2757121" y="2799921"/>
                  </a:lnTo>
                  <a:lnTo>
                    <a:pt x="2833589" y="2809865"/>
                  </a:lnTo>
                  <a:lnTo>
                    <a:pt x="2910058" y="2819568"/>
                  </a:lnTo>
                  <a:lnTo>
                    <a:pt x="2986526" y="2829037"/>
                  </a:lnTo>
                  <a:lnTo>
                    <a:pt x="3062994" y="2838278"/>
                  </a:lnTo>
                  <a:lnTo>
                    <a:pt x="3139463" y="2847295"/>
                  </a:lnTo>
                  <a:lnTo>
                    <a:pt x="3215931" y="2856094"/>
                  </a:lnTo>
                  <a:lnTo>
                    <a:pt x="3292400" y="2864680"/>
                  </a:lnTo>
                  <a:lnTo>
                    <a:pt x="3368868" y="2873059"/>
                  </a:lnTo>
                  <a:lnTo>
                    <a:pt x="3445337" y="2881235"/>
                  </a:lnTo>
                  <a:lnTo>
                    <a:pt x="3521805" y="2889214"/>
                  </a:lnTo>
                  <a:lnTo>
                    <a:pt x="3598273" y="2897000"/>
                  </a:lnTo>
                  <a:lnTo>
                    <a:pt x="3674742" y="2904598"/>
                  </a:lnTo>
                  <a:lnTo>
                    <a:pt x="3751210" y="2912013"/>
                  </a:lnTo>
                  <a:lnTo>
                    <a:pt x="3827679" y="2919248"/>
                  </a:lnTo>
                  <a:lnTo>
                    <a:pt x="3904147" y="2926308"/>
                  </a:lnTo>
                  <a:lnTo>
                    <a:pt x="3980616" y="2933198"/>
                  </a:lnTo>
                  <a:lnTo>
                    <a:pt x="4057084" y="2939922"/>
                  </a:lnTo>
                  <a:lnTo>
                    <a:pt x="4133553" y="2946482"/>
                  </a:lnTo>
                  <a:lnTo>
                    <a:pt x="4210021" y="2952885"/>
                  </a:lnTo>
                  <a:lnTo>
                    <a:pt x="4286489" y="2959132"/>
                  </a:lnTo>
                  <a:lnTo>
                    <a:pt x="4362958" y="2965229"/>
                  </a:lnTo>
                  <a:lnTo>
                    <a:pt x="4439426" y="2971178"/>
                  </a:lnTo>
                  <a:lnTo>
                    <a:pt x="4515895" y="2976984"/>
                  </a:lnTo>
                  <a:lnTo>
                    <a:pt x="4592363" y="2982649"/>
                  </a:lnTo>
                  <a:lnTo>
                    <a:pt x="4668832" y="2988178"/>
                  </a:lnTo>
                  <a:lnTo>
                    <a:pt x="4745300" y="29935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198327"/>
              <a:ext cx="7260303" cy="2221483"/>
            </a:xfrm>
            <a:custGeom>
              <a:avLst/>
              <a:pathLst>
                <a:path w="7260303" h="2221483">
                  <a:moveTo>
                    <a:pt x="7260303" y="2221483"/>
                  </a:moveTo>
                  <a:lnTo>
                    <a:pt x="7183835" y="2221368"/>
                  </a:lnTo>
                  <a:lnTo>
                    <a:pt x="7107366" y="2221238"/>
                  </a:lnTo>
                  <a:lnTo>
                    <a:pt x="7030898" y="2221088"/>
                  </a:lnTo>
                  <a:lnTo>
                    <a:pt x="6954429" y="2220918"/>
                  </a:lnTo>
                  <a:lnTo>
                    <a:pt x="6877961" y="2220723"/>
                  </a:lnTo>
                  <a:lnTo>
                    <a:pt x="6801492" y="2220499"/>
                  </a:lnTo>
                  <a:lnTo>
                    <a:pt x="6725024" y="2220245"/>
                  </a:lnTo>
                  <a:lnTo>
                    <a:pt x="6648556" y="2219953"/>
                  </a:lnTo>
                  <a:lnTo>
                    <a:pt x="6572087" y="2219620"/>
                  </a:lnTo>
                  <a:lnTo>
                    <a:pt x="6495619" y="2219239"/>
                  </a:lnTo>
                  <a:lnTo>
                    <a:pt x="6419150" y="2218804"/>
                  </a:lnTo>
                  <a:lnTo>
                    <a:pt x="6342682" y="2218306"/>
                  </a:lnTo>
                  <a:lnTo>
                    <a:pt x="6266213" y="2217738"/>
                  </a:lnTo>
                  <a:lnTo>
                    <a:pt x="6189745" y="2217088"/>
                  </a:lnTo>
                  <a:lnTo>
                    <a:pt x="6113277" y="2216344"/>
                  </a:lnTo>
                  <a:lnTo>
                    <a:pt x="6036808" y="2215495"/>
                  </a:lnTo>
                  <a:lnTo>
                    <a:pt x="5960340" y="2214524"/>
                  </a:lnTo>
                  <a:lnTo>
                    <a:pt x="5883871" y="2213414"/>
                  </a:lnTo>
                  <a:lnTo>
                    <a:pt x="5807403" y="2212145"/>
                  </a:lnTo>
                  <a:lnTo>
                    <a:pt x="5730934" y="2210695"/>
                  </a:lnTo>
                  <a:lnTo>
                    <a:pt x="5654466" y="2209037"/>
                  </a:lnTo>
                  <a:lnTo>
                    <a:pt x="5577998" y="2207142"/>
                  </a:lnTo>
                  <a:lnTo>
                    <a:pt x="5501529" y="2204976"/>
                  </a:lnTo>
                  <a:lnTo>
                    <a:pt x="5425061" y="2202500"/>
                  </a:lnTo>
                  <a:lnTo>
                    <a:pt x="5348592" y="2199669"/>
                  </a:lnTo>
                  <a:lnTo>
                    <a:pt x="5272124" y="2196434"/>
                  </a:lnTo>
                  <a:lnTo>
                    <a:pt x="5195655" y="2192735"/>
                  </a:lnTo>
                  <a:lnTo>
                    <a:pt x="5119187" y="2188508"/>
                  </a:lnTo>
                  <a:lnTo>
                    <a:pt x="5042719" y="2183675"/>
                  </a:lnTo>
                  <a:lnTo>
                    <a:pt x="4966250" y="2178151"/>
                  </a:lnTo>
                  <a:lnTo>
                    <a:pt x="4889782" y="2171837"/>
                  </a:lnTo>
                  <a:lnTo>
                    <a:pt x="4813313" y="2164619"/>
                  </a:lnTo>
                  <a:lnTo>
                    <a:pt x="4736845" y="2156368"/>
                  </a:lnTo>
                  <a:lnTo>
                    <a:pt x="4660376" y="2146937"/>
                  </a:lnTo>
                  <a:lnTo>
                    <a:pt x="4583908" y="2136156"/>
                  </a:lnTo>
                  <a:lnTo>
                    <a:pt x="4507439" y="2123833"/>
                  </a:lnTo>
                  <a:lnTo>
                    <a:pt x="4430971" y="2109747"/>
                  </a:lnTo>
                  <a:lnTo>
                    <a:pt x="4354503" y="2093645"/>
                  </a:lnTo>
                  <a:lnTo>
                    <a:pt x="4278034" y="2075239"/>
                  </a:lnTo>
                  <a:lnTo>
                    <a:pt x="4201566" y="2054199"/>
                  </a:lnTo>
                  <a:lnTo>
                    <a:pt x="4125097" y="2030149"/>
                  </a:lnTo>
                  <a:lnTo>
                    <a:pt x="4048629" y="2002657"/>
                  </a:lnTo>
                  <a:lnTo>
                    <a:pt x="3972160" y="1971232"/>
                  </a:lnTo>
                  <a:lnTo>
                    <a:pt x="3895692" y="1935311"/>
                  </a:lnTo>
                  <a:lnTo>
                    <a:pt x="3819224" y="1894250"/>
                  </a:lnTo>
                  <a:lnTo>
                    <a:pt x="3742755" y="1847313"/>
                  </a:lnTo>
                  <a:lnTo>
                    <a:pt x="3666287" y="1793661"/>
                  </a:lnTo>
                  <a:lnTo>
                    <a:pt x="3589818" y="1732331"/>
                  </a:lnTo>
                  <a:lnTo>
                    <a:pt x="3513350" y="1662227"/>
                  </a:lnTo>
                  <a:lnTo>
                    <a:pt x="3436881" y="1582091"/>
                  </a:lnTo>
                  <a:lnTo>
                    <a:pt x="3360413" y="1490489"/>
                  </a:lnTo>
                  <a:lnTo>
                    <a:pt x="3283945" y="1444985"/>
                  </a:lnTo>
                  <a:lnTo>
                    <a:pt x="3207476" y="1425737"/>
                  </a:lnTo>
                  <a:lnTo>
                    <a:pt x="3131008" y="1406013"/>
                  </a:lnTo>
                  <a:lnTo>
                    <a:pt x="3054539" y="1385801"/>
                  </a:lnTo>
                  <a:lnTo>
                    <a:pt x="2978071" y="1365088"/>
                  </a:lnTo>
                  <a:lnTo>
                    <a:pt x="2901602" y="1343862"/>
                  </a:lnTo>
                  <a:lnTo>
                    <a:pt x="2825134" y="1322111"/>
                  </a:lnTo>
                  <a:lnTo>
                    <a:pt x="2748666" y="1299821"/>
                  </a:lnTo>
                  <a:lnTo>
                    <a:pt x="2672197" y="1276979"/>
                  </a:lnTo>
                  <a:lnTo>
                    <a:pt x="2595729" y="1253571"/>
                  </a:lnTo>
                  <a:lnTo>
                    <a:pt x="2519260" y="1229584"/>
                  </a:lnTo>
                  <a:lnTo>
                    <a:pt x="2442792" y="1205003"/>
                  </a:lnTo>
                  <a:lnTo>
                    <a:pt x="2366323" y="1179813"/>
                  </a:lnTo>
                  <a:lnTo>
                    <a:pt x="2289855" y="1154000"/>
                  </a:lnTo>
                  <a:lnTo>
                    <a:pt x="2213386" y="1127547"/>
                  </a:lnTo>
                  <a:lnTo>
                    <a:pt x="2136918" y="1100439"/>
                  </a:lnTo>
                  <a:lnTo>
                    <a:pt x="2060450" y="1072660"/>
                  </a:lnTo>
                  <a:lnTo>
                    <a:pt x="1983981" y="1044193"/>
                  </a:lnTo>
                  <a:lnTo>
                    <a:pt x="1907513" y="1015022"/>
                  </a:lnTo>
                  <a:lnTo>
                    <a:pt x="1831044" y="985127"/>
                  </a:lnTo>
                  <a:lnTo>
                    <a:pt x="1754576" y="954493"/>
                  </a:lnTo>
                  <a:lnTo>
                    <a:pt x="1678107" y="923100"/>
                  </a:lnTo>
                  <a:lnTo>
                    <a:pt x="1601639" y="890930"/>
                  </a:lnTo>
                  <a:lnTo>
                    <a:pt x="1525171" y="857963"/>
                  </a:lnTo>
                  <a:lnTo>
                    <a:pt x="1448702" y="824180"/>
                  </a:lnTo>
                  <a:lnTo>
                    <a:pt x="1372234" y="789560"/>
                  </a:lnTo>
                  <a:lnTo>
                    <a:pt x="1295765" y="754083"/>
                  </a:lnTo>
                  <a:lnTo>
                    <a:pt x="1219297" y="717728"/>
                  </a:lnTo>
                  <a:lnTo>
                    <a:pt x="1142828" y="680472"/>
                  </a:lnTo>
                  <a:lnTo>
                    <a:pt x="1066360" y="642294"/>
                  </a:lnTo>
                  <a:lnTo>
                    <a:pt x="989892" y="603170"/>
                  </a:lnTo>
                  <a:lnTo>
                    <a:pt x="913423" y="563078"/>
                  </a:lnTo>
                  <a:lnTo>
                    <a:pt x="836955" y="521993"/>
                  </a:lnTo>
                  <a:lnTo>
                    <a:pt x="760486" y="479890"/>
                  </a:lnTo>
                  <a:lnTo>
                    <a:pt x="684018" y="436745"/>
                  </a:lnTo>
                  <a:lnTo>
                    <a:pt x="607549" y="392532"/>
                  </a:lnTo>
                  <a:lnTo>
                    <a:pt x="531081" y="347224"/>
                  </a:lnTo>
                  <a:lnTo>
                    <a:pt x="454613" y="300794"/>
                  </a:lnTo>
                  <a:lnTo>
                    <a:pt x="378144" y="253214"/>
                  </a:lnTo>
                  <a:lnTo>
                    <a:pt x="301676" y="204456"/>
                  </a:lnTo>
                  <a:lnTo>
                    <a:pt x="225207" y="154491"/>
                  </a:lnTo>
                  <a:lnTo>
                    <a:pt x="148739" y="103288"/>
                  </a:lnTo>
                  <a:lnTo>
                    <a:pt x="72270" y="50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198248"/>
            </a:xfrm>
            <a:custGeom>
              <a:avLst/>
              <a:pathLst>
                <a:path w="5311651" h="3198248">
                  <a:moveTo>
                    <a:pt x="0" y="0"/>
                  </a:moveTo>
                  <a:lnTo>
                    <a:pt x="35329" y="117647"/>
                  </a:lnTo>
                  <a:lnTo>
                    <a:pt x="111797" y="352926"/>
                  </a:lnTo>
                  <a:lnTo>
                    <a:pt x="188266" y="570312"/>
                  </a:lnTo>
                  <a:lnTo>
                    <a:pt x="264734" y="771165"/>
                  </a:lnTo>
                  <a:lnTo>
                    <a:pt x="341202" y="956745"/>
                  </a:lnTo>
                  <a:lnTo>
                    <a:pt x="417671" y="1128211"/>
                  </a:lnTo>
                  <a:lnTo>
                    <a:pt x="494139" y="1286637"/>
                  </a:lnTo>
                  <a:lnTo>
                    <a:pt x="570608" y="1433016"/>
                  </a:lnTo>
                  <a:lnTo>
                    <a:pt x="647076" y="1568262"/>
                  </a:lnTo>
                  <a:lnTo>
                    <a:pt x="723545" y="1693224"/>
                  </a:lnTo>
                  <a:lnTo>
                    <a:pt x="800013" y="1808682"/>
                  </a:lnTo>
                  <a:lnTo>
                    <a:pt x="876481" y="1915359"/>
                  </a:lnTo>
                  <a:lnTo>
                    <a:pt x="952950" y="2013924"/>
                  </a:lnTo>
                  <a:lnTo>
                    <a:pt x="1029418" y="2104994"/>
                  </a:lnTo>
                  <a:lnTo>
                    <a:pt x="1105887" y="2189137"/>
                  </a:lnTo>
                  <a:lnTo>
                    <a:pt x="1182355" y="2266882"/>
                  </a:lnTo>
                  <a:lnTo>
                    <a:pt x="1258824" y="2338714"/>
                  </a:lnTo>
                  <a:lnTo>
                    <a:pt x="1335292" y="2405083"/>
                  </a:lnTo>
                  <a:lnTo>
                    <a:pt x="1411760" y="2466406"/>
                  </a:lnTo>
                  <a:lnTo>
                    <a:pt x="1488229" y="2523064"/>
                  </a:lnTo>
                  <a:lnTo>
                    <a:pt x="1564697" y="2575414"/>
                  </a:lnTo>
                  <a:lnTo>
                    <a:pt x="1641166" y="2623783"/>
                  </a:lnTo>
                  <a:lnTo>
                    <a:pt x="1717634" y="2668473"/>
                  </a:lnTo>
                  <a:lnTo>
                    <a:pt x="1794103" y="2709765"/>
                  </a:lnTo>
                  <a:lnTo>
                    <a:pt x="1870571" y="2747917"/>
                  </a:lnTo>
                  <a:lnTo>
                    <a:pt x="1947040" y="2783167"/>
                  </a:lnTo>
                  <a:lnTo>
                    <a:pt x="2023508" y="2815736"/>
                  </a:lnTo>
                  <a:lnTo>
                    <a:pt x="2099976" y="2845829"/>
                  </a:lnTo>
                  <a:lnTo>
                    <a:pt x="2176445" y="2873633"/>
                  </a:lnTo>
                  <a:lnTo>
                    <a:pt x="2252913" y="2899323"/>
                  </a:lnTo>
                  <a:lnTo>
                    <a:pt x="2329382" y="2923059"/>
                  </a:lnTo>
                  <a:lnTo>
                    <a:pt x="2405850" y="2944990"/>
                  </a:lnTo>
                  <a:lnTo>
                    <a:pt x="2482319" y="2965253"/>
                  </a:lnTo>
                  <a:lnTo>
                    <a:pt x="2558787" y="2983975"/>
                  </a:lnTo>
                  <a:lnTo>
                    <a:pt x="2635255" y="3001273"/>
                  </a:lnTo>
                  <a:lnTo>
                    <a:pt x="2711724" y="3017256"/>
                  </a:lnTo>
                  <a:lnTo>
                    <a:pt x="2788192" y="3032023"/>
                  </a:lnTo>
                  <a:lnTo>
                    <a:pt x="2864661" y="3045668"/>
                  </a:lnTo>
                  <a:lnTo>
                    <a:pt x="2941129" y="3058274"/>
                  </a:lnTo>
                  <a:lnTo>
                    <a:pt x="3017598" y="3069922"/>
                  </a:lnTo>
                  <a:lnTo>
                    <a:pt x="3094066" y="3080685"/>
                  </a:lnTo>
                  <a:lnTo>
                    <a:pt x="3170534" y="3090628"/>
                  </a:lnTo>
                  <a:lnTo>
                    <a:pt x="3247003" y="3099816"/>
                  </a:lnTo>
                  <a:lnTo>
                    <a:pt x="3323471" y="3108305"/>
                  </a:lnTo>
                  <a:lnTo>
                    <a:pt x="3399940" y="3116148"/>
                  </a:lnTo>
                  <a:lnTo>
                    <a:pt x="3476408" y="3123395"/>
                  </a:lnTo>
                  <a:lnTo>
                    <a:pt x="3552877" y="3130090"/>
                  </a:lnTo>
                  <a:lnTo>
                    <a:pt x="3629345" y="3136277"/>
                  </a:lnTo>
                  <a:lnTo>
                    <a:pt x="3705813" y="3141993"/>
                  </a:lnTo>
                  <a:lnTo>
                    <a:pt x="3782282" y="3147274"/>
                  </a:lnTo>
                  <a:lnTo>
                    <a:pt x="3858750" y="3152154"/>
                  </a:lnTo>
                  <a:lnTo>
                    <a:pt x="3935219" y="3156662"/>
                  </a:lnTo>
                  <a:lnTo>
                    <a:pt x="4011687" y="3160828"/>
                  </a:lnTo>
                  <a:lnTo>
                    <a:pt x="4088156" y="3164677"/>
                  </a:lnTo>
                  <a:lnTo>
                    <a:pt x="4164624" y="3168233"/>
                  </a:lnTo>
                  <a:lnTo>
                    <a:pt x="4241092" y="3171519"/>
                  </a:lnTo>
                  <a:lnTo>
                    <a:pt x="4317561" y="3174555"/>
                  </a:lnTo>
                  <a:lnTo>
                    <a:pt x="4394029" y="3177360"/>
                  </a:lnTo>
                  <a:lnTo>
                    <a:pt x="4470498" y="3179951"/>
                  </a:lnTo>
                  <a:lnTo>
                    <a:pt x="4546966" y="3182346"/>
                  </a:lnTo>
                  <a:lnTo>
                    <a:pt x="4623435" y="3184559"/>
                  </a:lnTo>
                  <a:lnTo>
                    <a:pt x="4699903" y="3186603"/>
                  </a:lnTo>
                  <a:lnTo>
                    <a:pt x="4776372" y="3188492"/>
                  </a:lnTo>
                  <a:lnTo>
                    <a:pt x="4852840" y="3190237"/>
                  </a:lnTo>
                  <a:lnTo>
                    <a:pt x="4929308" y="3191849"/>
                  </a:lnTo>
                  <a:lnTo>
                    <a:pt x="5005777" y="3193339"/>
                  </a:lnTo>
                  <a:lnTo>
                    <a:pt x="5082245" y="3194715"/>
                  </a:lnTo>
                  <a:lnTo>
                    <a:pt x="5158714" y="3195987"/>
                  </a:lnTo>
                  <a:lnTo>
                    <a:pt x="5235182" y="3197162"/>
                  </a:lnTo>
                  <a:lnTo>
                    <a:pt x="5311651" y="31982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592970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2026-09-08T07:54:14Z</dcterms:modified>
  <cp:category/>
</cp:coreProperties>
</file>