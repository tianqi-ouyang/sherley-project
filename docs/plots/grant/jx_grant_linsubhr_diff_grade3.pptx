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96600"/>
            </a:xfrm>
            <a:custGeom>
              <a:avLst/>
              <a:pathLst>
                <a:path w="7260303" h="3196600">
                  <a:moveTo>
                    <a:pt x="1906497" y="0"/>
                  </a:moveTo>
                  <a:lnTo>
                    <a:pt x="1907513" y="3400"/>
                  </a:lnTo>
                  <a:lnTo>
                    <a:pt x="1983981" y="240559"/>
                  </a:lnTo>
                  <a:lnTo>
                    <a:pt x="2060450" y="460186"/>
                  </a:lnTo>
                  <a:lnTo>
                    <a:pt x="2136918" y="663577"/>
                  </a:lnTo>
                  <a:lnTo>
                    <a:pt x="2213386" y="851931"/>
                  </a:lnTo>
                  <a:lnTo>
                    <a:pt x="2289855" y="1026362"/>
                  </a:lnTo>
                  <a:lnTo>
                    <a:pt x="2366323" y="1187897"/>
                  </a:lnTo>
                  <a:lnTo>
                    <a:pt x="2442792" y="1337490"/>
                  </a:lnTo>
                  <a:lnTo>
                    <a:pt x="2519260" y="1476025"/>
                  </a:lnTo>
                  <a:lnTo>
                    <a:pt x="2595729" y="1604318"/>
                  </a:lnTo>
                  <a:lnTo>
                    <a:pt x="2672197" y="1723127"/>
                  </a:lnTo>
                  <a:lnTo>
                    <a:pt x="2748666" y="1833153"/>
                  </a:lnTo>
                  <a:lnTo>
                    <a:pt x="2825134" y="1935045"/>
                  </a:lnTo>
                  <a:lnTo>
                    <a:pt x="2901602" y="2029404"/>
                  </a:lnTo>
                  <a:lnTo>
                    <a:pt x="2978071" y="2116788"/>
                  </a:lnTo>
                  <a:lnTo>
                    <a:pt x="3054539" y="2197712"/>
                  </a:lnTo>
                  <a:lnTo>
                    <a:pt x="3131008" y="2272653"/>
                  </a:lnTo>
                  <a:lnTo>
                    <a:pt x="3207476" y="2342055"/>
                  </a:lnTo>
                  <a:lnTo>
                    <a:pt x="3283945" y="2406325"/>
                  </a:lnTo>
                  <a:lnTo>
                    <a:pt x="3360413" y="2444759"/>
                  </a:lnTo>
                  <a:lnTo>
                    <a:pt x="3436881" y="2438474"/>
                  </a:lnTo>
                  <a:lnTo>
                    <a:pt x="3513350" y="2432137"/>
                  </a:lnTo>
                  <a:lnTo>
                    <a:pt x="3589818" y="2425748"/>
                  </a:lnTo>
                  <a:lnTo>
                    <a:pt x="3666287" y="2419307"/>
                  </a:lnTo>
                  <a:lnTo>
                    <a:pt x="3742755" y="2412813"/>
                  </a:lnTo>
                  <a:lnTo>
                    <a:pt x="3819224" y="2406266"/>
                  </a:lnTo>
                  <a:lnTo>
                    <a:pt x="3895692" y="2399665"/>
                  </a:lnTo>
                  <a:lnTo>
                    <a:pt x="3972160" y="2393010"/>
                  </a:lnTo>
                  <a:lnTo>
                    <a:pt x="4048629" y="2386300"/>
                  </a:lnTo>
                  <a:lnTo>
                    <a:pt x="4125097" y="2379536"/>
                  </a:lnTo>
                  <a:lnTo>
                    <a:pt x="4201566" y="2372716"/>
                  </a:lnTo>
                  <a:lnTo>
                    <a:pt x="4278034" y="2365840"/>
                  </a:lnTo>
                  <a:lnTo>
                    <a:pt x="4354503" y="2358908"/>
                  </a:lnTo>
                  <a:lnTo>
                    <a:pt x="4430971" y="2351919"/>
                  </a:lnTo>
                  <a:lnTo>
                    <a:pt x="4507439" y="2344872"/>
                  </a:lnTo>
                  <a:lnTo>
                    <a:pt x="4583908" y="2337768"/>
                  </a:lnTo>
                  <a:lnTo>
                    <a:pt x="4660376" y="2330606"/>
                  </a:lnTo>
                  <a:lnTo>
                    <a:pt x="4736845" y="2323384"/>
                  </a:lnTo>
                  <a:lnTo>
                    <a:pt x="4813313" y="2316104"/>
                  </a:lnTo>
                  <a:lnTo>
                    <a:pt x="4889782" y="2308764"/>
                  </a:lnTo>
                  <a:lnTo>
                    <a:pt x="4966250" y="2301364"/>
                  </a:lnTo>
                  <a:lnTo>
                    <a:pt x="5042719" y="2293903"/>
                  </a:lnTo>
                  <a:lnTo>
                    <a:pt x="5119187" y="2286381"/>
                  </a:lnTo>
                  <a:lnTo>
                    <a:pt x="5195655" y="2278797"/>
                  </a:lnTo>
                  <a:lnTo>
                    <a:pt x="5272124" y="2271152"/>
                  </a:lnTo>
                  <a:lnTo>
                    <a:pt x="5348592" y="2263443"/>
                  </a:lnTo>
                  <a:lnTo>
                    <a:pt x="5425061" y="2255671"/>
                  </a:lnTo>
                  <a:lnTo>
                    <a:pt x="5501529" y="2247836"/>
                  </a:lnTo>
                  <a:lnTo>
                    <a:pt x="5577998" y="2239936"/>
                  </a:lnTo>
                  <a:lnTo>
                    <a:pt x="5654466" y="2231972"/>
                  </a:lnTo>
                  <a:lnTo>
                    <a:pt x="5730934" y="2223942"/>
                  </a:lnTo>
                  <a:lnTo>
                    <a:pt x="5807403" y="2215846"/>
                  </a:lnTo>
                  <a:lnTo>
                    <a:pt x="5883871" y="2207684"/>
                  </a:lnTo>
                  <a:lnTo>
                    <a:pt x="5960340" y="2199456"/>
                  </a:lnTo>
                  <a:lnTo>
                    <a:pt x="6036808" y="2191159"/>
                  </a:lnTo>
                  <a:lnTo>
                    <a:pt x="6113277" y="2182795"/>
                  </a:lnTo>
                  <a:lnTo>
                    <a:pt x="6189745" y="2174362"/>
                  </a:lnTo>
                  <a:lnTo>
                    <a:pt x="6266213" y="2165860"/>
                  </a:lnTo>
                  <a:lnTo>
                    <a:pt x="6342682" y="2157288"/>
                  </a:lnTo>
                  <a:lnTo>
                    <a:pt x="6419150" y="2148646"/>
                  </a:lnTo>
                  <a:lnTo>
                    <a:pt x="6495619" y="2139934"/>
                  </a:lnTo>
                  <a:lnTo>
                    <a:pt x="6572087" y="2131149"/>
                  </a:lnTo>
                  <a:lnTo>
                    <a:pt x="6648556" y="2122293"/>
                  </a:lnTo>
                  <a:lnTo>
                    <a:pt x="6725024" y="2113364"/>
                  </a:lnTo>
                  <a:lnTo>
                    <a:pt x="6801492" y="2104362"/>
                  </a:lnTo>
                  <a:lnTo>
                    <a:pt x="6877961" y="2095286"/>
                  </a:lnTo>
                  <a:lnTo>
                    <a:pt x="6954429" y="2086136"/>
                  </a:lnTo>
                  <a:lnTo>
                    <a:pt x="7030898" y="2076911"/>
                  </a:lnTo>
                  <a:lnTo>
                    <a:pt x="7107366" y="2067610"/>
                  </a:lnTo>
                  <a:lnTo>
                    <a:pt x="7183835" y="2058232"/>
                  </a:lnTo>
                  <a:lnTo>
                    <a:pt x="7260303" y="2048778"/>
                  </a:lnTo>
                  <a:lnTo>
                    <a:pt x="7260303" y="3196600"/>
                  </a:lnTo>
                  <a:lnTo>
                    <a:pt x="7183835" y="3195415"/>
                  </a:lnTo>
                  <a:lnTo>
                    <a:pt x="7107366" y="3194136"/>
                  </a:lnTo>
                  <a:lnTo>
                    <a:pt x="7030898" y="3192755"/>
                  </a:lnTo>
                  <a:lnTo>
                    <a:pt x="6954429" y="3191263"/>
                  </a:lnTo>
                  <a:lnTo>
                    <a:pt x="6877961" y="3189652"/>
                  </a:lnTo>
                  <a:lnTo>
                    <a:pt x="6801492" y="3187913"/>
                  </a:lnTo>
                  <a:lnTo>
                    <a:pt x="6725024" y="3186035"/>
                  </a:lnTo>
                  <a:lnTo>
                    <a:pt x="6648556" y="3184007"/>
                  </a:lnTo>
                  <a:lnTo>
                    <a:pt x="6572087" y="3181817"/>
                  </a:lnTo>
                  <a:lnTo>
                    <a:pt x="6495619" y="3179453"/>
                  </a:lnTo>
                  <a:lnTo>
                    <a:pt x="6419150" y="3176899"/>
                  </a:lnTo>
                  <a:lnTo>
                    <a:pt x="6342682" y="3174142"/>
                  </a:lnTo>
                  <a:lnTo>
                    <a:pt x="6266213" y="3171165"/>
                  </a:lnTo>
                  <a:lnTo>
                    <a:pt x="6189745" y="3167950"/>
                  </a:lnTo>
                  <a:lnTo>
                    <a:pt x="6113277" y="3164478"/>
                  </a:lnTo>
                  <a:lnTo>
                    <a:pt x="6036808" y="3160729"/>
                  </a:lnTo>
                  <a:lnTo>
                    <a:pt x="5960340" y="3156681"/>
                  </a:lnTo>
                  <a:lnTo>
                    <a:pt x="5883871" y="3152310"/>
                  </a:lnTo>
                  <a:lnTo>
                    <a:pt x="5807403" y="3147590"/>
                  </a:lnTo>
                  <a:lnTo>
                    <a:pt x="5730934" y="3142493"/>
                  </a:lnTo>
                  <a:lnTo>
                    <a:pt x="5654466" y="3136989"/>
                  </a:lnTo>
                  <a:lnTo>
                    <a:pt x="5577998" y="3131046"/>
                  </a:lnTo>
                  <a:lnTo>
                    <a:pt x="5501529" y="3124628"/>
                  </a:lnTo>
                  <a:lnTo>
                    <a:pt x="5425061" y="3117698"/>
                  </a:lnTo>
                  <a:lnTo>
                    <a:pt x="5348592" y="3110215"/>
                  </a:lnTo>
                  <a:lnTo>
                    <a:pt x="5272124" y="3102135"/>
                  </a:lnTo>
                  <a:lnTo>
                    <a:pt x="5195655" y="3093409"/>
                  </a:lnTo>
                  <a:lnTo>
                    <a:pt x="5119187" y="3083987"/>
                  </a:lnTo>
                  <a:lnTo>
                    <a:pt x="5042719" y="3073813"/>
                  </a:lnTo>
                  <a:lnTo>
                    <a:pt x="4966250" y="3062826"/>
                  </a:lnTo>
                  <a:lnTo>
                    <a:pt x="4889782" y="3050963"/>
                  </a:lnTo>
                  <a:lnTo>
                    <a:pt x="4813313" y="3038152"/>
                  </a:lnTo>
                  <a:lnTo>
                    <a:pt x="4736845" y="3024319"/>
                  </a:lnTo>
                  <a:lnTo>
                    <a:pt x="4660376" y="3009382"/>
                  </a:lnTo>
                  <a:lnTo>
                    <a:pt x="4583908" y="2993252"/>
                  </a:lnTo>
                  <a:lnTo>
                    <a:pt x="4507439" y="2975834"/>
                  </a:lnTo>
                  <a:lnTo>
                    <a:pt x="4430971" y="2957026"/>
                  </a:lnTo>
                  <a:lnTo>
                    <a:pt x="4354503" y="2936717"/>
                  </a:lnTo>
                  <a:lnTo>
                    <a:pt x="4278034" y="2914787"/>
                  </a:lnTo>
                  <a:lnTo>
                    <a:pt x="4201566" y="2891106"/>
                  </a:lnTo>
                  <a:lnTo>
                    <a:pt x="4125097" y="2865534"/>
                  </a:lnTo>
                  <a:lnTo>
                    <a:pt x="4048629" y="2837921"/>
                  </a:lnTo>
                  <a:lnTo>
                    <a:pt x="3972160" y="2808104"/>
                  </a:lnTo>
                  <a:lnTo>
                    <a:pt x="3895692" y="2775906"/>
                  </a:lnTo>
                  <a:lnTo>
                    <a:pt x="3819224" y="2741139"/>
                  </a:lnTo>
                  <a:lnTo>
                    <a:pt x="3742755" y="2703596"/>
                  </a:lnTo>
                  <a:lnTo>
                    <a:pt x="3666287" y="2663056"/>
                  </a:lnTo>
                  <a:lnTo>
                    <a:pt x="3589818" y="2619279"/>
                  </a:lnTo>
                  <a:lnTo>
                    <a:pt x="3513350" y="2572008"/>
                  </a:lnTo>
                  <a:lnTo>
                    <a:pt x="3436881" y="2520964"/>
                  </a:lnTo>
                  <a:lnTo>
                    <a:pt x="3360413" y="2465844"/>
                  </a:lnTo>
                  <a:lnTo>
                    <a:pt x="3283945" y="2450993"/>
                  </a:lnTo>
                  <a:lnTo>
                    <a:pt x="3207476" y="2457177"/>
                  </a:lnTo>
                  <a:lnTo>
                    <a:pt x="3131008" y="2463310"/>
                  </a:lnTo>
                  <a:lnTo>
                    <a:pt x="3054539" y="2469393"/>
                  </a:lnTo>
                  <a:lnTo>
                    <a:pt x="2978071" y="2475427"/>
                  </a:lnTo>
                  <a:lnTo>
                    <a:pt x="2901602" y="2481412"/>
                  </a:lnTo>
                  <a:lnTo>
                    <a:pt x="2825134" y="2487348"/>
                  </a:lnTo>
                  <a:lnTo>
                    <a:pt x="2748666" y="2493236"/>
                  </a:lnTo>
                  <a:lnTo>
                    <a:pt x="2672197" y="2499076"/>
                  </a:lnTo>
                  <a:lnTo>
                    <a:pt x="2595729" y="2504868"/>
                  </a:lnTo>
                  <a:lnTo>
                    <a:pt x="2519260" y="2510614"/>
                  </a:lnTo>
                  <a:lnTo>
                    <a:pt x="2442792" y="2516312"/>
                  </a:lnTo>
                  <a:lnTo>
                    <a:pt x="2366323" y="2521965"/>
                  </a:lnTo>
                  <a:lnTo>
                    <a:pt x="2289855" y="2527571"/>
                  </a:lnTo>
                  <a:lnTo>
                    <a:pt x="2213386" y="2533132"/>
                  </a:lnTo>
                  <a:lnTo>
                    <a:pt x="2136918" y="2538648"/>
                  </a:lnTo>
                  <a:lnTo>
                    <a:pt x="2060450" y="2544118"/>
                  </a:lnTo>
                  <a:lnTo>
                    <a:pt x="1983981" y="2549545"/>
                  </a:lnTo>
                  <a:lnTo>
                    <a:pt x="1907513" y="2554927"/>
                  </a:lnTo>
                  <a:lnTo>
                    <a:pt x="1831044" y="2560265"/>
                  </a:lnTo>
                  <a:lnTo>
                    <a:pt x="1754576" y="2565560"/>
                  </a:lnTo>
                  <a:lnTo>
                    <a:pt x="1678107" y="2570812"/>
                  </a:lnTo>
                  <a:lnTo>
                    <a:pt x="1601639" y="2576021"/>
                  </a:lnTo>
                  <a:lnTo>
                    <a:pt x="1525171" y="2581188"/>
                  </a:lnTo>
                  <a:lnTo>
                    <a:pt x="1448702" y="2586313"/>
                  </a:lnTo>
                  <a:lnTo>
                    <a:pt x="1372234" y="2591396"/>
                  </a:lnTo>
                  <a:lnTo>
                    <a:pt x="1295765" y="2596438"/>
                  </a:lnTo>
                  <a:lnTo>
                    <a:pt x="1219297" y="2601439"/>
                  </a:lnTo>
                  <a:lnTo>
                    <a:pt x="1142828" y="2606399"/>
                  </a:lnTo>
                  <a:lnTo>
                    <a:pt x="1066360" y="2611319"/>
                  </a:lnTo>
                  <a:lnTo>
                    <a:pt x="989892" y="2616198"/>
                  </a:lnTo>
                  <a:lnTo>
                    <a:pt x="913423" y="2621038"/>
                  </a:lnTo>
                  <a:lnTo>
                    <a:pt x="836955" y="2625839"/>
                  </a:lnTo>
                  <a:lnTo>
                    <a:pt x="760486" y="2630601"/>
                  </a:lnTo>
                  <a:lnTo>
                    <a:pt x="684018" y="2635324"/>
                  </a:lnTo>
                  <a:lnTo>
                    <a:pt x="607549" y="2640009"/>
                  </a:lnTo>
                  <a:lnTo>
                    <a:pt x="531081" y="2644655"/>
                  </a:lnTo>
                  <a:lnTo>
                    <a:pt x="454613" y="2649264"/>
                  </a:lnTo>
                  <a:lnTo>
                    <a:pt x="378144" y="2653835"/>
                  </a:lnTo>
                  <a:lnTo>
                    <a:pt x="301676" y="2658369"/>
                  </a:lnTo>
                  <a:lnTo>
                    <a:pt x="225207" y="2662867"/>
                  </a:lnTo>
                  <a:lnTo>
                    <a:pt x="148739" y="2667327"/>
                  </a:lnTo>
                  <a:lnTo>
                    <a:pt x="72270" y="2671752"/>
                  </a:lnTo>
                  <a:lnTo>
                    <a:pt x="0" y="267589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44759"/>
            </a:xfrm>
            <a:custGeom>
              <a:avLst/>
              <a:pathLst>
                <a:path w="5353805" h="2444759">
                  <a:moveTo>
                    <a:pt x="0" y="0"/>
                  </a:moveTo>
                  <a:lnTo>
                    <a:pt x="1015" y="3400"/>
                  </a:lnTo>
                  <a:lnTo>
                    <a:pt x="77483" y="240559"/>
                  </a:lnTo>
                  <a:lnTo>
                    <a:pt x="153952" y="460186"/>
                  </a:lnTo>
                  <a:lnTo>
                    <a:pt x="230420" y="663577"/>
                  </a:lnTo>
                  <a:lnTo>
                    <a:pt x="306889" y="851931"/>
                  </a:lnTo>
                  <a:lnTo>
                    <a:pt x="383357" y="1026362"/>
                  </a:lnTo>
                  <a:lnTo>
                    <a:pt x="459825" y="1187897"/>
                  </a:lnTo>
                  <a:lnTo>
                    <a:pt x="536294" y="1337490"/>
                  </a:lnTo>
                  <a:lnTo>
                    <a:pt x="612762" y="1476025"/>
                  </a:lnTo>
                  <a:lnTo>
                    <a:pt x="689231" y="1604318"/>
                  </a:lnTo>
                  <a:lnTo>
                    <a:pt x="765699" y="1723127"/>
                  </a:lnTo>
                  <a:lnTo>
                    <a:pt x="842168" y="1833153"/>
                  </a:lnTo>
                  <a:lnTo>
                    <a:pt x="918636" y="1935045"/>
                  </a:lnTo>
                  <a:lnTo>
                    <a:pt x="995104" y="2029404"/>
                  </a:lnTo>
                  <a:lnTo>
                    <a:pt x="1071573" y="2116788"/>
                  </a:lnTo>
                  <a:lnTo>
                    <a:pt x="1148041" y="2197712"/>
                  </a:lnTo>
                  <a:lnTo>
                    <a:pt x="1224510" y="2272653"/>
                  </a:lnTo>
                  <a:lnTo>
                    <a:pt x="1300978" y="2342055"/>
                  </a:lnTo>
                  <a:lnTo>
                    <a:pt x="1377447" y="2406325"/>
                  </a:lnTo>
                  <a:lnTo>
                    <a:pt x="1453915" y="2444759"/>
                  </a:lnTo>
                  <a:lnTo>
                    <a:pt x="1530383" y="2438474"/>
                  </a:lnTo>
                  <a:lnTo>
                    <a:pt x="1606852" y="2432137"/>
                  </a:lnTo>
                  <a:lnTo>
                    <a:pt x="1683320" y="2425748"/>
                  </a:lnTo>
                  <a:lnTo>
                    <a:pt x="1759789" y="2419307"/>
                  </a:lnTo>
                  <a:lnTo>
                    <a:pt x="1836257" y="2412813"/>
                  </a:lnTo>
                  <a:lnTo>
                    <a:pt x="1912726" y="2406266"/>
                  </a:lnTo>
                  <a:lnTo>
                    <a:pt x="1989194" y="2399665"/>
                  </a:lnTo>
                  <a:lnTo>
                    <a:pt x="2065662" y="2393010"/>
                  </a:lnTo>
                  <a:lnTo>
                    <a:pt x="2142131" y="2386300"/>
                  </a:lnTo>
                  <a:lnTo>
                    <a:pt x="2218599" y="2379536"/>
                  </a:lnTo>
                  <a:lnTo>
                    <a:pt x="2295068" y="2372716"/>
                  </a:lnTo>
                  <a:lnTo>
                    <a:pt x="2371536" y="2365840"/>
                  </a:lnTo>
                  <a:lnTo>
                    <a:pt x="2448005" y="2358908"/>
                  </a:lnTo>
                  <a:lnTo>
                    <a:pt x="2524473" y="2351919"/>
                  </a:lnTo>
                  <a:lnTo>
                    <a:pt x="2600941" y="2344872"/>
                  </a:lnTo>
                  <a:lnTo>
                    <a:pt x="2677410" y="2337768"/>
                  </a:lnTo>
                  <a:lnTo>
                    <a:pt x="2753878" y="2330606"/>
                  </a:lnTo>
                  <a:lnTo>
                    <a:pt x="2830347" y="2323384"/>
                  </a:lnTo>
                  <a:lnTo>
                    <a:pt x="2906815" y="2316104"/>
                  </a:lnTo>
                  <a:lnTo>
                    <a:pt x="2983284" y="2308764"/>
                  </a:lnTo>
                  <a:lnTo>
                    <a:pt x="3059752" y="2301364"/>
                  </a:lnTo>
                  <a:lnTo>
                    <a:pt x="3136221" y="2293903"/>
                  </a:lnTo>
                  <a:lnTo>
                    <a:pt x="3212689" y="2286381"/>
                  </a:lnTo>
                  <a:lnTo>
                    <a:pt x="3289157" y="2278797"/>
                  </a:lnTo>
                  <a:lnTo>
                    <a:pt x="3365626" y="2271152"/>
                  </a:lnTo>
                  <a:lnTo>
                    <a:pt x="3442094" y="2263443"/>
                  </a:lnTo>
                  <a:lnTo>
                    <a:pt x="3518563" y="2255671"/>
                  </a:lnTo>
                  <a:lnTo>
                    <a:pt x="3595031" y="2247836"/>
                  </a:lnTo>
                  <a:lnTo>
                    <a:pt x="3671500" y="2239936"/>
                  </a:lnTo>
                  <a:lnTo>
                    <a:pt x="3747968" y="2231972"/>
                  </a:lnTo>
                  <a:lnTo>
                    <a:pt x="3824436" y="2223942"/>
                  </a:lnTo>
                  <a:lnTo>
                    <a:pt x="3900905" y="2215846"/>
                  </a:lnTo>
                  <a:lnTo>
                    <a:pt x="3977373" y="2207684"/>
                  </a:lnTo>
                  <a:lnTo>
                    <a:pt x="4053842" y="2199456"/>
                  </a:lnTo>
                  <a:lnTo>
                    <a:pt x="4130310" y="2191159"/>
                  </a:lnTo>
                  <a:lnTo>
                    <a:pt x="4206779" y="2182795"/>
                  </a:lnTo>
                  <a:lnTo>
                    <a:pt x="4283247" y="2174362"/>
                  </a:lnTo>
                  <a:lnTo>
                    <a:pt x="4359715" y="2165860"/>
                  </a:lnTo>
                  <a:lnTo>
                    <a:pt x="4436184" y="2157288"/>
                  </a:lnTo>
                  <a:lnTo>
                    <a:pt x="4512652" y="2148646"/>
                  </a:lnTo>
                  <a:lnTo>
                    <a:pt x="4589121" y="2139934"/>
                  </a:lnTo>
                  <a:lnTo>
                    <a:pt x="4665589" y="2131149"/>
                  </a:lnTo>
                  <a:lnTo>
                    <a:pt x="4742058" y="2122293"/>
                  </a:lnTo>
                  <a:lnTo>
                    <a:pt x="4818526" y="2113364"/>
                  </a:lnTo>
                  <a:lnTo>
                    <a:pt x="4894994" y="2104362"/>
                  </a:lnTo>
                  <a:lnTo>
                    <a:pt x="4971463" y="2095286"/>
                  </a:lnTo>
                  <a:lnTo>
                    <a:pt x="5047931" y="2086136"/>
                  </a:lnTo>
                  <a:lnTo>
                    <a:pt x="5124400" y="2076911"/>
                  </a:lnTo>
                  <a:lnTo>
                    <a:pt x="5200868" y="2067610"/>
                  </a:lnTo>
                  <a:lnTo>
                    <a:pt x="5277337" y="2058232"/>
                  </a:lnTo>
                  <a:lnTo>
                    <a:pt x="5353805" y="2048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0162"/>
              <a:ext cx="7260303" cy="745606"/>
            </a:xfrm>
            <a:custGeom>
              <a:avLst/>
              <a:pathLst>
                <a:path w="7260303" h="745606">
                  <a:moveTo>
                    <a:pt x="7260303" y="745606"/>
                  </a:moveTo>
                  <a:lnTo>
                    <a:pt x="7183835" y="744421"/>
                  </a:lnTo>
                  <a:lnTo>
                    <a:pt x="7107366" y="743142"/>
                  </a:lnTo>
                  <a:lnTo>
                    <a:pt x="7030898" y="741761"/>
                  </a:lnTo>
                  <a:lnTo>
                    <a:pt x="6954429" y="740269"/>
                  </a:lnTo>
                  <a:lnTo>
                    <a:pt x="6877961" y="738659"/>
                  </a:lnTo>
                  <a:lnTo>
                    <a:pt x="6801492" y="736920"/>
                  </a:lnTo>
                  <a:lnTo>
                    <a:pt x="6725024" y="735042"/>
                  </a:lnTo>
                  <a:lnTo>
                    <a:pt x="6648556" y="733014"/>
                  </a:lnTo>
                  <a:lnTo>
                    <a:pt x="6572087" y="730824"/>
                  </a:lnTo>
                  <a:lnTo>
                    <a:pt x="6495619" y="728459"/>
                  </a:lnTo>
                  <a:lnTo>
                    <a:pt x="6419150" y="725906"/>
                  </a:lnTo>
                  <a:lnTo>
                    <a:pt x="6342682" y="723149"/>
                  </a:lnTo>
                  <a:lnTo>
                    <a:pt x="6266213" y="720171"/>
                  </a:lnTo>
                  <a:lnTo>
                    <a:pt x="6189745" y="716956"/>
                  </a:lnTo>
                  <a:lnTo>
                    <a:pt x="6113277" y="713485"/>
                  </a:lnTo>
                  <a:lnTo>
                    <a:pt x="6036808" y="709736"/>
                  </a:lnTo>
                  <a:lnTo>
                    <a:pt x="5960340" y="705688"/>
                  </a:lnTo>
                  <a:lnTo>
                    <a:pt x="5883871" y="701316"/>
                  </a:lnTo>
                  <a:lnTo>
                    <a:pt x="5807403" y="696596"/>
                  </a:lnTo>
                  <a:lnTo>
                    <a:pt x="5730934" y="691499"/>
                  </a:lnTo>
                  <a:lnTo>
                    <a:pt x="5654466" y="685995"/>
                  </a:lnTo>
                  <a:lnTo>
                    <a:pt x="5577998" y="680052"/>
                  </a:lnTo>
                  <a:lnTo>
                    <a:pt x="5501529" y="673635"/>
                  </a:lnTo>
                  <a:lnTo>
                    <a:pt x="5425061" y="666705"/>
                  </a:lnTo>
                  <a:lnTo>
                    <a:pt x="5348592" y="659222"/>
                  </a:lnTo>
                  <a:lnTo>
                    <a:pt x="5272124" y="651141"/>
                  </a:lnTo>
                  <a:lnTo>
                    <a:pt x="5195655" y="642415"/>
                  </a:lnTo>
                  <a:lnTo>
                    <a:pt x="5119187" y="632993"/>
                  </a:lnTo>
                  <a:lnTo>
                    <a:pt x="5042719" y="622819"/>
                  </a:lnTo>
                  <a:lnTo>
                    <a:pt x="4966250" y="611833"/>
                  </a:lnTo>
                  <a:lnTo>
                    <a:pt x="4889782" y="599969"/>
                  </a:lnTo>
                  <a:lnTo>
                    <a:pt x="4813313" y="587159"/>
                  </a:lnTo>
                  <a:lnTo>
                    <a:pt x="4736845" y="573325"/>
                  </a:lnTo>
                  <a:lnTo>
                    <a:pt x="4660376" y="558388"/>
                  </a:lnTo>
                  <a:lnTo>
                    <a:pt x="4583908" y="542258"/>
                  </a:lnTo>
                  <a:lnTo>
                    <a:pt x="4507439" y="524841"/>
                  </a:lnTo>
                  <a:lnTo>
                    <a:pt x="4430971" y="506033"/>
                  </a:lnTo>
                  <a:lnTo>
                    <a:pt x="4354503" y="485724"/>
                  </a:lnTo>
                  <a:lnTo>
                    <a:pt x="4278034" y="463793"/>
                  </a:lnTo>
                  <a:lnTo>
                    <a:pt x="4201566" y="440112"/>
                  </a:lnTo>
                  <a:lnTo>
                    <a:pt x="4125097" y="414540"/>
                  </a:lnTo>
                  <a:lnTo>
                    <a:pt x="4048629" y="386928"/>
                  </a:lnTo>
                  <a:lnTo>
                    <a:pt x="3972160" y="357110"/>
                  </a:lnTo>
                  <a:lnTo>
                    <a:pt x="3895692" y="324913"/>
                  </a:lnTo>
                  <a:lnTo>
                    <a:pt x="3819224" y="290145"/>
                  </a:lnTo>
                  <a:lnTo>
                    <a:pt x="3742755" y="252602"/>
                  </a:lnTo>
                  <a:lnTo>
                    <a:pt x="3666287" y="212062"/>
                  </a:lnTo>
                  <a:lnTo>
                    <a:pt x="3589818" y="168286"/>
                  </a:lnTo>
                  <a:lnTo>
                    <a:pt x="3513350" y="121015"/>
                  </a:lnTo>
                  <a:lnTo>
                    <a:pt x="3436881" y="69970"/>
                  </a:lnTo>
                  <a:lnTo>
                    <a:pt x="3360413" y="14851"/>
                  </a:lnTo>
                  <a:lnTo>
                    <a:pt x="3283945" y="0"/>
                  </a:lnTo>
                  <a:lnTo>
                    <a:pt x="3207476" y="6183"/>
                  </a:lnTo>
                  <a:lnTo>
                    <a:pt x="3131008" y="12316"/>
                  </a:lnTo>
                  <a:lnTo>
                    <a:pt x="3054539" y="18400"/>
                  </a:lnTo>
                  <a:lnTo>
                    <a:pt x="2978071" y="24433"/>
                  </a:lnTo>
                  <a:lnTo>
                    <a:pt x="2901602" y="30418"/>
                  </a:lnTo>
                  <a:lnTo>
                    <a:pt x="2825134" y="36354"/>
                  </a:lnTo>
                  <a:lnTo>
                    <a:pt x="2748666" y="42242"/>
                  </a:lnTo>
                  <a:lnTo>
                    <a:pt x="2672197" y="48082"/>
                  </a:lnTo>
                  <a:lnTo>
                    <a:pt x="2595729" y="53875"/>
                  </a:lnTo>
                  <a:lnTo>
                    <a:pt x="2519260" y="59620"/>
                  </a:lnTo>
                  <a:lnTo>
                    <a:pt x="2442792" y="65319"/>
                  </a:lnTo>
                  <a:lnTo>
                    <a:pt x="2366323" y="70971"/>
                  </a:lnTo>
                  <a:lnTo>
                    <a:pt x="2289855" y="76578"/>
                  </a:lnTo>
                  <a:lnTo>
                    <a:pt x="2213386" y="82138"/>
                  </a:lnTo>
                  <a:lnTo>
                    <a:pt x="2136918" y="87654"/>
                  </a:lnTo>
                  <a:lnTo>
                    <a:pt x="2060450" y="93125"/>
                  </a:lnTo>
                  <a:lnTo>
                    <a:pt x="1983981" y="98551"/>
                  </a:lnTo>
                  <a:lnTo>
                    <a:pt x="1907513" y="103933"/>
                  </a:lnTo>
                  <a:lnTo>
                    <a:pt x="1831044" y="109271"/>
                  </a:lnTo>
                  <a:lnTo>
                    <a:pt x="1754576" y="114566"/>
                  </a:lnTo>
                  <a:lnTo>
                    <a:pt x="1678107" y="119818"/>
                  </a:lnTo>
                  <a:lnTo>
                    <a:pt x="1601639" y="125028"/>
                  </a:lnTo>
                  <a:lnTo>
                    <a:pt x="1525171" y="130194"/>
                  </a:lnTo>
                  <a:lnTo>
                    <a:pt x="1448702" y="135319"/>
                  </a:lnTo>
                  <a:lnTo>
                    <a:pt x="1372234" y="140402"/>
                  </a:lnTo>
                  <a:lnTo>
                    <a:pt x="1295765" y="145444"/>
                  </a:lnTo>
                  <a:lnTo>
                    <a:pt x="1219297" y="150445"/>
                  </a:lnTo>
                  <a:lnTo>
                    <a:pt x="1142828" y="155405"/>
                  </a:lnTo>
                  <a:lnTo>
                    <a:pt x="1066360" y="160325"/>
                  </a:lnTo>
                  <a:lnTo>
                    <a:pt x="989892" y="165205"/>
                  </a:lnTo>
                  <a:lnTo>
                    <a:pt x="913423" y="170045"/>
                  </a:lnTo>
                  <a:lnTo>
                    <a:pt x="836955" y="174846"/>
                  </a:lnTo>
                  <a:lnTo>
                    <a:pt x="760486" y="179607"/>
                  </a:lnTo>
                  <a:lnTo>
                    <a:pt x="684018" y="184330"/>
                  </a:lnTo>
                  <a:lnTo>
                    <a:pt x="607549" y="189015"/>
                  </a:lnTo>
                  <a:lnTo>
                    <a:pt x="531081" y="193662"/>
                  </a:lnTo>
                  <a:lnTo>
                    <a:pt x="454613" y="198270"/>
                  </a:lnTo>
                  <a:lnTo>
                    <a:pt x="378144" y="202842"/>
                  </a:lnTo>
                  <a:lnTo>
                    <a:pt x="301676" y="207376"/>
                  </a:lnTo>
                  <a:lnTo>
                    <a:pt x="225207" y="211873"/>
                  </a:lnTo>
                  <a:lnTo>
                    <a:pt x="148739" y="216334"/>
                  </a:lnTo>
                  <a:lnTo>
                    <a:pt x="72270" y="220758"/>
                  </a:lnTo>
                  <a:lnTo>
                    <a:pt x="0" y="224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080087"/>
            </a:xfrm>
            <a:custGeom>
              <a:avLst/>
              <a:pathLst>
                <a:path w="7122475" h="3080087">
                  <a:moveTo>
                    <a:pt x="0" y="0"/>
                  </a:moveTo>
                  <a:lnTo>
                    <a:pt x="10910" y="15919"/>
                  </a:lnTo>
                  <a:lnTo>
                    <a:pt x="87379" y="123724"/>
                  </a:lnTo>
                  <a:lnTo>
                    <a:pt x="163847" y="227892"/>
                  </a:lnTo>
                  <a:lnTo>
                    <a:pt x="240316" y="328546"/>
                  </a:lnTo>
                  <a:lnTo>
                    <a:pt x="316784" y="425804"/>
                  </a:lnTo>
                  <a:lnTo>
                    <a:pt x="393253" y="519782"/>
                  </a:lnTo>
                  <a:lnTo>
                    <a:pt x="469721" y="610588"/>
                  </a:lnTo>
                  <a:lnTo>
                    <a:pt x="546189" y="698331"/>
                  </a:lnTo>
                  <a:lnTo>
                    <a:pt x="622658" y="783115"/>
                  </a:lnTo>
                  <a:lnTo>
                    <a:pt x="699126" y="865037"/>
                  </a:lnTo>
                  <a:lnTo>
                    <a:pt x="775595" y="944196"/>
                  </a:lnTo>
                  <a:lnTo>
                    <a:pt x="852063" y="1020685"/>
                  </a:lnTo>
                  <a:lnTo>
                    <a:pt x="928532" y="1094593"/>
                  </a:lnTo>
                  <a:lnTo>
                    <a:pt x="1005000" y="1166008"/>
                  </a:lnTo>
                  <a:lnTo>
                    <a:pt x="1081468" y="1235013"/>
                  </a:lnTo>
                  <a:lnTo>
                    <a:pt x="1157937" y="1301690"/>
                  </a:lnTo>
                  <a:lnTo>
                    <a:pt x="1234405" y="1366118"/>
                  </a:lnTo>
                  <a:lnTo>
                    <a:pt x="1310874" y="1428373"/>
                  </a:lnTo>
                  <a:lnTo>
                    <a:pt x="1387342" y="1488527"/>
                  </a:lnTo>
                  <a:lnTo>
                    <a:pt x="1463811" y="1546652"/>
                  </a:lnTo>
                  <a:lnTo>
                    <a:pt x="1540279" y="1602816"/>
                  </a:lnTo>
                  <a:lnTo>
                    <a:pt x="1616747" y="1657085"/>
                  </a:lnTo>
                  <a:lnTo>
                    <a:pt x="1693216" y="1709523"/>
                  </a:lnTo>
                  <a:lnTo>
                    <a:pt x="1769684" y="1760192"/>
                  </a:lnTo>
                  <a:lnTo>
                    <a:pt x="1846153" y="1809152"/>
                  </a:lnTo>
                  <a:lnTo>
                    <a:pt x="1922621" y="1856460"/>
                  </a:lnTo>
                  <a:lnTo>
                    <a:pt x="1999090" y="1902172"/>
                  </a:lnTo>
                  <a:lnTo>
                    <a:pt x="2075558" y="1946342"/>
                  </a:lnTo>
                  <a:lnTo>
                    <a:pt x="2152026" y="1989022"/>
                  </a:lnTo>
                  <a:lnTo>
                    <a:pt x="2228495" y="2030262"/>
                  </a:lnTo>
                  <a:lnTo>
                    <a:pt x="2304963" y="2070110"/>
                  </a:lnTo>
                  <a:lnTo>
                    <a:pt x="2381432" y="2108614"/>
                  </a:lnTo>
                  <a:lnTo>
                    <a:pt x="2457900" y="2145820"/>
                  </a:lnTo>
                  <a:lnTo>
                    <a:pt x="2534369" y="2181770"/>
                  </a:lnTo>
                  <a:lnTo>
                    <a:pt x="2610837" y="2216507"/>
                  </a:lnTo>
                  <a:lnTo>
                    <a:pt x="2687306" y="2250073"/>
                  </a:lnTo>
                  <a:lnTo>
                    <a:pt x="2763774" y="2282506"/>
                  </a:lnTo>
                  <a:lnTo>
                    <a:pt x="2840242" y="2313844"/>
                  </a:lnTo>
                  <a:lnTo>
                    <a:pt x="2916711" y="2344126"/>
                  </a:lnTo>
                  <a:lnTo>
                    <a:pt x="2993179" y="2373386"/>
                  </a:lnTo>
                  <a:lnTo>
                    <a:pt x="3069648" y="2401659"/>
                  </a:lnTo>
                  <a:lnTo>
                    <a:pt x="3146116" y="2428978"/>
                  </a:lnTo>
                  <a:lnTo>
                    <a:pt x="3222585" y="2455375"/>
                  </a:lnTo>
                  <a:lnTo>
                    <a:pt x="3299053" y="2480882"/>
                  </a:lnTo>
                  <a:lnTo>
                    <a:pt x="3375521" y="2505528"/>
                  </a:lnTo>
                  <a:lnTo>
                    <a:pt x="3451990" y="2529343"/>
                  </a:lnTo>
                  <a:lnTo>
                    <a:pt x="3528458" y="2552355"/>
                  </a:lnTo>
                  <a:lnTo>
                    <a:pt x="3604927" y="2574590"/>
                  </a:lnTo>
                  <a:lnTo>
                    <a:pt x="3681395" y="2596075"/>
                  </a:lnTo>
                  <a:lnTo>
                    <a:pt x="3757864" y="2616835"/>
                  </a:lnTo>
                  <a:lnTo>
                    <a:pt x="3834332" y="2636895"/>
                  </a:lnTo>
                  <a:lnTo>
                    <a:pt x="3910800" y="2656278"/>
                  </a:lnTo>
                  <a:lnTo>
                    <a:pt x="3987269" y="2675007"/>
                  </a:lnTo>
                  <a:lnTo>
                    <a:pt x="4063737" y="2693104"/>
                  </a:lnTo>
                  <a:lnTo>
                    <a:pt x="4140206" y="2710591"/>
                  </a:lnTo>
                  <a:lnTo>
                    <a:pt x="4216674" y="2727488"/>
                  </a:lnTo>
                  <a:lnTo>
                    <a:pt x="4293143" y="2743814"/>
                  </a:lnTo>
                  <a:lnTo>
                    <a:pt x="4369611" y="2759590"/>
                  </a:lnTo>
                  <a:lnTo>
                    <a:pt x="4446079" y="2774834"/>
                  </a:lnTo>
                  <a:lnTo>
                    <a:pt x="4522548" y="2789564"/>
                  </a:lnTo>
                  <a:lnTo>
                    <a:pt x="4599016" y="2803796"/>
                  </a:lnTo>
                  <a:lnTo>
                    <a:pt x="4675485" y="2817548"/>
                  </a:lnTo>
                  <a:lnTo>
                    <a:pt x="4751953" y="2830837"/>
                  </a:lnTo>
                  <a:lnTo>
                    <a:pt x="4828422" y="2843677"/>
                  </a:lnTo>
                  <a:lnTo>
                    <a:pt x="4904890" y="2856084"/>
                  </a:lnTo>
                  <a:lnTo>
                    <a:pt x="4981359" y="2868072"/>
                  </a:lnTo>
                  <a:lnTo>
                    <a:pt x="5057827" y="2879656"/>
                  </a:lnTo>
                  <a:lnTo>
                    <a:pt x="5134295" y="2890849"/>
                  </a:lnTo>
                  <a:lnTo>
                    <a:pt x="5210764" y="2901665"/>
                  </a:lnTo>
                  <a:lnTo>
                    <a:pt x="5287232" y="2912116"/>
                  </a:lnTo>
                  <a:lnTo>
                    <a:pt x="5363701" y="2922214"/>
                  </a:lnTo>
                  <a:lnTo>
                    <a:pt x="5440169" y="2931971"/>
                  </a:lnTo>
                  <a:lnTo>
                    <a:pt x="5516638" y="2941399"/>
                  </a:lnTo>
                  <a:lnTo>
                    <a:pt x="5593106" y="2950510"/>
                  </a:lnTo>
                  <a:lnTo>
                    <a:pt x="5669574" y="2959312"/>
                  </a:lnTo>
                  <a:lnTo>
                    <a:pt x="5746043" y="2967818"/>
                  </a:lnTo>
                  <a:lnTo>
                    <a:pt x="5822511" y="2976037"/>
                  </a:lnTo>
                  <a:lnTo>
                    <a:pt x="5898980" y="2983979"/>
                  </a:lnTo>
                  <a:lnTo>
                    <a:pt x="5975448" y="2991652"/>
                  </a:lnTo>
                  <a:lnTo>
                    <a:pt x="6051917" y="2999067"/>
                  </a:lnTo>
                  <a:lnTo>
                    <a:pt x="6128385" y="3006232"/>
                  </a:lnTo>
                  <a:lnTo>
                    <a:pt x="6204853" y="3013155"/>
                  </a:lnTo>
                  <a:lnTo>
                    <a:pt x="6281322" y="3019844"/>
                  </a:lnTo>
                  <a:lnTo>
                    <a:pt x="6357790" y="3026308"/>
                  </a:lnTo>
                  <a:lnTo>
                    <a:pt x="6434259" y="3032554"/>
                  </a:lnTo>
                  <a:lnTo>
                    <a:pt x="6510727" y="3038588"/>
                  </a:lnTo>
                  <a:lnTo>
                    <a:pt x="6587196" y="3044420"/>
                  </a:lnTo>
                  <a:lnTo>
                    <a:pt x="6663664" y="3050054"/>
                  </a:lnTo>
                  <a:lnTo>
                    <a:pt x="6740132" y="3055499"/>
                  </a:lnTo>
                  <a:lnTo>
                    <a:pt x="6816601" y="3060760"/>
                  </a:lnTo>
                  <a:lnTo>
                    <a:pt x="6893069" y="3065843"/>
                  </a:lnTo>
                  <a:lnTo>
                    <a:pt x="6969538" y="3070755"/>
                  </a:lnTo>
                  <a:lnTo>
                    <a:pt x="7046006" y="3075501"/>
                  </a:lnTo>
                  <a:lnTo>
                    <a:pt x="7122475" y="3080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592970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2026-09-08T07:54:15Z</dcterms:modified>
  <cp:category/>
</cp:coreProperties>
</file>