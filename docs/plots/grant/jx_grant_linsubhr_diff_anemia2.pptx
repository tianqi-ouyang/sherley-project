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30568"/>
            </a:xfrm>
            <a:custGeom>
              <a:avLst/>
              <a:pathLst>
                <a:path w="7260303" h="3130568">
                  <a:moveTo>
                    <a:pt x="828206" y="0"/>
                  </a:moveTo>
                  <a:lnTo>
                    <a:pt x="836955" y="16353"/>
                  </a:lnTo>
                  <a:lnTo>
                    <a:pt x="913423" y="153180"/>
                  </a:lnTo>
                  <a:lnTo>
                    <a:pt x="989892" y="284147"/>
                  </a:lnTo>
                  <a:lnTo>
                    <a:pt x="1066360" y="409505"/>
                  </a:lnTo>
                  <a:lnTo>
                    <a:pt x="1142828" y="529495"/>
                  </a:lnTo>
                  <a:lnTo>
                    <a:pt x="1219297" y="644347"/>
                  </a:lnTo>
                  <a:lnTo>
                    <a:pt x="1295765" y="754280"/>
                  </a:lnTo>
                  <a:lnTo>
                    <a:pt x="1372234" y="859505"/>
                  </a:lnTo>
                  <a:lnTo>
                    <a:pt x="1448702" y="960225"/>
                  </a:lnTo>
                  <a:lnTo>
                    <a:pt x="1525171" y="1056631"/>
                  </a:lnTo>
                  <a:lnTo>
                    <a:pt x="1601639" y="1148908"/>
                  </a:lnTo>
                  <a:lnTo>
                    <a:pt x="1678107" y="1237234"/>
                  </a:lnTo>
                  <a:lnTo>
                    <a:pt x="1754576" y="1321778"/>
                  </a:lnTo>
                  <a:lnTo>
                    <a:pt x="1831044" y="1402701"/>
                  </a:lnTo>
                  <a:lnTo>
                    <a:pt x="1907513" y="1480158"/>
                  </a:lnTo>
                  <a:lnTo>
                    <a:pt x="1983981" y="1554298"/>
                  </a:lnTo>
                  <a:lnTo>
                    <a:pt x="2060450" y="1625264"/>
                  </a:lnTo>
                  <a:lnTo>
                    <a:pt x="2136918" y="1693190"/>
                  </a:lnTo>
                  <a:lnTo>
                    <a:pt x="2213386" y="1758208"/>
                  </a:lnTo>
                  <a:lnTo>
                    <a:pt x="2289855" y="1820441"/>
                  </a:lnTo>
                  <a:lnTo>
                    <a:pt x="2366323" y="1880009"/>
                  </a:lnTo>
                  <a:lnTo>
                    <a:pt x="2442792" y="1937026"/>
                  </a:lnTo>
                  <a:lnTo>
                    <a:pt x="2519260" y="1991602"/>
                  </a:lnTo>
                  <a:lnTo>
                    <a:pt x="2595729" y="2043840"/>
                  </a:lnTo>
                  <a:lnTo>
                    <a:pt x="2672197" y="2093842"/>
                  </a:lnTo>
                  <a:lnTo>
                    <a:pt x="2748666" y="2141702"/>
                  </a:lnTo>
                  <a:lnTo>
                    <a:pt x="2825134" y="2187512"/>
                  </a:lnTo>
                  <a:lnTo>
                    <a:pt x="2901602" y="2231361"/>
                  </a:lnTo>
                  <a:lnTo>
                    <a:pt x="2978071" y="2273332"/>
                  </a:lnTo>
                  <a:lnTo>
                    <a:pt x="3054539" y="2313505"/>
                  </a:lnTo>
                  <a:lnTo>
                    <a:pt x="3131008" y="2351958"/>
                  </a:lnTo>
                  <a:lnTo>
                    <a:pt x="3207476" y="2388765"/>
                  </a:lnTo>
                  <a:lnTo>
                    <a:pt x="3283945" y="2423995"/>
                  </a:lnTo>
                  <a:lnTo>
                    <a:pt x="3360413" y="2446982"/>
                  </a:lnTo>
                  <a:lnTo>
                    <a:pt x="3436881" y="2447504"/>
                  </a:lnTo>
                  <a:lnTo>
                    <a:pt x="3513350" y="2448026"/>
                  </a:lnTo>
                  <a:lnTo>
                    <a:pt x="3589818" y="2448548"/>
                  </a:lnTo>
                  <a:lnTo>
                    <a:pt x="3666287" y="2449069"/>
                  </a:lnTo>
                  <a:lnTo>
                    <a:pt x="3742755" y="2449590"/>
                  </a:lnTo>
                  <a:lnTo>
                    <a:pt x="3819224" y="2450110"/>
                  </a:lnTo>
                  <a:lnTo>
                    <a:pt x="3895692" y="2450630"/>
                  </a:lnTo>
                  <a:lnTo>
                    <a:pt x="3972160" y="2451150"/>
                  </a:lnTo>
                  <a:lnTo>
                    <a:pt x="4048629" y="2451669"/>
                  </a:lnTo>
                  <a:lnTo>
                    <a:pt x="4125097" y="2452188"/>
                  </a:lnTo>
                  <a:lnTo>
                    <a:pt x="4201566" y="2452707"/>
                  </a:lnTo>
                  <a:lnTo>
                    <a:pt x="4278034" y="2453225"/>
                  </a:lnTo>
                  <a:lnTo>
                    <a:pt x="4354503" y="2453743"/>
                  </a:lnTo>
                  <a:lnTo>
                    <a:pt x="4430971" y="2454260"/>
                  </a:lnTo>
                  <a:lnTo>
                    <a:pt x="4507439" y="2454778"/>
                  </a:lnTo>
                  <a:lnTo>
                    <a:pt x="4583908" y="2455294"/>
                  </a:lnTo>
                  <a:lnTo>
                    <a:pt x="4660376" y="2455811"/>
                  </a:lnTo>
                  <a:lnTo>
                    <a:pt x="4736845" y="2456327"/>
                  </a:lnTo>
                  <a:lnTo>
                    <a:pt x="4813313" y="2456843"/>
                  </a:lnTo>
                  <a:lnTo>
                    <a:pt x="4889782" y="2457358"/>
                  </a:lnTo>
                  <a:lnTo>
                    <a:pt x="4966250" y="2457873"/>
                  </a:lnTo>
                  <a:lnTo>
                    <a:pt x="5042719" y="2458388"/>
                  </a:lnTo>
                  <a:lnTo>
                    <a:pt x="5119187" y="2458903"/>
                  </a:lnTo>
                  <a:lnTo>
                    <a:pt x="5195655" y="2459417"/>
                  </a:lnTo>
                  <a:lnTo>
                    <a:pt x="5272124" y="2459930"/>
                  </a:lnTo>
                  <a:lnTo>
                    <a:pt x="5348592" y="2460444"/>
                  </a:lnTo>
                  <a:lnTo>
                    <a:pt x="5425061" y="2460957"/>
                  </a:lnTo>
                  <a:lnTo>
                    <a:pt x="5501529" y="2461469"/>
                  </a:lnTo>
                  <a:lnTo>
                    <a:pt x="5577998" y="2461982"/>
                  </a:lnTo>
                  <a:lnTo>
                    <a:pt x="5654466" y="2462493"/>
                  </a:lnTo>
                  <a:lnTo>
                    <a:pt x="5730934" y="2463005"/>
                  </a:lnTo>
                  <a:lnTo>
                    <a:pt x="5807403" y="2463516"/>
                  </a:lnTo>
                  <a:lnTo>
                    <a:pt x="5883871" y="2464027"/>
                  </a:lnTo>
                  <a:lnTo>
                    <a:pt x="5960340" y="2464538"/>
                  </a:lnTo>
                  <a:lnTo>
                    <a:pt x="6036808" y="2465048"/>
                  </a:lnTo>
                  <a:lnTo>
                    <a:pt x="6113277" y="2465558"/>
                  </a:lnTo>
                  <a:lnTo>
                    <a:pt x="6189745" y="2466067"/>
                  </a:lnTo>
                  <a:lnTo>
                    <a:pt x="6266213" y="2466576"/>
                  </a:lnTo>
                  <a:lnTo>
                    <a:pt x="6342682" y="2467085"/>
                  </a:lnTo>
                  <a:lnTo>
                    <a:pt x="6419150" y="2467594"/>
                  </a:lnTo>
                  <a:lnTo>
                    <a:pt x="6495619" y="2468102"/>
                  </a:lnTo>
                  <a:lnTo>
                    <a:pt x="6572087" y="2468610"/>
                  </a:lnTo>
                  <a:lnTo>
                    <a:pt x="6648556" y="2469117"/>
                  </a:lnTo>
                  <a:lnTo>
                    <a:pt x="6725024" y="2469624"/>
                  </a:lnTo>
                  <a:lnTo>
                    <a:pt x="6801492" y="2470131"/>
                  </a:lnTo>
                  <a:lnTo>
                    <a:pt x="6877961" y="2470637"/>
                  </a:lnTo>
                  <a:lnTo>
                    <a:pt x="6954429" y="2471143"/>
                  </a:lnTo>
                  <a:lnTo>
                    <a:pt x="7030898" y="2471649"/>
                  </a:lnTo>
                  <a:lnTo>
                    <a:pt x="7107366" y="2472154"/>
                  </a:lnTo>
                  <a:lnTo>
                    <a:pt x="7183835" y="2472659"/>
                  </a:lnTo>
                  <a:lnTo>
                    <a:pt x="7260303" y="2473164"/>
                  </a:lnTo>
                  <a:lnTo>
                    <a:pt x="7260303" y="3130568"/>
                  </a:lnTo>
                  <a:lnTo>
                    <a:pt x="7183835" y="3126950"/>
                  </a:lnTo>
                  <a:lnTo>
                    <a:pt x="7107366" y="3123170"/>
                  </a:lnTo>
                  <a:lnTo>
                    <a:pt x="7030898" y="3119221"/>
                  </a:lnTo>
                  <a:lnTo>
                    <a:pt x="6954429" y="3115095"/>
                  </a:lnTo>
                  <a:lnTo>
                    <a:pt x="6877961" y="3110785"/>
                  </a:lnTo>
                  <a:lnTo>
                    <a:pt x="6801492" y="3106281"/>
                  </a:lnTo>
                  <a:lnTo>
                    <a:pt x="6725024" y="3101576"/>
                  </a:lnTo>
                  <a:lnTo>
                    <a:pt x="6648556" y="3096661"/>
                  </a:lnTo>
                  <a:lnTo>
                    <a:pt x="6572087" y="3091526"/>
                  </a:lnTo>
                  <a:lnTo>
                    <a:pt x="6495619" y="3086161"/>
                  </a:lnTo>
                  <a:lnTo>
                    <a:pt x="6419150" y="3080556"/>
                  </a:lnTo>
                  <a:lnTo>
                    <a:pt x="6342682" y="3074701"/>
                  </a:lnTo>
                  <a:lnTo>
                    <a:pt x="6266213" y="3068583"/>
                  </a:lnTo>
                  <a:lnTo>
                    <a:pt x="6189745" y="3062191"/>
                  </a:lnTo>
                  <a:lnTo>
                    <a:pt x="6113277" y="3055514"/>
                  </a:lnTo>
                  <a:lnTo>
                    <a:pt x="6036808" y="3048538"/>
                  </a:lnTo>
                  <a:lnTo>
                    <a:pt x="5960340" y="3041250"/>
                  </a:lnTo>
                  <a:lnTo>
                    <a:pt x="5883871" y="3033636"/>
                  </a:lnTo>
                  <a:lnTo>
                    <a:pt x="5807403" y="3025681"/>
                  </a:lnTo>
                  <a:lnTo>
                    <a:pt x="5730934" y="3017370"/>
                  </a:lnTo>
                  <a:lnTo>
                    <a:pt x="5654466" y="3008687"/>
                  </a:lnTo>
                  <a:lnTo>
                    <a:pt x="5577998" y="2999616"/>
                  </a:lnTo>
                  <a:lnTo>
                    <a:pt x="5501529" y="2990139"/>
                  </a:lnTo>
                  <a:lnTo>
                    <a:pt x="5425061" y="2980238"/>
                  </a:lnTo>
                  <a:lnTo>
                    <a:pt x="5348592" y="2969894"/>
                  </a:lnTo>
                  <a:lnTo>
                    <a:pt x="5272124" y="2959087"/>
                  </a:lnTo>
                  <a:lnTo>
                    <a:pt x="5195655" y="2947797"/>
                  </a:lnTo>
                  <a:lnTo>
                    <a:pt x="5119187" y="2936002"/>
                  </a:lnTo>
                  <a:lnTo>
                    <a:pt x="5042719" y="2923679"/>
                  </a:lnTo>
                  <a:lnTo>
                    <a:pt x="4966250" y="2910804"/>
                  </a:lnTo>
                  <a:lnTo>
                    <a:pt x="4889782" y="2897354"/>
                  </a:lnTo>
                  <a:lnTo>
                    <a:pt x="4813313" y="2883302"/>
                  </a:lnTo>
                  <a:lnTo>
                    <a:pt x="4736845" y="2868621"/>
                  </a:lnTo>
                  <a:lnTo>
                    <a:pt x="4660376" y="2853283"/>
                  </a:lnTo>
                  <a:lnTo>
                    <a:pt x="4583908" y="2837259"/>
                  </a:lnTo>
                  <a:lnTo>
                    <a:pt x="4507439" y="2820519"/>
                  </a:lnTo>
                  <a:lnTo>
                    <a:pt x="4430971" y="2803029"/>
                  </a:lnTo>
                  <a:lnTo>
                    <a:pt x="4354503" y="2784757"/>
                  </a:lnTo>
                  <a:lnTo>
                    <a:pt x="4278034" y="2765667"/>
                  </a:lnTo>
                  <a:lnTo>
                    <a:pt x="4201566" y="2745723"/>
                  </a:lnTo>
                  <a:lnTo>
                    <a:pt x="4125097" y="2724887"/>
                  </a:lnTo>
                  <a:lnTo>
                    <a:pt x="4048629" y="2703119"/>
                  </a:lnTo>
                  <a:lnTo>
                    <a:pt x="3972160" y="2680376"/>
                  </a:lnTo>
                  <a:lnTo>
                    <a:pt x="3895692" y="2656617"/>
                  </a:lnTo>
                  <a:lnTo>
                    <a:pt x="3819224" y="2631794"/>
                  </a:lnTo>
                  <a:lnTo>
                    <a:pt x="3742755" y="2605861"/>
                  </a:lnTo>
                  <a:lnTo>
                    <a:pt x="3666287" y="2578767"/>
                  </a:lnTo>
                  <a:lnTo>
                    <a:pt x="3589818" y="2550461"/>
                  </a:lnTo>
                  <a:lnTo>
                    <a:pt x="3513350" y="2520889"/>
                  </a:lnTo>
                  <a:lnTo>
                    <a:pt x="3436881" y="2489994"/>
                  </a:lnTo>
                  <a:lnTo>
                    <a:pt x="3360413" y="2457716"/>
                  </a:lnTo>
                  <a:lnTo>
                    <a:pt x="3283945" y="2446460"/>
                  </a:lnTo>
                  <a:lnTo>
                    <a:pt x="3207476" y="2445937"/>
                  </a:lnTo>
                  <a:lnTo>
                    <a:pt x="3131008" y="2445413"/>
                  </a:lnTo>
                  <a:lnTo>
                    <a:pt x="3054539" y="2444890"/>
                  </a:lnTo>
                  <a:lnTo>
                    <a:pt x="2978071" y="2444366"/>
                  </a:lnTo>
                  <a:lnTo>
                    <a:pt x="2901602" y="2443842"/>
                  </a:lnTo>
                  <a:lnTo>
                    <a:pt x="2825134" y="2443317"/>
                  </a:lnTo>
                  <a:lnTo>
                    <a:pt x="2748666" y="2442792"/>
                  </a:lnTo>
                  <a:lnTo>
                    <a:pt x="2672197" y="2442266"/>
                  </a:lnTo>
                  <a:lnTo>
                    <a:pt x="2595729" y="2441741"/>
                  </a:lnTo>
                  <a:lnTo>
                    <a:pt x="2519260" y="2441215"/>
                  </a:lnTo>
                  <a:lnTo>
                    <a:pt x="2442792" y="2440688"/>
                  </a:lnTo>
                  <a:lnTo>
                    <a:pt x="2366323" y="2440161"/>
                  </a:lnTo>
                  <a:lnTo>
                    <a:pt x="2289855" y="2439634"/>
                  </a:lnTo>
                  <a:lnTo>
                    <a:pt x="2213386" y="2439106"/>
                  </a:lnTo>
                  <a:lnTo>
                    <a:pt x="2136918" y="2438579"/>
                  </a:lnTo>
                  <a:lnTo>
                    <a:pt x="2060450" y="2438050"/>
                  </a:lnTo>
                  <a:lnTo>
                    <a:pt x="1983981" y="2437522"/>
                  </a:lnTo>
                  <a:lnTo>
                    <a:pt x="1907513" y="2436993"/>
                  </a:lnTo>
                  <a:lnTo>
                    <a:pt x="1831044" y="2436463"/>
                  </a:lnTo>
                  <a:lnTo>
                    <a:pt x="1754576" y="2435933"/>
                  </a:lnTo>
                  <a:lnTo>
                    <a:pt x="1678107" y="2435403"/>
                  </a:lnTo>
                  <a:lnTo>
                    <a:pt x="1601639" y="2434873"/>
                  </a:lnTo>
                  <a:lnTo>
                    <a:pt x="1525171" y="2434342"/>
                  </a:lnTo>
                  <a:lnTo>
                    <a:pt x="1448702" y="2433811"/>
                  </a:lnTo>
                  <a:lnTo>
                    <a:pt x="1372234" y="2433279"/>
                  </a:lnTo>
                  <a:lnTo>
                    <a:pt x="1295765" y="2432747"/>
                  </a:lnTo>
                  <a:lnTo>
                    <a:pt x="1219297" y="2432215"/>
                  </a:lnTo>
                  <a:lnTo>
                    <a:pt x="1142828" y="2431683"/>
                  </a:lnTo>
                  <a:lnTo>
                    <a:pt x="1066360" y="2431150"/>
                  </a:lnTo>
                  <a:lnTo>
                    <a:pt x="989892" y="2430616"/>
                  </a:lnTo>
                  <a:lnTo>
                    <a:pt x="913423" y="2430082"/>
                  </a:lnTo>
                  <a:lnTo>
                    <a:pt x="836955" y="2429548"/>
                  </a:lnTo>
                  <a:lnTo>
                    <a:pt x="760486" y="2429014"/>
                  </a:lnTo>
                  <a:lnTo>
                    <a:pt x="684018" y="2428479"/>
                  </a:lnTo>
                  <a:lnTo>
                    <a:pt x="607549" y="2427944"/>
                  </a:lnTo>
                  <a:lnTo>
                    <a:pt x="531081" y="2427408"/>
                  </a:lnTo>
                  <a:lnTo>
                    <a:pt x="454613" y="2426872"/>
                  </a:lnTo>
                  <a:lnTo>
                    <a:pt x="378144" y="2426336"/>
                  </a:lnTo>
                  <a:lnTo>
                    <a:pt x="301676" y="2425800"/>
                  </a:lnTo>
                  <a:lnTo>
                    <a:pt x="225207" y="2425262"/>
                  </a:lnTo>
                  <a:lnTo>
                    <a:pt x="148739" y="2424725"/>
                  </a:lnTo>
                  <a:lnTo>
                    <a:pt x="72270" y="2424187"/>
                  </a:lnTo>
                  <a:lnTo>
                    <a:pt x="0" y="2423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473164"/>
            </a:xfrm>
            <a:custGeom>
              <a:avLst/>
              <a:pathLst>
                <a:path w="6432096" h="2473164">
                  <a:moveTo>
                    <a:pt x="0" y="0"/>
                  </a:moveTo>
                  <a:lnTo>
                    <a:pt x="8748" y="16353"/>
                  </a:lnTo>
                  <a:lnTo>
                    <a:pt x="85216" y="153180"/>
                  </a:lnTo>
                  <a:lnTo>
                    <a:pt x="161685" y="284147"/>
                  </a:lnTo>
                  <a:lnTo>
                    <a:pt x="238153" y="409505"/>
                  </a:lnTo>
                  <a:lnTo>
                    <a:pt x="314621" y="529495"/>
                  </a:lnTo>
                  <a:lnTo>
                    <a:pt x="391090" y="644347"/>
                  </a:lnTo>
                  <a:lnTo>
                    <a:pt x="467558" y="754280"/>
                  </a:lnTo>
                  <a:lnTo>
                    <a:pt x="544027" y="859505"/>
                  </a:lnTo>
                  <a:lnTo>
                    <a:pt x="620495" y="960225"/>
                  </a:lnTo>
                  <a:lnTo>
                    <a:pt x="696964" y="1056631"/>
                  </a:lnTo>
                  <a:lnTo>
                    <a:pt x="773432" y="1148908"/>
                  </a:lnTo>
                  <a:lnTo>
                    <a:pt x="849900" y="1237234"/>
                  </a:lnTo>
                  <a:lnTo>
                    <a:pt x="926369" y="1321778"/>
                  </a:lnTo>
                  <a:lnTo>
                    <a:pt x="1002837" y="1402701"/>
                  </a:lnTo>
                  <a:lnTo>
                    <a:pt x="1079306" y="1480158"/>
                  </a:lnTo>
                  <a:lnTo>
                    <a:pt x="1155774" y="1554298"/>
                  </a:lnTo>
                  <a:lnTo>
                    <a:pt x="1232243" y="1625264"/>
                  </a:lnTo>
                  <a:lnTo>
                    <a:pt x="1308711" y="1693190"/>
                  </a:lnTo>
                  <a:lnTo>
                    <a:pt x="1385180" y="1758208"/>
                  </a:lnTo>
                  <a:lnTo>
                    <a:pt x="1461648" y="1820441"/>
                  </a:lnTo>
                  <a:lnTo>
                    <a:pt x="1538116" y="1880009"/>
                  </a:lnTo>
                  <a:lnTo>
                    <a:pt x="1614585" y="1937026"/>
                  </a:lnTo>
                  <a:lnTo>
                    <a:pt x="1691053" y="1991602"/>
                  </a:lnTo>
                  <a:lnTo>
                    <a:pt x="1767522" y="2043840"/>
                  </a:lnTo>
                  <a:lnTo>
                    <a:pt x="1843990" y="2093842"/>
                  </a:lnTo>
                  <a:lnTo>
                    <a:pt x="1920459" y="2141702"/>
                  </a:lnTo>
                  <a:lnTo>
                    <a:pt x="1996927" y="2187512"/>
                  </a:lnTo>
                  <a:lnTo>
                    <a:pt x="2073395" y="2231361"/>
                  </a:lnTo>
                  <a:lnTo>
                    <a:pt x="2149864" y="2273332"/>
                  </a:lnTo>
                  <a:lnTo>
                    <a:pt x="2226332" y="2313505"/>
                  </a:lnTo>
                  <a:lnTo>
                    <a:pt x="2302801" y="2351958"/>
                  </a:lnTo>
                  <a:lnTo>
                    <a:pt x="2379269" y="2388765"/>
                  </a:lnTo>
                  <a:lnTo>
                    <a:pt x="2455738" y="2423995"/>
                  </a:lnTo>
                  <a:lnTo>
                    <a:pt x="2532206" y="2446982"/>
                  </a:lnTo>
                  <a:lnTo>
                    <a:pt x="2608674" y="2447504"/>
                  </a:lnTo>
                  <a:lnTo>
                    <a:pt x="2685143" y="2448026"/>
                  </a:lnTo>
                  <a:lnTo>
                    <a:pt x="2761611" y="2448548"/>
                  </a:lnTo>
                  <a:lnTo>
                    <a:pt x="2838080" y="2449069"/>
                  </a:lnTo>
                  <a:lnTo>
                    <a:pt x="2914548" y="2449590"/>
                  </a:lnTo>
                  <a:lnTo>
                    <a:pt x="2991017" y="2450110"/>
                  </a:lnTo>
                  <a:lnTo>
                    <a:pt x="3067485" y="2450630"/>
                  </a:lnTo>
                  <a:lnTo>
                    <a:pt x="3143953" y="2451150"/>
                  </a:lnTo>
                  <a:lnTo>
                    <a:pt x="3220422" y="2451669"/>
                  </a:lnTo>
                  <a:lnTo>
                    <a:pt x="3296890" y="2452188"/>
                  </a:lnTo>
                  <a:lnTo>
                    <a:pt x="3373359" y="2452707"/>
                  </a:lnTo>
                  <a:lnTo>
                    <a:pt x="3449827" y="2453225"/>
                  </a:lnTo>
                  <a:lnTo>
                    <a:pt x="3526296" y="2453743"/>
                  </a:lnTo>
                  <a:lnTo>
                    <a:pt x="3602764" y="2454260"/>
                  </a:lnTo>
                  <a:lnTo>
                    <a:pt x="3679233" y="2454778"/>
                  </a:lnTo>
                  <a:lnTo>
                    <a:pt x="3755701" y="2455294"/>
                  </a:lnTo>
                  <a:lnTo>
                    <a:pt x="3832169" y="2455811"/>
                  </a:lnTo>
                  <a:lnTo>
                    <a:pt x="3908638" y="2456327"/>
                  </a:lnTo>
                  <a:lnTo>
                    <a:pt x="3985106" y="2456843"/>
                  </a:lnTo>
                  <a:lnTo>
                    <a:pt x="4061575" y="2457358"/>
                  </a:lnTo>
                  <a:lnTo>
                    <a:pt x="4138043" y="2457873"/>
                  </a:lnTo>
                  <a:lnTo>
                    <a:pt x="4214512" y="2458388"/>
                  </a:lnTo>
                  <a:lnTo>
                    <a:pt x="4290980" y="2458903"/>
                  </a:lnTo>
                  <a:lnTo>
                    <a:pt x="4367448" y="2459417"/>
                  </a:lnTo>
                  <a:lnTo>
                    <a:pt x="4443917" y="2459930"/>
                  </a:lnTo>
                  <a:lnTo>
                    <a:pt x="4520385" y="2460444"/>
                  </a:lnTo>
                  <a:lnTo>
                    <a:pt x="4596854" y="2460957"/>
                  </a:lnTo>
                  <a:lnTo>
                    <a:pt x="4673322" y="2461469"/>
                  </a:lnTo>
                  <a:lnTo>
                    <a:pt x="4749791" y="2461982"/>
                  </a:lnTo>
                  <a:lnTo>
                    <a:pt x="4826259" y="2462493"/>
                  </a:lnTo>
                  <a:lnTo>
                    <a:pt x="4902727" y="2463005"/>
                  </a:lnTo>
                  <a:lnTo>
                    <a:pt x="4979196" y="2463516"/>
                  </a:lnTo>
                  <a:lnTo>
                    <a:pt x="5055664" y="2464027"/>
                  </a:lnTo>
                  <a:lnTo>
                    <a:pt x="5132133" y="2464538"/>
                  </a:lnTo>
                  <a:lnTo>
                    <a:pt x="5208601" y="2465048"/>
                  </a:lnTo>
                  <a:lnTo>
                    <a:pt x="5285070" y="2465558"/>
                  </a:lnTo>
                  <a:lnTo>
                    <a:pt x="5361538" y="2466067"/>
                  </a:lnTo>
                  <a:lnTo>
                    <a:pt x="5438006" y="2466576"/>
                  </a:lnTo>
                  <a:lnTo>
                    <a:pt x="5514475" y="2467085"/>
                  </a:lnTo>
                  <a:lnTo>
                    <a:pt x="5590943" y="2467594"/>
                  </a:lnTo>
                  <a:lnTo>
                    <a:pt x="5667412" y="2468102"/>
                  </a:lnTo>
                  <a:lnTo>
                    <a:pt x="5743880" y="2468610"/>
                  </a:lnTo>
                  <a:lnTo>
                    <a:pt x="5820349" y="2469117"/>
                  </a:lnTo>
                  <a:lnTo>
                    <a:pt x="5896817" y="2469624"/>
                  </a:lnTo>
                  <a:lnTo>
                    <a:pt x="5973286" y="2470131"/>
                  </a:lnTo>
                  <a:lnTo>
                    <a:pt x="6049754" y="2470637"/>
                  </a:lnTo>
                  <a:lnTo>
                    <a:pt x="6126222" y="2471143"/>
                  </a:lnTo>
                  <a:lnTo>
                    <a:pt x="6202691" y="2471649"/>
                  </a:lnTo>
                  <a:lnTo>
                    <a:pt x="6279159" y="2472154"/>
                  </a:lnTo>
                  <a:lnTo>
                    <a:pt x="6355628" y="2472659"/>
                  </a:lnTo>
                  <a:lnTo>
                    <a:pt x="6432096" y="24731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32848"/>
              <a:ext cx="7260303" cy="706889"/>
            </a:xfrm>
            <a:custGeom>
              <a:avLst/>
              <a:pathLst>
                <a:path w="7260303" h="706889">
                  <a:moveTo>
                    <a:pt x="7260303" y="706889"/>
                  </a:moveTo>
                  <a:lnTo>
                    <a:pt x="7183835" y="703271"/>
                  </a:lnTo>
                  <a:lnTo>
                    <a:pt x="7107366" y="699491"/>
                  </a:lnTo>
                  <a:lnTo>
                    <a:pt x="7030898" y="695542"/>
                  </a:lnTo>
                  <a:lnTo>
                    <a:pt x="6954429" y="691416"/>
                  </a:lnTo>
                  <a:lnTo>
                    <a:pt x="6877961" y="687105"/>
                  </a:lnTo>
                  <a:lnTo>
                    <a:pt x="6801492" y="682602"/>
                  </a:lnTo>
                  <a:lnTo>
                    <a:pt x="6725024" y="677897"/>
                  </a:lnTo>
                  <a:lnTo>
                    <a:pt x="6648556" y="672982"/>
                  </a:lnTo>
                  <a:lnTo>
                    <a:pt x="6572087" y="667847"/>
                  </a:lnTo>
                  <a:lnTo>
                    <a:pt x="6495619" y="662482"/>
                  </a:lnTo>
                  <a:lnTo>
                    <a:pt x="6419150" y="656877"/>
                  </a:lnTo>
                  <a:lnTo>
                    <a:pt x="6342682" y="651021"/>
                  </a:lnTo>
                  <a:lnTo>
                    <a:pt x="6266213" y="644904"/>
                  </a:lnTo>
                  <a:lnTo>
                    <a:pt x="6189745" y="638512"/>
                  </a:lnTo>
                  <a:lnTo>
                    <a:pt x="6113277" y="631835"/>
                  </a:lnTo>
                  <a:lnTo>
                    <a:pt x="6036808" y="624859"/>
                  </a:lnTo>
                  <a:lnTo>
                    <a:pt x="5960340" y="617571"/>
                  </a:lnTo>
                  <a:lnTo>
                    <a:pt x="5883871" y="609956"/>
                  </a:lnTo>
                  <a:lnTo>
                    <a:pt x="5807403" y="602001"/>
                  </a:lnTo>
                  <a:lnTo>
                    <a:pt x="5730934" y="593691"/>
                  </a:lnTo>
                  <a:lnTo>
                    <a:pt x="5654466" y="585008"/>
                  </a:lnTo>
                  <a:lnTo>
                    <a:pt x="5577998" y="575937"/>
                  </a:lnTo>
                  <a:lnTo>
                    <a:pt x="5501529" y="566460"/>
                  </a:lnTo>
                  <a:lnTo>
                    <a:pt x="5425061" y="556559"/>
                  </a:lnTo>
                  <a:lnTo>
                    <a:pt x="5348592" y="546215"/>
                  </a:lnTo>
                  <a:lnTo>
                    <a:pt x="5272124" y="535408"/>
                  </a:lnTo>
                  <a:lnTo>
                    <a:pt x="5195655" y="524118"/>
                  </a:lnTo>
                  <a:lnTo>
                    <a:pt x="5119187" y="512323"/>
                  </a:lnTo>
                  <a:lnTo>
                    <a:pt x="5042719" y="500000"/>
                  </a:lnTo>
                  <a:lnTo>
                    <a:pt x="4966250" y="487125"/>
                  </a:lnTo>
                  <a:lnTo>
                    <a:pt x="4889782" y="473675"/>
                  </a:lnTo>
                  <a:lnTo>
                    <a:pt x="4813313" y="459623"/>
                  </a:lnTo>
                  <a:lnTo>
                    <a:pt x="4736845" y="444942"/>
                  </a:lnTo>
                  <a:lnTo>
                    <a:pt x="4660376" y="429604"/>
                  </a:lnTo>
                  <a:lnTo>
                    <a:pt x="4583908" y="413580"/>
                  </a:lnTo>
                  <a:lnTo>
                    <a:pt x="4507439" y="396839"/>
                  </a:lnTo>
                  <a:lnTo>
                    <a:pt x="4430971" y="379350"/>
                  </a:lnTo>
                  <a:lnTo>
                    <a:pt x="4354503" y="361077"/>
                  </a:lnTo>
                  <a:lnTo>
                    <a:pt x="4278034" y="341988"/>
                  </a:lnTo>
                  <a:lnTo>
                    <a:pt x="4201566" y="322044"/>
                  </a:lnTo>
                  <a:lnTo>
                    <a:pt x="4125097" y="301208"/>
                  </a:lnTo>
                  <a:lnTo>
                    <a:pt x="4048629" y="279439"/>
                  </a:lnTo>
                  <a:lnTo>
                    <a:pt x="3972160" y="256697"/>
                  </a:lnTo>
                  <a:lnTo>
                    <a:pt x="3895692" y="232937"/>
                  </a:lnTo>
                  <a:lnTo>
                    <a:pt x="3819224" y="208115"/>
                  </a:lnTo>
                  <a:lnTo>
                    <a:pt x="3742755" y="182181"/>
                  </a:lnTo>
                  <a:lnTo>
                    <a:pt x="3666287" y="155088"/>
                  </a:lnTo>
                  <a:lnTo>
                    <a:pt x="3589818" y="126782"/>
                  </a:lnTo>
                  <a:lnTo>
                    <a:pt x="3513350" y="97210"/>
                  </a:lnTo>
                  <a:lnTo>
                    <a:pt x="3436881" y="66315"/>
                  </a:lnTo>
                  <a:lnTo>
                    <a:pt x="3360413" y="34037"/>
                  </a:lnTo>
                  <a:lnTo>
                    <a:pt x="3283945" y="22780"/>
                  </a:lnTo>
                  <a:lnTo>
                    <a:pt x="3207476" y="22257"/>
                  </a:lnTo>
                  <a:lnTo>
                    <a:pt x="3131008" y="21734"/>
                  </a:lnTo>
                  <a:lnTo>
                    <a:pt x="3054539" y="21211"/>
                  </a:lnTo>
                  <a:lnTo>
                    <a:pt x="2978071" y="20687"/>
                  </a:lnTo>
                  <a:lnTo>
                    <a:pt x="2901602" y="20162"/>
                  </a:lnTo>
                  <a:lnTo>
                    <a:pt x="2825134" y="19638"/>
                  </a:lnTo>
                  <a:lnTo>
                    <a:pt x="2748666" y="19113"/>
                  </a:lnTo>
                  <a:lnTo>
                    <a:pt x="2672197" y="18587"/>
                  </a:lnTo>
                  <a:lnTo>
                    <a:pt x="2595729" y="18061"/>
                  </a:lnTo>
                  <a:lnTo>
                    <a:pt x="2519260" y="17535"/>
                  </a:lnTo>
                  <a:lnTo>
                    <a:pt x="2442792" y="17009"/>
                  </a:lnTo>
                  <a:lnTo>
                    <a:pt x="2366323" y="16482"/>
                  </a:lnTo>
                  <a:lnTo>
                    <a:pt x="2289855" y="15955"/>
                  </a:lnTo>
                  <a:lnTo>
                    <a:pt x="2213386" y="15427"/>
                  </a:lnTo>
                  <a:lnTo>
                    <a:pt x="2136918" y="14899"/>
                  </a:lnTo>
                  <a:lnTo>
                    <a:pt x="2060450" y="14371"/>
                  </a:lnTo>
                  <a:lnTo>
                    <a:pt x="1983981" y="13842"/>
                  </a:lnTo>
                  <a:lnTo>
                    <a:pt x="1907513" y="13313"/>
                  </a:lnTo>
                  <a:lnTo>
                    <a:pt x="1831044" y="12784"/>
                  </a:lnTo>
                  <a:lnTo>
                    <a:pt x="1754576" y="12254"/>
                  </a:lnTo>
                  <a:lnTo>
                    <a:pt x="1678107" y="11724"/>
                  </a:lnTo>
                  <a:lnTo>
                    <a:pt x="1601639" y="11194"/>
                  </a:lnTo>
                  <a:lnTo>
                    <a:pt x="1525171" y="10663"/>
                  </a:lnTo>
                  <a:lnTo>
                    <a:pt x="1448702" y="10132"/>
                  </a:lnTo>
                  <a:lnTo>
                    <a:pt x="1372234" y="9600"/>
                  </a:lnTo>
                  <a:lnTo>
                    <a:pt x="1295765" y="9068"/>
                  </a:lnTo>
                  <a:lnTo>
                    <a:pt x="1219297" y="8536"/>
                  </a:lnTo>
                  <a:lnTo>
                    <a:pt x="1142828" y="8003"/>
                  </a:lnTo>
                  <a:lnTo>
                    <a:pt x="1066360" y="7470"/>
                  </a:lnTo>
                  <a:lnTo>
                    <a:pt x="989892" y="6937"/>
                  </a:lnTo>
                  <a:lnTo>
                    <a:pt x="913423" y="6403"/>
                  </a:lnTo>
                  <a:lnTo>
                    <a:pt x="836955" y="5869"/>
                  </a:lnTo>
                  <a:lnTo>
                    <a:pt x="760486" y="5335"/>
                  </a:lnTo>
                  <a:lnTo>
                    <a:pt x="684018" y="4800"/>
                  </a:lnTo>
                  <a:lnTo>
                    <a:pt x="607549" y="4265"/>
                  </a:lnTo>
                  <a:lnTo>
                    <a:pt x="531081" y="3729"/>
                  </a:lnTo>
                  <a:lnTo>
                    <a:pt x="454613" y="3193"/>
                  </a:lnTo>
                  <a:lnTo>
                    <a:pt x="378144" y="2657"/>
                  </a:lnTo>
                  <a:lnTo>
                    <a:pt x="301676" y="2120"/>
                  </a:lnTo>
                  <a:lnTo>
                    <a:pt x="225207" y="1583"/>
                  </a:lnTo>
                  <a:lnTo>
                    <a:pt x="148739" y="1046"/>
                  </a:lnTo>
                  <a:lnTo>
                    <a:pt x="72270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04716"/>
              <a:ext cx="7260303" cy="1771546"/>
            </a:xfrm>
            <a:custGeom>
              <a:avLst/>
              <a:pathLst>
                <a:path w="7260303" h="1771546">
                  <a:moveTo>
                    <a:pt x="0" y="0"/>
                  </a:moveTo>
                  <a:lnTo>
                    <a:pt x="72270" y="41928"/>
                  </a:lnTo>
                  <a:lnTo>
                    <a:pt x="148739" y="85317"/>
                  </a:lnTo>
                  <a:lnTo>
                    <a:pt x="225207" y="127752"/>
                  </a:lnTo>
                  <a:lnTo>
                    <a:pt x="301676" y="169254"/>
                  </a:lnTo>
                  <a:lnTo>
                    <a:pt x="378144" y="209844"/>
                  </a:lnTo>
                  <a:lnTo>
                    <a:pt x="454613" y="249542"/>
                  </a:lnTo>
                  <a:lnTo>
                    <a:pt x="531081" y="288367"/>
                  </a:lnTo>
                  <a:lnTo>
                    <a:pt x="607549" y="326339"/>
                  </a:lnTo>
                  <a:lnTo>
                    <a:pt x="684018" y="363476"/>
                  </a:lnTo>
                  <a:lnTo>
                    <a:pt x="760486" y="399797"/>
                  </a:lnTo>
                  <a:lnTo>
                    <a:pt x="836955" y="435320"/>
                  </a:lnTo>
                  <a:lnTo>
                    <a:pt x="913423" y="470061"/>
                  </a:lnTo>
                  <a:lnTo>
                    <a:pt x="989892" y="504040"/>
                  </a:lnTo>
                  <a:lnTo>
                    <a:pt x="1066360" y="537271"/>
                  </a:lnTo>
                  <a:lnTo>
                    <a:pt x="1142828" y="569772"/>
                  </a:lnTo>
                  <a:lnTo>
                    <a:pt x="1219297" y="601558"/>
                  </a:lnTo>
                  <a:lnTo>
                    <a:pt x="1295765" y="632646"/>
                  </a:lnTo>
                  <a:lnTo>
                    <a:pt x="1372234" y="663050"/>
                  </a:lnTo>
                  <a:lnTo>
                    <a:pt x="1448702" y="692786"/>
                  </a:lnTo>
                  <a:lnTo>
                    <a:pt x="1525171" y="721869"/>
                  </a:lnTo>
                  <a:lnTo>
                    <a:pt x="1601639" y="750312"/>
                  </a:lnTo>
                  <a:lnTo>
                    <a:pt x="1678107" y="778130"/>
                  </a:lnTo>
                  <a:lnTo>
                    <a:pt x="1754576" y="805337"/>
                  </a:lnTo>
                  <a:lnTo>
                    <a:pt x="1831044" y="831945"/>
                  </a:lnTo>
                  <a:lnTo>
                    <a:pt x="1907513" y="857969"/>
                  </a:lnTo>
                  <a:lnTo>
                    <a:pt x="1983981" y="883421"/>
                  </a:lnTo>
                  <a:lnTo>
                    <a:pt x="2060450" y="908313"/>
                  </a:lnTo>
                  <a:lnTo>
                    <a:pt x="2136918" y="932658"/>
                  </a:lnTo>
                  <a:lnTo>
                    <a:pt x="2213386" y="956468"/>
                  </a:lnTo>
                  <a:lnTo>
                    <a:pt x="2289855" y="979755"/>
                  </a:lnTo>
                  <a:lnTo>
                    <a:pt x="2366323" y="1002530"/>
                  </a:lnTo>
                  <a:lnTo>
                    <a:pt x="2442792" y="1024804"/>
                  </a:lnTo>
                  <a:lnTo>
                    <a:pt x="2519260" y="1046589"/>
                  </a:lnTo>
                  <a:lnTo>
                    <a:pt x="2595729" y="1067894"/>
                  </a:lnTo>
                  <a:lnTo>
                    <a:pt x="2672197" y="1088732"/>
                  </a:lnTo>
                  <a:lnTo>
                    <a:pt x="2748666" y="1109111"/>
                  </a:lnTo>
                  <a:lnTo>
                    <a:pt x="2825134" y="1129043"/>
                  </a:lnTo>
                  <a:lnTo>
                    <a:pt x="2901602" y="1148536"/>
                  </a:lnTo>
                  <a:lnTo>
                    <a:pt x="2978071" y="1167601"/>
                  </a:lnTo>
                  <a:lnTo>
                    <a:pt x="3054539" y="1186247"/>
                  </a:lnTo>
                  <a:lnTo>
                    <a:pt x="3131008" y="1204483"/>
                  </a:lnTo>
                  <a:lnTo>
                    <a:pt x="3207476" y="1222318"/>
                  </a:lnTo>
                  <a:lnTo>
                    <a:pt x="3283945" y="1239761"/>
                  </a:lnTo>
                  <a:lnTo>
                    <a:pt x="3360413" y="1256821"/>
                  </a:lnTo>
                  <a:lnTo>
                    <a:pt x="3436881" y="1273506"/>
                  </a:lnTo>
                  <a:lnTo>
                    <a:pt x="3513350" y="1289824"/>
                  </a:lnTo>
                  <a:lnTo>
                    <a:pt x="3589818" y="1305783"/>
                  </a:lnTo>
                  <a:lnTo>
                    <a:pt x="3666287" y="1321392"/>
                  </a:lnTo>
                  <a:lnTo>
                    <a:pt x="3742755" y="1336657"/>
                  </a:lnTo>
                  <a:lnTo>
                    <a:pt x="3819224" y="1351587"/>
                  </a:lnTo>
                  <a:lnTo>
                    <a:pt x="3895692" y="1366189"/>
                  </a:lnTo>
                  <a:lnTo>
                    <a:pt x="3972160" y="1380470"/>
                  </a:lnTo>
                  <a:lnTo>
                    <a:pt x="4048629" y="1394436"/>
                  </a:lnTo>
                  <a:lnTo>
                    <a:pt x="4125097" y="1408096"/>
                  </a:lnTo>
                  <a:lnTo>
                    <a:pt x="4201566" y="1421456"/>
                  </a:lnTo>
                  <a:lnTo>
                    <a:pt x="4278034" y="1434522"/>
                  </a:lnTo>
                  <a:lnTo>
                    <a:pt x="4354503" y="1447301"/>
                  </a:lnTo>
                  <a:lnTo>
                    <a:pt x="4430971" y="1459799"/>
                  </a:lnTo>
                  <a:lnTo>
                    <a:pt x="4507439" y="1472022"/>
                  </a:lnTo>
                  <a:lnTo>
                    <a:pt x="4583908" y="1483976"/>
                  </a:lnTo>
                  <a:lnTo>
                    <a:pt x="4660376" y="1495668"/>
                  </a:lnTo>
                  <a:lnTo>
                    <a:pt x="4736845" y="1507103"/>
                  </a:lnTo>
                  <a:lnTo>
                    <a:pt x="4813313" y="1518286"/>
                  </a:lnTo>
                  <a:lnTo>
                    <a:pt x="4889782" y="1529224"/>
                  </a:lnTo>
                  <a:lnTo>
                    <a:pt x="4966250" y="1539921"/>
                  </a:lnTo>
                  <a:lnTo>
                    <a:pt x="5042719" y="1550383"/>
                  </a:lnTo>
                  <a:lnTo>
                    <a:pt x="5119187" y="1560615"/>
                  </a:lnTo>
                  <a:lnTo>
                    <a:pt x="5195655" y="1570623"/>
                  </a:lnTo>
                  <a:lnTo>
                    <a:pt x="5272124" y="1580410"/>
                  </a:lnTo>
                  <a:lnTo>
                    <a:pt x="5348592" y="1589982"/>
                  </a:lnTo>
                  <a:lnTo>
                    <a:pt x="5425061" y="1599344"/>
                  </a:lnTo>
                  <a:lnTo>
                    <a:pt x="5501529" y="1608500"/>
                  </a:lnTo>
                  <a:lnTo>
                    <a:pt x="5577998" y="1617454"/>
                  </a:lnTo>
                  <a:lnTo>
                    <a:pt x="5654466" y="1626212"/>
                  </a:lnTo>
                  <a:lnTo>
                    <a:pt x="5730934" y="1634777"/>
                  </a:lnTo>
                  <a:lnTo>
                    <a:pt x="5807403" y="1643155"/>
                  </a:lnTo>
                  <a:lnTo>
                    <a:pt x="5883871" y="1651348"/>
                  </a:lnTo>
                  <a:lnTo>
                    <a:pt x="5960340" y="1659360"/>
                  </a:lnTo>
                  <a:lnTo>
                    <a:pt x="6036808" y="1667197"/>
                  </a:lnTo>
                  <a:lnTo>
                    <a:pt x="6113277" y="1674862"/>
                  </a:lnTo>
                  <a:lnTo>
                    <a:pt x="6189745" y="1682358"/>
                  </a:lnTo>
                  <a:lnTo>
                    <a:pt x="6266213" y="1689689"/>
                  </a:lnTo>
                  <a:lnTo>
                    <a:pt x="6342682" y="1696859"/>
                  </a:lnTo>
                  <a:lnTo>
                    <a:pt x="6419150" y="1703871"/>
                  </a:lnTo>
                  <a:lnTo>
                    <a:pt x="6495619" y="1710730"/>
                  </a:lnTo>
                  <a:lnTo>
                    <a:pt x="6572087" y="1717437"/>
                  </a:lnTo>
                  <a:lnTo>
                    <a:pt x="6648556" y="1723998"/>
                  </a:lnTo>
                  <a:lnTo>
                    <a:pt x="6725024" y="1730414"/>
                  </a:lnTo>
                  <a:lnTo>
                    <a:pt x="6801492" y="1736689"/>
                  </a:lnTo>
                  <a:lnTo>
                    <a:pt x="6877961" y="1742826"/>
                  </a:lnTo>
                  <a:lnTo>
                    <a:pt x="6954429" y="1748828"/>
                  </a:lnTo>
                  <a:lnTo>
                    <a:pt x="7030898" y="1754698"/>
                  </a:lnTo>
                  <a:lnTo>
                    <a:pt x="7107366" y="1760439"/>
                  </a:lnTo>
                  <a:lnTo>
                    <a:pt x="7183835" y="1766054"/>
                  </a:lnTo>
                  <a:lnTo>
                    <a:pt x="7260303" y="17715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2026-09-08T07:54:14Z</dcterms:modified>
  <cp:category/>
</cp:coreProperties>
</file>