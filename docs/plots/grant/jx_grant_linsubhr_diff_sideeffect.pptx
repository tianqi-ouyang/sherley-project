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75414"/>
            </a:xfrm>
            <a:custGeom>
              <a:avLst/>
              <a:pathLst>
                <a:path w="7260303" h="3175414">
                  <a:moveTo>
                    <a:pt x="1492213" y="0"/>
                  </a:moveTo>
                  <a:lnTo>
                    <a:pt x="1525171" y="82702"/>
                  </a:lnTo>
                  <a:lnTo>
                    <a:pt x="1601639" y="263497"/>
                  </a:lnTo>
                  <a:lnTo>
                    <a:pt x="1678107" y="433845"/>
                  </a:lnTo>
                  <a:lnTo>
                    <a:pt x="1754576" y="594349"/>
                  </a:lnTo>
                  <a:lnTo>
                    <a:pt x="1831044" y="745578"/>
                  </a:lnTo>
                  <a:lnTo>
                    <a:pt x="1907513" y="888069"/>
                  </a:lnTo>
                  <a:lnTo>
                    <a:pt x="1983981" y="1022325"/>
                  </a:lnTo>
                  <a:lnTo>
                    <a:pt x="2060450" y="1148824"/>
                  </a:lnTo>
                  <a:lnTo>
                    <a:pt x="2136918" y="1268013"/>
                  </a:lnTo>
                  <a:lnTo>
                    <a:pt x="2213386" y="1380314"/>
                  </a:lnTo>
                  <a:lnTo>
                    <a:pt x="2289855" y="1486127"/>
                  </a:lnTo>
                  <a:lnTo>
                    <a:pt x="2366323" y="1585824"/>
                  </a:lnTo>
                  <a:lnTo>
                    <a:pt x="2442792" y="1679761"/>
                  </a:lnTo>
                  <a:lnTo>
                    <a:pt x="2519260" y="1768269"/>
                  </a:lnTo>
                  <a:lnTo>
                    <a:pt x="2595729" y="1851664"/>
                  </a:lnTo>
                  <a:lnTo>
                    <a:pt x="2672197" y="1930239"/>
                  </a:lnTo>
                  <a:lnTo>
                    <a:pt x="2748666" y="2004273"/>
                  </a:lnTo>
                  <a:lnTo>
                    <a:pt x="2825134" y="2074030"/>
                  </a:lnTo>
                  <a:lnTo>
                    <a:pt x="2901602" y="2139755"/>
                  </a:lnTo>
                  <a:lnTo>
                    <a:pt x="2978071" y="2201683"/>
                  </a:lnTo>
                  <a:lnTo>
                    <a:pt x="3054539" y="2260032"/>
                  </a:lnTo>
                  <a:lnTo>
                    <a:pt x="3131008" y="2315009"/>
                  </a:lnTo>
                  <a:lnTo>
                    <a:pt x="3207476" y="2366810"/>
                  </a:lnTo>
                  <a:lnTo>
                    <a:pt x="3283945" y="2415617"/>
                  </a:lnTo>
                  <a:lnTo>
                    <a:pt x="3360413" y="2451684"/>
                  </a:lnTo>
                  <a:lnTo>
                    <a:pt x="3436881" y="2466340"/>
                  </a:lnTo>
                  <a:lnTo>
                    <a:pt x="3513350" y="2480713"/>
                  </a:lnTo>
                  <a:lnTo>
                    <a:pt x="3589818" y="2494809"/>
                  </a:lnTo>
                  <a:lnTo>
                    <a:pt x="3666287" y="2508633"/>
                  </a:lnTo>
                  <a:lnTo>
                    <a:pt x="3742755" y="2522191"/>
                  </a:lnTo>
                  <a:lnTo>
                    <a:pt x="3819224" y="2535487"/>
                  </a:lnTo>
                  <a:lnTo>
                    <a:pt x="3895692" y="2548526"/>
                  </a:lnTo>
                  <a:lnTo>
                    <a:pt x="3972160" y="2561314"/>
                  </a:lnTo>
                  <a:lnTo>
                    <a:pt x="4048629" y="2573855"/>
                  </a:lnTo>
                  <a:lnTo>
                    <a:pt x="4125097" y="2586154"/>
                  </a:lnTo>
                  <a:lnTo>
                    <a:pt x="4201566" y="2598216"/>
                  </a:lnTo>
                  <a:lnTo>
                    <a:pt x="4278034" y="2610046"/>
                  </a:lnTo>
                  <a:lnTo>
                    <a:pt x="4354503" y="2621647"/>
                  </a:lnTo>
                  <a:lnTo>
                    <a:pt x="4430971" y="2633024"/>
                  </a:lnTo>
                  <a:lnTo>
                    <a:pt x="4507439" y="2644182"/>
                  </a:lnTo>
                  <a:lnTo>
                    <a:pt x="4583908" y="2655125"/>
                  </a:lnTo>
                  <a:lnTo>
                    <a:pt x="4660376" y="2665856"/>
                  </a:lnTo>
                  <a:lnTo>
                    <a:pt x="4736845" y="2676381"/>
                  </a:lnTo>
                  <a:lnTo>
                    <a:pt x="4813313" y="2686703"/>
                  </a:lnTo>
                  <a:lnTo>
                    <a:pt x="4889782" y="2696825"/>
                  </a:lnTo>
                  <a:lnTo>
                    <a:pt x="4966250" y="2706752"/>
                  </a:lnTo>
                  <a:lnTo>
                    <a:pt x="5042719" y="2716488"/>
                  </a:lnTo>
                  <a:lnTo>
                    <a:pt x="5119187" y="2726036"/>
                  </a:lnTo>
                  <a:lnTo>
                    <a:pt x="5195655" y="2735399"/>
                  </a:lnTo>
                  <a:lnTo>
                    <a:pt x="5272124" y="2744582"/>
                  </a:lnTo>
                  <a:lnTo>
                    <a:pt x="5348592" y="2753588"/>
                  </a:lnTo>
                  <a:lnTo>
                    <a:pt x="5425061" y="2762420"/>
                  </a:lnTo>
                  <a:lnTo>
                    <a:pt x="5501529" y="2771082"/>
                  </a:lnTo>
                  <a:lnTo>
                    <a:pt x="5577998" y="2779577"/>
                  </a:lnTo>
                  <a:lnTo>
                    <a:pt x="5654466" y="2787908"/>
                  </a:lnTo>
                  <a:lnTo>
                    <a:pt x="5730934" y="2796078"/>
                  </a:lnTo>
                  <a:lnTo>
                    <a:pt x="5807403" y="2804090"/>
                  </a:lnTo>
                  <a:lnTo>
                    <a:pt x="5883871" y="2811948"/>
                  </a:lnTo>
                  <a:lnTo>
                    <a:pt x="5960340" y="2819655"/>
                  </a:lnTo>
                  <a:lnTo>
                    <a:pt x="6036808" y="2827212"/>
                  </a:lnTo>
                  <a:lnTo>
                    <a:pt x="6113277" y="2834624"/>
                  </a:lnTo>
                  <a:lnTo>
                    <a:pt x="6189745" y="2841893"/>
                  </a:lnTo>
                  <a:lnTo>
                    <a:pt x="6266213" y="2849022"/>
                  </a:lnTo>
                  <a:lnTo>
                    <a:pt x="6342682" y="2856013"/>
                  </a:lnTo>
                  <a:lnTo>
                    <a:pt x="6419150" y="2862869"/>
                  </a:lnTo>
                  <a:lnTo>
                    <a:pt x="6495619" y="2869593"/>
                  </a:lnTo>
                  <a:lnTo>
                    <a:pt x="6572087" y="2876188"/>
                  </a:lnTo>
                  <a:lnTo>
                    <a:pt x="6648556" y="2882655"/>
                  </a:lnTo>
                  <a:lnTo>
                    <a:pt x="6725024" y="2888997"/>
                  </a:lnTo>
                  <a:lnTo>
                    <a:pt x="6801492" y="2895217"/>
                  </a:lnTo>
                  <a:lnTo>
                    <a:pt x="6877961" y="2901318"/>
                  </a:lnTo>
                  <a:lnTo>
                    <a:pt x="6954429" y="2907300"/>
                  </a:lnTo>
                  <a:lnTo>
                    <a:pt x="7030898" y="2913167"/>
                  </a:lnTo>
                  <a:lnTo>
                    <a:pt x="7107366" y="2918921"/>
                  </a:lnTo>
                  <a:lnTo>
                    <a:pt x="7183835" y="2924564"/>
                  </a:lnTo>
                  <a:lnTo>
                    <a:pt x="7260303" y="2930098"/>
                  </a:lnTo>
                  <a:lnTo>
                    <a:pt x="7260303" y="3175414"/>
                  </a:lnTo>
                  <a:lnTo>
                    <a:pt x="7183835" y="3173204"/>
                  </a:lnTo>
                  <a:lnTo>
                    <a:pt x="7107366" y="3170859"/>
                  </a:lnTo>
                  <a:lnTo>
                    <a:pt x="7030898" y="3168371"/>
                  </a:lnTo>
                  <a:lnTo>
                    <a:pt x="6954429" y="3165729"/>
                  </a:lnTo>
                  <a:lnTo>
                    <a:pt x="6877961" y="3162926"/>
                  </a:lnTo>
                  <a:lnTo>
                    <a:pt x="6801492" y="3159951"/>
                  </a:lnTo>
                  <a:lnTo>
                    <a:pt x="6725024" y="3156793"/>
                  </a:lnTo>
                  <a:lnTo>
                    <a:pt x="6648556" y="3153442"/>
                  </a:lnTo>
                  <a:lnTo>
                    <a:pt x="6572087" y="3149885"/>
                  </a:lnTo>
                  <a:lnTo>
                    <a:pt x="6495619" y="3146110"/>
                  </a:lnTo>
                  <a:lnTo>
                    <a:pt x="6419150" y="3142103"/>
                  </a:lnTo>
                  <a:lnTo>
                    <a:pt x="6342682" y="3137851"/>
                  </a:lnTo>
                  <a:lnTo>
                    <a:pt x="6266213" y="3133337"/>
                  </a:lnTo>
                  <a:lnTo>
                    <a:pt x="6189745" y="3128547"/>
                  </a:lnTo>
                  <a:lnTo>
                    <a:pt x="6113277" y="3123464"/>
                  </a:lnTo>
                  <a:lnTo>
                    <a:pt x="6036808" y="3118068"/>
                  </a:lnTo>
                  <a:lnTo>
                    <a:pt x="5960340" y="3112342"/>
                  </a:lnTo>
                  <a:lnTo>
                    <a:pt x="5883871" y="3106264"/>
                  </a:lnTo>
                  <a:lnTo>
                    <a:pt x="5807403" y="3099814"/>
                  </a:lnTo>
                  <a:lnTo>
                    <a:pt x="5730934" y="3092968"/>
                  </a:lnTo>
                  <a:lnTo>
                    <a:pt x="5654466" y="3085703"/>
                  </a:lnTo>
                  <a:lnTo>
                    <a:pt x="5577998" y="3077991"/>
                  </a:lnTo>
                  <a:lnTo>
                    <a:pt x="5501529" y="3069807"/>
                  </a:lnTo>
                  <a:lnTo>
                    <a:pt x="5425061" y="3061121"/>
                  </a:lnTo>
                  <a:lnTo>
                    <a:pt x="5348592" y="3051902"/>
                  </a:lnTo>
                  <a:lnTo>
                    <a:pt x="5272124" y="3042117"/>
                  </a:lnTo>
                  <a:lnTo>
                    <a:pt x="5195655" y="3031733"/>
                  </a:lnTo>
                  <a:lnTo>
                    <a:pt x="5119187" y="3020712"/>
                  </a:lnTo>
                  <a:lnTo>
                    <a:pt x="5042719" y="3009015"/>
                  </a:lnTo>
                  <a:lnTo>
                    <a:pt x="4966250" y="2996600"/>
                  </a:lnTo>
                  <a:lnTo>
                    <a:pt x="4889782" y="2983424"/>
                  </a:lnTo>
                  <a:lnTo>
                    <a:pt x="4813313" y="2969440"/>
                  </a:lnTo>
                  <a:lnTo>
                    <a:pt x="4736845" y="2954599"/>
                  </a:lnTo>
                  <a:lnTo>
                    <a:pt x="4660376" y="2938847"/>
                  </a:lnTo>
                  <a:lnTo>
                    <a:pt x="4583908" y="2922129"/>
                  </a:lnTo>
                  <a:lnTo>
                    <a:pt x="4507439" y="2904386"/>
                  </a:lnTo>
                  <a:lnTo>
                    <a:pt x="4430971" y="2885554"/>
                  </a:lnTo>
                  <a:lnTo>
                    <a:pt x="4354503" y="2865568"/>
                  </a:lnTo>
                  <a:lnTo>
                    <a:pt x="4278034" y="2844356"/>
                  </a:lnTo>
                  <a:lnTo>
                    <a:pt x="4201566" y="2821843"/>
                  </a:lnTo>
                  <a:lnTo>
                    <a:pt x="4125097" y="2797950"/>
                  </a:lnTo>
                  <a:lnTo>
                    <a:pt x="4048629" y="2772591"/>
                  </a:lnTo>
                  <a:lnTo>
                    <a:pt x="3972160" y="2745676"/>
                  </a:lnTo>
                  <a:lnTo>
                    <a:pt x="3895692" y="2717111"/>
                  </a:lnTo>
                  <a:lnTo>
                    <a:pt x="3819224" y="2686795"/>
                  </a:lnTo>
                  <a:lnTo>
                    <a:pt x="3742755" y="2654619"/>
                  </a:lnTo>
                  <a:lnTo>
                    <a:pt x="3666287" y="2620469"/>
                  </a:lnTo>
                  <a:lnTo>
                    <a:pt x="3589818" y="2584225"/>
                  </a:lnTo>
                  <a:lnTo>
                    <a:pt x="3513350" y="2545759"/>
                  </a:lnTo>
                  <a:lnTo>
                    <a:pt x="3436881" y="2504933"/>
                  </a:lnTo>
                  <a:lnTo>
                    <a:pt x="3360413" y="2461604"/>
                  </a:lnTo>
                  <a:lnTo>
                    <a:pt x="3283945" y="2436739"/>
                  </a:lnTo>
                  <a:lnTo>
                    <a:pt x="3207476" y="2421501"/>
                  </a:lnTo>
                  <a:lnTo>
                    <a:pt x="3131008" y="2405963"/>
                  </a:lnTo>
                  <a:lnTo>
                    <a:pt x="3054539" y="2390119"/>
                  </a:lnTo>
                  <a:lnTo>
                    <a:pt x="2978071" y="2373964"/>
                  </a:lnTo>
                  <a:lnTo>
                    <a:pt x="2901602" y="2357491"/>
                  </a:lnTo>
                  <a:lnTo>
                    <a:pt x="2825134" y="2340694"/>
                  </a:lnTo>
                  <a:lnTo>
                    <a:pt x="2748666" y="2323567"/>
                  </a:lnTo>
                  <a:lnTo>
                    <a:pt x="2672197" y="2306102"/>
                  </a:lnTo>
                  <a:lnTo>
                    <a:pt x="2595729" y="2288294"/>
                  </a:lnTo>
                  <a:lnTo>
                    <a:pt x="2519260" y="2270136"/>
                  </a:lnTo>
                  <a:lnTo>
                    <a:pt x="2442792" y="2251621"/>
                  </a:lnTo>
                  <a:lnTo>
                    <a:pt x="2366323" y="2232741"/>
                  </a:lnTo>
                  <a:lnTo>
                    <a:pt x="2289855" y="2213490"/>
                  </a:lnTo>
                  <a:lnTo>
                    <a:pt x="2213386" y="2193861"/>
                  </a:lnTo>
                  <a:lnTo>
                    <a:pt x="2136918" y="2173845"/>
                  </a:lnTo>
                  <a:lnTo>
                    <a:pt x="2060450" y="2153436"/>
                  </a:lnTo>
                  <a:lnTo>
                    <a:pt x="1983981" y="2132625"/>
                  </a:lnTo>
                  <a:lnTo>
                    <a:pt x="1907513" y="2111405"/>
                  </a:lnTo>
                  <a:lnTo>
                    <a:pt x="1831044" y="2089767"/>
                  </a:lnTo>
                  <a:lnTo>
                    <a:pt x="1754576" y="2067704"/>
                  </a:lnTo>
                  <a:lnTo>
                    <a:pt x="1678107" y="2045207"/>
                  </a:lnTo>
                  <a:lnTo>
                    <a:pt x="1601639" y="2022267"/>
                  </a:lnTo>
                  <a:lnTo>
                    <a:pt x="1525171" y="1998876"/>
                  </a:lnTo>
                  <a:lnTo>
                    <a:pt x="1448702" y="1975025"/>
                  </a:lnTo>
                  <a:lnTo>
                    <a:pt x="1372234" y="1950705"/>
                  </a:lnTo>
                  <a:lnTo>
                    <a:pt x="1295765" y="1925906"/>
                  </a:lnTo>
                  <a:lnTo>
                    <a:pt x="1219297" y="1900620"/>
                  </a:lnTo>
                  <a:lnTo>
                    <a:pt x="1142828" y="1874836"/>
                  </a:lnTo>
                  <a:lnTo>
                    <a:pt x="1066360" y="1848546"/>
                  </a:lnTo>
                  <a:lnTo>
                    <a:pt x="989892" y="1821738"/>
                  </a:lnTo>
                  <a:lnTo>
                    <a:pt x="913423" y="1794402"/>
                  </a:lnTo>
                  <a:lnTo>
                    <a:pt x="836955" y="1766529"/>
                  </a:lnTo>
                  <a:lnTo>
                    <a:pt x="760486" y="1738108"/>
                  </a:lnTo>
                  <a:lnTo>
                    <a:pt x="684018" y="1709128"/>
                  </a:lnTo>
                  <a:lnTo>
                    <a:pt x="607549" y="1679577"/>
                  </a:lnTo>
                  <a:lnTo>
                    <a:pt x="531081" y="1649446"/>
                  </a:lnTo>
                  <a:lnTo>
                    <a:pt x="454613" y="1618721"/>
                  </a:lnTo>
                  <a:lnTo>
                    <a:pt x="378144" y="1587393"/>
                  </a:lnTo>
                  <a:lnTo>
                    <a:pt x="301676" y="1555448"/>
                  </a:lnTo>
                  <a:lnTo>
                    <a:pt x="225207" y="1522875"/>
                  </a:lnTo>
                  <a:lnTo>
                    <a:pt x="148739" y="1489661"/>
                  </a:lnTo>
                  <a:lnTo>
                    <a:pt x="72270" y="1455794"/>
                  </a:lnTo>
                  <a:lnTo>
                    <a:pt x="0" y="14231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30098"/>
            </a:xfrm>
            <a:custGeom>
              <a:avLst/>
              <a:pathLst>
                <a:path w="5768090" h="2930098">
                  <a:moveTo>
                    <a:pt x="0" y="0"/>
                  </a:moveTo>
                  <a:lnTo>
                    <a:pt x="32958" y="82702"/>
                  </a:lnTo>
                  <a:lnTo>
                    <a:pt x="109426" y="263497"/>
                  </a:lnTo>
                  <a:lnTo>
                    <a:pt x="185894" y="433845"/>
                  </a:lnTo>
                  <a:lnTo>
                    <a:pt x="262363" y="594349"/>
                  </a:lnTo>
                  <a:lnTo>
                    <a:pt x="338831" y="745578"/>
                  </a:lnTo>
                  <a:lnTo>
                    <a:pt x="415300" y="888069"/>
                  </a:lnTo>
                  <a:lnTo>
                    <a:pt x="491768" y="1022325"/>
                  </a:lnTo>
                  <a:lnTo>
                    <a:pt x="568237" y="1148824"/>
                  </a:lnTo>
                  <a:lnTo>
                    <a:pt x="644705" y="1268013"/>
                  </a:lnTo>
                  <a:lnTo>
                    <a:pt x="721173" y="1380314"/>
                  </a:lnTo>
                  <a:lnTo>
                    <a:pt x="797642" y="1486127"/>
                  </a:lnTo>
                  <a:lnTo>
                    <a:pt x="874110" y="1585824"/>
                  </a:lnTo>
                  <a:lnTo>
                    <a:pt x="950579" y="1679761"/>
                  </a:lnTo>
                  <a:lnTo>
                    <a:pt x="1027047" y="1768269"/>
                  </a:lnTo>
                  <a:lnTo>
                    <a:pt x="1103516" y="1851664"/>
                  </a:lnTo>
                  <a:lnTo>
                    <a:pt x="1179984" y="1930239"/>
                  </a:lnTo>
                  <a:lnTo>
                    <a:pt x="1256453" y="2004273"/>
                  </a:lnTo>
                  <a:lnTo>
                    <a:pt x="1332921" y="2074030"/>
                  </a:lnTo>
                  <a:lnTo>
                    <a:pt x="1409389" y="2139755"/>
                  </a:lnTo>
                  <a:lnTo>
                    <a:pt x="1485858" y="2201683"/>
                  </a:lnTo>
                  <a:lnTo>
                    <a:pt x="1562326" y="2260032"/>
                  </a:lnTo>
                  <a:lnTo>
                    <a:pt x="1638795" y="2315009"/>
                  </a:lnTo>
                  <a:lnTo>
                    <a:pt x="1715263" y="2366810"/>
                  </a:lnTo>
                  <a:lnTo>
                    <a:pt x="1791732" y="2415617"/>
                  </a:lnTo>
                  <a:lnTo>
                    <a:pt x="1868200" y="2451684"/>
                  </a:lnTo>
                  <a:lnTo>
                    <a:pt x="1944668" y="2466340"/>
                  </a:lnTo>
                  <a:lnTo>
                    <a:pt x="2021137" y="2480713"/>
                  </a:lnTo>
                  <a:lnTo>
                    <a:pt x="2097605" y="2494809"/>
                  </a:lnTo>
                  <a:lnTo>
                    <a:pt x="2174074" y="2508633"/>
                  </a:lnTo>
                  <a:lnTo>
                    <a:pt x="2250542" y="2522191"/>
                  </a:lnTo>
                  <a:lnTo>
                    <a:pt x="2327011" y="2535487"/>
                  </a:lnTo>
                  <a:lnTo>
                    <a:pt x="2403479" y="2548526"/>
                  </a:lnTo>
                  <a:lnTo>
                    <a:pt x="2479947" y="2561314"/>
                  </a:lnTo>
                  <a:lnTo>
                    <a:pt x="2556416" y="2573855"/>
                  </a:lnTo>
                  <a:lnTo>
                    <a:pt x="2632884" y="2586154"/>
                  </a:lnTo>
                  <a:lnTo>
                    <a:pt x="2709353" y="2598216"/>
                  </a:lnTo>
                  <a:lnTo>
                    <a:pt x="2785821" y="2610046"/>
                  </a:lnTo>
                  <a:lnTo>
                    <a:pt x="2862290" y="2621647"/>
                  </a:lnTo>
                  <a:lnTo>
                    <a:pt x="2938758" y="2633024"/>
                  </a:lnTo>
                  <a:lnTo>
                    <a:pt x="3015226" y="2644182"/>
                  </a:lnTo>
                  <a:lnTo>
                    <a:pt x="3091695" y="2655125"/>
                  </a:lnTo>
                  <a:lnTo>
                    <a:pt x="3168163" y="2665856"/>
                  </a:lnTo>
                  <a:lnTo>
                    <a:pt x="3244632" y="2676381"/>
                  </a:lnTo>
                  <a:lnTo>
                    <a:pt x="3321100" y="2686703"/>
                  </a:lnTo>
                  <a:lnTo>
                    <a:pt x="3397569" y="2696825"/>
                  </a:lnTo>
                  <a:lnTo>
                    <a:pt x="3474037" y="2706752"/>
                  </a:lnTo>
                  <a:lnTo>
                    <a:pt x="3550506" y="2716488"/>
                  </a:lnTo>
                  <a:lnTo>
                    <a:pt x="3626974" y="2726036"/>
                  </a:lnTo>
                  <a:lnTo>
                    <a:pt x="3703442" y="2735399"/>
                  </a:lnTo>
                  <a:lnTo>
                    <a:pt x="3779911" y="2744582"/>
                  </a:lnTo>
                  <a:lnTo>
                    <a:pt x="3856379" y="2753588"/>
                  </a:lnTo>
                  <a:lnTo>
                    <a:pt x="3932848" y="2762420"/>
                  </a:lnTo>
                  <a:lnTo>
                    <a:pt x="4009316" y="2771082"/>
                  </a:lnTo>
                  <a:lnTo>
                    <a:pt x="4085785" y="2779577"/>
                  </a:lnTo>
                  <a:lnTo>
                    <a:pt x="4162253" y="2787908"/>
                  </a:lnTo>
                  <a:lnTo>
                    <a:pt x="4238721" y="2796078"/>
                  </a:lnTo>
                  <a:lnTo>
                    <a:pt x="4315190" y="2804090"/>
                  </a:lnTo>
                  <a:lnTo>
                    <a:pt x="4391658" y="2811948"/>
                  </a:lnTo>
                  <a:lnTo>
                    <a:pt x="4468127" y="2819655"/>
                  </a:lnTo>
                  <a:lnTo>
                    <a:pt x="4544595" y="2827212"/>
                  </a:lnTo>
                  <a:lnTo>
                    <a:pt x="4621064" y="2834624"/>
                  </a:lnTo>
                  <a:lnTo>
                    <a:pt x="4697532" y="2841893"/>
                  </a:lnTo>
                  <a:lnTo>
                    <a:pt x="4774000" y="2849022"/>
                  </a:lnTo>
                  <a:lnTo>
                    <a:pt x="4850469" y="2856013"/>
                  </a:lnTo>
                  <a:lnTo>
                    <a:pt x="4926937" y="2862869"/>
                  </a:lnTo>
                  <a:lnTo>
                    <a:pt x="5003406" y="2869593"/>
                  </a:lnTo>
                  <a:lnTo>
                    <a:pt x="5079874" y="2876188"/>
                  </a:lnTo>
                  <a:lnTo>
                    <a:pt x="5156343" y="2882655"/>
                  </a:lnTo>
                  <a:lnTo>
                    <a:pt x="5232811" y="2888997"/>
                  </a:lnTo>
                  <a:lnTo>
                    <a:pt x="5309279" y="2895217"/>
                  </a:lnTo>
                  <a:lnTo>
                    <a:pt x="5385748" y="2901318"/>
                  </a:lnTo>
                  <a:lnTo>
                    <a:pt x="5462216" y="2907300"/>
                  </a:lnTo>
                  <a:lnTo>
                    <a:pt x="5538685" y="2913167"/>
                  </a:lnTo>
                  <a:lnTo>
                    <a:pt x="5615153" y="2918921"/>
                  </a:lnTo>
                  <a:lnTo>
                    <a:pt x="5691622" y="2924564"/>
                  </a:lnTo>
                  <a:lnTo>
                    <a:pt x="5768090" y="2930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32325"/>
              <a:ext cx="7260303" cy="1752257"/>
            </a:xfrm>
            <a:custGeom>
              <a:avLst/>
              <a:pathLst>
                <a:path w="7260303" h="1752257">
                  <a:moveTo>
                    <a:pt x="7260303" y="1752257"/>
                  </a:moveTo>
                  <a:lnTo>
                    <a:pt x="7183835" y="1750048"/>
                  </a:lnTo>
                  <a:lnTo>
                    <a:pt x="7107366" y="1747703"/>
                  </a:lnTo>
                  <a:lnTo>
                    <a:pt x="7030898" y="1745214"/>
                  </a:lnTo>
                  <a:lnTo>
                    <a:pt x="6954429" y="1742573"/>
                  </a:lnTo>
                  <a:lnTo>
                    <a:pt x="6877961" y="1739770"/>
                  </a:lnTo>
                  <a:lnTo>
                    <a:pt x="6801492" y="1736794"/>
                  </a:lnTo>
                  <a:lnTo>
                    <a:pt x="6725024" y="1733637"/>
                  </a:lnTo>
                  <a:lnTo>
                    <a:pt x="6648556" y="1730285"/>
                  </a:lnTo>
                  <a:lnTo>
                    <a:pt x="6572087" y="1726728"/>
                  </a:lnTo>
                  <a:lnTo>
                    <a:pt x="6495619" y="1722953"/>
                  </a:lnTo>
                  <a:lnTo>
                    <a:pt x="6419150" y="1718946"/>
                  </a:lnTo>
                  <a:lnTo>
                    <a:pt x="6342682" y="1714694"/>
                  </a:lnTo>
                  <a:lnTo>
                    <a:pt x="6266213" y="1710181"/>
                  </a:lnTo>
                  <a:lnTo>
                    <a:pt x="6189745" y="1705391"/>
                  </a:lnTo>
                  <a:lnTo>
                    <a:pt x="6113277" y="1700307"/>
                  </a:lnTo>
                  <a:lnTo>
                    <a:pt x="6036808" y="1694912"/>
                  </a:lnTo>
                  <a:lnTo>
                    <a:pt x="5960340" y="1689186"/>
                  </a:lnTo>
                  <a:lnTo>
                    <a:pt x="5883871" y="1683108"/>
                  </a:lnTo>
                  <a:lnTo>
                    <a:pt x="5807403" y="1676658"/>
                  </a:lnTo>
                  <a:lnTo>
                    <a:pt x="5730934" y="1669812"/>
                  </a:lnTo>
                  <a:lnTo>
                    <a:pt x="5654466" y="1662546"/>
                  </a:lnTo>
                  <a:lnTo>
                    <a:pt x="5577998" y="1654835"/>
                  </a:lnTo>
                  <a:lnTo>
                    <a:pt x="5501529" y="1646650"/>
                  </a:lnTo>
                  <a:lnTo>
                    <a:pt x="5425061" y="1637964"/>
                  </a:lnTo>
                  <a:lnTo>
                    <a:pt x="5348592" y="1628745"/>
                  </a:lnTo>
                  <a:lnTo>
                    <a:pt x="5272124" y="1618961"/>
                  </a:lnTo>
                  <a:lnTo>
                    <a:pt x="5195655" y="1608577"/>
                  </a:lnTo>
                  <a:lnTo>
                    <a:pt x="5119187" y="1597555"/>
                  </a:lnTo>
                  <a:lnTo>
                    <a:pt x="5042719" y="1585858"/>
                  </a:lnTo>
                  <a:lnTo>
                    <a:pt x="4966250" y="1573444"/>
                  </a:lnTo>
                  <a:lnTo>
                    <a:pt x="4889782" y="1560268"/>
                  </a:lnTo>
                  <a:lnTo>
                    <a:pt x="4813313" y="1546284"/>
                  </a:lnTo>
                  <a:lnTo>
                    <a:pt x="4736845" y="1531442"/>
                  </a:lnTo>
                  <a:lnTo>
                    <a:pt x="4660376" y="1515690"/>
                  </a:lnTo>
                  <a:lnTo>
                    <a:pt x="4583908" y="1498973"/>
                  </a:lnTo>
                  <a:lnTo>
                    <a:pt x="4507439" y="1481229"/>
                  </a:lnTo>
                  <a:lnTo>
                    <a:pt x="4430971" y="1462398"/>
                  </a:lnTo>
                  <a:lnTo>
                    <a:pt x="4354503" y="1442412"/>
                  </a:lnTo>
                  <a:lnTo>
                    <a:pt x="4278034" y="1421200"/>
                  </a:lnTo>
                  <a:lnTo>
                    <a:pt x="4201566" y="1398687"/>
                  </a:lnTo>
                  <a:lnTo>
                    <a:pt x="4125097" y="1374793"/>
                  </a:lnTo>
                  <a:lnTo>
                    <a:pt x="4048629" y="1349434"/>
                  </a:lnTo>
                  <a:lnTo>
                    <a:pt x="3972160" y="1322520"/>
                  </a:lnTo>
                  <a:lnTo>
                    <a:pt x="3895692" y="1293955"/>
                  </a:lnTo>
                  <a:lnTo>
                    <a:pt x="3819224" y="1263638"/>
                  </a:lnTo>
                  <a:lnTo>
                    <a:pt x="3742755" y="1231462"/>
                  </a:lnTo>
                  <a:lnTo>
                    <a:pt x="3666287" y="1197313"/>
                  </a:lnTo>
                  <a:lnTo>
                    <a:pt x="3589818" y="1161069"/>
                  </a:lnTo>
                  <a:lnTo>
                    <a:pt x="3513350" y="1122603"/>
                  </a:lnTo>
                  <a:lnTo>
                    <a:pt x="3436881" y="1081777"/>
                  </a:lnTo>
                  <a:lnTo>
                    <a:pt x="3360413" y="1038447"/>
                  </a:lnTo>
                  <a:lnTo>
                    <a:pt x="3283945" y="1013583"/>
                  </a:lnTo>
                  <a:lnTo>
                    <a:pt x="3207476" y="998345"/>
                  </a:lnTo>
                  <a:lnTo>
                    <a:pt x="3131008" y="982807"/>
                  </a:lnTo>
                  <a:lnTo>
                    <a:pt x="3054539" y="966963"/>
                  </a:lnTo>
                  <a:lnTo>
                    <a:pt x="2978071" y="950808"/>
                  </a:lnTo>
                  <a:lnTo>
                    <a:pt x="2901602" y="934335"/>
                  </a:lnTo>
                  <a:lnTo>
                    <a:pt x="2825134" y="917538"/>
                  </a:lnTo>
                  <a:lnTo>
                    <a:pt x="2748666" y="900410"/>
                  </a:lnTo>
                  <a:lnTo>
                    <a:pt x="2672197" y="882946"/>
                  </a:lnTo>
                  <a:lnTo>
                    <a:pt x="2595729" y="865138"/>
                  </a:lnTo>
                  <a:lnTo>
                    <a:pt x="2519260" y="846980"/>
                  </a:lnTo>
                  <a:lnTo>
                    <a:pt x="2442792" y="828464"/>
                  </a:lnTo>
                  <a:lnTo>
                    <a:pt x="2366323" y="809585"/>
                  </a:lnTo>
                  <a:lnTo>
                    <a:pt x="2289855" y="790334"/>
                  </a:lnTo>
                  <a:lnTo>
                    <a:pt x="2213386" y="770704"/>
                  </a:lnTo>
                  <a:lnTo>
                    <a:pt x="2136918" y="750689"/>
                  </a:lnTo>
                  <a:lnTo>
                    <a:pt x="2060450" y="730279"/>
                  </a:lnTo>
                  <a:lnTo>
                    <a:pt x="1983981" y="709468"/>
                  </a:lnTo>
                  <a:lnTo>
                    <a:pt x="1907513" y="688248"/>
                  </a:lnTo>
                  <a:lnTo>
                    <a:pt x="1831044" y="666611"/>
                  </a:lnTo>
                  <a:lnTo>
                    <a:pt x="1754576" y="644547"/>
                  </a:lnTo>
                  <a:lnTo>
                    <a:pt x="1678107" y="622050"/>
                  </a:lnTo>
                  <a:lnTo>
                    <a:pt x="1601639" y="599111"/>
                  </a:lnTo>
                  <a:lnTo>
                    <a:pt x="1525171" y="575720"/>
                  </a:lnTo>
                  <a:lnTo>
                    <a:pt x="1448702" y="551869"/>
                  </a:lnTo>
                  <a:lnTo>
                    <a:pt x="1372234" y="527548"/>
                  </a:lnTo>
                  <a:lnTo>
                    <a:pt x="1295765" y="502750"/>
                  </a:lnTo>
                  <a:lnTo>
                    <a:pt x="1219297" y="477464"/>
                  </a:lnTo>
                  <a:lnTo>
                    <a:pt x="1142828" y="451680"/>
                  </a:lnTo>
                  <a:lnTo>
                    <a:pt x="1066360" y="425389"/>
                  </a:lnTo>
                  <a:lnTo>
                    <a:pt x="989892" y="398581"/>
                  </a:lnTo>
                  <a:lnTo>
                    <a:pt x="913423" y="371246"/>
                  </a:lnTo>
                  <a:lnTo>
                    <a:pt x="836955" y="343373"/>
                  </a:lnTo>
                  <a:lnTo>
                    <a:pt x="760486" y="314952"/>
                  </a:lnTo>
                  <a:lnTo>
                    <a:pt x="684018" y="285971"/>
                  </a:lnTo>
                  <a:lnTo>
                    <a:pt x="607549" y="256421"/>
                  </a:lnTo>
                  <a:lnTo>
                    <a:pt x="531081" y="226289"/>
                  </a:lnTo>
                  <a:lnTo>
                    <a:pt x="454613" y="195565"/>
                  </a:lnTo>
                  <a:lnTo>
                    <a:pt x="378144" y="164236"/>
                  </a:lnTo>
                  <a:lnTo>
                    <a:pt x="301676" y="132292"/>
                  </a:lnTo>
                  <a:lnTo>
                    <a:pt x="225207" y="99718"/>
                  </a:lnTo>
                  <a:lnTo>
                    <a:pt x="148739" y="66504"/>
                  </a:lnTo>
                  <a:lnTo>
                    <a:pt x="72270" y="326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10764"/>
            </a:xfrm>
            <a:custGeom>
              <a:avLst/>
              <a:pathLst>
                <a:path w="6702804" h="3110764">
                  <a:moveTo>
                    <a:pt x="0" y="0"/>
                  </a:moveTo>
                  <a:lnTo>
                    <a:pt x="50050" y="82514"/>
                  </a:lnTo>
                  <a:lnTo>
                    <a:pt x="126518" y="203699"/>
                  </a:lnTo>
                  <a:lnTo>
                    <a:pt x="202987" y="320191"/>
                  </a:lnTo>
                  <a:lnTo>
                    <a:pt x="279455" y="432170"/>
                  </a:lnTo>
                  <a:lnTo>
                    <a:pt x="355924" y="539813"/>
                  </a:lnTo>
                  <a:lnTo>
                    <a:pt x="432392" y="643287"/>
                  </a:lnTo>
                  <a:lnTo>
                    <a:pt x="508861" y="742753"/>
                  </a:lnTo>
                  <a:lnTo>
                    <a:pt x="585329" y="838366"/>
                  </a:lnTo>
                  <a:lnTo>
                    <a:pt x="661798" y="930277"/>
                  </a:lnTo>
                  <a:lnTo>
                    <a:pt x="738266" y="1018627"/>
                  </a:lnTo>
                  <a:lnTo>
                    <a:pt x="814734" y="1103556"/>
                  </a:lnTo>
                  <a:lnTo>
                    <a:pt x="891203" y="1185196"/>
                  </a:lnTo>
                  <a:lnTo>
                    <a:pt x="967671" y="1263673"/>
                  </a:lnTo>
                  <a:lnTo>
                    <a:pt x="1044140" y="1339111"/>
                  </a:lnTo>
                  <a:lnTo>
                    <a:pt x="1120608" y="1411628"/>
                  </a:lnTo>
                  <a:lnTo>
                    <a:pt x="1197077" y="1481335"/>
                  </a:lnTo>
                  <a:lnTo>
                    <a:pt x="1273545" y="1548343"/>
                  </a:lnTo>
                  <a:lnTo>
                    <a:pt x="1350013" y="1612756"/>
                  </a:lnTo>
                  <a:lnTo>
                    <a:pt x="1426482" y="1674674"/>
                  </a:lnTo>
                  <a:lnTo>
                    <a:pt x="1502950" y="1734194"/>
                  </a:lnTo>
                  <a:lnTo>
                    <a:pt x="1579419" y="1791408"/>
                  </a:lnTo>
                  <a:lnTo>
                    <a:pt x="1655887" y="1846407"/>
                  </a:lnTo>
                  <a:lnTo>
                    <a:pt x="1732356" y="1899275"/>
                  </a:lnTo>
                  <a:lnTo>
                    <a:pt x="1808824" y="1950096"/>
                  </a:lnTo>
                  <a:lnTo>
                    <a:pt x="1885292" y="1998949"/>
                  </a:lnTo>
                  <a:lnTo>
                    <a:pt x="1961761" y="2045909"/>
                  </a:lnTo>
                  <a:lnTo>
                    <a:pt x="2038229" y="2091051"/>
                  </a:lnTo>
                  <a:lnTo>
                    <a:pt x="2114698" y="2134444"/>
                  </a:lnTo>
                  <a:lnTo>
                    <a:pt x="2191166" y="2176157"/>
                  </a:lnTo>
                  <a:lnTo>
                    <a:pt x="2267635" y="2216254"/>
                  </a:lnTo>
                  <a:lnTo>
                    <a:pt x="2344103" y="2254798"/>
                  </a:lnTo>
                  <a:lnTo>
                    <a:pt x="2420571" y="2291849"/>
                  </a:lnTo>
                  <a:lnTo>
                    <a:pt x="2497040" y="2327465"/>
                  </a:lnTo>
                  <a:lnTo>
                    <a:pt x="2573508" y="2361702"/>
                  </a:lnTo>
                  <a:lnTo>
                    <a:pt x="2649977" y="2394613"/>
                  </a:lnTo>
                  <a:lnTo>
                    <a:pt x="2726445" y="2426249"/>
                  </a:lnTo>
                  <a:lnTo>
                    <a:pt x="2802914" y="2456660"/>
                  </a:lnTo>
                  <a:lnTo>
                    <a:pt x="2879382" y="2485893"/>
                  </a:lnTo>
                  <a:lnTo>
                    <a:pt x="2955851" y="2513994"/>
                  </a:lnTo>
                  <a:lnTo>
                    <a:pt x="3032319" y="2541006"/>
                  </a:lnTo>
                  <a:lnTo>
                    <a:pt x="3108787" y="2566973"/>
                  </a:lnTo>
                  <a:lnTo>
                    <a:pt x="3185256" y="2591933"/>
                  </a:lnTo>
                  <a:lnTo>
                    <a:pt x="3261724" y="2615927"/>
                  </a:lnTo>
                  <a:lnTo>
                    <a:pt x="3338193" y="2638991"/>
                  </a:lnTo>
                  <a:lnTo>
                    <a:pt x="3414661" y="2661163"/>
                  </a:lnTo>
                  <a:lnTo>
                    <a:pt x="3491130" y="2682475"/>
                  </a:lnTo>
                  <a:lnTo>
                    <a:pt x="3567598" y="2702962"/>
                  </a:lnTo>
                  <a:lnTo>
                    <a:pt x="3644066" y="2722656"/>
                  </a:lnTo>
                  <a:lnTo>
                    <a:pt x="3720535" y="2741587"/>
                  </a:lnTo>
                  <a:lnTo>
                    <a:pt x="3797003" y="2759784"/>
                  </a:lnTo>
                  <a:lnTo>
                    <a:pt x="3873472" y="2777277"/>
                  </a:lnTo>
                  <a:lnTo>
                    <a:pt x="3949940" y="2794093"/>
                  </a:lnTo>
                  <a:lnTo>
                    <a:pt x="4026409" y="2810257"/>
                  </a:lnTo>
                  <a:lnTo>
                    <a:pt x="4102877" y="2825795"/>
                  </a:lnTo>
                  <a:lnTo>
                    <a:pt x="4179345" y="2840731"/>
                  </a:lnTo>
                  <a:lnTo>
                    <a:pt x="4255814" y="2855089"/>
                  </a:lnTo>
                  <a:lnTo>
                    <a:pt x="4332282" y="2868890"/>
                  </a:lnTo>
                  <a:lnTo>
                    <a:pt x="4408751" y="2882157"/>
                  </a:lnTo>
                  <a:lnTo>
                    <a:pt x="4485219" y="2894911"/>
                  </a:lnTo>
                  <a:lnTo>
                    <a:pt x="4561688" y="2907170"/>
                  </a:lnTo>
                  <a:lnTo>
                    <a:pt x="4638156" y="2918955"/>
                  </a:lnTo>
                  <a:lnTo>
                    <a:pt x="4714624" y="2930283"/>
                  </a:lnTo>
                  <a:lnTo>
                    <a:pt x="4791093" y="2941172"/>
                  </a:lnTo>
                  <a:lnTo>
                    <a:pt x="4867561" y="2951640"/>
                  </a:lnTo>
                  <a:lnTo>
                    <a:pt x="4944030" y="2961702"/>
                  </a:lnTo>
                  <a:lnTo>
                    <a:pt x="5020498" y="2971374"/>
                  </a:lnTo>
                  <a:lnTo>
                    <a:pt x="5096967" y="2980672"/>
                  </a:lnTo>
                  <a:lnTo>
                    <a:pt x="5173435" y="2989610"/>
                  </a:lnTo>
                  <a:lnTo>
                    <a:pt x="5249904" y="2998201"/>
                  </a:lnTo>
                  <a:lnTo>
                    <a:pt x="5326372" y="3006460"/>
                  </a:lnTo>
                  <a:lnTo>
                    <a:pt x="5402840" y="3014399"/>
                  </a:lnTo>
                  <a:lnTo>
                    <a:pt x="5479309" y="3022031"/>
                  </a:lnTo>
                  <a:lnTo>
                    <a:pt x="5555777" y="3029367"/>
                  </a:lnTo>
                  <a:lnTo>
                    <a:pt x="5632246" y="3036418"/>
                  </a:lnTo>
                  <a:lnTo>
                    <a:pt x="5708714" y="3043197"/>
                  </a:lnTo>
                  <a:lnTo>
                    <a:pt x="5785183" y="3049713"/>
                  </a:lnTo>
                  <a:lnTo>
                    <a:pt x="5861651" y="3055977"/>
                  </a:lnTo>
                  <a:lnTo>
                    <a:pt x="5938119" y="3061998"/>
                  </a:lnTo>
                  <a:lnTo>
                    <a:pt x="6014588" y="3067786"/>
                  </a:lnTo>
                  <a:lnTo>
                    <a:pt x="6091056" y="3073350"/>
                  </a:lnTo>
                  <a:lnTo>
                    <a:pt x="6167525" y="3078698"/>
                  </a:lnTo>
                  <a:lnTo>
                    <a:pt x="6243993" y="3083839"/>
                  </a:lnTo>
                  <a:lnTo>
                    <a:pt x="6320462" y="3088781"/>
                  </a:lnTo>
                  <a:lnTo>
                    <a:pt x="6396930" y="3093532"/>
                  </a:lnTo>
                  <a:lnTo>
                    <a:pt x="6473398" y="3098098"/>
                  </a:lnTo>
                  <a:lnTo>
                    <a:pt x="6549867" y="3102488"/>
                  </a:lnTo>
                  <a:lnTo>
                    <a:pt x="6626335" y="3106708"/>
                  </a:lnTo>
                  <a:lnTo>
                    <a:pt x="6702804" y="3110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601867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2026-09-08T07:54:15Z</dcterms:modified>
  <cp:category/>
</cp:coreProperties>
</file>