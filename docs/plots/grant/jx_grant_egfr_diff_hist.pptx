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3849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9655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8546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21268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57074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7440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60612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3784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66956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201283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3300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64721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796440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328159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59878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39159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2331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5503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8675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51847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94649" y="54594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4649" y="48175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94649" y="41755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649" y="353364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94649" y="28917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94649" y="224977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4026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198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40370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35423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46714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99886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30581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062300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94019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125738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657457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189176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720895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52614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340266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871985" y="5035037"/>
              <a:ext cx="531719" cy="42442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03704" y="5141142"/>
              <a:ext cx="531719" cy="3183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935423" y="4398406"/>
              <a:ext cx="531719" cy="10610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467142" y="3231248"/>
              <a:ext cx="531719" cy="222820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998862" y="3019038"/>
              <a:ext cx="531719" cy="244042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30581" y="2382407"/>
              <a:ext cx="531719" cy="307705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62300" y="3761775"/>
              <a:ext cx="531719" cy="169768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594019" y="5141142"/>
              <a:ext cx="531719" cy="3183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125738" y="4716722"/>
              <a:ext cx="531719" cy="74273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6657457" y="5247248"/>
              <a:ext cx="531719" cy="212210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189176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20895" y="5353353"/>
              <a:ext cx="531719" cy="10610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998862" y="2228554"/>
              <a:ext cx="0" cy="3384756"/>
            </a:xfrm>
            <a:custGeom>
              <a:avLst/>
              <a:pathLst>
                <a:path w="0" h="3384756">
                  <a:moveTo>
                    <a:pt x="0" y="338475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9811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" name="tx58"/>
            <p:cNvSpPr/>
            <p:nvPr/>
          </p:nvSpPr>
          <p:spPr>
            <a:xfrm>
              <a:off x="835933" y="540848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35933" y="47665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6929" y="41246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6929" y="34826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6929" y="284073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6929" y="219879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123762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7693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3010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8327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336450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8962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449107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4983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51501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604673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65784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11017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4189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1736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981390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-304395" y="385715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994649" y="1980332"/>
              <a:ext cx="185906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eGFR difference (%) = (eGFR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853715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2924216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2994716" y="2019985"/>
              <a:ext cx="53583" cy="8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048300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3118800" y="2036078"/>
              <a:ext cx="65105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183905" y="2036078"/>
              <a:ext cx="65105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249010" y="1980332"/>
              <a:ext cx="43836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3687374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3757874" y="2036078"/>
              <a:ext cx="75986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833861" y="1980332"/>
              <a:ext cx="4421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4275973" y="2036078"/>
              <a:ext cx="70500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4346473" y="2036078"/>
              <a:ext cx="75986" cy="700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6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69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4422460" y="1980332"/>
              <a:ext cx="190624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 × 100;  red line = −10 % cutoff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994649" y="1688767"/>
              <a:ext cx="425534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2026-09-08T16:16:11Z</dcterms:modified>
  <cp:category/>
</cp:coreProperties>
</file>