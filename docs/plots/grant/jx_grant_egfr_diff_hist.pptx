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5138490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496553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85461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3212680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94649" y="2570743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74407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06126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37845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69564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201283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33002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264721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796440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328159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859878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391597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923317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55036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986755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518474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94649" y="545945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94649" y="4817522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94649" y="417558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94649" y="353364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94649" y="2891712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94649" y="224977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340266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71985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03704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35423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467142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998862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30581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062300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94019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125738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657457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189176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720895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252614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340266" y="5353353"/>
              <a:ext cx="531719" cy="106105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871985" y="5035037"/>
              <a:ext cx="531719" cy="424420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403704" y="5141142"/>
              <a:ext cx="531719" cy="318315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935423" y="4398406"/>
              <a:ext cx="531719" cy="1061052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467142" y="3231248"/>
              <a:ext cx="531719" cy="2228209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3998862" y="3019038"/>
              <a:ext cx="531719" cy="2440420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530581" y="2382407"/>
              <a:ext cx="531719" cy="3077051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5062300" y="3761775"/>
              <a:ext cx="531719" cy="1697683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594019" y="5141142"/>
              <a:ext cx="531719" cy="318315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125738" y="4716722"/>
              <a:ext cx="531719" cy="742736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657457" y="5247248"/>
              <a:ext cx="531719" cy="212210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189176" y="5353353"/>
              <a:ext cx="531719" cy="106105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720895" y="5353353"/>
              <a:ext cx="531719" cy="106105"/>
            </a:xfrm>
            <a:prstGeom prst="rect">
              <a:avLst/>
            </a:prstGeom>
            <a:solidFill>
              <a:srgbClr val="4682B4">
                <a:alpha val="69803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98862" y="2228554"/>
              <a:ext cx="0" cy="3384756"/>
            </a:xfrm>
            <a:custGeom>
              <a:avLst/>
              <a:pathLst>
                <a:path w="0" h="3384756">
                  <a:moveTo>
                    <a:pt x="0" y="33847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9811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835933" y="540848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35933" y="476654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6929" y="4124607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6929" y="3482671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6929" y="2840734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6929" y="2198797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123762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7693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230106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283278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364501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896220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491079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98329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1501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04673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657845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110172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641891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17361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981390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-304395" y="3857153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94649" y="1980332"/>
              <a:ext cx="185906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eGFR difference (%) = (eGFR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853715" y="2036078"/>
              <a:ext cx="7050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924216" y="2036078"/>
              <a:ext cx="7050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R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994716" y="2019985"/>
              <a:ext cx="53583" cy="861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048300" y="2036078"/>
              <a:ext cx="7050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118800" y="2036078"/>
              <a:ext cx="6510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Y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183905" y="2036078"/>
              <a:ext cx="6510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249010" y="1980332"/>
              <a:ext cx="4383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 − CrCl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687374" y="2036078"/>
              <a:ext cx="7050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757874" y="2036078"/>
              <a:ext cx="7598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833861" y="1980332"/>
              <a:ext cx="4421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) / CrCl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275973" y="2036078"/>
              <a:ext cx="7050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346473" y="2036078"/>
              <a:ext cx="7598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9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422460" y="1980332"/>
              <a:ext cx="190624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 × 100;  red line = −10 % cutoff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994649" y="1688767"/>
              <a:ext cx="425534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2026-09-28T17:37:07Z</dcterms:modified>
  <cp:category/>
</cp:coreProperties>
</file>