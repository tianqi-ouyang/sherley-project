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0650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7509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84368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21227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5808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71985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35423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98862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62300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25738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89176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52614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222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7907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4159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352797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94649" y="28965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94649" y="22651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0266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3704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67142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0581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94019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657457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720895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340266" y="5317839"/>
              <a:ext cx="531719" cy="1043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871985" y="5004743"/>
              <a:ext cx="531719" cy="4174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3704" y="5109109"/>
              <a:ext cx="531719" cy="31309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35423" y="4378552"/>
              <a:ext cx="531719" cy="10436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67142" y="3230534"/>
              <a:ext cx="531719" cy="219167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998862" y="3021803"/>
              <a:ext cx="531719" cy="24004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30581" y="2395611"/>
              <a:ext cx="531719" cy="302659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062300" y="3752360"/>
              <a:ext cx="531719" cy="166984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594019" y="5109109"/>
              <a:ext cx="531719" cy="31309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125738" y="4691648"/>
              <a:ext cx="531719" cy="73055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57457" y="5213474"/>
              <a:ext cx="531719" cy="20873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189176" y="5317839"/>
              <a:ext cx="531719" cy="1043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720895" y="5317839"/>
              <a:ext cx="531719" cy="1043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530581" y="2244282"/>
              <a:ext cx="0" cy="3329252"/>
            </a:xfrm>
            <a:custGeom>
              <a:avLst/>
              <a:pathLst>
                <a:path w="0" h="3329252">
                  <a:moveTo>
                    <a:pt x="0" y="33292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35933" y="537122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35933" y="47398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4108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6929" y="347699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6929" y="284558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6929" y="22141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17874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-0.6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1312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344750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43182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495264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55870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622140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070934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20980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299692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389578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457884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4776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630797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713824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271974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5361859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8603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21508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11393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6208137" y="5834415"/>
              <a:ext cx="131380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  (mL/min basis)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845129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980515"/>
              <a:ext cx="272317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eGFR difference = (BSA-adjusted eGFR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717823" y="2041341"/>
              <a:ext cx="7699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794816" y="2041341"/>
              <a:ext cx="7699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871808" y="2023784"/>
              <a:ext cx="58521" cy="94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930330" y="2041341"/>
              <a:ext cx="7699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007322" y="2041341"/>
              <a:ext cx="710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078371" y="2041341"/>
              <a:ext cx="710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149420" y="1980515"/>
              <a:ext cx="47841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627834" y="2041341"/>
              <a:ext cx="7699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4704827" y="2041341"/>
              <a:ext cx="82844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787671" y="1980515"/>
              <a:ext cx="48252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270200" y="2041341"/>
              <a:ext cx="7699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47193" y="2041341"/>
              <a:ext cx="82844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3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994649" y="1688767"/>
              <a:ext cx="425534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2026-09-08T07:54:14Z</dcterms:modified>
  <cp:category/>
</cp:coreProperties>
</file>