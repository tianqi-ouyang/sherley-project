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3849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9655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8546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21268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5707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7440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0612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3784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66956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20128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3300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6472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79644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32815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5987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39159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2331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5503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8675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51847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94649" y="54594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4649" y="48175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94649" y="41755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649" y="353364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94649" y="28917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94649" y="224977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026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198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0370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3542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46714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3058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06230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9401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12573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65745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18917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72089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5261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34026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871985" y="5035037"/>
              <a:ext cx="531719" cy="424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03704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935423" y="4398406"/>
              <a:ext cx="531719" cy="10610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467142" y="3231248"/>
              <a:ext cx="531719" cy="222820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998862" y="3019038"/>
              <a:ext cx="531719" cy="2440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30581" y="2382407"/>
              <a:ext cx="531719" cy="307705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62300" y="3761775"/>
              <a:ext cx="531719" cy="169768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594019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125738" y="4716722"/>
              <a:ext cx="531719" cy="74273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6657457" y="5247248"/>
              <a:ext cx="531719" cy="21221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18917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20895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9811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835933" y="540848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35933" y="47665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6929" y="41246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6929" y="34826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6929" y="284073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6929" y="219879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23762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7693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3010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8327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36450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8962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49107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983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1501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04673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65784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11017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418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1736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981390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-304395" y="385715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94649" y="1980332"/>
              <a:ext cx="18590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eGFR difference (%) = (eGFR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853715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924216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2994716" y="2019985"/>
              <a:ext cx="53583" cy="8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048300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3118800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183905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249010" y="1980332"/>
              <a:ext cx="43836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3687374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757874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833861" y="1980332"/>
              <a:ext cx="4421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275973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4346473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4422460" y="1980332"/>
              <a:ext cx="190624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× 100;  red line = −10 % cutoff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994649" y="1688767"/>
              <a:ext cx="425534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2026-09-09T07:53:01Z</dcterms:modified>
  <cp:category/>
</cp:coreProperties>
</file>